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19"/>
  </p:notesMasterIdLst>
  <p:sldIdLst>
    <p:sldId id="588" r:id="rId8"/>
    <p:sldId id="454" r:id="rId9"/>
    <p:sldId id="549" r:id="rId10"/>
    <p:sldId id="2145726869" r:id="rId11"/>
    <p:sldId id="559" r:id="rId12"/>
    <p:sldId id="582" r:id="rId13"/>
    <p:sldId id="521" r:id="rId14"/>
    <p:sldId id="564" r:id="rId15"/>
    <p:sldId id="585" r:id="rId16"/>
    <p:sldId id="536" r:id="rId17"/>
    <p:sldId id="472" r:id="rId18"/>
  </p:sldIdLst>
  <p:sldSz cx="12192000" cy="6858000"/>
  <p:notesSz cx="7315200" cy="9601200"/>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75" d="100"/>
          <a:sy n="75" d="100"/>
        </p:scale>
        <p:origin x="1710" y="57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presProps" Target="pres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5DA5F581-CF30-4EF3-9807-91BBABBEEF82}"/>
    <pc:docChg chg="delSld delMainMaster">
      <pc:chgData name="Taylor Davis" userId="5c9e72a0-c39f-4aa1-9d7d-64125e78cbe6" providerId="ADAL" clId="{5DA5F581-CF30-4EF3-9807-91BBABBEEF82}" dt="2025-05-02T14:41:17.699" v="4" actId="47"/>
      <pc:docMkLst>
        <pc:docMk/>
      </pc:docMkLst>
      <pc:sldChg chg="del">
        <pc:chgData name="Taylor Davis" userId="5c9e72a0-c39f-4aa1-9d7d-64125e78cbe6" providerId="ADAL" clId="{5DA5F581-CF30-4EF3-9807-91BBABBEEF82}" dt="2025-05-02T14:41:17.699" v="4" actId="47"/>
        <pc:sldMkLst>
          <pc:docMk/>
          <pc:sldMk cId="0" sldId="256"/>
        </pc:sldMkLst>
      </pc:sldChg>
      <pc:sldChg chg="del">
        <pc:chgData name="Taylor Davis" userId="5c9e72a0-c39f-4aa1-9d7d-64125e78cbe6" providerId="ADAL" clId="{5DA5F581-CF30-4EF3-9807-91BBABBEEF82}" dt="2025-05-02T14:41:10.908" v="3" actId="47"/>
        <pc:sldMkLst>
          <pc:docMk/>
          <pc:sldMk cId="3543401867" sldId="281"/>
        </pc:sldMkLst>
      </pc:sldChg>
      <pc:sldChg chg="del">
        <pc:chgData name="Taylor Davis" userId="5c9e72a0-c39f-4aa1-9d7d-64125e78cbe6" providerId="ADAL" clId="{5DA5F581-CF30-4EF3-9807-91BBABBEEF82}" dt="2025-05-02T14:41:10.908" v="3" actId="47"/>
        <pc:sldMkLst>
          <pc:docMk/>
          <pc:sldMk cId="2605732402" sldId="283"/>
        </pc:sldMkLst>
      </pc:sldChg>
      <pc:sldChg chg="del">
        <pc:chgData name="Taylor Davis" userId="5c9e72a0-c39f-4aa1-9d7d-64125e78cbe6" providerId="ADAL" clId="{5DA5F581-CF30-4EF3-9807-91BBABBEEF82}" dt="2025-05-02T14:41:10.908" v="3" actId="47"/>
        <pc:sldMkLst>
          <pc:docMk/>
          <pc:sldMk cId="514031403" sldId="285"/>
        </pc:sldMkLst>
      </pc:sldChg>
      <pc:sldChg chg="del">
        <pc:chgData name="Taylor Davis" userId="5c9e72a0-c39f-4aa1-9d7d-64125e78cbe6" providerId="ADAL" clId="{5DA5F581-CF30-4EF3-9807-91BBABBEEF82}" dt="2025-05-02T14:41:17.699" v="4" actId="47"/>
        <pc:sldMkLst>
          <pc:docMk/>
          <pc:sldMk cId="211951504" sldId="325"/>
        </pc:sldMkLst>
      </pc:sldChg>
      <pc:sldChg chg="del">
        <pc:chgData name="Taylor Davis" userId="5c9e72a0-c39f-4aa1-9d7d-64125e78cbe6" providerId="ADAL" clId="{5DA5F581-CF30-4EF3-9807-91BBABBEEF82}" dt="2025-05-02T14:41:17.699" v="4" actId="47"/>
        <pc:sldMkLst>
          <pc:docMk/>
          <pc:sldMk cId="225422285" sldId="326"/>
        </pc:sldMkLst>
      </pc:sldChg>
      <pc:sldChg chg="del">
        <pc:chgData name="Taylor Davis" userId="5c9e72a0-c39f-4aa1-9d7d-64125e78cbe6" providerId="ADAL" clId="{5DA5F581-CF30-4EF3-9807-91BBABBEEF82}" dt="2025-05-02T14:40:45.624" v="0" actId="47"/>
        <pc:sldMkLst>
          <pc:docMk/>
          <pc:sldMk cId="4059548579" sldId="452"/>
        </pc:sldMkLst>
      </pc:sldChg>
      <pc:sldChg chg="del">
        <pc:chgData name="Taylor Davis" userId="5c9e72a0-c39f-4aa1-9d7d-64125e78cbe6" providerId="ADAL" clId="{5DA5F581-CF30-4EF3-9807-91BBABBEEF82}" dt="2025-05-02T14:41:10.908" v="3" actId="47"/>
        <pc:sldMkLst>
          <pc:docMk/>
          <pc:sldMk cId="1700621358" sldId="456"/>
        </pc:sldMkLst>
      </pc:sldChg>
      <pc:sldChg chg="del">
        <pc:chgData name="Taylor Davis" userId="5c9e72a0-c39f-4aa1-9d7d-64125e78cbe6" providerId="ADAL" clId="{5DA5F581-CF30-4EF3-9807-91BBABBEEF82}" dt="2025-05-02T14:41:10.908" v="3" actId="47"/>
        <pc:sldMkLst>
          <pc:docMk/>
          <pc:sldMk cId="3958060990" sldId="458"/>
        </pc:sldMkLst>
      </pc:sldChg>
      <pc:sldChg chg="del">
        <pc:chgData name="Taylor Davis" userId="5c9e72a0-c39f-4aa1-9d7d-64125e78cbe6" providerId="ADAL" clId="{5DA5F581-CF30-4EF3-9807-91BBABBEEF82}" dt="2025-05-02T14:40:45.624" v="0" actId="47"/>
        <pc:sldMkLst>
          <pc:docMk/>
          <pc:sldMk cId="1714126014" sldId="466"/>
        </pc:sldMkLst>
      </pc:sldChg>
      <pc:sldChg chg="del">
        <pc:chgData name="Taylor Davis" userId="5c9e72a0-c39f-4aa1-9d7d-64125e78cbe6" providerId="ADAL" clId="{5DA5F581-CF30-4EF3-9807-91BBABBEEF82}" dt="2025-05-02T14:41:10.908" v="3" actId="47"/>
        <pc:sldMkLst>
          <pc:docMk/>
          <pc:sldMk cId="2680122054" sldId="469"/>
        </pc:sldMkLst>
      </pc:sldChg>
      <pc:sldChg chg="del">
        <pc:chgData name="Taylor Davis" userId="5c9e72a0-c39f-4aa1-9d7d-64125e78cbe6" providerId="ADAL" clId="{5DA5F581-CF30-4EF3-9807-91BBABBEEF82}" dt="2025-05-02T14:41:17.699" v="4" actId="47"/>
        <pc:sldMkLst>
          <pc:docMk/>
          <pc:sldMk cId="2660124243" sldId="491"/>
        </pc:sldMkLst>
      </pc:sldChg>
      <pc:sldChg chg="del">
        <pc:chgData name="Taylor Davis" userId="5c9e72a0-c39f-4aa1-9d7d-64125e78cbe6" providerId="ADAL" clId="{5DA5F581-CF30-4EF3-9807-91BBABBEEF82}" dt="2025-05-02T14:41:17.699" v="4" actId="47"/>
        <pc:sldMkLst>
          <pc:docMk/>
          <pc:sldMk cId="3144192130" sldId="498"/>
        </pc:sldMkLst>
      </pc:sldChg>
      <pc:sldChg chg="del">
        <pc:chgData name="Taylor Davis" userId="5c9e72a0-c39f-4aa1-9d7d-64125e78cbe6" providerId="ADAL" clId="{5DA5F581-CF30-4EF3-9807-91BBABBEEF82}" dt="2025-05-02T14:41:10.908" v="3" actId="47"/>
        <pc:sldMkLst>
          <pc:docMk/>
          <pc:sldMk cId="2203540903" sldId="499"/>
        </pc:sldMkLst>
      </pc:sldChg>
      <pc:sldChg chg="del">
        <pc:chgData name="Taylor Davis" userId="5c9e72a0-c39f-4aa1-9d7d-64125e78cbe6" providerId="ADAL" clId="{5DA5F581-CF30-4EF3-9807-91BBABBEEF82}" dt="2025-05-02T14:41:10.908" v="3" actId="47"/>
        <pc:sldMkLst>
          <pc:docMk/>
          <pc:sldMk cId="36791873" sldId="525"/>
        </pc:sldMkLst>
      </pc:sldChg>
      <pc:sldChg chg="del">
        <pc:chgData name="Taylor Davis" userId="5c9e72a0-c39f-4aa1-9d7d-64125e78cbe6" providerId="ADAL" clId="{5DA5F581-CF30-4EF3-9807-91BBABBEEF82}" dt="2025-05-02T14:41:00.795" v="2" actId="47"/>
        <pc:sldMkLst>
          <pc:docMk/>
          <pc:sldMk cId="315794589" sldId="548"/>
        </pc:sldMkLst>
      </pc:sldChg>
      <pc:sldChg chg="del">
        <pc:chgData name="Taylor Davis" userId="5c9e72a0-c39f-4aa1-9d7d-64125e78cbe6" providerId="ADAL" clId="{5DA5F581-CF30-4EF3-9807-91BBABBEEF82}" dt="2025-05-02T14:41:00.795" v="2" actId="47"/>
        <pc:sldMkLst>
          <pc:docMk/>
          <pc:sldMk cId="3470905217" sldId="558"/>
        </pc:sldMkLst>
      </pc:sldChg>
      <pc:sldChg chg="del">
        <pc:chgData name="Taylor Davis" userId="5c9e72a0-c39f-4aa1-9d7d-64125e78cbe6" providerId="ADAL" clId="{5DA5F581-CF30-4EF3-9807-91BBABBEEF82}" dt="2025-05-02T14:41:10.908" v="3" actId="47"/>
        <pc:sldMkLst>
          <pc:docMk/>
          <pc:sldMk cId="0" sldId="571"/>
        </pc:sldMkLst>
      </pc:sldChg>
      <pc:sldChg chg="del">
        <pc:chgData name="Taylor Davis" userId="5c9e72a0-c39f-4aa1-9d7d-64125e78cbe6" providerId="ADAL" clId="{5DA5F581-CF30-4EF3-9807-91BBABBEEF82}" dt="2025-05-02T14:41:17.699" v="4" actId="47"/>
        <pc:sldMkLst>
          <pc:docMk/>
          <pc:sldMk cId="0" sldId="572"/>
        </pc:sldMkLst>
      </pc:sldChg>
      <pc:sldChg chg="del">
        <pc:chgData name="Taylor Davis" userId="5c9e72a0-c39f-4aa1-9d7d-64125e78cbe6" providerId="ADAL" clId="{5DA5F581-CF30-4EF3-9807-91BBABBEEF82}" dt="2025-05-02T14:41:17.699" v="4" actId="47"/>
        <pc:sldMkLst>
          <pc:docMk/>
          <pc:sldMk cId="1064222983" sldId="574"/>
        </pc:sldMkLst>
      </pc:sldChg>
      <pc:sldChg chg="del">
        <pc:chgData name="Taylor Davis" userId="5c9e72a0-c39f-4aa1-9d7d-64125e78cbe6" providerId="ADAL" clId="{5DA5F581-CF30-4EF3-9807-91BBABBEEF82}" dt="2025-05-02T14:41:17.699" v="4" actId="47"/>
        <pc:sldMkLst>
          <pc:docMk/>
          <pc:sldMk cId="3790917938" sldId="575"/>
        </pc:sldMkLst>
      </pc:sldChg>
      <pc:sldChg chg="del">
        <pc:chgData name="Taylor Davis" userId="5c9e72a0-c39f-4aa1-9d7d-64125e78cbe6" providerId="ADAL" clId="{5DA5F581-CF30-4EF3-9807-91BBABBEEF82}" dt="2025-05-02T14:40:52.080" v="1" actId="47"/>
        <pc:sldMkLst>
          <pc:docMk/>
          <pc:sldMk cId="1082327325" sldId="580"/>
        </pc:sldMkLst>
      </pc:sldChg>
      <pc:sldChg chg="del">
        <pc:chgData name="Taylor Davis" userId="5c9e72a0-c39f-4aa1-9d7d-64125e78cbe6" providerId="ADAL" clId="{5DA5F581-CF30-4EF3-9807-91BBABBEEF82}" dt="2025-05-02T14:41:10.908" v="3" actId="47"/>
        <pc:sldMkLst>
          <pc:docMk/>
          <pc:sldMk cId="838631500" sldId="583"/>
        </pc:sldMkLst>
      </pc:sldChg>
      <pc:sldChg chg="del">
        <pc:chgData name="Taylor Davis" userId="5c9e72a0-c39f-4aa1-9d7d-64125e78cbe6" providerId="ADAL" clId="{5DA5F581-CF30-4EF3-9807-91BBABBEEF82}" dt="2025-05-02T14:41:10.908" v="3" actId="47"/>
        <pc:sldMkLst>
          <pc:docMk/>
          <pc:sldMk cId="4042275972" sldId="613"/>
        </pc:sldMkLst>
      </pc:sldChg>
      <pc:sldChg chg="del">
        <pc:chgData name="Taylor Davis" userId="5c9e72a0-c39f-4aa1-9d7d-64125e78cbe6" providerId="ADAL" clId="{5DA5F581-CF30-4EF3-9807-91BBABBEEF82}" dt="2025-05-02T14:41:10.908" v="3" actId="47"/>
        <pc:sldMkLst>
          <pc:docMk/>
          <pc:sldMk cId="1281542618" sldId="614"/>
        </pc:sldMkLst>
      </pc:sldChg>
      <pc:sldChg chg="del">
        <pc:chgData name="Taylor Davis" userId="5c9e72a0-c39f-4aa1-9d7d-64125e78cbe6" providerId="ADAL" clId="{5DA5F581-CF30-4EF3-9807-91BBABBEEF82}" dt="2025-05-02T14:41:10.908" v="3" actId="47"/>
        <pc:sldMkLst>
          <pc:docMk/>
          <pc:sldMk cId="2174952421" sldId="2145726856"/>
        </pc:sldMkLst>
      </pc:sldChg>
      <pc:sldChg chg="del">
        <pc:chgData name="Taylor Davis" userId="5c9e72a0-c39f-4aa1-9d7d-64125e78cbe6" providerId="ADAL" clId="{5DA5F581-CF30-4EF3-9807-91BBABBEEF82}" dt="2025-05-02T14:41:10.908" v="3" actId="47"/>
        <pc:sldMkLst>
          <pc:docMk/>
          <pc:sldMk cId="4161310751" sldId="2145726857"/>
        </pc:sldMkLst>
      </pc:sldChg>
      <pc:sldChg chg="del">
        <pc:chgData name="Taylor Davis" userId="5c9e72a0-c39f-4aa1-9d7d-64125e78cbe6" providerId="ADAL" clId="{5DA5F581-CF30-4EF3-9807-91BBABBEEF82}" dt="2025-05-02T14:41:10.908" v="3" actId="47"/>
        <pc:sldMkLst>
          <pc:docMk/>
          <pc:sldMk cId="1389453819" sldId="2145726859"/>
        </pc:sldMkLst>
      </pc:sldChg>
      <pc:sldChg chg="del">
        <pc:chgData name="Taylor Davis" userId="5c9e72a0-c39f-4aa1-9d7d-64125e78cbe6" providerId="ADAL" clId="{5DA5F581-CF30-4EF3-9807-91BBABBEEF82}" dt="2025-05-02T14:41:10.908" v="3" actId="47"/>
        <pc:sldMkLst>
          <pc:docMk/>
          <pc:sldMk cId="0" sldId="2145726864"/>
        </pc:sldMkLst>
      </pc:sldChg>
      <pc:sldChg chg="del">
        <pc:chgData name="Taylor Davis" userId="5c9e72a0-c39f-4aa1-9d7d-64125e78cbe6" providerId="ADAL" clId="{5DA5F581-CF30-4EF3-9807-91BBABBEEF82}" dt="2025-05-02T14:41:10.908" v="3" actId="47"/>
        <pc:sldMkLst>
          <pc:docMk/>
          <pc:sldMk cId="1010235892" sldId="2145726866"/>
        </pc:sldMkLst>
      </pc:sldChg>
      <pc:sldChg chg="del">
        <pc:chgData name="Taylor Davis" userId="5c9e72a0-c39f-4aa1-9d7d-64125e78cbe6" providerId="ADAL" clId="{5DA5F581-CF30-4EF3-9807-91BBABBEEF82}" dt="2025-05-02T14:40:45.624" v="0" actId="47"/>
        <pc:sldMkLst>
          <pc:docMk/>
          <pc:sldMk cId="0" sldId="2145726867"/>
        </pc:sldMkLst>
      </pc:sldChg>
      <pc:sldChg chg="del">
        <pc:chgData name="Taylor Davis" userId="5c9e72a0-c39f-4aa1-9d7d-64125e78cbe6" providerId="ADAL" clId="{5DA5F581-CF30-4EF3-9807-91BBABBEEF82}" dt="2025-05-02T14:41:10.908" v="3" actId="47"/>
        <pc:sldMkLst>
          <pc:docMk/>
          <pc:sldMk cId="4087636236" sldId="2145726868"/>
        </pc:sldMkLst>
      </pc:sldChg>
      <pc:sldMasterChg chg="del delSldLayout">
        <pc:chgData name="Taylor Davis" userId="5c9e72a0-c39f-4aa1-9d7d-64125e78cbe6" providerId="ADAL" clId="{5DA5F581-CF30-4EF3-9807-91BBABBEEF82}" dt="2025-05-02T14:41:10.908" v="3" actId="47"/>
        <pc:sldMasterMkLst>
          <pc:docMk/>
          <pc:sldMasterMk cId="1265540980" sldId="2147483785"/>
        </pc:sldMasterMkLst>
        <pc:sldLayoutChg chg="del">
          <pc:chgData name="Taylor Davis" userId="5c9e72a0-c39f-4aa1-9d7d-64125e78cbe6" providerId="ADAL" clId="{5DA5F581-CF30-4EF3-9807-91BBABBEEF82}" dt="2025-05-02T14:41:10.908" v="3" actId="47"/>
          <pc:sldLayoutMkLst>
            <pc:docMk/>
            <pc:sldMasterMk cId="1265540980" sldId="2147483785"/>
            <pc:sldLayoutMk cId="2498378428" sldId="2147483786"/>
          </pc:sldLayoutMkLst>
        </pc:sldLayoutChg>
        <pc:sldLayoutChg chg="del">
          <pc:chgData name="Taylor Davis" userId="5c9e72a0-c39f-4aa1-9d7d-64125e78cbe6" providerId="ADAL" clId="{5DA5F581-CF30-4EF3-9807-91BBABBEEF82}" dt="2025-05-02T14:41:10.908" v="3" actId="47"/>
          <pc:sldLayoutMkLst>
            <pc:docMk/>
            <pc:sldMasterMk cId="1265540980" sldId="2147483785"/>
            <pc:sldLayoutMk cId="2601881731" sldId="2147483787"/>
          </pc:sldLayoutMkLst>
        </pc:sldLayoutChg>
        <pc:sldLayoutChg chg="del">
          <pc:chgData name="Taylor Davis" userId="5c9e72a0-c39f-4aa1-9d7d-64125e78cbe6" providerId="ADAL" clId="{5DA5F581-CF30-4EF3-9807-91BBABBEEF82}" dt="2025-05-02T14:41:10.908" v="3" actId="47"/>
          <pc:sldLayoutMkLst>
            <pc:docMk/>
            <pc:sldMasterMk cId="1265540980" sldId="2147483785"/>
            <pc:sldLayoutMk cId="1562686733" sldId="2147483788"/>
          </pc:sldLayoutMkLst>
        </pc:sldLayoutChg>
        <pc:sldLayoutChg chg="del">
          <pc:chgData name="Taylor Davis" userId="5c9e72a0-c39f-4aa1-9d7d-64125e78cbe6" providerId="ADAL" clId="{5DA5F581-CF30-4EF3-9807-91BBABBEEF82}" dt="2025-05-02T14:41:10.908" v="3" actId="47"/>
          <pc:sldLayoutMkLst>
            <pc:docMk/>
            <pc:sldMasterMk cId="1265540980" sldId="2147483785"/>
            <pc:sldLayoutMk cId="4003081434" sldId="2147483789"/>
          </pc:sldLayoutMkLst>
        </pc:sldLayoutChg>
        <pc:sldLayoutChg chg="del">
          <pc:chgData name="Taylor Davis" userId="5c9e72a0-c39f-4aa1-9d7d-64125e78cbe6" providerId="ADAL" clId="{5DA5F581-CF30-4EF3-9807-91BBABBEEF82}" dt="2025-05-02T14:41:10.908" v="3" actId="47"/>
          <pc:sldLayoutMkLst>
            <pc:docMk/>
            <pc:sldMasterMk cId="1265540980" sldId="2147483785"/>
            <pc:sldLayoutMk cId="1910118790" sldId="2147483790"/>
          </pc:sldLayoutMkLst>
        </pc:sldLayoutChg>
        <pc:sldLayoutChg chg="del">
          <pc:chgData name="Taylor Davis" userId="5c9e72a0-c39f-4aa1-9d7d-64125e78cbe6" providerId="ADAL" clId="{5DA5F581-CF30-4EF3-9807-91BBABBEEF82}" dt="2025-05-02T14:41:10.908" v="3" actId="47"/>
          <pc:sldLayoutMkLst>
            <pc:docMk/>
            <pc:sldMasterMk cId="1265540980" sldId="2147483785"/>
            <pc:sldLayoutMk cId="3711328393" sldId="2147483791"/>
          </pc:sldLayoutMkLst>
        </pc:sldLayoutChg>
        <pc:sldLayoutChg chg="del">
          <pc:chgData name="Taylor Davis" userId="5c9e72a0-c39f-4aa1-9d7d-64125e78cbe6" providerId="ADAL" clId="{5DA5F581-CF30-4EF3-9807-91BBABBEEF82}" dt="2025-05-02T14:41:10.908" v="3" actId="47"/>
          <pc:sldLayoutMkLst>
            <pc:docMk/>
            <pc:sldMasterMk cId="1265540980" sldId="2147483785"/>
            <pc:sldLayoutMk cId="1423940963" sldId="2147483792"/>
          </pc:sldLayoutMkLst>
        </pc:sldLayoutChg>
        <pc:sldLayoutChg chg="del">
          <pc:chgData name="Taylor Davis" userId="5c9e72a0-c39f-4aa1-9d7d-64125e78cbe6" providerId="ADAL" clId="{5DA5F581-CF30-4EF3-9807-91BBABBEEF82}" dt="2025-05-02T14:41:10.908" v="3" actId="47"/>
          <pc:sldLayoutMkLst>
            <pc:docMk/>
            <pc:sldMasterMk cId="1265540980" sldId="2147483785"/>
            <pc:sldLayoutMk cId="4032606110" sldId="2147483793"/>
          </pc:sldLayoutMkLst>
        </pc:sldLayoutChg>
        <pc:sldLayoutChg chg="del">
          <pc:chgData name="Taylor Davis" userId="5c9e72a0-c39f-4aa1-9d7d-64125e78cbe6" providerId="ADAL" clId="{5DA5F581-CF30-4EF3-9807-91BBABBEEF82}" dt="2025-05-02T14:41:10.908" v="3" actId="47"/>
          <pc:sldLayoutMkLst>
            <pc:docMk/>
            <pc:sldMasterMk cId="1265540980" sldId="2147483785"/>
            <pc:sldLayoutMk cId="2254392230" sldId="2147483794"/>
          </pc:sldLayoutMkLst>
        </pc:sldLayoutChg>
        <pc:sldLayoutChg chg="del">
          <pc:chgData name="Taylor Davis" userId="5c9e72a0-c39f-4aa1-9d7d-64125e78cbe6" providerId="ADAL" clId="{5DA5F581-CF30-4EF3-9807-91BBABBEEF82}" dt="2025-05-02T14:41:10.908" v="3" actId="47"/>
          <pc:sldLayoutMkLst>
            <pc:docMk/>
            <pc:sldMasterMk cId="1265540980" sldId="2147483785"/>
            <pc:sldLayoutMk cId="1920540095" sldId="2147483795"/>
          </pc:sldLayoutMkLst>
        </pc:sldLayoutChg>
        <pc:sldLayoutChg chg="del">
          <pc:chgData name="Taylor Davis" userId="5c9e72a0-c39f-4aa1-9d7d-64125e78cbe6" providerId="ADAL" clId="{5DA5F581-CF30-4EF3-9807-91BBABBEEF82}" dt="2025-05-02T14:41:10.908" v="3" actId="47"/>
          <pc:sldLayoutMkLst>
            <pc:docMk/>
            <pc:sldMasterMk cId="1265540980" sldId="2147483785"/>
            <pc:sldLayoutMk cId="4278865784" sldId="2147483796"/>
          </pc:sldLayoutMkLst>
        </pc:sldLayoutChg>
      </pc:sldMasterChg>
      <pc:sldMasterChg chg="del delSldLayout">
        <pc:chgData name="Taylor Davis" userId="5c9e72a0-c39f-4aa1-9d7d-64125e78cbe6" providerId="ADAL" clId="{5DA5F581-CF30-4EF3-9807-91BBABBEEF82}" dt="2025-05-02T14:41:10.908" v="3" actId="47"/>
        <pc:sldMasterMkLst>
          <pc:docMk/>
          <pc:sldMasterMk cId="3563936643" sldId="2147483797"/>
        </pc:sldMasterMkLst>
        <pc:sldLayoutChg chg="del">
          <pc:chgData name="Taylor Davis" userId="5c9e72a0-c39f-4aa1-9d7d-64125e78cbe6" providerId="ADAL" clId="{5DA5F581-CF30-4EF3-9807-91BBABBEEF82}" dt="2025-05-02T14:41:10.908" v="3" actId="47"/>
          <pc:sldLayoutMkLst>
            <pc:docMk/>
            <pc:sldMasterMk cId="3563936643" sldId="2147483797"/>
            <pc:sldLayoutMk cId="2824293841" sldId="2147483798"/>
          </pc:sldLayoutMkLst>
        </pc:sldLayoutChg>
        <pc:sldLayoutChg chg="del">
          <pc:chgData name="Taylor Davis" userId="5c9e72a0-c39f-4aa1-9d7d-64125e78cbe6" providerId="ADAL" clId="{5DA5F581-CF30-4EF3-9807-91BBABBEEF82}" dt="2025-05-02T14:41:10.908" v="3" actId="47"/>
          <pc:sldLayoutMkLst>
            <pc:docMk/>
            <pc:sldMasterMk cId="3563936643" sldId="2147483797"/>
            <pc:sldLayoutMk cId="150421858" sldId="2147483799"/>
          </pc:sldLayoutMkLst>
        </pc:sldLayoutChg>
        <pc:sldLayoutChg chg="del">
          <pc:chgData name="Taylor Davis" userId="5c9e72a0-c39f-4aa1-9d7d-64125e78cbe6" providerId="ADAL" clId="{5DA5F581-CF30-4EF3-9807-91BBABBEEF82}" dt="2025-05-02T14:41:10.908" v="3" actId="47"/>
          <pc:sldLayoutMkLst>
            <pc:docMk/>
            <pc:sldMasterMk cId="3563936643" sldId="2147483797"/>
            <pc:sldLayoutMk cId="2298163207" sldId="2147483800"/>
          </pc:sldLayoutMkLst>
        </pc:sldLayoutChg>
        <pc:sldLayoutChg chg="del">
          <pc:chgData name="Taylor Davis" userId="5c9e72a0-c39f-4aa1-9d7d-64125e78cbe6" providerId="ADAL" clId="{5DA5F581-CF30-4EF3-9807-91BBABBEEF82}" dt="2025-05-02T14:41:10.908" v="3" actId="47"/>
          <pc:sldLayoutMkLst>
            <pc:docMk/>
            <pc:sldMasterMk cId="3563936643" sldId="2147483797"/>
            <pc:sldLayoutMk cId="1991304296" sldId="2147483801"/>
          </pc:sldLayoutMkLst>
        </pc:sldLayoutChg>
        <pc:sldLayoutChg chg="del">
          <pc:chgData name="Taylor Davis" userId="5c9e72a0-c39f-4aa1-9d7d-64125e78cbe6" providerId="ADAL" clId="{5DA5F581-CF30-4EF3-9807-91BBABBEEF82}" dt="2025-05-02T14:41:10.908" v="3" actId="47"/>
          <pc:sldLayoutMkLst>
            <pc:docMk/>
            <pc:sldMasterMk cId="3563936643" sldId="2147483797"/>
            <pc:sldLayoutMk cId="1121920882" sldId="2147483802"/>
          </pc:sldLayoutMkLst>
        </pc:sldLayoutChg>
        <pc:sldLayoutChg chg="del">
          <pc:chgData name="Taylor Davis" userId="5c9e72a0-c39f-4aa1-9d7d-64125e78cbe6" providerId="ADAL" clId="{5DA5F581-CF30-4EF3-9807-91BBABBEEF82}" dt="2025-05-02T14:41:10.908" v="3" actId="47"/>
          <pc:sldLayoutMkLst>
            <pc:docMk/>
            <pc:sldMasterMk cId="3563936643" sldId="2147483797"/>
            <pc:sldLayoutMk cId="2885874120" sldId="2147483803"/>
          </pc:sldLayoutMkLst>
        </pc:sldLayoutChg>
        <pc:sldLayoutChg chg="del">
          <pc:chgData name="Taylor Davis" userId="5c9e72a0-c39f-4aa1-9d7d-64125e78cbe6" providerId="ADAL" clId="{5DA5F581-CF30-4EF3-9807-91BBABBEEF82}" dt="2025-05-02T14:41:10.908" v="3" actId="47"/>
          <pc:sldLayoutMkLst>
            <pc:docMk/>
            <pc:sldMasterMk cId="3563936643" sldId="2147483797"/>
            <pc:sldLayoutMk cId="1906534417" sldId="2147483804"/>
          </pc:sldLayoutMkLst>
        </pc:sldLayoutChg>
        <pc:sldLayoutChg chg="del">
          <pc:chgData name="Taylor Davis" userId="5c9e72a0-c39f-4aa1-9d7d-64125e78cbe6" providerId="ADAL" clId="{5DA5F581-CF30-4EF3-9807-91BBABBEEF82}" dt="2025-05-02T14:41:10.908" v="3" actId="47"/>
          <pc:sldLayoutMkLst>
            <pc:docMk/>
            <pc:sldMasterMk cId="3563936643" sldId="2147483797"/>
            <pc:sldLayoutMk cId="491300616" sldId="2147483805"/>
          </pc:sldLayoutMkLst>
        </pc:sldLayoutChg>
        <pc:sldLayoutChg chg="del">
          <pc:chgData name="Taylor Davis" userId="5c9e72a0-c39f-4aa1-9d7d-64125e78cbe6" providerId="ADAL" clId="{5DA5F581-CF30-4EF3-9807-91BBABBEEF82}" dt="2025-05-02T14:41:10.908" v="3" actId="47"/>
          <pc:sldLayoutMkLst>
            <pc:docMk/>
            <pc:sldMasterMk cId="3563936643" sldId="2147483797"/>
            <pc:sldLayoutMk cId="2921565179" sldId="2147483806"/>
          </pc:sldLayoutMkLst>
        </pc:sldLayoutChg>
        <pc:sldLayoutChg chg="del">
          <pc:chgData name="Taylor Davis" userId="5c9e72a0-c39f-4aa1-9d7d-64125e78cbe6" providerId="ADAL" clId="{5DA5F581-CF30-4EF3-9807-91BBABBEEF82}" dt="2025-05-02T14:41:10.908" v="3" actId="47"/>
          <pc:sldLayoutMkLst>
            <pc:docMk/>
            <pc:sldMasterMk cId="3563936643" sldId="2147483797"/>
            <pc:sldLayoutMk cId="1159210513" sldId="2147483807"/>
          </pc:sldLayoutMkLst>
        </pc:sldLayoutChg>
        <pc:sldLayoutChg chg="del">
          <pc:chgData name="Taylor Davis" userId="5c9e72a0-c39f-4aa1-9d7d-64125e78cbe6" providerId="ADAL" clId="{5DA5F581-CF30-4EF3-9807-91BBABBEEF82}" dt="2025-05-02T14:41:10.908" v="3" actId="47"/>
          <pc:sldLayoutMkLst>
            <pc:docMk/>
            <pc:sldMasterMk cId="3563936643" sldId="2147483797"/>
            <pc:sldLayoutMk cId="1217176151" sldId="2147483808"/>
          </pc:sldLayoutMkLst>
        </pc:sldLayoutChg>
        <pc:sldLayoutChg chg="del">
          <pc:chgData name="Taylor Davis" userId="5c9e72a0-c39f-4aa1-9d7d-64125e78cbe6" providerId="ADAL" clId="{5DA5F581-CF30-4EF3-9807-91BBABBEEF82}" dt="2025-05-02T14:41:10.908" v="3" actId="47"/>
          <pc:sldLayoutMkLst>
            <pc:docMk/>
            <pc:sldMasterMk cId="3563936643" sldId="2147483797"/>
            <pc:sldLayoutMk cId="895843817" sldId="2147483809"/>
          </pc:sldLayoutMkLst>
        </pc:sldLayoutChg>
        <pc:sldLayoutChg chg="del">
          <pc:chgData name="Taylor Davis" userId="5c9e72a0-c39f-4aa1-9d7d-64125e78cbe6" providerId="ADAL" clId="{5DA5F581-CF30-4EF3-9807-91BBABBEEF82}" dt="2025-05-02T14:41:10.908" v="3" actId="47"/>
          <pc:sldLayoutMkLst>
            <pc:docMk/>
            <pc:sldMasterMk cId="3563936643" sldId="2147483797"/>
            <pc:sldLayoutMk cId="684719445" sldId="2147483810"/>
          </pc:sldLayoutMkLst>
        </pc:sldLayoutChg>
        <pc:sldLayoutChg chg="del">
          <pc:chgData name="Taylor Davis" userId="5c9e72a0-c39f-4aa1-9d7d-64125e78cbe6" providerId="ADAL" clId="{5DA5F581-CF30-4EF3-9807-91BBABBEEF82}" dt="2025-05-02T14:41:10.908" v="3" actId="47"/>
          <pc:sldLayoutMkLst>
            <pc:docMk/>
            <pc:sldMasterMk cId="3563936643" sldId="2147483797"/>
            <pc:sldLayoutMk cId="2530460957" sldId="214748381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5/1/2025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6</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5/1/2025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5/1/2025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5/1/2025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5/1/2025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5/1/2025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5/1/2025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5/1/2025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5/1/2025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5/1/2025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5/1/2025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5/1/2025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5/1/2025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5/1/2025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5/1/2025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5/1/2025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5/1/2025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5/1/2025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jpeg"/><Relationship Id="rId1" Type="http://schemas.openxmlformats.org/officeDocument/2006/relationships/slideLayout" Target="../slideLayouts/slideLayout6.xml"/><Relationship Id="rId6" Type="http://schemas.openxmlformats.org/officeDocument/2006/relationships/image" Target="../media/image21.svg"/><Relationship Id="rId11" Type="http://schemas.openxmlformats.org/officeDocument/2006/relationships/image" Target="../media/image10.pn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Mass General Brigham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6967220" y="429717"/>
            <a:ext cx="4822421"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12,000+ Employers       1,600,000</a:t>
            </a:r>
            <a:r>
              <a:rPr lang="en-US" sz="1600" spc="200" dirty="0">
                <a:latin typeface="Montserrat" panose="00000500000000000000" pitchFamily="2" charset="0"/>
                <a:cs typeface="+mj-cs"/>
                <a:sym typeface="Wingdings" panose="05000000000000000000" pitchFamily="2" charset="2"/>
              </a:rPr>
              <a:t>+ Employees       280,000+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3696712268"/>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6,319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2,899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1,628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1,012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362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204</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473,900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434,900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488,400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708,400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724,000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1,224,000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853,000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782,800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879,100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1,275,100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1,303,200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2,203,200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585829" y="1603730"/>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$106.52M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$3.72M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$642.75M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$23.18M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$1327.47M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$47.7M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550686" y="3204809"/>
            <a:ext cx="4112754" cy="721360"/>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Mass General Brigham is the most recommended health system in York, Barnstable, Berkshire, Bristol, Dukes, Essex, Franklin, Hampden, Hampshire, Middlesex, Nantucket, Norfolk, Plymouth, Suffolk, Worcester, Belknap, Carroll, Hillsborough, Merrimack, Rockingham, Strafford, and Providence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417745698"/>
              </p:ext>
            </p:extLst>
          </p:nvPr>
        </p:nvGraphicFramePr>
        <p:xfrm>
          <a:off x="254558" y="227648"/>
          <a:ext cx="8740771" cy="6029960"/>
        </p:xfrm>
        <a:graphic>
          <a:graphicData uri="http://schemas.openxmlformats.org/drawingml/2006/table">
            <a:tbl>
              <a:tblPr/>
              <a:tblGrid>
                <a:gridCol w="2650613">
                  <a:extLst>
                    <a:ext uri="{9D8B030D-6E8A-4147-A177-3AD203B41FA5}">
                      <a16:colId xmlns:a16="http://schemas.microsoft.com/office/drawing/2014/main" val="20000"/>
                    </a:ext>
                  </a:extLst>
                </a:gridCol>
                <a:gridCol w="1554793">
                  <a:extLst>
                    <a:ext uri="{9D8B030D-6E8A-4147-A177-3AD203B41FA5}">
                      <a16:colId xmlns:a16="http://schemas.microsoft.com/office/drawing/2014/main" val="20001"/>
                    </a:ext>
                  </a:extLst>
                </a:gridCol>
                <a:gridCol w="1041117">
                  <a:extLst>
                    <a:ext uri="{9D8B030D-6E8A-4147-A177-3AD203B41FA5}">
                      <a16:colId xmlns:a16="http://schemas.microsoft.com/office/drawing/2014/main" val="20002"/>
                    </a:ext>
                  </a:extLst>
                </a:gridCol>
                <a:gridCol w="1007587">
                  <a:extLst>
                    <a:ext uri="{9D8B030D-6E8A-4147-A177-3AD203B41FA5}">
                      <a16:colId xmlns:a16="http://schemas.microsoft.com/office/drawing/2014/main" val="20003"/>
                    </a:ext>
                  </a:extLst>
                </a:gridCol>
                <a:gridCol w="1226455">
                  <a:extLst>
                    <a:ext uri="{9D8B030D-6E8A-4147-A177-3AD203B41FA5}">
                      <a16:colId xmlns:a16="http://schemas.microsoft.com/office/drawing/2014/main" val="20004"/>
                    </a:ext>
                  </a:extLst>
                </a:gridCol>
                <a:gridCol w="1260206">
                  <a:extLst>
                    <a:ext uri="{9D8B030D-6E8A-4147-A177-3AD203B41FA5}">
                      <a16:colId xmlns:a16="http://schemas.microsoft.com/office/drawing/2014/main" val="20005"/>
                    </a:ext>
                  </a:extLst>
                </a:gridCol>
              </a:tblGrid>
              <a:tr h="0">
                <a:tc>
                  <a:txBody>
                    <a:bodyPr/>
                    <a:lstStyle/>
                    <a:p>
                      <a:pPr marL="63500" marR="63500" algn="l">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HCAHPS</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Recommendation</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CMS Stars</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Mortality</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Readmission</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KBA Brand</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175027">
                <a:tc>
                  <a:txBody>
                    <a:bodyPr/>
                    <a:lstStyle/>
                    <a:p>
                      <a:pPr marL="63500" marR="63500" algn="l">
                        <a:lnSpc>
                          <a:spcPct val="100000"/>
                        </a:lnSpc>
                        <a:spcBef>
                          <a:spcPts val="500"/>
                        </a:spcBef>
                        <a:spcAft>
                          <a:spcPts val="500"/>
                        </a:spcAft>
                        <a:buNone/>
                      </a:pPr>
                      <a:r>
                        <a:rPr sz="1200" b="0" i="0" u="none" cap="none" dirty="0">
                          <a:solidFill>
                            <a:srgbClr val="000000">
                              <a:alpha val="100000"/>
                            </a:srgbClr>
                          </a:solidFill>
                          <a:latin typeface="Montserrat"/>
                          <a:cs typeface="Arial"/>
                          <a:sym typeface="Arial"/>
                        </a:rPr>
                        <a:t>Mass General Brigham</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0" i="0" u="none" cap="none" dirty="0">
                          <a:solidFill>
                            <a:srgbClr val="FFFFFF">
                              <a:alpha val="100000"/>
                            </a:srgbClr>
                          </a:solidFill>
                          <a:latin typeface="Montserrat"/>
                          <a:cs typeface="Arial"/>
                          <a:sym typeface="Arial"/>
                        </a:rPr>
                        <a:t>83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374AC">
                        <a:alpha val="100000"/>
                      </a:srgbClr>
                    </a:solidFill>
                  </a:tcPr>
                </a:tc>
                <a:tc>
                  <a:txBody>
                    <a:bodyPr/>
                    <a:lstStyle/>
                    <a:p>
                      <a:pPr marL="63500" marR="63500" algn="ctr">
                        <a:lnSpc>
                          <a:spcPct val="100000"/>
                        </a:lnSpc>
                        <a:spcBef>
                          <a:spcPts val="500"/>
                        </a:spcBef>
                        <a:spcAft>
                          <a:spcPts val="500"/>
                        </a:spcAft>
                        <a:buNone/>
                      </a:pPr>
                      <a:r>
                        <a:rPr sz="1200" b="0" i="0" u="none" cap="none">
                          <a:solidFill>
                            <a:srgbClr val="FFFFFF">
                              <a:alpha val="100000"/>
                            </a:srgbClr>
                          </a:solidFill>
                          <a:latin typeface="Montserrat"/>
                          <a:cs typeface="Arial"/>
                          <a:sym typeface="Arial"/>
                        </a:rPr>
                        <a:t>98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45B9D">
                        <a:alpha val="100000"/>
                      </a:srgbClr>
                    </a:solidFill>
                  </a:tcPr>
                </a:tc>
                <a:tc>
                  <a:txBody>
                    <a:bodyPr/>
                    <a:lstStyle/>
                    <a:p>
                      <a:pPr marL="63500" marR="63500" algn="ctr">
                        <a:lnSpc>
                          <a:spcPct val="100000"/>
                        </a:lnSpc>
                        <a:spcBef>
                          <a:spcPts val="500"/>
                        </a:spcBef>
                        <a:spcAft>
                          <a:spcPts val="500"/>
                        </a:spcAft>
                        <a:buNone/>
                      </a:pPr>
                      <a:r>
                        <a:rPr sz="1200" b="0" i="0" u="none" cap="none" dirty="0">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200" b="0" i="0" u="none" cap="none" dirty="0">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200" b="0" i="0" u="none" cap="none" dirty="0">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986B6">
                        <a:alpha val="100000"/>
                      </a:srgbClr>
                    </a:solidFill>
                  </a:tcPr>
                </a:tc>
                <a:extLst>
                  <a:ext uri="{0D108BD9-81ED-4DB2-BD59-A6C34878D82A}">
                    <a16:rowId xmlns:a16="http://schemas.microsoft.com/office/drawing/2014/main" val="10001"/>
                  </a:ext>
                </a:extLst>
              </a:tr>
              <a:tr h="16265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Catholic Medical Center</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extLst>
                  <a:ext uri="{0D108BD9-81ED-4DB2-BD59-A6C34878D82A}">
                    <a16:rowId xmlns:a16="http://schemas.microsoft.com/office/drawing/2014/main" val="10002"/>
                  </a:ext>
                </a:extLst>
              </a:tr>
              <a:tr h="17429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Lifespan</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979AF">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extLst>
                  <a:ext uri="{0D108BD9-81ED-4DB2-BD59-A6C34878D82A}">
                    <a16:rowId xmlns:a16="http://schemas.microsoft.com/office/drawing/2014/main" val="10003"/>
                  </a:ext>
                </a:extLst>
              </a:tr>
              <a:tr h="174295">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Boston Medical Center Corporation</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extLst>
                  <a:ext uri="{0D108BD9-81ED-4DB2-BD59-A6C34878D82A}">
                    <a16:rowId xmlns:a16="http://schemas.microsoft.com/office/drawing/2014/main" val="10004"/>
                  </a:ext>
                </a:extLst>
              </a:tr>
              <a:tr h="17502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Capital Region Health 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extLst>
                  <a:ext uri="{0D108BD9-81ED-4DB2-BD59-A6C34878D82A}">
                    <a16:rowId xmlns:a16="http://schemas.microsoft.com/office/drawing/2014/main" val="10005"/>
                  </a:ext>
                </a:extLst>
              </a:tr>
              <a:tr h="17426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Beth Israel Lahey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extLst>
                  <a:ext uri="{0D108BD9-81ED-4DB2-BD59-A6C34878D82A}">
                    <a16:rowId xmlns:a16="http://schemas.microsoft.com/office/drawing/2014/main" val="10006"/>
                  </a:ext>
                </a:extLst>
              </a:tr>
              <a:tr h="17502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Covenant Health (MA)</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7"/>
                  </a:ext>
                </a:extLst>
              </a:tr>
              <a:tr h="16265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SolutionHealth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8"/>
                  </a:ext>
                </a:extLst>
              </a:tr>
              <a:tr h="17426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Trinity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DB0D0">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9"/>
                  </a:ext>
                </a:extLst>
              </a:tr>
              <a:tr h="17502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Holyoke Medical Center</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10"/>
                  </a:ext>
                </a:extLst>
              </a:tr>
              <a:tr h="174326">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11"/>
                  </a:ext>
                </a:extLst>
              </a:tr>
              <a:tr h="16265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South Shore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12"/>
                  </a:ext>
                </a:extLst>
              </a:tr>
              <a:tr h="17502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Cambridge Health Alliance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CBCD7">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13"/>
                  </a:ext>
                </a:extLst>
              </a:tr>
              <a:tr h="16265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UMass Memorial Health 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8B8D4">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extLst>
                  <a:ext uri="{0D108BD9-81ED-4DB2-BD59-A6C34878D82A}">
                    <a16:rowId xmlns:a16="http://schemas.microsoft.com/office/drawing/2014/main" val="10014"/>
                  </a:ext>
                </a:extLst>
              </a:tr>
              <a:tr h="16262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Tufts Medicine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39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EBDD8">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extLst>
                  <a:ext uri="{0D108BD9-81ED-4DB2-BD59-A6C34878D82A}">
                    <a16:rowId xmlns:a16="http://schemas.microsoft.com/office/drawing/2014/main" val="10015"/>
                  </a:ext>
                </a:extLst>
              </a:tr>
              <a:tr h="17429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Cape Cod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CBCD7">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extLst>
                  <a:ext uri="{0D108BD9-81ED-4DB2-BD59-A6C34878D82A}">
                    <a16:rowId xmlns:a16="http://schemas.microsoft.com/office/drawing/2014/main" val="10016"/>
                  </a:ext>
                </a:extLst>
              </a:tr>
              <a:tr h="17426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Baystate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23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FD8E8">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extLst>
                  <a:ext uri="{0D108BD9-81ED-4DB2-BD59-A6C34878D82A}">
                    <a16:rowId xmlns:a16="http://schemas.microsoft.com/office/drawing/2014/main" val="10017"/>
                  </a:ext>
                </a:extLst>
              </a:tr>
              <a:tr h="16265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27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7D1E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18"/>
                  </a:ext>
                </a:extLst>
              </a:tr>
              <a:tr h="162078">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MaineHealth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21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3DBEA">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19"/>
                  </a:ext>
                </a:extLst>
              </a:tr>
              <a:tr h="16265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Prime Healthcare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12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6EAF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9ADCE">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30589B">
                              <a:alpha val="100000"/>
                            </a:srgbClr>
                          </a:solidFill>
                          <a:latin typeface="Montserrat"/>
                          <a:cs typeface="Arial"/>
                          <a:sym typeface="Arial"/>
                        </a:rPr>
                        <a:t>49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9ADCE">
                        <a:alpha val="100000"/>
                      </a:srgbClr>
                    </a:solidFill>
                  </a:tcPr>
                </a:tc>
                <a:extLst>
                  <a:ext uri="{0D108BD9-81ED-4DB2-BD59-A6C34878D82A}">
                    <a16:rowId xmlns:a16="http://schemas.microsoft.com/office/drawing/2014/main" val="10020"/>
                  </a:ext>
                </a:extLst>
              </a:tr>
              <a:tr h="17502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Steward Health Care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12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6EAF3">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28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5D0E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extLst>
                  <a:ext uri="{0D108BD9-81ED-4DB2-BD59-A6C34878D82A}">
                    <a16:rowId xmlns:a16="http://schemas.microsoft.com/office/drawing/2014/main" val="10021"/>
                  </a:ext>
                </a:extLst>
              </a:tr>
              <a:tr h="162109">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Tenet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2F4F9">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FB2D1">
                        <a:alpha val="100000"/>
                      </a:srgbClr>
                    </a:solidFill>
                  </a:tcPr>
                </a:tc>
                <a:extLst>
                  <a:ext uri="{0D108BD9-81ED-4DB2-BD59-A6C34878D82A}">
                    <a16:rowId xmlns:a16="http://schemas.microsoft.com/office/drawing/2014/main" val="10022"/>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Mass General Brigham has 32% inpatient market share, and 16% outpatient market compared to hospitals/clinics in the Mass General Brigham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Mass General Brigham.</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648841938"/>
              </p:ext>
            </p:extLst>
          </p:nvPr>
        </p:nvGraphicFramePr>
        <p:xfrm>
          <a:off x="673100" y="965200"/>
          <a:ext cx="7364475" cy="5197858"/>
        </p:xfrm>
        <a:graphic>
          <a:graphicData uri="http://schemas.openxmlformats.org/drawingml/2006/table">
            <a:tbl>
              <a:tblPr/>
              <a:tblGrid>
                <a:gridCol w="1472895">
                  <a:extLst>
                    <a:ext uri="{9D8B030D-6E8A-4147-A177-3AD203B41FA5}">
                      <a16:colId xmlns:a16="http://schemas.microsoft.com/office/drawing/2014/main" val="20000"/>
                    </a:ext>
                  </a:extLst>
                </a:gridCol>
                <a:gridCol w="1472895">
                  <a:extLst>
                    <a:ext uri="{9D8B030D-6E8A-4147-A177-3AD203B41FA5}">
                      <a16:colId xmlns:a16="http://schemas.microsoft.com/office/drawing/2014/main" val="20001"/>
                    </a:ext>
                  </a:extLst>
                </a:gridCol>
                <a:gridCol w="1472895">
                  <a:extLst>
                    <a:ext uri="{9D8B030D-6E8A-4147-A177-3AD203B41FA5}">
                      <a16:colId xmlns:a16="http://schemas.microsoft.com/office/drawing/2014/main" val="20002"/>
                    </a:ext>
                  </a:extLst>
                </a:gridCol>
                <a:gridCol w="1472895">
                  <a:extLst>
                    <a:ext uri="{9D8B030D-6E8A-4147-A177-3AD203B41FA5}">
                      <a16:colId xmlns:a16="http://schemas.microsoft.com/office/drawing/2014/main" val="20003"/>
                    </a:ext>
                  </a:extLst>
                </a:gridCol>
                <a:gridCol w="1472895">
                  <a:extLst>
                    <a:ext uri="{9D8B030D-6E8A-4147-A177-3AD203B41FA5}">
                      <a16:colId xmlns:a16="http://schemas.microsoft.com/office/drawing/2014/main" val="20004"/>
                    </a:ext>
                  </a:extLst>
                </a:gridCol>
              </a:tblGrid>
              <a:tr h="93731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Mass General Brigham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Percent of Members Choosing Mass General Brigham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8,300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348,100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374,400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395,800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443,300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41,100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$ 45,113,287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$ 41,134,335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$ 19,209,385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$ 105,457,007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$ 1,443,625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$ 1,316,299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$ 614,700.3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$ 3,374,624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$ 6,537,002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$ 493,200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$ 6,541,802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$ 6,850,202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$ 93,845,190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$ 147,167,265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$ 68,725,861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$ 309,738,316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$ 3,003,046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$ 4,709,352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$ 2,199,228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$ 9,911,626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32% (inpatient) and 16%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3.2%,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11</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46886</TotalTime>
  <Words>1132</Words>
  <Application>Microsoft Office PowerPoint</Application>
  <PresentationFormat>Widescreen</PresentationFormat>
  <Paragraphs>423</Paragraphs>
  <Slides>11</Slides>
  <Notes>2</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11</vt:i4>
      </vt:variant>
    </vt:vector>
  </HeadingPairs>
  <TitlesOfParts>
    <vt:vector size="18" baseType="lpstr">
      <vt:lpstr>Aptos Narrow</vt:lpstr>
      <vt:lpstr>Arial</vt:lpstr>
      <vt:lpstr>Montserrat</vt:lpstr>
      <vt:lpstr>Office Theme</vt:lpstr>
      <vt:lpstr>1_Office Theme</vt:lpstr>
      <vt:lpstr>2_Office Theme</vt:lpstr>
      <vt:lpstr>3_Office Theme</vt:lpstr>
      <vt:lpstr>PowerPoint Presentation</vt:lpstr>
      <vt:lpstr>PowerPoint Presentation</vt:lpstr>
      <vt:lpstr>PowerPoint Presentation</vt:lpstr>
      <vt:lpstr>DIRECT-TO-EMPLOYER (DTE)  </vt:lpstr>
      <vt:lpstr>SIGNIFICANT OPPORTUNITY FOR PLAN GROWTH Researched for the below highlighted service area</vt:lpstr>
      <vt:lpstr>GROWING POWERFUL, LASTING PROFITABILITY</vt:lpstr>
      <vt:lpstr>DIRECT-TO-EMPLOYER STRATEGY: ONLY AVAILABLE TO PREMIER HEALTH SYSTEMS</vt:lpstr>
      <vt:lpstr>PowerPoint Presentation</vt:lpstr>
      <vt:lpstr>PROJECTED PLAN GROWTH</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2025-05-02T14:41:21Z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