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</p:sldMasterIdLst>
  <p:notesMasterIdLst>
    <p:notesMasterId r:id="rId34"/>
  </p:notesMasterIdLst>
  <p:sldIdLst>
    <p:sldId id="588" r:id="rId6"/>
    <p:sldId id="454" r:id="rId7"/>
    <p:sldId id="549" r:id="rId8"/>
    <p:sldId id="466" r:id="rId9"/>
    <p:sldId id="2145726856" r:id="rId10"/>
    <p:sldId id="2145726880" r:id="rId11"/>
    <p:sldId id="2145726868" r:id="rId12"/>
    <p:sldId id="589" r:id="rId13"/>
    <p:sldId id="2145726871" r:id="rId14"/>
    <p:sldId id="2145726873" r:id="rId15"/>
    <p:sldId id="2145726872" r:id="rId16"/>
    <p:sldId id="2145726874" r:id="rId17"/>
    <p:sldId id="2145726881" r:id="rId18"/>
    <p:sldId id="559" r:id="rId19"/>
    <p:sldId id="585" r:id="rId20"/>
    <p:sldId id="582" r:id="rId21"/>
    <p:sldId id="536" r:id="rId22"/>
    <p:sldId id="2145726882" r:id="rId23"/>
    <p:sldId id="2145726876" r:id="rId24"/>
    <p:sldId id="564" r:id="rId25"/>
    <p:sldId id="2145726884" r:id="rId26"/>
    <p:sldId id="548" r:id="rId27"/>
    <p:sldId id="2145726885" r:id="rId28"/>
    <p:sldId id="2145726888" r:id="rId29"/>
    <p:sldId id="2145726886" r:id="rId30"/>
    <p:sldId id="2145726887" r:id="rId31"/>
    <p:sldId id="2145726889" r:id="rId32"/>
    <p:sldId id="2145726883" r:id="rId33"/>
  </p:sldIdLst>
  <p:sldSz cx="12192000" cy="6858000"/>
  <p:notesSz cx="7315200" cy="9601200"/>
  <p:custDataLst>
    <p:tags r:id="rId3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1C4399"/>
    <a:srgbClr val="F2F4F9"/>
    <a:srgbClr val="E66C79"/>
    <a:srgbClr val="244F9A"/>
    <a:srgbClr val="30589B"/>
    <a:srgbClr val="2F5597"/>
    <a:srgbClr val="6087CE"/>
    <a:srgbClr val="4468A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AFBD91-E288-4398-B325-17C770326919}" v="789" dt="2025-01-24T05:17:33.887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66" d="100"/>
          <a:sy n="66" d="100"/>
        </p:scale>
        <p:origin x="1133" y="46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gs" Target="tags/tag1.xml"/><Relationship Id="rId43" Type="http://schemas.microsoft.com/office/2018/10/relationships/authors" Target="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C8AFBD91-E288-4398-B325-17C770326919}"/>
    <pc:docChg chg="undo custSel addSld delSld modSld sldOrd delMainMaster">
      <pc:chgData name="Taylor Davis" userId="5c9e72a0-c39f-4aa1-9d7d-64125e78cbe6" providerId="ADAL" clId="{C8AFBD91-E288-4398-B325-17C770326919}" dt="2025-01-24T05:21:48.304" v="5065" actId="404"/>
      <pc:docMkLst>
        <pc:docMk/>
      </pc:docMkLst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C8AFBD91-E288-4398-B325-17C770326919}" dt="2025-01-23T18:15:35.574" v="0" actId="47"/>
        <pc:sldMkLst>
          <pc:docMk/>
          <pc:sldMk cId="4059548579" sldId="452"/>
        </pc:sldMkLst>
      </pc:sldChg>
      <pc:sldChg chg="add del">
        <pc:chgData name="Taylor Davis" userId="5c9e72a0-c39f-4aa1-9d7d-64125e78cbe6" providerId="ADAL" clId="{C8AFBD91-E288-4398-B325-17C770326919}" dt="2025-01-24T02:53:59.272" v="198"/>
        <pc:sldMkLst>
          <pc:docMk/>
          <pc:sldMk cId="377091382" sldId="454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3958060990" sldId="458"/>
        </pc:sldMkLst>
      </pc:sldChg>
      <pc:sldChg chg="addSp delSp modSp add del mod ord">
        <pc:chgData name="Taylor Davis" userId="5c9e72a0-c39f-4aa1-9d7d-64125e78cbe6" providerId="ADAL" clId="{C8AFBD91-E288-4398-B325-17C770326919}" dt="2025-01-24T04:28:32.149" v="3048" actId="1076"/>
        <pc:sldMkLst>
          <pc:docMk/>
          <pc:sldMk cId="1714126014" sldId="466"/>
        </pc:sldMkLst>
        <pc:spChg chg="mod">
          <ac:chgData name="Taylor Davis" userId="5c9e72a0-c39f-4aa1-9d7d-64125e78cbe6" providerId="ADAL" clId="{C8AFBD91-E288-4398-B325-17C770326919}" dt="2025-01-24T04:13:07.236" v="2063" actId="1076"/>
          <ac:spMkLst>
            <pc:docMk/>
            <pc:sldMk cId="1714126014" sldId="466"/>
            <ac:spMk id="3" creationId="{2A856662-DB6E-45A6-97AD-3C04EB8973D1}"/>
          </ac:spMkLst>
        </pc:spChg>
        <pc:spChg chg="mod">
          <ac:chgData name="Taylor Davis" userId="5c9e72a0-c39f-4aa1-9d7d-64125e78cbe6" providerId="ADAL" clId="{C8AFBD91-E288-4398-B325-17C770326919}" dt="2025-01-24T04:28:21.924" v="3047" actId="6549"/>
          <ac:spMkLst>
            <pc:docMk/>
            <pc:sldMk cId="1714126014" sldId="466"/>
            <ac:spMk id="5" creationId="{4579F9FC-9C26-4EE8-993C-4E9774C6CB61}"/>
          </ac:spMkLst>
        </pc:spChg>
        <pc:spChg chg="mod">
          <ac:chgData name="Taylor Davis" userId="5c9e72a0-c39f-4aa1-9d7d-64125e78cbe6" providerId="ADAL" clId="{C8AFBD91-E288-4398-B325-17C770326919}" dt="2025-01-24T04:17:55.034" v="2637" actId="1076"/>
          <ac:spMkLst>
            <pc:docMk/>
            <pc:sldMk cId="1714126014" sldId="466"/>
            <ac:spMk id="6" creationId="{FE58BE34-132B-41A8-8534-03C951FA73B1}"/>
          </ac:spMkLst>
        </pc:spChg>
        <pc:spChg chg="mod">
          <ac:chgData name="Taylor Davis" userId="5c9e72a0-c39f-4aa1-9d7d-64125e78cbe6" providerId="ADAL" clId="{C8AFBD91-E288-4398-B325-17C770326919}" dt="2025-01-24T04:21:43.465" v="2978" actId="20577"/>
          <ac:spMkLst>
            <pc:docMk/>
            <pc:sldMk cId="1714126014" sldId="466"/>
            <ac:spMk id="7" creationId="{E9C15F56-47BD-D180-EBFB-0843E8BBCCEE}"/>
          </ac:spMkLst>
        </pc:spChg>
        <pc:spChg chg="add">
          <ac:chgData name="Taylor Davis" userId="5c9e72a0-c39f-4aa1-9d7d-64125e78cbe6" providerId="ADAL" clId="{C8AFBD91-E288-4398-B325-17C770326919}" dt="2025-01-24T04:12:29.774" v="2056"/>
          <ac:spMkLst>
            <pc:docMk/>
            <pc:sldMk cId="1714126014" sldId="466"/>
            <ac:spMk id="8" creationId="{6899A164-08E2-1210-4E48-33C208A45087}"/>
          </ac:spMkLst>
        </pc:spChg>
        <pc:spChg chg="add mod">
          <ac:chgData name="Taylor Davis" userId="5c9e72a0-c39f-4aa1-9d7d-64125e78cbe6" providerId="ADAL" clId="{C8AFBD91-E288-4398-B325-17C770326919}" dt="2025-01-24T04:28:32.149" v="3048" actId="1076"/>
          <ac:spMkLst>
            <pc:docMk/>
            <pc:sldMk cId="1714126014" sldId="466"/>
            <ac:spMk id="10" creationId="{4A33C183-73ED-A658-587A-18AF9B432DA8}"/>
          </ac:spMkLst>
        </pc:spChg>
        <pc:spChg chg="add mod">
          <ac:chgData name="Taylor Davis" userId="5c9e72a0-c39f-4aa1-9d7d-64125e78cbe6" providerId="ADAL" clId="{C8AFBD91-E288-4398-B325-17C770326919}" dt="2025-01-24T04:28:32.149" v="3048" actId="1076"/>
          <ac:spMkLst>
            <pc:docMk/>
            <pc:sldMk cId="1714126014" sldId="466"/>
            <ac:spMk id="11" creationId="{6244FFF8-B505-4CCA-71E2-A8BCE6C54E3D}"/>
          </ac:spMkLst>
        </pc:spChg>
        <pc:spChg chg="add mod">
          <ac:chgData name="Taylor Davis" userId="5c9e72a0-c39f-4aa1-9d7d-64125e78cbe6" providerId="ADAL" clId="{C8AFBD91-E288-4398-B325-17C770326919}" dt="2025-01-24T04:28:32.149" v="3048" actId="1076"/>
          <ac:spMkLst>
            <pc:docMk/>
            <pc:sldMk cId="1714126014" sldId="466"/>
            <ac:spMk id="12" creationId="{BCD3059D-A40F-AC65-69AB-58B4D5C1E376}"/>
          </ac:spMkLst>
        </pc:spChg>
        <pc:spChg chg="add mod">
          <ac:chgData name="Taylor Davis" userId="5c9e72a0-c39f-4aa1-9d7d-64125e78cbe6" providerId="ADAL" clId="{C8AFBD91-E288-4398-B325-17C770326919}" dt="2025-01-24T04:28:32.149" v="3048" actId="1076"/>
          <ac:spMkLst>
            <pc:docMk/>
            <pc:sldMk cId="1714126014" sldId="466"/>
            <ac:spMk id="13" creationId="{62C7D093-C2D5-C403-DA0C-E6B3042B94FB}"/>
          </ac:spMkLst>
        </pc:spChg>
        <pc:spChg chg="add mod">
          <ac:chgData name="Taylor Davis" userId="5c9e72a0-c39f-4aa1-9d7d-64125e78cbe6" providerId="ADAL" clId="{C8AFBD91-E288-4398-B325-17C770326919}" dt="2025-01-24T04:28:32.149" v="3048" actId="1076"/>
          <ac:spMkLst>
            <pc:docMk/>
            <pc:sldMk cId="1714126014" sldId="466"/>
            <ac:spMk id="14" creationId="{304F23E6-4066-9DD8-BA20-CDB172B6C19F}"/>
          </ac:spMkLst>
        </pc:spChg>
        <pc:picChg chg="del mod">
          <ac:chgData name="Taylor Davis" userId="5c9e72a0-c39f-4aa1-9d7d-64125e78cbe6" providerId="ADAL" clId="{C8AFBD91-E288-4398-B325-17C770326919}" dt="2025-01-24T04:12:28.544" v="2055" actId="478"/>
          <ac:picMkLst>
            <pc:docMk/>
            <pc:sldMk cId="1714126014" sldId="466"/>
            <ac:picMk id="2" creationId="{EA765432-EB85-413C-8936-1CB9E6368C33}"/>
          </ac:picMkLst>
        </pc:picChg>
        <pc:picChg chg="add del mod ord modCrop">
          <ac:chgData name="Taylor Davis" userId="5c9e72a0-c39f-4aa1-9d7d-64125e78cbe6" providerId="ADAL" clId="{C8AFBD91-E288-4398-B325-17C770326919}" dt="2025-01-24T04:27:44.314" v="3044" actId="478"/>
          <ac:picMkLst>
            <pc:docMk/>
            <pc:sldMk cId="1714126014" sldId="466"/>
            <ac:picMk id="9" creationId="{FD456A71-0EBD-1313-484A-4C063D3A92FC}"/>
          </ac:picMkLst>
        </pc:picChg>
        <pc:picChg chg="add mod">
          <ac:chgData name="Taylor Davis" userId="5c9e72a0-c39f-4aa1-9d7d-64125e78cbe6" providerId="ADAL" clId="{C8AFBD91-E288-4398-B325-17C770326919}" dt="2025-01-24T04:27:47.595" v="3046" actId="167"/>
          <ac:picMkLst>
            <pc:docMk/>
            <pc:sldMk cId="1714126014" sldId="466"/>
            <ac:picMk id="15" creationId="{977AEA5B-B514-A281-D5CF-185F9DAD5CDC}"/>
          </ac:picMkLst>
        </pc:picChg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2317283943" sldId="472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36791873" sldId="525"/>
        </pc:sldMkLst>
      </pc:sldChg>
      <pc:sldChg chg="modSp add del mod">
        <pc:chgData name="Taylor Davis" userId="5c9e72a0-c39f-4aa1-9d7d-64125e78cbe6" providerId="ADAL" clId="{C8AFBD91-E288-4398-B325-17C770326919}" dt="2025-01-24T05:21:37.026" v="5058" actId="20577"/>
        <pc:sldMkLst>
          <pc:docMk/>
          <pc:sldMk cId="1419816550" sldId="536"/>
        </pc:sldMkLst>
        <pc:spChg chg="mod">
          <ac:chgData name="Taylor Davis" userId="5c9e72a0-c39f-4aa1-9d7d-64125e78cbe6" providerId="ADAL" clId="{C8AFBD91-E288-4398-B325-17C770326919}" dt="2025-01-24T05:21:37.026" v="5058" actId="20577"/>
          <ac:spMkLst>
            <pc:docMk/>
            <pc:sldMk cId="1419816550" sldId="536"/>
            <ac:spMk id="8" creationId="{C690F22E-C9CA-61DC-5584-149573110610}"/>
          </ac:spMkLst>
        </pc:spChg>
      </pc:sldChg>
      <pc:sldChg chg="add del ord">
        <pc:chgData name="Taylor Davis" userId="5c9e72a0-c39f-4aa1-9d7d-64125e78cbe6" providerId="ADAL" clId="{C8AFBD91-E288-4398-B325-17C770326919}" dt="2025-01-24T04:59:18.038" v="4766"/>
        <pc:sldMkLst>
          <pc:docMk/>
          <pc:sldMk cId="315794589" sldId="548"/>
        </pc:sldMkLst>
      </pc:sldChg>
      <pc:sldChg chg="add del">
        <pc:chgData name="Taylor Davis" userId="5c9e72a0-c39f-4aa1-9d7d-64125e78cbe6" providerId="ADAL" clId="{C8AFBD91-E288-4398-B325-17C770326919}" dt="2025-01-24T02:53:59.272" v="198"/>
        <pc:sldMkLst>
          <pc:docMk/>
          <pc:sldMk cId="263972108" sldId="549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3470905217" sldId="558"/>
        </pc:sldMkLst>
      </pc:sldChg>
      <pc:sldChg chg="addSp delSp modSp mod">
        <pc:chgData name="Taylor Davis" userId="5c9e72a0-c39f-4aa1-9d7d-64125e78cbe6" providerId="ADAL" clId="{C8AFBD91-E288-4398-B325-17C770326919}" dt="2025-01-24T05:08:23.820" v="4854" actId="2711"/>
        <pc:sldMkLst>
          <pc:docMk/>
          <pc:sldMk cId="1660060508" sldId="559"/>
        </pc:sldMkLst>
        <pc:spChg chg="del">
          <ac:chgData name="Taylor Davis" userId="5c9e72a0-c39f-4aa1-9d7d-64125e78cbe6" providerId="ADAL" clId="{C8AFBD91-E288-4398-B325-17C770326919}" dt="2025-01-24T04:37:25.971" v="4002" actId="478"/>
          <ac:spMkLst>
            <pc:docMk/>
            <pc:sldMk cId="1660060508" sldId="559"/>
            <ac:spMk id="2" creationId="{6E917A82-FACC-9CE3-5CE6-640CE6087212}"/>
          </ac:spMkLst>
        </pc:spChg>
        <pc:spChg chg="del">
          <ac:chgData name="Taylor Davis" userId="5c9e72a0-c39f-4aa1-9d7d-64125e78cbe6" providerId="ADAL" clId="{C8AFBD91-E288-4398-B325-17C770326919}" dt="2025-01-24T04:37:25.971" v="4002" actId="478"/>
          <ac:spMkLst>
            <pc:docMk/>
            <pc:sldMk cId="1660060508" sldId="559"/>
            <ac:spMk id="3" creationId="{77BEE2C0-9C88-E3B0-3307-08132DDFD6E0}"/>
          </ac:spMkLst>
        </pc:spChg>
        <pc:spChg chg="del">
          <ac:chgData name="Taylor Davis" userId="5c9e72a0-c39f-4aa1-9d7d-64125e78cbe6" providerId="ADAL" clId="{C8AFBD91-E288-4398-B325-17C770326919}" dt="2025-01-23T20:07:05.018" v="73" actId="478"/>
          <ac:spMkLst>
            <pc:docMk/>
            <pc:sldMk cId="1660060508" sldId="559"/>
            <ac:spMk id="4" creationId="{C9963971-9E27-D1D8-44A6-33EAA3782592}"/>
          </ac:spMkLst>
        </pc:spChg>
        <pc:spChg chg="del">
          <ac:chgData name="Taylor Davis" userId="5c9e72a0-c39f-4aa1-9d7d-64125e78cbe6" providerId="ADAL" clId="{C8AFBD91-E288-4398-B325-17C770326919}" dt="2025-01-23T20:07:08.157" v="74" actId="478"/>
          <ac:spMkLst>
            <pc:docMk/>
            <pc:sldMk cId="1660060508" sldId="559"/>
            <ac:spMk id="5" creationId="{CCED4F75-71FE-39B7-D7A7-16E95303FB5C}"/>
          </ac:spMkLst>
        </pc:spChg>
        <pc:spChg chg="del">
          <ac:chgData name="Taylor Davis" userId="5c9e72a0-c39f-4aa1-9d7d-64125e78cbe6" providerId="ADAL" clId="{C8AFBD91-E288-4398-B325-17C770326919}" dt="2025-01-23T20:07:08.157" v="74" actId="478"/>
          <ac:spMkLst>
            <pc:docMk/>
            <pc:sldMk cId="1660060508" sldId="559"/>
            <ac:spMk id="6" creationId="{340F1AD2-D85A-D177-8D19-AC9B027C53E2}"/>
          </ac:spMkLst>
        </pc:spChg>
        <pc:spChg chg="del mod">
          <ac:chgData name="Taylor Davis" userId="5c9e72a0-c39f-4aa1-9d7d-64125e78cbe6" providerId="ADAL" clId="{C8AFBD91-E288-4398-B325-17C770326919}" dt="2025-01-24T04:37:05.683" v="3990" actId="478"/>
          <ac:spMkLst>
            <pc:docMk/>
            <pc:sldMk cId="1660060508" sldId="559"/>
            <ac:spMk id="7" creationId="{012C7A76-8C4C-0C17-C582-24A807F19DA5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13" creationId="{7164C42E-4639-34E5-FE20-692191D63A03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16" creationId="{EAA6B61A-8763-CF41-B3E4-51A3D6DDC7E8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18" creationId="{4C8BA29B-7A46-B553-CCBF-73C4B84ED7B6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19" creationId="{3291DF24-DBFD-6B22-8D65-2E0C5682C19C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20" creationId="{9E2BF120-5562-BF8F-D35E-D0A68EE7AA32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21" creationId="{BAD0BEFF-71BE-72E8-58E8-19B6326BE92F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26" creationId="{6645C1D8-374B-2066-A8AB-2D8A41C09B9F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27" creationId="{BE7752FD-05D2-BA04-162A-F8169FCA87CC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28" creationId="{0A98F6D0-565B-7988-E4BD-AB08AFCFF53B}"/>
          </ac:spMkLst>
        </pc:spChg>
        <pc:spChg chg="mod">
          <ac:chgData name="Taylor Davis" userId="5c9e72a0-c39f-4aa1-9d7d-64125e78cbe6" providerId="ADAL" clId="{C8AFBD91-E288-4398-B325-17C770326919}" dt="2025-01-23T20:07:20.864" v="78"/>
          <ac:spMkLst>
            <pc:docMk/>
            <pc:sldMk cId="1660060508" sldId="559"/>
            <ac:spMk id="32" creationId="{792CE65A-056C-3AED-0C92-B912CF630B9B}"/>
          </ac:spMkLst>
        </pc:spChg>
        <pc:spChg chg="mod">
          <ac:chgData name="Taylor Davis" userId="5c9e72a0-c39f-4aa1-9d7d-64125e78cbe6" providerId="ADAL" clId="{C8AFBD91-E288-4398-B325-17C770326919}" dt="2025-01-23T20:07:28.995" v="79"/>
          <ac:spMkLst>
            <pc:docMk/>
            <pc:sldMk cId="1660060508" sldId="559"/>
            <ac:spMk id="36" creationId="{68BEA33E-A81D-AA65-0CC7-A9297774B5CC}"/>
          </ac:spMkLst>
        </pc:spChg>
        <pc:spChg chg="mod">
          <ac:chgData name="Taylor Davis" userId="5c9e72a0-c39f-4aa1-9d7d-64125e78cbe6" providerId="ADAL" clId="{C8AFBD91-E288-4398-B325-17C770326919}" dt="2025-01-23T20:07:28.995" v="79"/>
          <ac:spMkLst>
            <pc:docMk/>
            <pc:sldMk cId="1660060508" sldId="559"/>
            <ac:spMk id="39" creationId="{FBD0A85B-DD48-8298-336B-F2C0AB0A10AB}"/>
          </ac:spMkLst>
        </pc:spChg>
        <pc:spChg chg="mod">
          <ac:chgData name="Taylor Davis" userId="5c9e72a0-c39f-4aa1-9d7d-64125e78cbe6" providerId="ADAL" clId="{C8AFBD91-E288-4398-B325-17C770326919}" dt="2025-01-23T20:07:28.995" v="79"/>
          <ac:spMkLst>
            <pc:docMk/>
            <pc:sldMk cId="1660060508" sldId="559"/>
            <ac:spMk id="40" creationId="{FC733BBB-F33A-685E-0FEE-460F6E3D0CA5}"/>
          </ac:spMkLst>
        </pc:spChg>
        <pc:spChg chg="mod">
          <ac:chgData name="Taylor Davis" userId="5c9e72a0-c39f-4aa1-9d7d-64125e78cbe6" providerId="ADAL" clId="{C8AFBD91-E288-4398-B325-17C770326919}" dt="2025-01-23T20:07:28.995" v="79"/>
          <ac:spMkLst>
            <pc:docMk/>
            <pc:sldMk cId="1660060508" sldId="559"/>
            <ac:spMk id="43" creationId="{9BE27708-F244-AA28-20A9-629EDD5F8B21}"/>
          </ac:spMkLst>
        </pc:spChg>
        <pc:spChg chg="mod">
          <ac:chgData name="Taylor Davis" userId="5c9e72a0-c39f-4aa1-9d7d-64125e78cbe6" providerId="ADAL" clId="{C8AFBD91-E288-4398-B325-17C770326919}" dt="2025-01-23T20:07:28.995" v="79"/>
          <ac:spMkLst>
            <pc:docMk/>
            <pc:sldMk cId="1660060508" sldId="559"/>
            <ac:spMk id="44" creationId="{EC9A14A3-0B55-AD88-BE8D-DA4F71629684}"/>
          </ac:spMkLst>
        </pc:spChg>
        <pc:spChg chg="mod">
          <ac:chgData name="Taylor Davis" userId="5c9e72a0-c39f-4aa1-9d7d-64125e78cbe6" providerId="ADAL" clId="{C8AFBD91-E288-4398-B325-17C770326919}" dt="2025-01-23T20:07:28.995" v="79"/>
          <ac:spMkLst>
            <pc:docMk/>
            <pc:sldMk cId="1660060508" sldId="559"/>
            <ac:spMk id="49" creationId="{383A3DEB-6852-AC92-94E7-4547DD1A876E}"/>
          </ac:spMkLst>
        </pc:spChg>
        <pc:spChg chg="mod">
          <ac:chgData name="Taylor Davis" userId="5c9e72a0-c39f-4aa1-9d7d-64125e78cbe6" providerId="ADAL" clId="{C8AFBD91-E288-4398-B325-17C770326919}" dt="2025-01-23T20:07:28.995" v="79"/>
          <ac:spMkLst>
            <pc:docMk/>
            <pc:sldMk cId="1660060508" sldId="559"/>
            <ac:spMk id="51" creationId="{A7CC2BAE-9BC5-C549-5A27-505ED115CF9B}"/>
          </ac:spMkLst>
        </pc:spChg>
        <pc:spChg chg="mod">
          <ac:chgData name="Taylor Davis" userId="5c9e72a0-c39f-4aa1-9d7d-64125e78cbe6" providerId="ADAL" clId="{C8AFBD91-E288-4398-B325-17C770326919}" dt="2025-01-23T20:07:28.995" v="79"/>
          <ac:spMkLst>
            <pc:docMk/>
            <pc:sldMk cId="1660060508" sldId="559"/>
            <ac:spMk id="52" creationId="{FFF6B35F-817D-F91A-5A4C-F34A27E2EC25}"/>
          </ac:spMkLst>
        </pc:spChg>
        <pc:spChg chg="mod">
          <ac:chgData name="Taylor Davis" userId="5c9e72a0-c39f-4aa1-9d7d-64125e78cbe6" providerId="ADAL" clId="{C8AFBD91-E288-4398-B325-17C770326919}" dt="2025-01-24T04:37:35.745" v="4004" actId="1076"/>
          <ac:spMkLst>
            <pc:docMk/>
            <pc:sldMk cId="1660060508" sldId="559"/>
            <ac:spMk id="56" creationId="{A22F8070-7D8F-FDD9-2094-B1A46D04B5E4}"/>
          </ac:spMkLst>
        </pc:spChg>
        <pc:spChg chg="add mod">
          <ac:chgData name="Taylor Davis" userId="5c9e72a0-c39f-4aa1-9d7d-64125e78cbe6" providerId="ADAL" clId="{C8AFBD91-E288-4398-B325-17C770326919}" dt="2025-01-24T04:37:35.745" v="4004" actId="1076"/>
          <ac:spMkLst>
            <pc:docMk/>
            <pc:sldMk cId="1660060508" sldId="559"/>
            <ac:spMk id="57" creationId="{A8ED1D4B-8390-DC51-E080-4E271691E4A8}"/>
          </ac:spMkLst>
        </pc:spChg>
        <pc:spChg chg="add mod">
          <ac:chgData name="Taylor Davis" userId="5c9e72a0-c39f-4aa1-9d7d-64125e78cbe6" providerId="ADAL" clId="{C8AFBD91-E288-4398-B325-17C770326919}" dt="2025-01-24T04:37:35.745" v="4004" actId="1076"/>
          <ac:spMkLst>
            <pc:docMk/>
            <pc:sldMk cId="1660060508" sldId="559"/>
            <ac:spMk id="58" creationId="{E9790ECD-FB3B-0AFE-29DE-29DE4D78CEDB}"/>
          </ac:spMkLst>
        </pc:spChg>
        <pc:spChg chg="mod">
          <ac:chgData name="Taylor Davis" userId="5c9e72a0-c39f-4aa1-9d7d-64125e78cbe6" providerId="ADAL" clId="{C8AFBD91-E288-4398-B325-17C770326919}" dt="2025-01-24T04:37:35.745" v="4004" actId="1076"/>
          <ac:spMkLst>
            <pc:docMk/>
            <pc:sldMk cId="1660060508" sldId="559"/>
            <ac:spMk id="59" creationId="{EE9C052D-323A-C7C3-9412-E07B34663FA4}"/>
          </ac:spMkLst>
        </pc:spChg>
        <pc:spChg chg="add del mod">
          <ac:chgData name="Taylor Davis" userId="5c9e72a0-c39f-4aa1-9d7d-64125e78cbe6" providerId="ADAL" clId="{C8AFBD91-E288-4398-B325-17C770326919}" dt="2025-01-24T04:37:09.160" v="3991" actId="478"/>
          <ac:spMkLst>
            <pc:docMk/>
            <pc:sldMk cId="1660060508" sldId="559"/>
            <ac:spMk id="61" creationId="{A308935F-8271-61D9-1EDC-FF6B3661D596}"/>
          </ac:spMkLst>
        </pc:spChg>
        <pc:spChg chg="add mod">
          <ac:chgData name="Taylor Davis" userId="5c9e72a0-c39f-4aa1-9d7d-64125e78cbe6" providerId="ADAL" clId="{C8AFBD91-E288-4398-B325-17C770326919}" dt="2025-01-24T04:37:14.947" v="4001" actId="20577"/>
          <ac:spMkLst>
            <pc:docMk/>
            <pc:sldMk cId="1660060508" sldId="559"/>
            <ac:spMk id="62" creationId="{CC313F41-3F07-1B98-4054-B6A33893FB7D}"/>
          </ac:spMkLst>
        </pc:spChg>
        <pc:spChg chg="add mod">
          <ac:chgData name="Taylor Davis" userId="5c9e72a0-c39f-4aa1-9d7d-64125e78cbe6" providerId="ADAL" clId="{C8AFBD91-E288-4398-B325-17C770326919}" dt="2025-01-24T04:37:26.451" v="4003"/>
          <ac:spMkLst>
            <pc:docMk/>
            <pc:sldMk cId="1660060508" sldId="559"/>
            <ac:spMk id="64" creationId="{9635FEB9-D475-3CF9-4A65-760C3C9E2633}"/>
          </ac:spMkLst>
        </pc:spChg>
        <pc:spChg chg="add mod">
          <ac:chgData name="Taylor Davis" userId="5c9e72a0-c39f-4aa1-9d7d-64125e78cbe6" providerId="ADAL" clId="{C8AFBD91-E288-4398-B325-17C770326919}" dt="2025-01-24T05:08:23.820" v="4854" actId="2711"/>
          <ac:spMkLst>
            <pc:docMk/>
            <pc:sldMk cId="1660060508" sldId="559"/>
            <ac:spMk id="65" creationId="{47FD434A-7EBF-5AEC-C978-C2CA300875E8}"/>
          </ac:spMkLst>
        </pc:spChg>
        <pc:grpChg chg="mod">
          <ac:chgData name="Taylor Davis" userId="5c9e72a0-c39f-4aa1-9d7d-64125e78cbe6" providerId="ADAL" clId="{C8AFBD91-E288-4398-B325-17C770326919}" dt="2025-01-24T04:37:35.745" v="4004" actId="1076"/>
          <ac:grpSpMkLst>
            <pc:docMk/>
            <pc:sldMk cId="1660060508" sldId="559"/>
            <ac:grpSpMk id="33" creationId="{641D03C1-09A4-7159-6C40-1F7890EF192D}"/>
          </ac:grpSpMkLst>
        </pc:grpChg>
        <pc:graphicFrameChg chg="del">
          <ac:chgData name="Taylor Davis" userId="5c9e72a0-c39f-4aa1-9d7d-64125e78cbe6" providerId="ADAL" clId="{C8AFBD91-E288-4398-B325-17C770326919}" dt="2025-01-23T20:07:10.661" v="75" actId="478"/>
          <ac:graphicFrameMkLst>
            <pc:docMk/>
            <pc:sldMk cId="1660060508" sldId="559"/>
            <ac:graphicFrameMk id="8" creationId="{B9E0A44D-EDC5-EBD5-4D77-F30FF46B060F}"/>
          </ac:graphicFrameMkLst>
        </pc:graphicFrameChg>
        <pc:picChg chg="mod">
          <ac:chgData name="Taylor Davis" userId="5c9e72a0-c39f-4aa1-9d7d-64125e78cbe6" providerId="ADAL" clId="{C8AFBD91-E288-4398-B325-17C770326919}" dt="2025-01-24T04:37:41.772" v="4006" actId="1076"/>
          <ac:picMkLst>
            <pc:docMk/>
            <pc:sldMk cId="1660060508" sldId="559"/>
            <ac:picMk id="9" creationId="{00000000-0000-0000-0000-000000000000}"/>
          </ac:picMkLst>
        </pc:picChg>
        <pc:picChg chg="add mod">
          <ac:chgData name="Taylor Davis" userId="5c9e72a0-c39f-4aa1-9d7d-64125e78cbe6" providerId="ADAL" clId="{C8AFBD91-E288-4398-B325-17C770326919}" dt="2025-01-24T04:37:26.451" v="4003"/>
          <ac:picMkLst>
            <pc:docMk/>
            <pc:sldMk cId="1660060508" sldId="559"/>
            <ac:picMk id="63" creationId="{E4347273-983C-F179-7901-01B601D97371}"/>
          </ac:picMkLst>
        </pc:picChg>
      </pc:sldChg>
      <pc:sldChg chg="delSp modSp add del mod ord">
        <pc:chgData name="Taylor Davis" userId="5c9e72a0-c39f-4aa1-9d7d-64125e78cbe6" providerId="ADAL" clId="{C8AFBD91-E288-4398-B325-17C770326919}" dt="2025-01-24T04:51:42.303" v="4683" actId="20577"/>
        <pc:sldMkLst>
          <pc:docMk/>
          <pc:sldMk cId="4064752386" sldId="564"/>
        </pc:sldMkLst>
        <pc:spChg chg="mod">
          <ac:chgData name="Taylor Davis" userId="5c9e72a0-c39f-4aa1-9d7d-64125e78cbe6" providerId="ADAL" clId="{C8AFBD91-E288-4398-B325-17C770326919}" dt="2025-01-24T04:51:42.303" v="4683" actId="20577"/>
          <ac:spMkLst>
            <pc:docMk/>
            <pc:sldMk cId="4064752386" sldId="564"/>
            <ac:spMk id="2" creationId="{49C157AD-9D57-0448-105A-79BA8850085E}"/>
          </ac:spMkLst>
        </pc:spChg>
        <pc:spChg chg="del">
          <ac:chgData name="Taylor Davis" userId="5c9e72a0-c39f-4aa1-9d7d-64125e78cbe6" providerId="ADAL" clId="{C8AFBD91-E288-4398-B325-17C770326919}" dt="2025-01-24T04:50:49.196" v="4557" actId="478"/>
          <ac:spMkLst>
            <pc:docMk/>
            <pc:sldMk cId="4064752386" sldId="564"/>
            <ac:spMk id="3" creationId="{3E0219A2-C97D-9E0E-9C52-C5207AB41BD4}"/>
          </ac:spMkLst>
        </pc:spChg>
        <pc:graphicFrameChg chg="mod modGraphic">
          <ac:chgData name="Taylor Davis" userId="5c9e72a0-c39f-4aa1-9d7d-64125e78cbe6" providerId="ADAL" clId="{C8AFBD91-E288-4398-B325-17C770326919}" dt="2025-01-24T04:50:58.898" v="4560" actId="1076"/>
          <ac:graphicFrameMkLst>
            <pc:docMk/>
            <pc:sldMk cId="4064752386" sldId="564"/>
            <ac:graphicFrameMk id="6" creationId="{00000000-0000-0000-0000-000000000000}"/>
          </ac:graphicFrameMkLst>
        </pc:graphicFrameChg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3790917938" sldId="575"/>
        </pc:sldMkLst>
      </pc:sldChg>
      <pc:sldChg chg="addSp delSp modSp add del mod">
        <pc:chgData name="Taylor Davis" userId="5c9e72a0-c39f-4aa1-9d7d-64125e78cbe6" providerId="ADAL" clId="{C8AFBD91-E288-4398-B325-17C770326919}" dt="2025-01-24T04:50:32.730" v="4551" actId="47"/>
        <pc:sldMkLst>
          <pc:docMk/>
          <pc:sldMk cId="1082327325" sldId="580"/>
        </pc:sldMkLst>
        <pc:spChg chg="add mod">
          <ac:chgData name="Taylor Davis" userId="5c9e72a0-c39f-4aa1-9d7d-64125e78cbe6" providerId="ADAL" clId="{C8AFBD91-E288-4398-B325-17C770326919}" dt="2025-01-23T18:15:46.113" v="2" actId="478"/>
          <ac:spMkLst>
            <pc:docMk/>
            <pc:sldMk cId="1082327325" sldId="580"/>
            <ac:spMk id="35" creationId="{85D407EF-E094-88B4-237C-B852BA890ADB}"/>
          </ac:spMkLst>
        </pc:spChg>
        <pc:picChg chg="del mod">
          <ac:chgData name="Taylor Davis" userId="5c9e72a0-c39f-4aa1-9d7d-64125e78cbe6" providerId="ADAL" clId="{C8AFBD91-E288-4398-B325-17C770326919}" dt="2025-01-23T18:15:46.113" v="2" actId="478"/>
          <ac:picMkLst>
            <pc:docMk/>
            <pc:sldMk cId="1082327325" sldId="580"/>
            <ac:picMk id="33" creationId="{00000000-0000-0000-0000-000000000000}"/>
          </ac:picMkLst>
        </pc:picChg>
      </pc:sldChg>
      <pc:sldChg chg="modSp add del mod">
        <pc:chgData name="Taylor Davis" userId="5c9e72a0-c39f-4aa1-9d7d-64125e78cbe6" providerId="ADAL" clId="{C8AFBD91-E288-4398-B325-17C770326919}" dt="2025-01-24T05:21:48.304" v="5065" actId="404"/>
        <pc:sldMkLst>
          <pc:docMk/>
          <pc:sldMk cId="4294051359" sldId="582"/>
        </pc:sldMkLst>
        <pc:spChg chg="mod">
          <ac:chgData name="Taylor Davis" userId="5c9e72a0-c39f-4aa1-9d7d-64125e78cbe6" providerId="ADAL" clId="{C8AFBD91-E288-4398-B325-17C770326919}" dt="2025-01-24T05:21:48.304" v="5065" actId="404"/>
          <ac:spMkLst>
            <pc:docMk/>
            <pc:sldMk cId="4294051359" sldId="582"/>
            <ac:spMk id="20" creationId="{BC0B4224-A0CC-AD78-8E24-07E538135775}"/>
          </ac:spMkLst>
        </pc:spChg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3618341172" sldId="584"/>
        </pc:sldMkLst>
      </pc:sldChg>
      <pc:sldChg chg="addSp delSp modSp add del mod ord">
        <pc:chgData name="Taylor Davis" userId="5c9e72a0-c39f-4aa1-9d7d-64125e78cbe6" providerId="ADAL" clId="{C8AFBD91-E288-4398-B325-17C770326919}" dt="2025-01-24T04:40:33.024" v="4345" actId="1076"/>
        <pc:sldMkLst>
          <pc:docMk/>
          <pc:sldMk cId="2011724879" sldId="585"/>
        </pc:sldMkLst>
        <pc:spChg chg="del">
          <ac:chgData name="Taylor Davis" userId="5c9e72a0-c39f-4aa1-9d7d-64125e78cbe6" providerId="ADAL" clId="{C8AFBD91-E288-4398-B325-17C770326919}" dt="2025-01-24T04:39:25.923" v="4197" actId="478"/>
          <ac:spMkLst>
            <pc:docMk/>
            <pc:sldMk cId="2011724879" sldId="585"/>
            <ac:spMk id="2" creationId="{E799F91A-3FD1-47AB-858A-263DC729BC42}"/>
          </ac:spMkLst>
        </pc:spChg>
        <pc:spChg chg="mod">
          <ac:chgData name="Taylor Davis" userId="5c9e72a0-c39f-4aa1-9d7d-64125e78cbe6" providerId="ADAL" clId="{C8AFBD91-E288-4398-B325-17C770326919}" dt="2025-01-24T04:40:33.024" v="4345" actId="1076"/>
          <ac:spMkLst>
            <pc:docMk/>
            <pc:sldMk cId="2011724879" sldId="585"/>
            <ac:spMk id="3" creationId="{B908E53A-80EF-253B-70F2-1B864197EF25}"/>
          </ac:spMkLst>
        </pc:spChg>
        <pc:spChg chg="add mod">
          <ac:chgData name="Taylor Davis" userId="5c9e72a0-c39f-4aa1-9d7d-64125e78cbe6" providerId="ADAL" clId="{C8AFBD91-E288-4398-B325-17C770326919}" dt="2025-01-24T04:40:20.209" v="4327" actId="20577"/>
          <ac:spMkLst>
            <pc:docMk/>
            <pc:sldMk cId="2011724879" sldId="585"/>
            <ac:spMk id="7" creationId="{7B017113-5C27-6A1D-7BE1-A89B193C65ED}"/>
          </ac:spMkLst>
        </pc:spChg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4222550375" sldId="587"/>
        </pc:sldMkLst>
      </pc:sldChg>
      <pc:sldChg chg="addSp delSp modSp mod">
        <pc:chgData name="Taylor Davis" userId="5c9e72a0-c39f-4aa1-9d7d-64125e78cbe6" providerId="ADAL" clId="{C8AFBD91-E288-4398-B325-17C770326919}" dt="2025-01-24T05:19:38.360" v="4991" actId="20577"/>
        <pc:sldMkLst>
          <pc:docMk/>
          <pc:sldMk cId="0" sldId="588"/>
        </pc:sldMkLst>
        <pc:spChg chg="mod">
          <ac:chgData name="Taylor Davis" userId="5c9e72a0-c39f-4aa1-9d7d-64125e78cbe6" providerId="ADAL" clId="{C8AFBD91-E288-4398-B325-17C770326919}" dt="2025-01-24T05:19:38.360" v="4991" actId="20577"/>
          <ac:spMkLst>
            <pc:docMk/>
            <pc:sldMk cId="0" sldId="588"/>
            <ac:spMk id="5" creationId="{00000000-0000-0000-0000-000000000000}"/>
          </ac:spMkLst>
        </pc:spChg>
        <pc:picChg chg="del">
          <ac:chgData name="Taylor Davis" userId="5c9e72a0-c39f-4aa1-9d7d-64125e78cbe6" providerId="ADAL" clId="{C8AFBD91-E288-4398-B325-17C770326919}" dt="2025-01-24T04:08:53.630" v="1982" actId="478"/>
          <ac:picMkLst>
            <pc:docMk/>
            <pc:sldMk cId="0" sldId="588"/>
            <ac:picMk id="6" creationId="{00000000-0000-0000-0000-000000000000}"/>
          </ac:picMkLst>
        </pc:picChg>
        <pc:picChg chg="del">
          <ac:chgData name="Taylor Davis" userId="5c9e72a0-c39f-4aa1-9d7d-64125e78cbe6" providerId="ADAL" clId="{C8AFBD91-E288-4398-B325-17C770326919}" dt="2025-01-24T04:08:51.416" v="1981" actId="478"/>
          <ac:picMkLst>
            <pc:docMk/>
            <pc:sldMk cId="0" sldId="588"/>
            <ac:picMk id="9" creationId="{00000000-0000-0000-0000-000000000000}"/>
          </ac:picMkLst>
        </pc:picChg>
        <pc:picChg chg="add mod">
          <ac:chgData name="Taylor Davis" userId="5c9e72a0-c39f-4aa1-9d7d-64125e78cbe6" providerId="ADAL" clId="{C8AFBD91-E288-4398-B325-17C770326919}" dt="2025-01-24T04:09:12.861" v="1984" actId="18131"/>
          <ac:picMkLst>
            <pc:docMk/>
            <pc:sldMk cId="0" sldId="588"/>
            <ac:picMk id="3074" creationId="{BF5580D0-8D1F-59A7-87C4-F0DF01702AF3}"/>
          </ac:picMkLst>
        </pc:picChg>
      </pc:sldChg>
      <pc:sldChg chg="addSp modSp new mod modClrScheme chgLayout">
        <pc:chgData name="Taylor Davis" userId="5c9e72a0-c39f-4aa1-9d7d-64125e78cbe6" providerId="ADAL" clId="{C8AFBD91-E288-4398-B325-17C770326919}" dt="2025-01-24T04:30:53.458" v="3333" actId="20577"/>
        <pc:sldMkLst>
          <pc:docMk/>
          <pc:sldMk cId="256506475" sldId="589"/>
        </pc:sldMkLst>
        <pc:spChg chg="add mod">
          <ac:chgData name="Taylor Davis" userId="5c9e72a0-c39f-4aa1-9d7d-64125e78cbe6" providerId="ADAL" clId="{C8AFBD91-E288-4398-B325-17C770326919}" dt="2025-01-24T04:30:09.690" v="3197" actId="20577"/>
          <ac:spMkLst>
            <pc:docMk/>
            <pc:sldMk cId="256506475" sldId="589"/>
            <ac:spMk id="2" creationId="{08F17CA0-440B-21EA-EB89-1615851B9527}"/>
          </ac:spMkLst>
        </pc:spChg>
        <pc:spChg chg="add mod">
          <ac:chgData name="Taylor Davis" userId="5c9e72a0-c39f-4aa1-9d7d-64125e78cbe6" providerId="ADAL" clId="{C8AFBD91-E288-4398-B325-17C770326919}" dt="2025-01-24T04:30:53.458" v="3333" actId="20577"/>
          <ac:spMkLst>
            <pc:docMk/>
            <pc:sldMk cId="256506475" sldId="589"/>
            <ac:spMk id="3" creationId="{0BF3A543-D9F9-5D88-4F01-A11C2F7883CA}"/>
          </ac:spMkLst>
        </pc:spChg>
        <pc:spChg chg="add mod">
          <ac:chgData name="Taylor Davis" userId="5c9e72a0-c39f-4aa1-9d7d-64125e78cbe6" providerId="ADAL" clId="{C8AFBD91-E288-4398-B325-17C770326919}" dt="2025-01-24T04:29:29.695" v="3100"/>
          <ac:spMkLst>
            <pc:docMk/>
            <pc:sldMk cId="256506475" sldId="589"/>
            <ac:spMk id="5" creationId="{6EB2A27E-448A-D153-BCE1-A35960046B7E}"/>
          </ac:spMkLst>
        </pc:spChg>
        <pc:picChg chg="add mod">
          <ac:chgData name="Taylor Davis" userId="5c9e72a0-c39f-4aa1-9d7d-64125e78cbe6" providerId="ADAL" clId="{C8AFBD91-E288-4398-B325-17C770326919}" dt="2025-01-24T04:29:29.695" v="3100"/>
          <ac:picMkLst>
            <pc:docMk/>
            <pc:sldMk cId="256506475" sldId="589"/>
            <ac:picMk id="4" creationId="{B748F877-5023-94BE-97B7-64290C7711F8}"/>
          </ac:picMkLst>
        </pc:picChg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1281542618" sldId="614"/>
        </pc:sldMkLst>
      </pc:sldChg>
      <pc:sldChg chg="addSp delSp modSp add del mod setBg delDesignElem">
        <pc:chgData name="Taylor Davis" userId="5c9e72a0-c39f-4aa1-9d7d-64125e78cbe6" providerId="ADAL" clId="{C8AFBD91-E288-4398-B325-17C770326919}" dt="2025-01-24T04:25:13.925" v="3043" actId="115"/>
        <pc:sldMkLst>
          <pc:docMk/>
          <pc:sldMk cId="2174952421" sldId="2145726856"/>
        </pc:sldMkLst>
        <pc:spChg chg="del">
          <ac:chgData name="Taylor Davis" userId="5c9e72a0-c39f-4aa1-9d7d-64125e78cbe6" providerId="ADAL" clId="{C8AFBD91-E288-4398-B325-17C770326919}" dt="2025-01-24T03:45:32.001" v="621"/>
          <ac:spMkLst>
            <pc:docMk/>
            <pc:sldMk cId="2174952421" sldId="2145726856"/>
            <ac:spMk id="2" creationId="{2659FDB4-FCBE-4A89-B46D-43D4FA54464D}"/>
          </ac:spMkLst>
        </pc:spChg>
        <pc:spChg chg="mod">
          <ac:chgData name="Taylor Davis" userId="5c9e72a0-c39f-4aa1-9d7d-64125e78cbe6" providerId="ADAL" clId="{C8AFBD91-E288-4398-B325-17C770326919}" dt="2025-01-24T03:48:29.911" v="1161" actId="14100"/>
          <ac:spMkLst>
            <pc:docMk/>
            <pc:sldMk cId="2174952421" sldId="2145726856"/>
            <ac:spMk id="5" creationId="{DBF3756C-E382-D591-9698-2313D86DCFF4}"/>
          </ac:spMkLst>
        </pc:spChg>
        <pc:spChg chg="mod">
          <ac:chgData name="Taylor Davis" userId="5c9e72a0-c39f-4aa1-9d7d-64125e78cbe6" providerId="ADAL" clId="{C8AFBD91-E288-4398-B325-17C770326919}" dt="2025-01-24T04:24:29.106" v="2997" actId="20577"/>
          <ac:spMkLst>
            <pc:docMk/>
            <pc:sldMk cId="2174952421" sldId="2145726856"/>
            <ac:spMk id="6" creationId="{55C24332-E958-7C44-485A-7D07A70595F3}"/>
          </ac:spMkLst>
        </pc:spChg>
        <pc:spChg chg="add mod">
          <ac:chgData name="Taylor Davis" userId="5c9e72a0-c39f-4aa1-9d7d-64125e78cbe6" providerId="ADAL" clId="{C8AFBD91-E288-4398-B325-17C770326919}" dt="2025-01-24T04:25:13.925" v="3043" actId="115"/>
          <ac:spMkLst>
            <pc:docMk/>
            <pc:sldMk cId="2174952421" sldId="2145726856"/>
            <ac:spMk id="8" creationId="{7765260D-2785-3CCF-9B74-66C89C86B979}"/>
          </ac:spMkLst>
        </pc:spChg>
        <pc:spChg chg="add mod ord">
          <ac:chgData name="Taylor Davis" userId="5c9e72a0-c39f-4aa1-9d7d-64125e78cbe6" providerId="ADAL" clId="{C8AFBD91-E288-4398-B325-17C770326919}" dt="2025-01-24T03:50:40.412" v="1175" actId="167"/>
          <ac:spMkLst>
            <pc:docMk/>
            <pc:sldMk cId="2174952421" sldId="2145726856"/>
            <ac:spMk id="9" creationId="{9FD2D42D-B808-3A48-A7C5-84FB1F1F5A17}"/>
          </ac:spMkLst>
        </pc:spChg>
        <pc:spChg chg="add">
          <ac:chgData name="Taylor Davis" userId="5c9e72a0-c39f-4aa1-9d7d-64125e78cbe6" providerId="ADAL" clId="{C8AFBD91-E288-4398-B325-17C770326919}" dt="2025-01-24T03:59:07.314" v="1870"/>
          <ac:spMkLst>
            <pc:docMk/>
            <pc:sldMk cId="2174952421" sldId="2145726856"/>
            <ac:spMk id="10" creationId="{487B0967-34E4-C89D-B009-AFF7DE9D2409}"/>
          </ac:spMkLst>
        </pc:spChg>
        <pc:graphicFrameChg chg="mod">
          <ac:chgData name="Taylor Davis" userId="5c9e72a0-c39f-4aa1-9d7d-64125e78cbe6" providerId="ADAL" clId="{C8AFBD91-E288-4398-B325-17C770326919}" dt="2025-01-24T03:58:25.274" v="1869"/>
          <ac:graphicFrameMkLst>
            <pc:docMk/>
            <pc:sldMk cId="2174952421" sldId="2145726856"/>
            <ac:graphicFrameMk id="4" creationId="{625E5EBB-5E59-1F70-D065-8563E74742C3}"/>
          </ac:graphicFrameMkLst>
        </pc:graphicFrameChg>
        <pc:picChg chg="del mod">
          <ac:chgData name="Taylor Davis" userId="5c9e72a0-c39f-4aa1-9d7d-64125e78cbe6" providerId="ADAL" clId="{C8AFBD91-E288-4398-B325-17C770326919}" dt="2025-01-24T03:45:37.245" v="623" actId="478"/>
          <ac:picMkLst>
            <pc:docMk/>
            <pc:sldMk cId="2174952421" sldId="2145726856"/>
            <ac:picMk id="7" creationId="{63226C7D-D0B4-2995-A02F-196790FEB331}"/>
          </ac:picMkLst>
        </pc:picChg>
        <pc:picChg chg="add mod">
          <ac:chgData name="Taylor Davis" userId="5c9e72a0-c39f-4aa1-9d7d-64125e78cbe6" providerId="ADAL" clId="{C8AFBD91-E288-4398-B325-17C770326919}" dt="2025-01-24T03:59:28.847" v="1875" actId="1440"/>
          <ac:picMkLst>
            <pc:docMk/>
            <pc:sldMk cId="2174952421" sldId="2145726856"/>
            <ac:picMk id="11" creationId="{785195F6-1F4F-D309-AFAF-2F7FE6BB82CF}"/>
          </ac:picMkLst>
        </pc:picChg>
        <pc:picChg chg="add mod">
          <ac:chgData name="Taylor Davis" userId="5c9e72a0-c39f-4aa1-9d7d-64125e78cbe6" providerId="ADAL" clId="{C8AFBD91-E288-4398-B325-17C770326919}" dt="2025-01-24T04:01:15.701" v="1877" actId="1076"/>
          <ac:picMkLst>
            <pc:docMk/>
            <pc:sldMk cId="2174952421" sldId="2145726856"/>
            <ac:picMk id="12" creationId="{87B51A91-436C-C55A-BB93-A427553B5A31}"/>
          </ac:picMkLst>
        </pc:picChg>
        <pc:cxnChg chg="del">
          <ac:chgData name="Taylor Davis" userId="5c9e72a0-c39f-4aa1-9d7d-64125e78cbe6" providerId="ADAL" clId="{C8AFBD91-E288-4398-B325-17C770326919}" dt="2025-01-24T03:45:32.001" v="621"/>
          <ac:cxnSpMkLst>
            <pc:docMk/>
            <pc:sldMk cId="2174952421" sldId="2145726856"/>
            <ac:cxnSpMk id="3" creationId="{C8F51B3F-8331-4E4A-AE96-D47B1006EEAD}"/>
          </ac:cxnSpMkLst>
        </pc:cxnChg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C8AFBD91-E288-4398-B325-17C770326919}" dt="2025-01-23T18:15:52.154" v="3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C8AFBD91-E288-4398-B325-17C770326919}" dt="2025-01-23T18:15:35.574" v="0" actId="47"/>
        <pc:sldMkLst>
          <pc:docMk/>
          <pc:sldMk cId="0" sldId="2145726867"/>
        </pc:sldMkLst>
      </pc:sldChg>
      <pc:sldChg chg="addSp delSp modSp add del mod">
        <pc:chgData name="Taylor Davis" userId="5c9e72a0-c39f-4aa1-9d7d-64125e78cbe6" providerId="ADAL" clId="{C8AFBD91-E288-4398-B325-17C770326919}" dt="2025-01-24T05:20:47.726" v="5014" actId="20577"/>
        <pc:sldMkLst>
          <pc:docMk/>
          <pc:sldMk cId="4087636236" sldId="2145726868"/>
        </pc:sldMkLst>
        <pc:spChg chg="mod">
          <ac:chgData name="Taylor Davis" userId="5c9e72a0-c39f-4aa1-9d7d-64125e78cbe6" providerId="ADAL" clId="{C8AFBD91-E288-4398-B325-17C770326919}" dt="2025-01-24T05:20:47.726" v="5014" actId="20577"/>
          <ac:spMkLst>
            <pc:docMk/>
            <pc:sldMk cId="4087636236" sldId="2145726868"/>
            <ac:spMk id="2" creationId="{BDC7C8AA-0E66-B861-59D6-F381D95EE319}"/>
          </ac:spMkLst>
        </pc:spChg>
        <pc:spChg chg="mod">
          <ac:chgData name="Taylor Davis" userId="5c9e72a0-c39f-4aa1-9d7d-64125e78cbe6" providerId="ADAL" clId="{C8AFBD91-E288-4398-B325-17C770326919}" dt="2025-01-24T04:06:08.195" v="1973" actId="1076"/>
          <ac:spMkLst>
            <pc:docMk/>
            <pc:sldMk cId="4087636236" sldId="2145726868"/>
            <ac:spMk id="3" creationId="{DD333F58-1E5B-D213-65EE-BB627B8B12A8}"/>
          </ac:spMkLst>
        </pc:spChg>
        <pc:spChg chg="mod">
          <ac:chgData name="Taylor Davis" userId="5c9e72a0-c39f-4aa1-9d7d-64125e78cbe6" providerId="ADAL" clId="{C8AFBD91-E288-4398-B325-17C770326919}" dt="2025-01-24T04:06:08.195" v="1973" actId="1076"/>
          <ac:spMkLst>
            <pc:docMk/>
            <pc:sldMk cId="4087636236" sldId="2145726868"/>
            <ac:spMk id="4" creationId="{28816DA9-0016-360E-E0AF-042A76E415BD}"/>
          </ac:spMkLst>
        </pc:spChg>
        <pc:spChg chg="add">
          <ac:chgData name="Taylor Davis" userId="5c9e72a0-c39f-4aa1-9d7d-64125e78cbe6" providerId="ADAL" clId="{C8AFBD91-E288-4398-B325-17C770326919}" dt="2025-01-24T03:03:40.699" v="611"/>
          <ac:spMkLst>
            <pc:docMk/>
            <pc:sldMk cId="4087636236" sldId="2145726868"/>
            <ac:spMk id="8" creationId="{3AF94DAD-544E-4073-D509-E30A563EF601}"/>
          </ac:spMkLst>
        </pc:spChg>
        <pc:spChg chg="add">
          <ac:chgData name="Taylor Davis" userId="5c9e72a0-c39f-4aa1-9d7d-64125e78cbe6" providerId="ADAL" clId="{C8AFBD91-E288-4398-B325-17C770326919}" dt="2025-01-24T03:04:05.919" v="613"/>
          <ac:spMkLst>
            <pc:docMk/>
            <pc:sldMk cId="4087636236" sldId="2145726868"/>
            <ac:spMk id="10" creationId="{11A3DD97-B95D-E947-B947-ED07492BDE40}"/>
          </ac:spMkLst>
        </pc:spChg>
        <pc:spChg chg="add">
          <ac:chgData name="Taylor Davis" userId="5c9e72a0-c39f-4aa1-9d7d-64125e78cbe6" providerId="ADAL" clId="{C8AFBD91-E288-4398-B325-17C770326919}" dt="2025-01-24T03:04:08.553" v="614"/>
          <ac:spMkLst>
            <pc:docMk/>
            <pc:sldMk cId="4087636236" sldId="2145726868"/>
            <ac:spMk id="11" creationId="{A7206B43-E11E-4169-3832-D06C32B3FB9B}"/>
          </ac:spMkLst>
        </pc:spChg>
        <pc:spChg chg="add mod">
          <ac:chgData name="Taylor Davis" userId="5c9e72a0-c39f-4aa1-9d7d-64125e78cbe6" providerId="ADAL" clId="{C8AFBD91-E288-4398-B325-17C770326919}" dt="2025-01-24T04:06:08.195" v="1973" actId="1076"/>
          <ac:spMkLst>
            <pc:docMk/>
            <pc:sldMk cId="4087636236" sldId="2145726868"/>
            <ac:spMk id="13" creationId="{A046053F-2C15-6F02-79E9-0BFA1211A05E}"/>
          </ac:spMkLst>
        </pc:spChg>
        <pc:graphicFrameChg chg="add del mod modGraphic">
          <ac:chgData name="Taylor Davis" userId="5c9e72a0-c39f-4aa1-9d7d-64125e78cbe6" providerId="ADAL" clId="{C8AFBD91-E288-4398-B325-17C770326919}" dt="2025-01-24T04:06:03.113" v="1972" actId="1076"/>
          <ac:graphicFrameMkLst>
            <pc:docMk/>
            <pc:sldMk cId="4087636236" sldId="2145726868"/>
            <ac:graphicFrameMk id="7" creationId="{00000000-0000-0000-0000-000000000000}"/>
          </ac:graphicFrameMkLst>
        </pc:graphicFrameChg>
        <pc:picChg chg="del">
          <ac:chgData name="Taylor Davis" userId="5c9e72a0-c39f-4aa1-9d7d-64125e78cbe6" providerId="ADAL" clId="{C8AFBD91-E288-4398-B325-17C770326919}" dt="2025-01-24T03:03:49.074" v="612" actId="478"/>
          <ac:picMkLst>
            <pc:docMk/>
            <pc:sldMk cId="4087636236" sldId="2145726868"/>
            <ac:picMk id="9" creationId="{F5C1B2CC-A42F-0D23-6C0A-F35B4D1D33AA}"/>
          </ac:picMkLst>
        </pc:picChg>
        <pc:picChg chg="add mod">
          <ac:chgData name="Taylor Davis" userId="5c9e72a0-c39f-4aa1-9d7d-64125e78cbe6" providerId="ADAL" clId="{C8AFBD91-E288-4398-B325-17C770326919}" dt="2025-01-24T04:06:08.195" v="1973" actId="1076"/>
          <ac:picMkLst>
            <pc:docMk/>
            <pc:sldMk cId="4087636236" sldId="2145726868"/>
            <ac:picMk id="12" creationId="{1F5B05E7-63C7-DCA0-D940-7B6EFE6B02BE}"/>
          </ac:picMkLst>
        </pc:picChg>
        <pc:picChg chg="add mod">
          <ac:chgData name="Taylor Davis" userId="5c9e72a0-c39f-4aa1-9d7d-64125e78cbe6" providerId="ADAL" clId="{C8AFBD91-E288-4398-B325-17C770326919}" dt="2025-01-24T04:06:08.195" v="1973" actId="1076"/>
          <ac:picMkLst>
            <pc:docMk/>
            <pc:sldMk cId="4087636236" sldId="2145726868"/>
            <ac:picMk id="1032" creationId="{250389F3-6A9D-EA69-F348-A5AC101E0B91}"/>
          </ac:picMkLst>
        </pc:picChg>
      </pc:sldChg>
      <pc:sldChg chg="modSp add del mod">
        <pc:chgData name="Taylor Davis" userId="5c9e72a0-c39f-4aa1-9d7d-64125e78cbe6" providerId="ADAL" clId="{C8AFBD91-E288-4398-B325-17C770326919}" dt="2025-01-24T04:10:29.455" v="2053" actId="47"/>
        <pc:sldMkLst>
          <pc:docMk/>
          <pc:sldMk cId="2233629922" sldId="2145726869"/>
        </pc:sldMkLst>
        <pc:spChg chg="mod">
          <ac:chgData name="Taylor Davis" userId="5c9e72a0-c39f-4aa1-9d7d-64125e78cbe6" providerId="ADAL" clId="{C8AFBD91-E288-4398-B325-17C770326919}" dt="2025-01-24T04:10:08.282" v="2051" actId="6549"/>
          <ac:spMkLst>
            <pc:docMk/>
            <pc:sldMk cId="2233629922" sldId="2145726869"/>
            <ac:spMk id="2" creationId="{49C157AD-9D57-0448-105A-79BA8850085E}"/>
          </ac:spMkLst>
        </pc:spChg>
        <pc:spChg chg="mod">
          <ac:chgData name="Taylor Davis" userId="5c9e72a0-c39f-4aa1-9d7d-64125e78cbe6" providerId="ADAL" clId="{C8AFBD91-E288-4398-B325-17C770326919}" dt="2025-01-24T02:57:06.486" v="598" actId="20577"/>
          <ac:spMkLst>
            <pc:docMk/>
            <pc:sldMk cId="2233629922" sldId="2145726869"/>
            <ac:spMk id="3" creationId="{3E0219A2-C97D-9E0E-9C52-C5207AB41BD4}"/>
          </ac:spMkLst>
        </pc:spChg>
        <pc:graphicFrameChg chg="mod modGraphic">
          <ac:chgData name="Taylor Davis" userId="5c9e72a0-c39f-4aa1-9d7d-64125e78cbe6" providerId="ADAL" clId="{C8AFBD91-E288-4398-B325-17C770326919}" dt="2025-01-24T02:56:58.958" v="594" actId="1076"/>
          <ac:graphicFrameMkLst>
            <pc:docMk/>
            <pc:sldMk cId="2233629922" sldId="2145726869"/>
            <ac:graphicFrameMk id="6" creationId="{00000000-0000-0000-0000-000000000000}"/>
          </ac:graphicFrameMkLst>
        </pc:graphicFrameChg>
      </pc:sldChg>
      <pc:sldChg chg="del">
        <pc:chgData name="Taylor Davis" userId="5c9e72a0-c39f-4aa1-9d7d-64125e78cbe6" providerId="ADAL" clId="{C8AFBD91-E288-4398-B325-17C770326919}" dt="2025-01-23T18:15:35.574" v="0" actId="47"/>
        <pc:sldMkLst>
          <pc:docMk/>
          <pc:sldMk cId="3306748702" sldId="2145726869"/>
        </pc:sldMkLst>
      </pc:sldChg>
      <pc:sldChg chg="add del">
        <pc:chgData name="Taylor Davis" userId="5c9e72a0-c39f-4aa1-9d7d-64125e78cbe6" providerId="ADAL" clId="{C8AFBD91-E288-4398-B325-17C770326919}" dt="2025-01-23T20:09:33.737" v="94"/>
        <pc:sldMkLst>
          <pc:docMk/>
          <pc:sldMk cId="3690064303" sldId="2145726869"/>
        </pc:sldMkLst>
      </pc:sldChg>
      <pc:sldChg chg="add del">
        <pc:chgData name="Taylor Davis" userId="5c9e72a0-c39f-4aa1-9d7d-64125e78cbe6" providerId="ADAL" clId="{C8AFBD91-E288-4398-B325-17C770326919}" dt="2025-01-24T04:36:24.469" v="3916" actId="47"/>
        <pc:sldMkLst>
          <pc:docMk/>
          <pc:sldMk cId="3610900328" sldId="2145726870"/>
        </pc:sldMkLst>
      </pc:sldChg>
      <pc:sldChg chg="addSp delSp modSp add mod">
        <pc:chgData name="Taylor Davis" userId="5c9e72a0-c39f-4aa1-9d7d-64125e78cbe6" providerId="ADAL" clId="{C8AFBD91-E288-4398-B325-17C770326919}" dt="2025-01-24T04:31:36.775" v="3370" actId="20577"/>
        <pc:sldMkLst>
          <pc:docMk/>
          <pc:sldMk cId="3302015261" sldId="2145726871"/>
        </pc:sldMkLst>
        <pc:spChg chg="del">
          <ac:chgData name="Taylor Davis" userId="5c9e72a0-c39f-4aa1-9d7d-64125e78cbe6" providerId="ADAL" clId="{C8AFBD91-E288-4398-B325-17C770326919}" dt="2025-01-24T04:31:07.280" v="3334" actId="478"/>
          <ac:spMkLst>
            <pc:docMk/>
            <pc:sldMk cId="3302015261" sldId="2145726871"/>
            <ac:spMk id="2" creationId="{6E917A82-FACC-9CE3-5CE6-640CE6087212}"/>
          </ac:spMkLst>
        </pc:spChg>
        <pc:spChg chg="del">
          <ac:chgData name="Taylor Davis" userId="5c9e72a0-c39f-4aa1-9d7d-64125e78cbe6" providerId="ADAL" clId="{C8AFBD91-E288-4398-B325-17C770326919}" dt="2025-01-24T04:31:07.280" v="3334" actId="478"/>
          <ac:spMkLst>
            <pc:docMk/>
            <pc:sldMk cId="3302015261" sldId="2145726871"/>
            <ac:spMk id="3" creationId="{77BEE2C0-9C88-E3B0-3307-08132DDFD6E0}"/>
          </ac:spMkLst>
        </pc:spChg>
        <pc:spChg chg="del">
          <ac:chgData name="Taylor Davis" userId="5c9e72a0-c39f-4aa1-9d7d-64125e78cbe6" providerId="ADAL" clId="{C8AFBD91-E288-4398-B325-17C770326919}" dt="2025-01-23T20:10:47.557" v="120" actId="478"/>
          <ac:spMkLst>
            <pc:docMk/>
            <pc:sldMk cId="3302015261" sldId="2145726871"/>
            <ac:spMk id="4" creationId="{C9963971-9E27-D1D8-44A6-33EAA3782592}"/>
          </ac:spMkLst>
        </pc:spChg>
        <pc:spChg chg="del">
          <ac:chgData name="Taylor Davis" userId="5c9e72a0-c39f-4aa1-9d7d-64125e78cbe6" providerId="ADAL" clId="{C8AFBD91-E288-4398-B325-17C770326919}" dt="2025-01-23T20:10:50.798" v="121" actId="478"/>
          <ac:spMkLst>
            <pc:docMk/>
            <pc:sldMk cId="3302015261" sldId="2145726871"/>
            <ac:spMk id="5" creationId="{CCED4F75-71FE-39B7-D7A7-16E95303FB5C}"/>
          </ac:spMkLst>
        </pc:spChg>
        <pc:spChg chg="del">
          <ac:chgData name="Taylor Davis" userId="5c9e72a0-c39f-4aa1-9d7d-64125e78cbe6" providerId="ADAL" clId="{C8AFBD91-E288-4398-B325-17C770326919}" dt="2025-01-23T20:10:50.798" v="121" actId="478"/>
          <ac:spMkLst>
            <pc:docMk/>
            <pc:sldMk cId="3302015261" sldId="2145726871"/>
            <ac:spMk id="6" creationId="{340F1AD2-D85A-D177-8D19-AC9B027C53E2}"/>
          </ac:spMkLst>
        </pc:spChg>
        <pc:spChg chg="mod">
          <ac:chgData name="Taylor Davis" userId="5c9e72a0-c39f-4aa1-9d7d-64125e78cbe6" providerId="ADAL" clId="{C8AFBD91-E288-4398-B325-17C770326919}" dt="2025-01-24T04:31:36.775" v="3370" actId="20577"/>
          <ac:spMkLst>
            <pc:docMk/>
            <pc:sldMk cId="3302015261" sldId="2145726871"/>
            <ac:spMk id="7" creationId="{012C7A76-8C4C-0C17-C582-24A807F19DA5}"/>
          </ac:spMkLst>
        </pc:spChg>
        <pc:spChg chg="mod">
          <ac:chgData name="Taylor Davis" userId="5c9e72a0-c39f-4aa1-9d7d-64125e78cbe6" providerId="ADAL" clId="{C8AFBD91-E288-4398-B325-17C770326919}" dt="2025-01-23T20:10:58.965" v="122"/>
          <ac:spMkLst>
            <pc:docMk/>
            <pc:sldMk cId="3302015261" sldId="2145726871"/>
            <ac:spMk id="16" creationId="{BDA04889-7343-1F02-419B-250C6928F65A}"/>
          </ac:spMkLst>
        </pc:spChg>
        <pc:spChg chg="mod">
          <ac:chgData name="Taylor Davis" userId="5c9e72a0-c39f-4aa1-9d7d-64125e78cbe6" providerId="ADAL" clId="{C8AFBD91-E288-4398-B325-17C770326919}" dt="2025-01-23T20:10:58.965" v="122"/>
          <ac:spMkLst>
            <pc:docMk/>
            <pc:sldMk cId="3302015261" sldId="2145726871"/>
            <ac:spMk id="18" creationId="{64E80BDA-CC56-FF93-D7BD-360AC700357A}"/>
          </ac:spMkLst>
        </pc:spChg>
        <pc:spChg chg="mod">
          <ac:chgData name="Taylor Davis" userId="5c9e72a0-c39f-4aa1-9d7d-64125e78cbe6" providerId="ADAL" clId="{C8AFBD91-E288-4398-B325-17C770326919}" dt="2025-01-23T20:10:58.965" v="122"/>
          <ac:spMkLst>
            <pc:docMk/>
            <pc:sldMk cId="3302015261" sldId="2145726871"/>
            <ac:spMk id="19" creationId="{5F70E777-4818-9C30-09ED-1758BDC4DCD4}"/>
          </ac:spMkLst>
        </pc:spChg>
        <pc:spChg chg="mod">
          <ac:chgData name="Taylor Davis" userId="5c9e72a0-c39f-4aa1-9d7d-64125e78cbe6" providerId="ADAL" clId="{C8AFBD91-E288-4398-B325-17C770326919}" dt="2025-01-23T20:10:58.965" v="122"/>
          <ac:spMkLst>
            <pc:docMk/>
            <pc:sldMk cId="3302015261" sldId="2145726871"/>
            <ac:spMk id="20" creationId="{C5F67686-1649-F3F0-4E0A-5F3256DB5078}"/>
          </ac:spMkLst>
        </pc:spChg>
        <pc:spChg chg="mod">
          <ac:chgData name="Taylor Davis" userId="5c9e72a0-c39f-4aa1-9d7d-64125e78cbe6" providerId="ADAL" clId="{C8AFBD91-E288-4398-B325-17C770326919}" dt="2025-01-23T20:10:58.965" v="122"/>
          <ac:spMkLst>
            <pc:docMk/>
            <pc:sldMk cId="3302015261" sldId="2145726871"/>
            <ac:spMk id="21" creationId="{ED3A40A5-FE0A-6D7E-AA15-83E02154EAE4}"/>
          </ac:spMkLst>
        </pc:spChg>
        <pc:spChg chg="mod">
          <ac:chgData name="Taylor Davis" userId="5c9e72a0-c39f-4aa1-9d7d-64125e78cbe6" providerId="ADAL" clId="{C8AFBD91-E288-4398-B325-17C770326919}" dt="2025-01-23T20:10:58.965" v="122"/>
          <ac:spMkLst>
            <pc:docMk/>
            <pc:sldMk cId="3302015261" sldId="2145726871"/>
            <ac:spMk id="25" creationId="{E8E181D0-1AA6-44C9-D49C-34D7EA2719E2}"/>
          </ac:spMkLst>
        </pc:spChg>
        <pc:spChg chg="mod">
          <ac:chgData name="Taylor Davis" userId="5c9e72a0-c39f-4aa1-9d7d-64125e78cbe6" providerId="ADAL" clId="{C8AFBD91-E288-4398-B325-17C770326919}" dt="2025-01-23T20:10:58.965" v="122"/>
          <ac:spMkLst>
            <pc:docMk/>
            <pc:sldMk cId="3302015261" sldId="2145726871"/>
            <ac:spMk id="29" creationId="{BCA9A7E6-BC39-16E3-5B57-D5338159CDE9}"/>
          </ac:spMkLst>
        </pc:spChg>
        <pc:spChg chg="mod">
          <ac:chgData name="Taylor Davis" userId="5c9e72a0-c39f-4aa1-9d7d-64125e78cbe6" providerId="ADAL" clId="{C8AFBD91-E288-4398-B325-17C770326919}" dt="2025-01-23T20:10:58.965" v="122"/>
          <ac:spMkLst>
            <pc:docMk/>
            <pc:sldMk cId="3302015261" sldId="2145726871"/>
            <ac:spMk id="32" creationId="{03BBC329-2771-95E8-FDA3-83887BBA628A}"/>
          </ac:spMkLst>
        </pc:spChg>
        <pc:spChg chg="add mod">
          <ac:chgData name="Taylor Davis" userId="5c9e72a0-c39f-4aa1-9d7d-64125e78cbe6" providerId="ADAL" clId="{C8AFBD91-E288-4398-B325-17C770326919}" dt="2025-01-23T20:11:02.403" v="123" actId="1076"/>
          <ac:spMkLst>
            <pc:docMk/>
            <pc:sldMk cId="3302015261" sldId="2145726871"/>
            <ac:spMk id="33" creationId="{87FC2C6D-8AF3-2F34-E05F-A91871D196E1}"/>
          </ac:spMkLst>
        </pc:spChg>
        <pc:spChg chg="add mod">
          <ac:chgData name="Taylor Davis" userId="5c9e72a0-c39f-4aa1-9d7d-64125e78cbe6" providerId="ADAL" clId="{C8AFBD91-E288-4398-B325-17C770326919}" dt="2025-01-23T20:11:02.403" v="123" actId="1076"/>
          <ac:spMkLst>
            <pc:docMk/>
            <pc:sldMk cId="3302015261" sldId="2145726871"/>
            <ac:spMk id="34" creationId="{6EF280A6-2C9E-C5C6-D23A-E72426A58D77}"/>
          </ac:spMkLst>
        </pc:spChg>
        <pc:spChg chg="mod">
          <ac:chgData name="Taylor Davis" userId="5c9e72a0-c39f-4aa1-9d7d-64125e78cbe6" providerId="ADAL" clId="{C8AFBD91-E288-4398-B325-17C770326919}" dt="2025-01-23T20:11:02.403" v="123" actId="1076"/>
          <ac:spMkLst>
            <pc:docMk/>
            <pc:sldMk cId="3302015261" sldId="2145726871"/>
            <ac:spMk id="35" creationId="{D51C5553-872B-D424-6416-8DA703AA4FA8}"/>
          </ac:spMkLst>
        </pc:spChg>
        <pc:spChg chg="mod">
          <ac:chgData name="Taylor Davis" userId="5c9e72a0-c39f-4aa1-9d7d-64125e78cbe6" providerId="ADAL" clId="{C8AFBD91-E288-4398-B325-17C770326919}" dt="2025-01-23T20:11:02.403" v="123" actId="1076"/>
          <ac:spMkLst>
            <pc:docMk/>
            <pc:sldMk cId="3302015261" sldId="2145726871"/>
            <ac:spMk id="36" creationId="{74611794-C5E8-BE9B-A527-30CC9174C136}"/>
          </ac:spMkLst>
        </pc:spChg>
        <pc:spChg chg="add mod">
          <ac:chgData name="Taylor Davis" userId="5c9e72a0-c39f-4aa1-9d7d-64125e78cbe6" providerId="ADAL" clId="{C8AFBD91-E288-4398-B325-17C770326919}" dt="2025-01-24T04:31:08.230" v="3335"/>
          <ac:spMkLst>
            <pc:docMk/>
            <pc:sldMk cId="3302015261" sldId="2145726871"/>
            <ac:spMk id="38" creationId="{93833C5C-0E19-A450-62F7-B57A02F7A8D9}"/>
          </ac:spMkLst>
        </pc:spChg>
        <pc:grpChg chg="mod">
          <ac:chgData name="Taylor Davis" userId="5c9e72a0-c39f-4aa1-9d7d-64125e78cbe6" providerId="ADAL" clId="{C8AFBD91-E288-4398-B325-17C770326919}" dt="2025-01-23T20:11:02.403" v="123" actId="1076"/>
          <ac:grpSpMkLst>
            <pc:docMk/>
            <pc:sldMk cId="3302015261" sldId="2145726871"/>
            <ac:grpSpMk id="10" creationId="{2651BC20-E99B-BDA4-D782-59883424EFB6}"/>
          </ac:grpSpMkLst>
        </pc:grpChg>
        <pc:graphicFrameChg chg="del">
          <ac:chgData name="Taylor Davis" userId="5c9e72a0-c39f-4aa1-9d7d-64125e78cbe6" providerId="ADAL" clId="{C8AFBD91-E288-4398-B325-17C770326919}" dt="2025-01-23T20:10:47.557" v="120" actId="478"/>
          <ac:graphicFrameMkLst>
            <pc:docMk/>
            <pc:sldMk cId="3302015261" sldId="2145726871"/>
            <ac:graphicFrameMk id="8" creationId="{B9E0A44D-EDC5-EBD5-4D77-F30FF46B060F}"/>
          </ac:graphicFrameMkLst>
        </pc:graphicFrameChg>
        <pc:picChg chg="mod">
          <ac:chgData name="Taylor Davis" userId="5c9e72a0-c39f-4aa1-9d7d-64125e78cbe6" providerId="ADAL" clId="{C8AFBD91-E288-4398-B325-17C770326919}" dt="2025-01-24T04:31:16.181" v="3338" actId="1076"/>
          <ac:picMkLst>
            <pc:docMk/>
            <pc:sldMk cId="3302015261" sldId="2145726871"/>
            <ac:picMk id="9" creationId="{00000000-0000-0000-0000-000000000000}"/>
          </ac:picMkLst>
        </pc:picChg>
        <pc:picChg chg="add mod">
          <ac:chgData name="Taylor Davis" userId="5c9e72a0-c39f-4aa1-9d7d-64125e78cbe6" providerId="ADAL" clId="{C8AFBD91-E288-4398-B325-17C770326919}" dt="2025-01-24T04:31:08.230" v="3335"/>
          <ac:picMkLst>
            <pc:docMk/>
            <pc:sldMk cId="3302015261" sldId="2145726871"/>
            <ac:picMk id="37" creationId="{CAD54B8B-1EAC-1354-F8DC-34FB66A18D41}"/>
          </ac:picMkLst>
        </pc:picChg>
      </pc:sldChg>
      <pc:sldChg chg="modSp add mod">
        <pc:chgData name="Taylor Davis" userId="5c9e72a0-c39f-4aa1-9d7d-64125e78cbe6" providerId="ADAL" clId="{C8AFBD91-E288-4398-B325-17C770326919}" dt="2025-01-24T04:35:35.356" v="3895" actId="20577"/>
        <pc:sldMkLst>
          <pc:docMk/>
          <pc:sldMk cId="72709568" sldId="2145726872"/>
        </pc:sldMkLst>
        <pc:spChg chg="mod">
          <ac:chgData name="Taylor Davis" userId="5c9e72a0-c39f-4aa1-9d7d-64125e78cbe6" providerId="ADAL" clId="{C8AFBD91-E288-4398-B325-17C770326919}" dt="2025-01-24T04:35:35.356" v="3895" actId="20577"/>
          <ac:spMkLst>
            <pc:docMk/>
            <pc:sldMk cId="72709568" sldId="2145726872"/>
            <ac:spMk id="20" creationId="{BC0B4224-A0CC-AD78-8E24-07E538135775}"/>
          </ac:spMkLst>
        </pc:spChg>
      </pc:sldChg>
      <pc:sldChg chg="add del">
        <pc:chgData name="Taylor Davis" userId="5c9e72a0-c39f-4aa1-9d7d-64125e78cbe6" providerId="ADAL" clId="{C8AFBD91-E288-4398-B325-17C770326919}" dt="2025-01-23T20:11:36.705" v="156"/>
        <pc:sldMkLst>
          <pc:docMk/>
          <pc:sldMk cId="716626118" sldId="2145726873"/>
        </pc:sldMkLst>
      </pc:sldChg>
      <pc:sldChg chg="modSp add mod ord">
        <pc:chgData name="Taylor Davis" userId="5c9e72a0-c39f-4aa1-9d7d-64125e78cbe6" providerId="ADAL" clId="{C8AFBD91-E288-4398-B325-17C770326919}" dt="2025-01-24T04:35:14.698" v="3841" actId="20577"/>
        <pc:sldMkLst>
          <pc:docMk/>
          <pc:sldMk cId="3812500186" sldId="2145726873"/>
        </pc:sldMkLst>
        <pc:spChg chg="mod">
          <ac:chgData name="Taylor Davis" userId="5c9e72a0-c39f-4aa1-9d7d-64125e78cbe6" providerId="ADAL" clId="{C8AFBD91-E288-4398-B325-17C770326919}" dt="2025-01-24T04:35:14.698" v="3841" actId="20577"/>
          <ac:spMkLst>
            <pc:docMk/>
            <pc:sldMk cId="3812500186" sldId="2145726873"/>
            <ac:spMk id="2" creationId="{E799F91A-3FD1-47AB-858A-263DC729BC42}"/>
          </ac:spMkLst>
        </pc:spChg>
        <pc:graphicFrameChg chg="mod modGraphic">
          <ac:chgData name="Taylor Davis" userId="5c9e72a0-c39f-4aa1-9d7d-64125e78cbe6" providerId="ADAL" clId="{C8AFBD91-E288-4398-B325-17C770326919}" dt="2025-01-24T04:32:59.740" v="3471" actId="14100"/>
          <ac:graphicFrameMkLst>
            <pc:docMk/>
            <pc:sldMk cId="3812500186" sldId="2145726873"/>
            <ac:graphicFrameMk id="6" creationId="{00000000-0000-0000-0000-000000000000}"/>
          </ac:graphicFrameMkLst>
        </pc:graphicFrameChg>
      </pc:sldChg>
      <pc:sldChg chg="modSp add mod">
        <pc:chgData name="Taylor Davis" userId="5c9e72a0-c39f-4aa1-9d7d-64125e78cbe6" providerId="ADAL" clId="{C8AFBD91-E288-4398-B325-17C770326919}" dt="2025-01-24T05:21:26.576" v="5036" actId="20577"/>
        <pc:sldMkLst>
          <pc:docMk/>
          <pc:sldMk cId="4125055644" sldId="2145726874"/>
        </pc:sldMkLst>
        <pc:spChg chg="mod">
          <ac:chgData name="Taylor Davis" userId="5c9e72a0-c39f-4aa1-9d7d-64125e78cbe6" providerId="ADAL" clId="{C8AFBD91-E288-4398-B325-17C770326919}" dt="2025-01-24T05:21:26.576" v="5036" actId="20577"/>
          <ac:spMkLst>
            <pc:docMk/>
            <pc:sldMk cId="4125055644" sldId="2145726874"/>
            <ac:spMk id="8" creationId="{C690F22E-C9CA-61DC-5584-149573110610}"/>
          </ac:spMkLst>
        </pc:spChg>
        <pc:spChg chg="mod">
          <ac:chgData name="Taylor Davis" userId="5c9e72a0-c39f-4aa1-9d7d-64125e78cbe6" providerId="ADAL" clId="{C8AFBD91-E288-4398-B325-17C770326919}" dt="2025-01-24T04:36:07.053" v="3914" actId="1076"/>
          <ac:spMkLst>
            <pc:docMk/>
            <pc:sldMk cId="4125055644" sldId="2145726874"/>
            <ac:spMk id="10" creationId="{1BBEE831-0583-9B2A-D9B8-C57C918E4C3C}"/>
          </ac:spMkLst>
        </pc:spChg>
      </pc:sldChg>
      <pc:sldChg chg="addSp delSp modSp new del mod modClrScheme chgLayout">
        <pc:chgData name="Taylor Davis" userId="5c9e72a0-c39f-4aa1-9d7d-64125e78cbe6" providerId="ADAL" clId="{C8AFBD91-E288-4398-B325-17C770326919}" dt="2025-01-24T04:41:24.164" v="4387" actId="47"/>
        <pc:sldMkLst>
          <pc:docMk/>
          <pc:sldMk cId="3698987204" sldId="2145726875"/>
        </pc:sldMkLst>
        <pc:spChg chg="del mod ord">
          <ac:chgData name="Taylor Davis" userId="5c9e72a0-c39f-4aa1-9d7d-64125e78cbe6" providerId="ADAL" clId="{C8AFBD91-E288-4398-B325-17C770326919}" dt="2025-01-23T23:59:52.708" v="162" actId="700"/>
          <ac:spMkLst>
            <pc:docMk/>
            <pc:sldMk cId="3698987204" sldId="2145726875"/>
            <ac:spMk id="2" creationId="{9579D162-3C2E-411A-5428-180357294046}"/>
          </ac:spMkLst>
        </pc:spChg>
        <pc:spChg chg="del mod ord">
          <ac:chgData name="Taylor Davis" userId="5c9e72a0-c39f-4aa1-9d7d-64125e78cbe6" providerId="ADAL" clId="{C8AFBD91-E288-4398-B325-17C770326919}" dt="2025-01-23T23:59:52.708" v="162" actId="700"/>
          <ac:spMkLst>
            <pc:docMk/>
            <pc:sldMk cId="3698987204" sldId="2145726875"/>
            <ac:spMk id="3" creationId="{7E232AFB-4BFE-9D26-F93B-63F7ED8BAC4D}"/>
          </ac:spMkLst>
        </pc:spChg>
        <pc:spChg chg="mod ord">
          <ac:chgData name="Taylor Davis" userId="5c9e72a0-c39f-4aa1-9d7d-64125e78cbe6" providerId="ADAL" clId="{C8AFBD91-E288-4398-B325-17C770326919}" dt="2025-01-23T23:59:52.708" v="162" actId="700"/>
          <ac:spMkLst>
            <pc:docMk/>
            <pc:sldMk cId="3698987204" sldId="2145726875"/>
            <ac:spMk id="4" creationId="{D0E143CC-6BD1-8E58-2ED7-0C9E792A56CE}"/>
          </ac:spMkLst>
        </pc:spChg>
        <pc:spChg chg="mod ord">
          <ac:chgData name="Taylor Davis" userId="5c9e72a0-c39f-4aa1-9d7d-64125e78cbe6" providerId="ADAL" clId="{C8AFBD91-E288-4398-B325-17C770326919}" dt="2025-01-23T23:59:52.708" v="162" actId="700"/>
          <ac:spMkLst>
            <pc:docMk/>
            <pc:sldMk cId="3698987204" sldId="2145726875"/>
            <ac:spMk id="5" creationId="{85E52FE4-FC2A-1192-1255-044ADDF9C32C}"/>
          </ac:spMkLst>
        </pc:spChg>
        <pc:spChg chg="add mod ord">
          <ac:chgData name="Taylor Davis" userId="5c9e72a0-c39f-4aa1-9d7d-64125e78cbe6" providerId="ADAL" clId="{C8AFBD91-E288-4398-B325-17C770326919}" dt="2025-01-24T00:00:22.175" v="194" actId="20577"/>
          <ac:spMkLst>
            <pc:docMk/>
            <pc:sldMk cId="3698987204" sldId="2145726875"/>
            <ac:spMk id="6" creationId="{9F512EE3-F5DC-BBCB-A2DC-9A32622161DA}"/>
          </ac:spMkLst>
        </pc:spChg>
        <pc:spChg chg="add mod ord">
          <ac:chgData name="Taylor Davis" userId="5c9e72a0-c39f-4aa1-9d7d-64125e78cbe6" providerId="ADAL" clId="{C8AFBD91-E288-4398-B325-17C770326919}" dt="2025-01-23T23:59:52.708" v="162" actId="700"/>
          <ac:spMkLst>
            <pc:docMk/>
            <pc:sldMk cId="3698987204" sldId="2145726875"/>
            <ac:spMk id="7" creationId="{2230D74A-A018-3182-5402-43F85D479F04}"/>
          </ac:spMkLst>
        </pc:spChg>
      </pc:sldChg>
      <pc:sldChg chg="addSp delSp modSp add mod">
        <pc:chgData name="Taylor Davis" userId="5c9e72a0-c39f-4aa1-9d7d-64125e78cbe6" providerId="ADAL" clId="{C8AFBD91-E288-4398-B325-17C770326919}" dt="2025-01-24T04:52:12.374" v="4688" actId="1076"/>
        <pc:sldMkLst>
          <pc:docMk/>
          <pc:sldMk cId="1701784609" sldId="2145726876"/>
        </pc:sldMkLst>
        <pc:spChg chg="del">
          <ac:chgData name="Taylor Davis" userId="5c9e72a0-c39f-4aa1-9d7d-64125e78cbe6" providerId="ADAL" clId="{C8AFBD91-E288-4398-B325-17C770326919}" dt="2025-01-24T04:43:47.480" v="4549" actId="478"/>
          <ac:spMkLst>
            <pc:docMk/>
            <pc:sldMk cId="1701784609" sldId="2145726876"/>
            <ac:spMk id="2" creationId="{6E917A82-FACC-9CE3-5CE6-640CE6087212}"/>
          </ac:spMkLst>
        </pc:spChg>
        <pc:spChg chg="del">
          <ac:chgData name="Taylor Davis" userId="5c9e72a0-c39f-4aa1-9d7d-64125e78cbe6" providerId="ADAL" clId="{C8AFBD91-E288-4398-B325-17C770326919}" dt="2025-01-24T04:43:47.480" v="4549" actId="478"/>
          <ac:spMkLst>
            <pc:docMk/>
            <pc:sldMk cId="1701784609" sldId="2145726876"/>
            <ac:spMk id="3" creationId="{77BEE2C0-9C88-E3B0-3307-08132DDFD6E0}"/>
          </ac:spMkLst>
        </pc:spChg>
        <pc:spChg chg="del">
          <ac:chgData name="Taylor Davis" userId="5c9e72a0-c39f-4aa1-9d7d-64125e78cbe6" providerId="ADAL" clId="{C8AFBD91-E288-4398-B325-17C770326919}" dt="2025-01-24T04:43:04.769" v="4535" actId="478"/>
          <ac:spMkLst>
            <pc:docMk/>
            <pc:sldMk cId="1701784609" sldId="2145726876"/>
            <ac:spMk id="4" creationId="{C9963971-9E27-D1D8-44A6-33EAA3782592}"/>
          </ac:spMkLst>
        </pc:spChg>
        <pc:spChg chg="del">
          <ac:chgData name="Taylor Davis" userId="5c9e72a0-c39f-4aa1-9d7d-64125e78cbe6" providerId="ADAL" clId="{C8AFBD91-E288-4398-B325-17C770326919}" dt="2025-01-24T04:43:04.769" v="4535" actId="478"/>
          <ac:spMkLst>
            <pc:docMk/>
            <pc:sldMk cId="1701784609" sldId="2145726876"/>
            <ac:spMk id="5" creationId="{CCED4F75-71FE-39B7-D7A7-16E95303FB5C}"/>
          </ac:spMkLst>
        </pc:spChg>
        <pc:spChg chg="del">
          <ac:chgData name="Taylor Davis" userId="5c9e72a0-c39f-4aa1-9d7d-64125e78cbe6" providerId="ADAL" clId="{C8AFBD91-E288-4398-B325-17C770326919}" dt="2025-01-24T04:43:04.769" v="4535" actId="478"/>
          <ac:spMkLst>
            <pc:docMk/>
            <pc:sldMk cId="1701784609" sldId="2145726876"/>
            <ac:spMk id="6" creationId="{340F1AD2-D85A-D177-8D19-AC9B027C53E2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13" creationId="{F717689D-CE36-BCFF-BBE0-D8C786052140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15" creationId="{4CCF33F2-BE5F-EDD4-1987-EDC4769E8316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17" creationId="{6AB0770A-799C-35AB-7E4D-4FC8DBC1F514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18" creationId="{EC38C993-1253-2415-06FB-4C98B47F29C2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20" creationId="{076F9CEE-37A3-9259-4545-60DE3FDE4909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26" creationId="{39582C19-D1CB-0A71-9D99-DBB01390ADFE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27" creationId="{008B4278-CFEB-05A9-81B7-23EB4EAE55EE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30" creationId="{83AA3355-FFFA-FE6A-9329-DC3F28FDCC24}"/>
          </ac:spMkLst>
        </pc:spChg>
        <pc:spChg chg="mod">
          <ac:chgData name="Taylor Davis" userId="5c9e72a0-c39f-4aa1-9d7d-64125e78cbe6" providerId="ADAL" clId="{C8AFBD91-E288-4398-B325-17C770326919}" dt="2025-01-24T04:43:16.012" v="4537"/>
          <ac:spMkLst>
            <pc:docMk/>
            <pc:sldMk cId="1701784609" sldId="2145726876"/>
            <ac:spMk id="32" creationId="{5EF202A3-28B7-A86E-7352-BFCA330A4650}"/>
          </ac:spMkLst>
        </pc:spChg>
        <pc:spChg chg="mod">
          <ac:chgData name="Taylor Davis" userId="5c9e72a0-c39f-4aa1-9d7d-64125e78cbe6" providerId="ADAL" clId="{C8AFBD91-E288-4398-B325-17C770326919}" dt="2025-01-24T04:52:09.839" v="4687" actId="1076"/>
          <ac:spMkLst>
            <pc:docMk/>
            <pc:sldMk cId="1701784609" sldId="2145726876"/>
            <ac:spMk id="33" creationId="{528FE47F-A6B1-8FA4-4718-B142F3AACCB7}"/>
          </ac:spMkLst>
        </pc:spChg>
        <pc:spChg chg="add mod">
          <ac:chgData name="Taylor Davis" userId="5c9e72a0-c39f-4aa1-9d7d-64125e78cbe6" providerId="ADAL" clId="{C8AFBD91-E288-4398-B325-17C770326919}" dt="2025-01-24T04:52:09.839" v="4687" actId="1076"/>
          <ac:spMkLst>
            <pc:docMk/>
            <pc:sldMk cId="1701784609" sldId="2145726876"/>
            <ac:spMk id="34" creationId="{18A0FAEA-1975-2BA8-4C73-F227AEB16EF7}"/>
          </ac:spMkLst>
        </pc:spChg>
        <pc:spChg chg="mod">
          <ac:chgData name="Taylor Davis" userId="5c9e72a0-c39f-4aa1-9d7d-64125e78cbe6" providerId="ADAL" clId="{C8AFBD91-E288-4398-B325-17C770326919}" dt="2025-01-24T04:52:09.839" v="4687" actId="1076"/>
          <ac:spMkLst>
            <pc:docMk/>
            <pc:sldMk cId="1701784609" sldId="2145726876"/>
            <ac:spMk id="35" creationId="{BE66BA2C-080D-0C49-E332-6466D79F7FFE}"/>
          </ac:spMkLst>
        </pc:spChg>
        <pc:spChg chg="mod">
          <ac:chgData name="Taylor Davis" userId="5c9e72a0-c39f-4aa1-9d7d-64125e78cbe6" providerId="ADAL" clId="{C8AFBD91-E288-4398-B325-17C770326919}" dt="2025-01-24T04:52:09.839" v="4687" actId="1076"/>
          <ac:spMkLst>
            <pc:docMk/>
            <pc:sldMk cId="1701784609" sldId="2145726876"/>
            <ac:spMk id="36" creationId="{594D5E4E-BF78-C715-850E-55AF29902AD4}"/>
          </ac:spMkLst>
        </pc:spChg>
        <pc:spChg chg="add mod">
          <ac:chgData name="Taylor Davis" userId="5c9e72a0-c39f-4aa1-9d7d-64125e78cbe6" providerId="ADAL" clId="{C8AFBD91-E288-4398-B325-17C770326919}" dt="2025-01-24T04:43:47.951" v="4550"/>
          <ac:spMkLst>
            <pc:docMk/>
            <pc:sldMk cId="1701784609" sldId="2145726876"/>
            <ac:spMk id="38" creationId="{E86849F7-88F2-08D9-19AE-31AC5C0EC538}"/>
          </ac:spMkLst>
        </pc:spChg>
        <pc:grpChg chg="mod">
          <ac:chgData name="Taylor Davis" userId="5c9e72a0-c39f-4aa1-9d7d-64125e78cbe6" providerId="ADAL" clId="{C8AFBD91-E288-4398-B325-17C770326919}" dt="2025-01-24T04:52:09.839" v="4687" actId="1076"/>
          <ac:grpSpMkLst>
            <pc:docMk/>
            <pc:sldMk cId="1701784609" sldId="2145726876"/>
            <ac:grpSpMk id="10" creationId="{1659C026-6E6A-595A-CA12-0EAF987788AE}"/>
          </ac:grpSpMkLst>
        </pc:grpChg>
        <pc:graphicFrameChg chg="del">
          <ac:chgData name="Taylor Davis" userId="5c9e72a0-c39f-4aa1-9d7d-64125e78cbe6" providerId="ADAL" clId="{C8AFBD91-E288-4398-B325-17C770326919}" dt="2025-01-24T04:43:04.769" v="4535" actId="478"/>
          <ac:graphicFrameMkLst>
            <pc:docMk/>
            <pc:sldMk cId="1701784609" sldId="2145726876"/>
            <ac:graphicFrameMk id="8" creationId="{B9E0A44D-EDC5-EBD5-4D77-F30FF46B060F}"/>
          </ac:graphicFrameMkLst>
        </pc:graphicFrameChg>
        <pc:picChg chg="mod">
          <ac:chgData name="Taylor Davis" userId="5c9e72a0-c39f-4aa1-9d7d-64125e78cbe6" providerId="ADAL" clId="{C8AFBD91-E288-4398-B325-17C770326919}" dt="2025-01-24T04:52:12.374" v="4688" actId="1076"/>
          <ac:picMkLst>
            <pc:docMk/>
            <pc:sldMk cId="1701784609" sldId="2145726876"/>
            <ac:picMk id="9" creationId="{00000000-0000-0000-0000-000000000000}"/>
          </ac:picMkLst>
        </pc:picChg>
        <pc:picChg chg="add mod">
          <ac:chgData name="Taylor Davis" userId="5c9e72a0-c39f-4aa1-9d7d-64125e78cbe6" providerId="ADAL" clId="{C8AFBD91-E288-4398-B325-17C770326919}" dt="2025-01-24T04:43:47.951" v="4550"/>
          <ac:picMkLst>
            <pc:docMk/>
            <pc:sldMk cId="1701784609" sldId="2145726876"/>
            <ac:picMk id="37" creationId="{FCA7DF71-C98B-2FCE-F987-43E89F3DB3A9}"/>
          </ac:picMkLst>
        </pc:picChg>
      </pc:sldChg>
      <pc:sldChg chg="add del">
        <pc:chgData name="Taylor Davis" userId="5c9e72a0-c39f-4aa1-9d7d-64125e78cbe6" providerId="ADAL" clId="{C8AFBD91-E288-4398-B325-17C770326919}" dt="2025-01-24T00:01:06.045" v="196"/>
        <pc:sldMkLst>
          <pc:docMk/>
          <pc:sldMk cId="3352052902" sldId="2145726876"/>
        </pc:sldMkLst>
      </pc:sldChg>
      <pc:sldChg chg="add del">
        <pc:chgData name="Taylor Davis" userId="5c9e72a0-c39f-4aa1-9d7d-64125e78cbe6" providerId="ADAL" clId="{C8AFBD91-E288-4398-B325-17C770326919}" dt="2025-01-24T00:01:06.045" v="196"/>
        <pc:sldMkLst>
          <pc:docMk/>
          <pc:sldMk cId="60867983" sldId="2145726877"/>
        </pc:sldMkLst>
      </pc:sldChg>
      <pc:sldChg chg="add del">
        <pc:chgData name="Taylor Davis" userId="5c9e72a0-c39f-4aa1-9d7d-64125e78cbe6" providerId="ADAL" clId="{C8AFBD91-E288-4398-B325-17C770326919}" dt="2025-01-24T04:50:32.730" v="4551" actId="47"/>
        <pc:sldMkLst>
          <pc:docMk/>
          <pc:sldMk cId="1979642350" sldId="2145726877"/>
        </pc:sldMkLst>
      </pc:sldChg>
      <pc:sldChg chg="add del">
        <pc:chgData name="Taylor Davis" userId="5c9e72a0-c39f-4aa1-9d7d-64125e78cbe6" providerId="ADAL" clId="{C8AFBD91-E288-4398-B325-17C770326919}" dt="2025-01-24T00:01:06.045" v="196"/>
        <pc:sldMkLst>
          <pc:docMk/>
          <pc:sldMk cId="67937234" sldId="2145726878"/>
        </pc:sldMkLst>
      </pc:sldChg>
      <pc:sldChg chg="add del">
        <pc:chgData name="Taylor Davis" userId="5c9e72a0-c39f-4aa1-9d7d-64125e78cbe6" providerId="ADAL" clId="{C8AFBD91-E288-4398-B325-17C770326919}" dt="2025-01-24T04:50:32.730" v="4551" actId="47"/>
        <pc:sldMkLst>
          <pc:docMk/>
          <pc:sldMk cId="454136846" sldId="2145726878"/>
        </pc:sldMkLst>
      </pc:sldChg>
      <pc:sldChg chg="add del">
        <pc:chgData name="Taylor Davis" userId="5c9e72a0-c39f-4aa1-9d7d-64125e78cbe6" providerId="ADAL" clId="{C8AFBD91-E288-4398-B325-17C770326919}" dt="2025-01-24T00:01:06.045" v="196"/>
        <pc:sldMkLst>
          <pc:docMk/>
          <pc:sldMk cId="1674311329" sldId="2145726879"/>
        </pc:sldMkLst>
      </pc:sldChg>
      <pc:sldChg chg="add del">
        <pc:chgData name="Taylor Davis" userId="5c9e72a0-c39f-4aa1-9d7d-64125e78cbe6" providerId="ADAL" clId="{C8AFBD91-E288-4398-B325-17C770326919}" dt="2025-01-24T04:50:32.730" v="4551" actId="47"/>
        <pc:sldMkLst>
          <pc:docMk/>
          <pc:sldMk cId="3141472198" sldId="2145726879"/>
        </pc:sldMkLst>
      </pc:sldChg>
      <pc:sldChg chg="modSp add mod">
        <pc:chgData name="Taylor Davis" userId="5c9e72a0-c39f-4aa1-9d7d-64125e78cbe6" providerId="ADAL" clId="{C8AFBD91-E288-4398-B325-17C770326919}" dt="2025-01-24T05:20:26.499" v="4992" actId="20577"/>
        <pc:sldMkLst>
          <pc:docMk/>
          <pc:sldMk cId="298689825" sldId="2145726880"/>
        </pc:sldMkLst>
        <pc:spChg chg="mod">
          <ac:chgData name="Taylor Davis" userId="5c9e72a0-c39f-4aa1-9d7d-64125e78cbe6" providerId="ADAL" clId="{C8AFBD91-E288-4398-B325-17C770326919}" dt="2025-01-24T04:28:57.059" v="3075" actId="20577"/>
          <ac:spMkLst>
            <pc:docMk/>
            <pc:sldMk cId="298689825" sldId="2145726880"/>
            <ac:spMk id="2" creationId="{C0303973-734A-75E2-7237-D467283E30AA}"/>
          </ac:spMkLst>
        </pc:spChg>
        <pc:spChg chg="mod">
          <ac:chgData name="Taylor Davis" userId="5c9e72a0-c39f-4aa1-9d7d-64125e78cbe6" providerId="ADAL" clId="{C8AFBD91-E288-4398-B325-17C770326919}" dt="2025-01-24T05:20:26.499" v="4992" actId="20577"/>
          <ac:spMkLst>
            <pc:docMk/>
            <pc:sldMk cId="298689825" sldId="2145726880"/>
            <ac:spMk id="3" creationId="{BE32C4CE-5F05-342D-902C-AFA2D714B934}"/>
          </ac:spMkLst>
        </pc:spChg>
        <pc:graphicFrameChg chg="modGraphic">
          <ac:chgData name="Taylor Davis" userId="5c9e72a0-c39f-4aa1-9d7d-64125e78cbe6" providerId="ADAL" clId="{C8AFBD91-E288-4398-B325-17C770326919}" dt="2025-01-24T04:29:03.325" v="3085" actId="20577"/>
          <ac:graphicFrameMkLst>
            <pc:docMk/>
            <pc:sldMk cId="298689825" sldId="2145726880"/>
            <ac:graphicFrameMk id="6" creationId="{B95CC3ED-317F-B37B-E37A-C632E13EB131}"/>
          </ac:graphicFrameMkLst>
        </pc:graphicFrameChg>
      </pc:sldChg>
      <pc:sldChg chg="modSp add mod">
        <pc:chgData name="Taylor Davis" userId="5c9e72a0-c39f-4aa1-9d7d-64125e78cbe6" providerId="ADAL" clId="{C8AFBD91-E288-4398-B325-17C770326919}" dt="2025-01-24T04:36:49.147" v="3989" actId="20577"/>
        <pc:sldMkLst>
          <pc:docMk/>
          <pc:sldMk cId="1836957832" sldId="2145726881"/>
        </pc:sldMkLst>
        <pc:spChg chg="mod">
          <ac:chgData name="Taylor Davis" userId="5c9e72a0-c39f-4aa1-9d7d-64125e78cbe6" providerId="ADAL" clId="{C8AFBD91-E288-4398-B325-17C770326919}" dt="2025-01-24T04:36:33.527" v="3936" actId="20577"/>
          <ac:spMkLst>
            <pc:docMk/>
            <pc:sldMk cId="1836957832" sldId="2145726881"/>
            <ac:spMk id="2" creationId="{2CCB5AB9-2820-D806-4FD1-603B83B7F412}"/>
          </ac:spMkLst>
        </pc:spChg>
        <pc:spChg chg="mod">
          <ac:chgData name="Taylor Davis" userId="5c9e72a0-c39f-4aa1-9d7d-64125e78cbe6" providerId="ADAL" clId="{C8AFBD91-E288-4398-B325-17C770326919}" dt="2025-01-24T04:36:49.147" v="3989" actId="20577"/>
          <ac:spMkLst>
            <pc:docMk/>
            <pc:sldMk cId="1836957832" sldId="2145726881"/>
            <ac:spMk id="3" creationId="{D3AE137D-5341-91A4-F79F-D7AC03BC9458}"/>
          </ac:spMkLst>
        </pc:spChg>
      </pc:sldChg>
      <pc:sldChg chg="modSp add mod">
        <pc:chgData name="Taylor Davis" userId="5c9e72a0-c39f-4aa1-9d7d-64125e78cbe6" providerId="ADAL" clId="{C8AFBD91-E288-4398-B325-17C770326919}" dt="2025-01-24T05:06:45.229" v="4843" actId="20577"/>
        <pc:sldMkLst>
          <pc:docMk/>
          <pc:sldMk cId="1804741575" sldId="2145726882"/>
        </pc:sldMkLst>
        <pc:spChg chg="mod">
          <ac:chgData name="Taylor Davis" userId="5c9e72a0-c39f-4aa1-9d7d-64125e78cbe6" providerId="ADAL" clId="{C8AFBD91-E288-4398-B325-17C770326919}" dt="2025-01-24T05:06:45.229" v="4843" actId="20577"/>
          <ac:spMkLst>
            <pc:docMk/>
            <pc:sldMk cId="1804741575" sldId="2145726882"/>
            <ac:spMk id="2" creationId="{2A6CB599-5AB6-9AB6-2D14-426A46D392C8}"/>
          </ac:spMkLst>
        </pc:spChg>
        <pc:spChg chg="mod">
          <ac:chgData name="Taylor Davis" userId="5c9e72a0-c39f-4aa1-9d7d-64125e78cbe6" providerId="ADAL" clId="{C8AFBD91-E288-4398-B325-17C770326919}" dt="2025-01-24T04:42:42.518" v="4534" actId="404"/>
          <ac:spMkLst>
            <pc:docMk/>
            <pc:sldMk cId="1804741575" sldId="2145726882"/>
            <ac:spMk id="3" creationId="{19E61B61-E54C-2358-9C01-384A0A6C0E90}"/>
          </ac:spMkLst>
        </pc:spChg>
      </pc:sldChg>
      <pc:sldChg chg="add del">
        <pc:chgData name="Taylor Davis" userId="5c9e72a0-c39f-4aa1-9d7d-64125e78cbe6" providerId="ADAL" clId="{C8AFBD91-E288-4398-B325-17C770326919}" dt="2025-01-24T04:58:13.737" v="4696"/>
        <pc:sldMkLst>
          <pc:docMk/>
          <pc:sldMk cId="812415889" sldId="2145726883"/>
        </pc:sldMkLst>
      </pc:sldChg>
      <pc:sldChg chg="add del">
        <pc:chgData name="Taylor Davis" userId="5c9e72a0-c39f-4aa1-9d7d-64125e78cbe6" providerId="ADAL" clId="{C8AFBD91-E288-4398-B325-17C770326919}" dt="2025-01-24T04:50:36.714" v="4553"/>
        <pc:sldMkLst>
          <pc:docMk/>
          <pc:sldMk cId="1664602235" sldId="2145726883"/>
        </pc:sldMkLst>
      </pc:sldChg>
      <pc:sldChg chg="add del">
        <pc:chgData name="Taylor Davis" userId="5c9e72a0-c39f-4aa1-9d7d-64125e78cbe6" providerId="ADAL" clId="{C8AFBD91-E288-4398-B325-17C770326919}" dt="2025-01-24T04:58:08.706" v="4694" actId="47"/>
        <pc:sldMkLst>
          <pc:docMk/>
          <pc:sldMk cId="1790922752" sldId="2145726883"/>
        </pc:sldMkLst>
      </pc:sldChg>
      <pc:sldChg chg="modSp add mod ord">
        <pc:chgData name="Taylor Davis" userId="5c9e72a0-c39f-4aa1-9d7d-64125e78cbe6" providerId="ADAL" clId="{C8AFBD91-E288-4398-B325-17C770326919}" dt="2025-01-24T05:18:57.871" v="4970" actId="404"/>
        <pc:sldMkLst>
          <pc:docMk/>
          <pc:sldMk cId="4228869428" sldId="2145726883"/>
        </pc:sldMkLst>
        <pc:spChg chg="mod">
          <ac:chgData name="Taylor Davis" userId="5c9e72a0-c39f-4aa1-9d7d-64125e78cbe6" providerId="ADAL" clId="{C8AFBD91-E288-4398-B325-17C770326919}" dt="2025-01-24T05:18:57.871" v="4970" actId="404"/>
          <ac:spMkLst>
            <pc:docMk/>
            <pc:sldMk cId="4228869428" sldId="2145726883"/>
            <ac:spMk id="20" creationId="{BC0B4224-A0CC-AD78-8E24-07E538135775}"/>
          </ac:spMkLst>
        </pc:spChg>
      </pc:sldChg>
      <pc:sldChg chg="add del">
        <pc:chgData name="Taylor Davis" userId="5c9e72a0-c39f-4aa1-9d7d-64125e78cbe6" providerId="ADAL" clId="{C8AFBD91-E288-4398-B325-17C770326919}" dt="2025-01-24T04:58:13.737" v="4696"/>
        <pc:sldMkLst>
          <pc:docMk/>
          <pc:sldMk cId="315729090" sldId="2145726884"/>
        </pc:sldMkLst>
      </pc:sldChg>
      <pc:sldChg chg="modSp add del mod ord">
        <pc:chgData name="Taylor Davis" userId="5c9e72a0-c39f-4aa1-9d7d-64125e78cbe6" providerId="ADAL" clId="{C8AFBD91-E288-4398-B325-17C770326919}" dt="2025-01-24T04:58:08.706" v="4694" actId="47"/>
        <pc:sldMkLst>
          <pc:docMk/>
          <pc:sldMk cId="457556155" sldId="2145726884"/>
        </pc:sldMkLst>
        <pc:graphicFrameChg chg="mod modGraphic">
          <ac:chgData name="Taylor Davis" userId="5c9e72a0-c39f-4aa1-9d7d-64125e78cbe6" providerId="ADAL" clId="{C8AFBD91-E288-4398-B325-17C770326919}" dt="2025-01-24T04:52:28.012" v="4693" actId="14100"/>
          <ac:graphicFrameMkLst>
            <pc:docMk/>
            <pc:sldMk cId="457556155" sldId="2145726884"/>
            <ac:graphicFrameMk id="6" creationId="{00000000-0000-0000-0000-000000000000}"/>
          </ac:graphicFrameMkLst>
        </pc:graphicFrameChg>
      </pc:sldChg>
      <pc:sldChg chg="modSp add mod ord">
        <pc:chgData name="Taylor Davis" userId="5c9e72a0-c39f-4aa1-9d7d-64125e78cbe6" providerId="ADAL" clId="{C8AFBD91-E288-4398-B325-17C770326919}" dt="2025-01-24T04:59:14.766" v="4764" actId="1076"/>
        <pc:sldMkLst>
          <pc:docMk/>
          <pc:sldMk cId="2148046020" sldId="2145726884"/>
        </pc:sldMkLst>
        <pc:spChg chg="mod">
          <ac:chgData name="Taylor Davis" userId="5c9e72a0-c39f-4aa1-9d7d-64125e78cbe6" providerId="ADAL" clId="{C8AFBD91-E288-4398-B325-17C770326919}" dt="2025-01-24T04:59:14.766" v="4764" actId="1076"/>
          <ac:spMkLst>
            <pc:docMk/>
            <pc:sldMk cId="2148046020" sldId="2145726884"/>
            <ac:spMk id="2" creationId="{E799F91A-3FD1-47AB-858A-263DC729BC42}"/>
          </ac:spMkLst>
        </pc:spChg>
      </pc:sldChg>
      <pc:sldChg chg="add del">
        <pc:chgData name="Taylor Davis" userId="5c9e72a0-c39f-4aa1-9d7d-64125e78cbe6" providerId="ADAL" clId="{C8AFBD91-E288-4398-B325-17C770326919}" dt="2025-01-24T04:50:36.714" v="4553"/>
        <pc:sldMkLst>
          <pc:docMk/>
          <pc:sldMk cId="3182508602" sldId="2145726884"/>
        </pc:sldMkLst>
      </pc:sldChg>
      <pc:sldChg chg="add del">
        <pc:chgData name="Taylor Davis" userId="5c9e72a0-c39f-4aa1-9d7d-64125e78cbe6" providerId="ADAL" clId="{C8AFBD91-E288-4398-B325-17C770326919}" dt="2025-01-24T04:58:08.706" v="4694" actId="47"/>
        <pc:sldMkLst>
          <pc:docMk/>
          <pc:sldMk cId="3015587646" sldId="2145726885"/>
        </pc:sldMkLst>
      </pc:sldChg>
      <pc:sldChg chg="add del">
        <pc:chgData name="Taylor Davis" userId="5c9e72a0-c39f-4aa1-9d7d-64125e78cbe6" providerId="ADAL" clId="{C8AFBD91-E288-4398-B325-17C770326919}" dt="2025-01-24T04:58:13.737" v="4696"/>
        <pc:sldMkLst>
          <pc:docMk/>
          <pc:sldMk cId="3494108632" sldId="2145726885"/>
        </pc:sldMkLst>
      </pc:sldChg>
      <pc:sldChg chg="add del">
        <pc:chgData name="Taylor Davis" userId="5c9e72a0-c39f-4aa1-9d7d-64125e78cbe6" providerId="ADAL" clId="{C8AFBD91-E288-4398-B325-17C770326919}" dt="2025-01-24T04:50:36.714" v="4553"/>
        <pc:sldMkLst>
          <pc:docMk/>
          <pc:sldMk cId="3754579837" sldId="2145726885"/>
        </pc:sldMkLst>
      </pc:sldChg>
      <pc:sldChg chg="add ord">
        <pc:chgData name="Taylor Davis" userId="5c9e72a0-c39f-4aa1-9d7d-64125e78cbe6" providerId="ADAL" clId="{C8AFBD91-E288-4398-B325-17C770326919}" dt="2025-01-24T04:59:20.008" v="4768"/>
        <pc:sldMkLst>
          <pc:docMk/>
          <pc:sldMk cId="3790943868" sldId="2145726885"/>
        </pc:sldMkLst>
      </pc:sldChg>
      <pc:sldChg chg="modSp add mod">
        <pc:chgData name="Taylor Davis" userId="5c9e72a0-c39f-4aa1-9d7d-64125e78cbe6" providerId="ADAL" clId="{C8AFBD91-E288-4398-B325-17C770326919}" dt="2025-01-24T05:06:52.251" v="4851" actId="20577"/>
        <pc:sldMkLst>
          <pc:docMk/>
          <pc:sldMk cId="1592339085" sldId="2145726886"/>
        </pc:sldMkLst>
        <pc:spChg chg="mod">
          <ac:chgData name="Taylor Davis" userId="5c9e72a0-c39f-4aa1-9d7d-64125e78cbe6" providerId="ADAL" clId="{C8AFBD91-E288-4398-B325-17C770326919}" dt="2025-01-24T05:06:52.251" v="4851" actId="20577"/>
          <ac:spMkLst>
            <pc:docMk/>
            <pc:sldMk cId="1592339085" sldId="2145726886"/>
            <ac:spMk id="2" creationId="{C3E5FA5B-3012-495A-8DBB-417B788208B0}"/>
          </ac:spMkLst>
        </pc:spChg>
        <pc:spChg chg="mod">
          <ac:chgData name="Taylor Davis" userId="5c9e72a0-c39f-4aa1-9d7d-64125e78cbe6" providerId="ADAL" clId="{C8AFBD91-E288-4398-B325-17C770326919}" dt="2025-01-24T05:06:20.708" v="4806" actId="20577"/>
          <ac:spMkLst>
            <pc:docMk/>
            <pc:sldMk cId="1592339085" sldId="2145726886"/>
            <ac:spMk id="3" creationId="{98E3A53C-9D16-0B7C-4F16-0E8AD630E931}"/>
          </ac:spMkLst>
        </pc:spChg>
      </pc:sldChg>
      <pc:sldChg chg="addSp delSp modSp add mod">
        <pc:chgData name="Taylor Davis" userId="5c9e72a0-c39f-4aa1-9d7d-64125e78cbe6" providerId="ADAL" clId="{C8AFBD91-E288-4398-B325-17C770326919}" dt="2025-01-24T05:10:40.122" v="4909" actId="20577"/>
        <pc:sldMkLst>
          <pc:docMk/>
          <pc:sldMk cId="2349177502" sldId="2145726887"/>
        </pc:sldMkLst>
        <pc:spChg chg="add del mod">
          <ac:chgData name="Taylor Davis" userId="5c9e72a0-c39f-4aa1-9d7d-64125e78cbe6" providerId="ADAL" clId="{C8AFBD91-E288-4398-B325-17C770326919}" dt="2025-01-24T05:10:04.858" v="4856" actId="478"/>
          <ac:spMkLst>
            <pc:docMk/>
            <pc:sldMk cId="2349177502" sldId="2145726887"/>
            <ac:spMk id="3" creationId="{CCD2FB7B-7300-059C-EAB7-7F5FE876D73C}"/>
          </ac:spMkLst>
        </pc:spChg>
        <pc:spChg chg="mod">
          <ac:chgData name="Taylor Davis" userId="5c9e72a0-c39f-4aa1-9d7d-64125e78cbe6" providerId="ADAL" clId="{C8AFBD91-E288-4398-B325-17C770326919}" dt="2025-01-24T05:10:22.576" v="4862"/>
          <ac:spMkLst>
            <pc:docMk/>
            <pc:sldMk cId="2349177502" sldId="2145726887"/>
            <ac:spMk id="13" creationId="{14E5AD7C-E237-4A9B-34BC-D605574187F7}"/>
          </ac:spMkLst>
        </pc:spChg>
        <pc:spChg chg="mod">
          <ac:chgData name="Taylor Davis" userId="5c9e72a0-c39f-4aa1-9d7d-64125e78cbe6" providerId="ADAL" clId="{C8AFBD91-E288-4398-B325-17C770326919}" dt="2025-01-24T05:10:22.576" v="4862"/>
          <ac:spMkLst>
            <pc:docMk/>
            <pc:sldMk cId="2349177502" sldId="2145726887"/>
            <ac:spMk id="14" creationId="{6C67F6D1-628E-DBE6-F7B3-605ABF7AF104}"/>
          </ac:spMkLst>
        </pc:spChg>
        <pc:spChg chg="mod">
          <ac:chgData name="Taylor Davis" userId="5c9e72a0-c39f-4aa1-9d7d-64125e78cbe6" providerId="ADAL" clId="{C8AFBD91-E288-4398-B325-17C770326919}" dt="2025-01-24T05:10:22.576" v="4862"/>
          <ac:spMkLst>
            <pc:docMk/>
            <pc:sldMk cId="2349177502" sldId="2145726887"/>
            <ac:spMk id="15" creationId="{0B1F550E-5B73-5019-66B2-76DA09461AF2}"/>
          </ac:spMkLst>
        </pc:spChg>
        <pc:spChg chg="mod">
          <ac:chgData name="Taylor Davis" userId="5c9e72a0-c39f-4aa1-9d7d-64125e78cbe6" providerId="ADAL" clId="{C8AFBD91-E288-4398-B325-17C770326919}" dt="2025-01-24T05:10:22.576" v="4862"/>
          <ac:spMkLst>
            <pc:docMk/>
            <pc:sldMk cId="2349177502" sldId="2145726887"/>
            <ac:spMk id="16" creationId="{14EDCCE9-64B0-0F72-180B-4F0736C96F3E}"/>
          </ac:spMkLst>
        </pc:spChg>
        <pc:spChg chg="mod">
          <ac:chgData name="Taylor Davis" userId="5c9e72a0-c39f-4aa1-9d7d-64125e78cbe6" providerId="ADAL" clId="{C8AFBD91-E288-4398-B325-17C770326919}" dt="2025-01-24T05:10:22.576" v="4862"/>
          <ac:spMkLst>
            <pc:docMk/>
            <pc:sldMk cId="2349177502" sldId="2145726887"/>
            <ac:spMk id="21" creationId="{A666CB99-29FC-4BC6-69DA-852E86A021E5}"/>
          </ac:spMkLst>
        </pc:spChg>
        <pc:spChg chg="mod">
          <ac:chgData name="Taylor Davis" userId="5c9e72a0-c39f-4aa1-9d7d-64125e78cbe6" providerId="ADAL" clId="{C8AFBD91-E288-4398-B325-17C770326919}" dt="2025-01-24T05:10:22.576" v="4862"/>
          <ac:spMkLst>
            <pc:docMk/>
            <pc:sldMk cId="2349177502" sldId="2145726887"/>
            <ac:spMk id="22" creationId="{71728757-39CC-CF9D-0F76-D9105D46147E}"/>
          </ac:spMkLst>
        </pc:spChg>
        <pc:spChg chg="mod">
          <ac:chgData name="Taylor Davis" userId="5c9e72a0-c39f-4aa1-9d7d-64125e78cbe6" providerId="ADAL" clId="{C8AFBD91-E288-4398-B325-17C770326919}" dt="2025-01-24T05:10:22.576" v="4862"/>
          <ac:spMkLst>
            <pc:docMk/>
            <pc:sldMk cId="2349177502" sldId="2145726887"/>
            <ac:spMk id="24" creationId="{E3AA3C36-2F36-AAAA-E17F-6F3310787830}"/>
          </ac:spMkLst>
        </pc:spChg>
        <pc:spChg chg="add mod">
          <ac:chgData name="Taylor Davis" userId="5c9e72a0-c39f-4aa1-9d7d-64125e78cbe6" providerId="ADAL" clId="{C8AFBD91-E288-4398-B325-17C770326919}" dt="2025-01-24T05:10:26.272" v="4863" actId="1076"/>
          <ac:spMkLst>
            <pc:docMk/>
            <pc:sldMk cId="2349177502" sldId="2145726887"/>
            <ac:spMk id="29" creationId="{58BE5D9D-1143-A04B-BFF3-58676E250F00}"/>
          </ac:spMkLst>
        </pc:spChg>
        <pc:spChg chg="mod">
          <ac:chgData name="Taylor Davis" userId="5c9e72a0-c39f-4aa1-9d7d-64125e78cbe6" providerId="ADAL" clId="{C8AFBD91-E288-4398-B325-17C770326919}" dt="2025-01-24T05:10:26.272" v="4863" actId="1076"/>
          <ac:spMkLst>
            <pc:docMk/>
            <pc:sldMk cId="2349177502" sldId="2145726887"/>
            <ac:spMk id="30" creationId="{C400D13A-F757-A3FA-FC10-A577BB1B1E81}"/>
          </ac:spMkLst>
        </pc:spChg>
        <pc:spChg chg="add mod">
          <ac:chgData name="Taylor Davis" userId="5c9e72a0-c39f-4aa1-9d7d-64125e78cbe6" providerId="ADAL" clId="{C8AFBD91-E288-4398-B325-17C770326919}" dt="2025-01-24T05:10:26.272" v="4863" actId="1076"/>
          <ac:spMkLst>
            <pc:docMk/>
            <pc:sldMk cId="2349177502" sldId="2145726887"/>
            <ac:spMk id="31" creationId="{4EC39235-D550-F047-1A70-A68AB1665B2A}"/>
          </ac:spMkLst>
        </pc:spChg>
        <pc:spChg chg="add mod">
          <ac:chgData name="Taylor Davis" userId="5c9e72a0-c39f-4aa1-9d7d-64125e78cbe6" providerId="ADAL" clId="{C8AFBD91-E288-4398-B325-17C770326919}" dt="2025-01-24T05:10:26.272" v="4863" actId="1076"/>
          <ac:spMkLst>
            <pc:docMk/>
            <pc:sldMk cId="2349177502" sldId="2145726887"/>
            <ac:spMk id="32" creationId="{1B81944A-081D-A3A8-BEC2-6A0BA569EBAF}"/>
          </ac:spMkLst>
        </pc:spChg>
        <pc:spChg chg="del">
          <ac:chgData name="Taylor Davis" userId="5c9e72a0-c39f-4aa1-9d7d-64125e78cbe6" providerId="ADAL" clId="{C8AFBD91-E288-4398-B325-17C770326919}" dt="2025-01-24T05:10:22.047" v="4861" actId="478"/>
          <ac:spMkLst>
            <pc:docMk/>
            <pc:sldMk cId="2349177502" sldId="2145726887"/>
            <ac:spMk id="56" creationId="{77547B8A-6717-4018-91BB-3DC7A9CE2180}"/>
          </ac:spMkLst>
        </pc:spChg>
        <pc:spChg chg="del">
          <ac:chgData name="Taylor Davis" userId="5c9e72a0-c39f-4aa1-9d7d-64125e78cbe6" providerId="ADAL" clId="{C8AFBD91-E288-4398-B325-17C770326919}" dt="2025-01-24T05:10:22.047" v="4861" actId="478"/>
          <ac:spMkLst>
            <pc:docMk/>
            <pc:sldMk cId="2349177502" sldId="2145726887"/>
            <ac:spMk id="57" creationId="{20A149FF-9286-0EF9-5595-8E1FAFA04576}"/>
          </ac:spMkLst>
        </pc:spChg>
        <pc:spChg chg="del">
          <ac:chgData name="Taylor Davis" userId="5c9e72a0-c39f-4aa1-9d7d-64125e78cbe6" providerId="ADAL" clId="{C8AFBD91-E288-4398-B325-17C770326919}" dt="2025-01-24T05:10:22.047" v="4861" actId="478"/>
          <ac:spMkLst>
            <pc:docMk/>
            <pc:sldMk cId="2349177502" sldId="2145726887"/>
            <ac:spMk id="58" creationId="{5039F709-5FA2-D3E5-56FE-975A3391F40B}"/>
          </ac:spMkLst>
        </pc:spChg>
        <pc:spChg chg="del">
          <ac:chgData name="Taylor Davis" userId="5c9e72a0-c39f-4aa1-9d7d-64125e78cbe6" providerId="ADAL" clId="{C8AFBD91-E288-4398-B325-17C770326919}" dt="2025-01-24T05:10:22.047" v="4861" actId="478"/>
          <ac:spMkLst>
            <pc:docMk/>
            <pc:sldMk cId="2349177502" sldId="2145726887"/>
            <ac:spMk id="59" creationId="{FD228E04-E2D4-F6C3-0BFC-D44E1567EFAC}"/>
          </ac:spMkLst>
        </pc:spChg>
        <pc:spChg chg="mod">
          <ac:chgData name="Taylor Davis" userId="5c9e72a0-c39f-4aa1-9d7d-64125e78cbe6" providerId="ADAL" clId="{C8AFBD91-E288-4398-B325-17C770326919}" dt="2025-01-24T05:10:40.122" v="4909" actId="20577"/>
          <ac:spMkLst>
            <pc:docMk/>
            <pc:sldMk cId="2349177502" sldId="2145726887"/>
            <ac:spMk id="65" creationId="{E394677E-2184-E15D-B40B-768B4CE42038}"/>
          </ac:spMkLst>
        </pc:spChg>
        <pc:grpChg chg="mod">
          <ac:chgData name="Taylor Davis" userId="5c9e72a0-c39f-4aa1-9d7d-64125e78cbe6" providerId="ADAL" clId="{C8AFBD91-E288-4398-B325-17C770326919}" dt="2025-01-24T05:10:26.272" v="4863" actId="1076"/>
          <ac:grpSpMkLst>
            <pc:docMk/>
            <pc:sldMk cId="2349177502" sldId="2145726887"/>
            <ac:grpSpMk id="5" creationId="{A12D6302-44BF-8D3F-445A-5DAF0BE81845}"/>
          </ac:grpSpMkLst>
        </pc:grpChg>
        <pc:grpChg chg="del">
          <ac:chgData name="Taylor Davis" userId="5c9e72a0-c39f-4aa1-9d7d-64125e78cbe6" providerId="ADAL" clId="{C8AFBD91-E288-4398-B325-17C770326919}" dt="2025-01-24T05:10:22.047" v="4861" actId="478"/>
          <ac:grpSpMkLst>
            <pc:docMk/>
            <pc:sldMk cId="2349177502" sldId="2145726887"/>
            <ac:grpSpMk id="33" creationId="{6B134A9A-5966-9A64-386F-80CBEC432330}"/>
          </ac:grpSpMkLst>
        </pc:grpChg>
        <pc:picChg chg="add mod">
          <ac:chgData name="Taylor Davis" userId="5c9e72a0-c39f-4aa1-9d7d-64125e78cbe6" providerId="ADAL" clId="{C8AFBD91-E288-4398-B325-17C770326919}" dt="2025-01-24T05:10:11.574" v="4860" actId="1076"/>
          <ac:picMkLst>
            <pc:docMk/>
            <pc:sldMk cId="2349177502" sldId="2145726887"/>
            <ac:picMk id="4" creationId="{093882AB-934C-DDAA-AF48-F07A622E34D2}"/>
          </ac:picMkLst>
        </pc:picChg>
        <pc:picChg chg="del">
          <ac:chgData name="Taylor Davis" userId="5c9e72a0-c39f-4aa1-9d7d-64125e78cbe6" providerId="ADAL" clId="{C8AFBD91-E288-4398-B325-17C770326919}" dt="2025-01-24T05:10:02.532" v="4855" actId="478"/>
          <ac:picMkLst>
            <pc:docMk/>
            <pc:sldMk cId="2349177502" sldId="2145726887"/>
            <ac:picMk id="9" creationId="{D55EBA89-DFD5-DAC3-2FF7-4F80EB4A5AC3}"/>
          </ac:picMkLst>
        </pc:picChg>
      </pc:sldChg>
      <pc:sldChg chg="add">
        <pc:chgData name="Taylor Davis" userId="5c9e72a0-c39f-4aa1-9d7d-64125e78cbe6" providerId="ADAL" clId="{C8AFBD91-E288-4398-B325-17C770326919}" dt="2025-01-24T05:17:11.028" v="4910"/>
        <pc:sldMkLst>
          <pc:docMk/>
          <pc:sldMk cId="2435195623" sldId="2145726888"/>
        </pc:sldMkLst>
      </pc:sldChg>
      <pc:sldChg chg="modSp add mod">
        <pc:chgData name="Taylor Davis" userId="5c9e72a0-c39f-4aa1-9d7d-64125e78cbe6" providerId="ADAL" clId="{C8AFBD91-E288-4398-B325-17C770326919}" dt="2025-01-24T05:19:04.958" v="4978" actId="20577"/>
        <pc:sldMkLst>
          <pc:docMk/>
          <pc:sldMk cId="1059276499" sldId="2145726889"/>
        </pc:sldMkLst>
        <pc:spChg chg="mod">
          <ac:chgData name="Taylor Davis" userId="5c9e72a0-c39f-4aa1-9d7d-64125e78cbe6" providerId="ADAL" clId="{C8AFBD91-E288-4398-B325-17C770326919}" dt="2025-01-24T05:18:35.857" v="4924" actId="1076"/>
          <ac:spMkLst>
            <pc:docMk/>
            <pc:sldMk cId="1059276499" sldId="2145726889"/>
            <ac:spMk id="2" creationId="{E799F91A-3FD1-47AB-858A-263DC729BC42}"/>
          </ac:spMkLst>
        </pc:spChg>
        <pc:spChg chg="mod">
          <ac:chgData name="Taylor Davis" userId="5c9e72a0-c39f-4aa1-9d7d-64125e78cbe6" providerId="ADAL" clId="{C8AFBD91-E288-4398-B325-17C770326919}" dt="2025-01-24T05:19:04.958" v="4978" actId="20577"/>
          <ac:spMkLst>
            <pc:docMk/>
            <pc:sldMk cId="1059276499" sldId="2145726889"/>
            <ac:spMk id="3" creationId="{B908E53A-80EF-253B-70F2-1B864197EF25}"/>
          </ac:spMkLst>
        </pc:spChg>
        <pc:graphicFrameChg chg="mod modGraphic">
          <ac:chgData name="Taylor Davis" userId="5c9e72a0-c39f-4aa1-9d7d-64125e78cbe6" providerId="ADAL" clId="{C8AFBD91-E288-4398-B325-17C770326919}" dt="2025-01-24T05:17:37.797" v="4914" actId="14100"/>
          <ac:graphicFrameMkLst>
            <pc:docMk/>
            <pc:sldMk cId="1059276499" sldId="2145726889"/>
            <ac:graphicFrameMk id="6" creationId="{00000000-0000-0000-0000-000000000000}"/>
          </ac:graphicFrameMkLst>
        </pc:graphicFrameChg>
      </pc:sldChg>
      <pc:sldMasterChg chg="delSldLayout">
        <pc:chgData name="Taylor Davis" userId="5c9e72a0-c39f-4aa1-9d7d-64125e78cbe6" providerId="ADAL" clId="{C8AFBD91-E288-4398-B325-17C770326919}" dt="2025-01-23T20:09:35.338" v="96" actId="47"/>
        <pc:sldMasterMkLst>
          <pc:docMk/>
          <pc:sldMasterMk cId="2950145033" sldId="2147483756"/>
        </pc:sldMasterMkLst>
        <pc:sldLayoutChg chg="del">
          <pc:chgData name="Taylor Davis" userId="5c9e72a0-c39f-4aa1-9d7d-64125e78cbe6" providerId="ADAL" clId="{C8AFBD91-E288-4398-B325-17C770326919}" dt="2025-01-23T20:09:35.338" v="96" actId="47"/>
          <pc:sldLayoutMkLst>
            <pc:docMk/>
            <pc:sldMasterMk cId="2950145033" sldId="2147483756"/>
            <pc:sldLayoutMk cId="943896441" sldId="2147483758"/>
          </pc:sldLayoutMkLst>
        </pc:sldLayoutChg>
      </pc:sldMasterChg>
      <pc:sldMasterChg chg="del delSldLayout">
        <pc:chgData name="Taylor Davis" userId="5c9e72a0-c39f-4aa1-9d7d-64125e78cbe6" providerId="ADAL" clId="{C8AFBD91-E288-4398-B325-17C770326919}" dt="2025-01-23T18:15:52.154" v="3" actId="47"/>
        <pc:sldMasterMkLst>
          <pc:docMk/>
          <pc:sldMasterMk cId="2931359225" sldId="2147483758"/>
        </pc:sldMasterMkLst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4128965851" sldId="2147483759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3312157695" sldId="2147483760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2457883468" sldId="2147483761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486899206" sldId="2147483762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3928250306" sldId="2147483763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3825579659" sldId="2147483764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809047953" sldId="2147483765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99869024" sldId="2147483766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2388491567" sldId="2147483767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248449181" sldId="2147483768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1772107898" sldId="2147483769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3350289529" sldId="2147483770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168673916" sldId="2147483771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2931359225" sldId="2147483758"/>
            <pc:sldLayoutMk cId="3018478814" sldId="2147483772"/>
          </pc:sldLayoutMkLst>
        </pc:sldLayoutChg>
      </pc:sldMasterChg>
      <pc:sldMasterChg chg="del delSldLayout">
        <pc:chgData name="Taylor Davis" userId="5c9e72a0-c39f-4aa1-9d7d-64125e78cbe6" providerId="ADAL" clId="{C8AFBD91-E288-4398-B325-17C770326919}" dt="2025-01-23T18:15:52.154" v="3" actId="47"/>
        <pc:sldMasterMkLst>
          <pc:docMk/>
          <pc:sldMasterMk cId="4180493562" sldId="2147483773"/>
        </pc:sldMasterMkLst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2568726178" sldId="2147483774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2264405871" sldId="2147483775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716120931" sldId="2147483776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3505771650" sldId="2147483777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1773165873" sldId="2147483778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196560686" sldId="2147483779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2442357421" sldId="2147483780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1973284821" sldId="2147483781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2176451996" sldId="2147483782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3172926951" sldId="2147483783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4180493562" sldId="2147483773"/>
            <pc:sldLayoutMk cId="3348109008" sldId="2147483784"/>
          </pc:sldLayoutMkLst>
        </pc:sldLayoutChg>
      </pc:sldMasterChg>
      <pc:sldMasterChg chg="del delSldLayout">
        <pc:chgData name="Taylor Davis" userId="5c9e72a0-c39f-4aa1-9d7d-64125e78cbe6" providerId="ADAL" clId="{C8AFBD91-E288-4398-B325-17C770326919}" dt="2025-01-23T18:15:52.154" v="3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C8AFBD91-E288-4398-B325-17C770326919}" dt="2025-01-23T18:15:52.154" v="3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C8AFBD91-E288-4398-B325-17C770326919}" dt="2025-01-23T18:15:52.154" v="3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F1B84F-4F37-4E4B-B28C-05C8DFC947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911CD98-B2F6-4E17-9C61-BB702C3250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Brand Reputation</a:t>
          </a:r>
        </a:p>
      </dgm:t>
    </dgm:pt>
    <dgm:pt modelId="{1B3485FF-7759-40EC-AD38-B4C3F252244B}" type="parTrans" cxnId="{A168C851-557D-4049-B12D-0918348F3F6B}">
      <dgm:prSet/>
      <dgm:spPr/>
      <dgm:t>
        <a:bodyPr/>
        <a:lstStyle/>
        <a:p>
          <a:endParaRPr lang="en-US"/>
        </a:p>
      </dgm:t>
    </dgm:pt>
    <dgm:pt modelId="{9180CA49-E8E8-4099-ADFF-9A61D44E83A0}" type="sibTrans" cxnId="{A168C851-557D-4049-B12D-0918348F3F6B}">
      <dgm:prSet/>
      <dgm:spPr/>
      <dgm:t>
        <a:bodyPr/>
        <a:lstStyle/>
        <a:p>
          <a:endParaRPr lang="en-US"/>
        </a:p>
      </dgm:t>
    </dgm:pt>
    <dgm:pt modelId="{9AFA7D91-6390-4F95-BF06-02D171762A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</a:t>
          </a:r>
        </a:p>
      </dgm:t>
    </dgm:pt>
    <dgm:pt modelId="{D0587002-3B85-493B-96BA-C0B5C3BC8362}" type="parTrans" cxnId="{8425CA16-C12A-4854-A8A6-A903ECA909CC}">
      <dgm:prSet/>
      <dgm:spPr/>
      <dgm:t>
        <a:bodyPr/>
        <a:lstStyle/>
        <a:p>
          <a:endParaRPr lang="en-US"/>
        </a:p>
      </dgm:t>
    </dgm:pt>
    <dgm:pt modelId="{0B994676-137E-4272-9E37-A6B069477E49}" type="sibTrans" cxnId="{8425CA16-C12A-4854-A8A6-A903ECA909CC}">
      <dgm:prSet/>
      <dgm:spPr/>
      <dgm:t>
        <a:bodyPr/>
        <a:lstStyle/>
        <a:p>
          <a:endParaRPr lang="en-US"/>
        </a:p>
      </dgm:t>
    </dgm:pt>
    <dgm:pt modelId="{1180FCF1-D021-44BB-B639-7D608A8A89A3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Patient Word of Mouth</a:t>
          </a:r>
        </a:p>
      </dgm:t>
    </dgm:pt>
    <dgm:pt modelId="{1E52398B-6AE4-4170-A738-A6888A5C0E97}" type="parTrans" cxnId="{ECD612C8-447D-4A87-ACA5-4C3A046C23CF}">
      <dgm:prSet/>
      <dgm:spPr/>
      <dgm:t>
        <a:bodyPr/>
        <a:lstStyle/>
        <a:p>
          <a:endParaRPr lang="en-US"/>
        </a:p>
      </dgm:t>
    </dgm:pt>
    <dgm:pt modelId="{32FD9026-C400-4A10-89B4-188E8574D2A7}" type="sibTrans" cxnId="{ECD612C8-447D-4A87-ACA5-4C3A046C23CF}">
      <dgm:prSet/>
      <dgm:spPr/>
      <dgm:t>
        <a:bodyPr/>
        <a:lstStyle/>
        <a:p>
          <a:endParaRPr lang="en-US"/>
        </a:p>
      </dgm:t>
    </dgm:pt>
    <dgm:pt modelId="{34B90C7B-04B0-4BDB-BD8E-70EA64DE6B95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Patient Choice Trends</a:t>
          </a:r>
        </a:p>
      </dgm:t>
    </dgm:pt>
    <dgm:pt modelId="{C48C44C2-BAD9-4AE4-97C7-3B5FE86944D3}" type="parTrans" cxnId="{5BCFB27F-9F17-44B1-A07C-F2D682CB9044}">
      <dgm:prSet/>
      <dgm:spPr/>
      <dgm:t>
        <a:bodyPr/>
        <a:lstStyle/>
        <a:p>
          <a:endParaRPr lang="en-US"/>
        </a:p>
      </dgm:t>
    </dgm:pt>
    <dgm:pt modelId="{221B63DB-3B82-434B-9B7C-BF239E3848AE}" type="sibTrans" cxnId="{5BCFB27F-9F17-44B1-A07C-F2D682CB9044}">
      <dgm:prSet/>
      <dgm:spPr/>
      <dgm:t>
        <a:bodyPr/>
        <a:lstStyle/>
        <a:p>
          <a:endParaRPr lang="en-US"/>
        </a:p>
      </dgm:t>
    </dgm:pt>
    <dgm:pt modelId="{8F559A90-A765-4B3A-BA36-AC374E6C5C15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Reputation of Anchor Hospital</a:t>
          </a:r>
        </a:p>
      </dgm:t>
    </dgm:pt>
    <dgm:pt modelId="{58CE23A5-74A2-4686-9908-0F4B7441D841}" type="parTrans" cxnId="{97AA3EB7-B374-4516-BBFB-291E8899D8ED}">
      <dgm:prSet/>
      <dgm:spPr/>
      <dgm:t>
        <a:bodyPr/>
        <a:lstStyle/>
        <a:p>
          <a:endParaRPr lang="en-US"/>
        </a:p>
      </dgm:t>
    </dgm:pt>
    <dgm:pt modelId="{9E289E60-8267-4513-BD8A-495954BBBE45}" type="sibTrans" cxnId="{97AA3EB7-B374-4516-BBFB-291E8899D8ED}">
      <dgm:prSet/>
      <dgm:spPr/>
      <dgm:t>
        <a:bodyPr/>
        <a:lstStyle/>
        <a:p>
          <a:endParaRPr lang="en-US"/>
        </a:p>
      </dgm:t>
    </dgm:pt>
    <dgm:pt modelId="{D1B9F6F5-98B1-4E58-9B4B-09CAF481A874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Anchor Hospital</a:t>
          </a:r>
        </a:p>
      </dgm:t>
    </dgm:pt>
    <dgm:pt modelId="{9454727B-16C3-4D44-B3E6-43CC0EB6A01E}" type="parTrans" cxnId="{DFC0EBDA-57AD-4F29-9CBA-63EA98258C4F}">
      <dgm:prSet/>
      <dgm:spPr/>
      <dgm:t>
        <a:bodyPr/>
        <a:lstStyle/>
        <a:p>
          <a:endParaRPr lang="en-US"/>
        </a:p>
      </dgm:t>
    </dgm:pt>
    <dgm:pt modelId="{B7C15EEB-6159-444D-95E8-9776498CFD58}" type="sibTrans" cxnId="{DFC0EBDA-57AD-4F29-9CBA-63EA98258C4F}">
      <dgm:prSet/>
      <dgm:spPr/>
      <dgm:t>
        <a:bodyPr/>
        <a:lstStyle/>
        <a:p>
          <a:endParaRPr lang="en-US"/>
        </a:p>
      </dgm:t>
    </dgm:pt>
    <dgm:pt modelId="{3A314DF4-B004-4F5C-A311-92485D449CD1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Sufficient Market Share</a:t>
          </a:r>
        </a:p>
      </dgm:t>
    </dgm:pt>
    <dgm:pt modelId="{B97BA9B6-42B7-4580-96E1-838371A1B4DF}" type="parTrans" cxnId="{08DA0AD3-55B2-46D2-A991-196A8EB9B559}">
      <dgm:prSet/>
      <dgm:spPr/>
      <dgm:t>
        <a:bodyPr/>
        <a:lstStyle/>
        <a:p>
          <a:endParaRPr lang="en-US"/>
        </a:p>
      </dgm:t>
    </dgm:pt>
    <dgm:pt modelId="{705CC627-1318-4A1D-9A43-9412CD36C2F8}" type="sibTrans" cxnId="{08DA0AD3-55B2-46D2-A991-196A8EB9B559}">
      <dgm:prSet/>
      <dgm:spPr/>
      <dgm:t>
        <a:bodyPr/>
        <a:lstStyle/>
        <a:p>
          <a:endParaRPr lang="en-US"/>
        </a:p>
      </dgm:t>
    </dgm:pt>
    <dgm:pt modelId="{830CB281-5928-49C8-A716-BF67C2B06B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Market</a:t>
          </a:r>
        </a:p>
      </dgm:t>
    </dgm:pt>
    <dgm:pt modelId="{661A933E-D481-465F-A38D-B1944EDF4D10}" type="parTrans" cxnId="{25F15BCB-34D8-4201-B66A-DF720FE239F9}">
      <dgm:prSet/>
      <dgm:spPr/>
      <dgm:t>
        <a:bodyPr/>
        <a:lstStyle/>
        <a:p>
          <a:endParaRPr lang="en-US"/>
        </a:p>
      </dgm:t>
    </dgm:pt>
    <dgm:pt modelId="{4DF36390-C39E-4C0D-9D8B-8CADD72C5662}" type="sibTrans" cxnId="{25F15BCB-34D8-4201-B66A-DF720FE239F9}">
      <dgm:prSet/>
      <dgm:spPr/>
      <dgm:t>
        <a:bodyPr/>
        <a:lstStyle/>
        <a:p>
          <a:endParaRPr lang="en-US"/>
        </a:p>
      </dgm:t>
    </dgm:pt>
    <dgm:pt modelId="{270E21CB-2627-4EE0-8695-4C31BC8C17B6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Large Enough Market Size</a:t>
          </a:r>
        </a:p>
      </dgm:t>
    </dgm:pt>
    <dgm:pt modelId="{C1A80F92-D583-45F6-B995-F7ADCFC645F2}" type="parTrans" cxnId="{AE981D45-5625-43D6-A91D-696D2A71F93C}">
      <dgm:prSet/>
      <dgm:spPr/>
      <dgm:t>
        <a:bodyPr/>
        <a:lstStyle/>
        <a:p>
          <a:endParaRPr lang="en-US"/>
        </a:p>
      </dgm:t>
    </dgm:pt>
    <dgm:pt modelId="{BDE96436-88A2-4DB6-BEF7-DAC4B8D433E8}" type="sibTrans" cxnId="{AE981D45-5625-43D6-A91D-696D2A71F93C}">
      <dgm:prSet/>
      <dgm:spPr/>
      <dgm:t>
        <a:bodyPr/>
        <a:lstStyle/>
        <a:p>
          <a:endParaRPr lang="en-US"/>
        </a:p>
      </dgm:t>
    </dgm:pt>
    <dgm:pt modelId="{A1C1259D-1782-4952-9ED5-31571C49DF48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High Percentage of Self Funding</a:t>
          </a:r>
        </a:p>
      </dgm:t>
    </dgm:pt>
    <dgm:pt modelId="{E55F36B5-232E-452F-92DA-17A9BE49A9F7}" type="parTrans" cxnId="{0C2C8809-EE22-40B4-981B-DDEB53C8528B}">
      <dgm:prSet/>
      <dgm:spPr/>
      <dgm:t>
        <a:bodyPr/>
        <a:lstStyle/>
        <a:p>
          <a:endParaRPr lang="en-US"/>
        </a:p>
      </dgm:t>
    </dgm:pt>
    <dgm:pt modelId="{D8BC1FCF-1EC6-412A-AFF9-7611FBDC5EB3}" type="sibTrans" cxnId="{0C2C8809-EE22-40B4-981B-DDEB53C8528B}">
      <dgm:prSet/>
      <dgm:spPr/>
      <dgm:t>
        <a:bodyPr/>
        <a:lstStyle/>
        <a:p>
          <a:endParaRPr lang="en-US"/>
        </a:p>
      </dgm:t>
    </dgm:pt>
    <dgm:pt modelId="{37E61AA2-39C5-4D3B-A37D-5BFF2E9B8AED}" type="pres">
      <dgm:prSet presAssocID="{A1F1B84F-4F37-4E4B-B28C-05C8DFC94756}" presName="root" presStyleCnt="0">
        <dgm:presLayoutVars>
          <dgm:dir/>
          <dgm:resizeHandles val="exact"/>
        </dgm:presLayoutVars>
      </dgm:prSet>
      <dgm:spPr/>
    </dgm:pt>
    <dgm:pt modelId="{DFD5F05F-A43A-4652-80DD-25D35540632C}" type="pres">
      <dgm:prSet presAssocID="{0911CD98-B2F6-4E17-9C61-BB702C3250BF}" presName="compNode" presStyleCnt="0"/>
      <dgm:spPr/>
    </dgm:pt>
    <dgm:pt modelId="{EF2B0188-8507-44E9-B757-7CDCC1B0E1A1}" type="pres">
      <dgm:prSet presAssocID="{0911CD98-B2F6-4E17-9C61-BB702C3250BF}" presName="bgRect" presStyleLbl="bgShp" presStyleIdx="0" presStyleCnt="3"/>
      <dgm:spPr>
        <a:solidFill>
          <a:srgbClr val="00539F"/>
        </a:solidFill>
      </dgm:spPr>
    </dgm:pt>
    <dgm:pt modelId="{62DBE401-C7C8-4CFE-9E6C-C1AF672BE62E}" type="pres">
      <dgm:prSet presAssocID="{0911CD98-B2F6-4E17-9C61-BB702C3250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 with solid fill"/>
        </a:ext>
      </dgm:extLst>
    </dgm:pt>
    <dgm:pt modelId="{5865C594-3822-4E5D-A8F0-237AFF390341}" type="pres">
      <dgm:prSet presAssocID="{0911CD98-B2F6-4E17-9C61-BB702C3250BF}" presName="spaceRect" presStyleCnt="0"/>
      <dgm:spPr/>
    </dgm:pt>
    <dgm:pt modelId="{4CB68EC3-6DDF-4EA3-93EC-B1D00317444B}" type="pres">
      <dgm:prSet presAssocID="{0911CD98-B2F6-4E17-9C61-BB702C3250BF}" presName="parTx" presStyleLbl="revTx" presStyleIdx="0" presStyleCnt="6" custLinFactNeighborX="-12439">
        <dgm:presLayoutVars>
          <dgm:chMax val="0"/>
          <dgm:chPref val="0"/>
        </dgm:presLayoutVars>
      </dgm:prSet>
      <dgm:spPr/>
    </dgm:pt>
    <dgm:pt modelId="{B408E682-9D40-44AE-840E-BE05B391BA0A}" type="pres">
      <dgm:prSet presAssocID="{0911CD98-B2F6-4E17-9C61-BB702C3250BF}" presName="desTx" presStyleLbl="revTx" presStyleIdx="1" presStyleCnt="6" custScaleX="155606" custLinFactNeighborX="-16790">
        <dgm:presLayoutVars/>
      </dgm:prSet>
      <dgm:spPr/>
    </dgm:pt>
    <dgm:pt modelId="{8F49C51A-DAE6-4363-9FDF-3E95B30C7DB1}" type="pres">
      <dgm:prSet presAssocID="{9180CA49-E8E8-4099-ADFF-9A61D44E83A0}" presName="sibTrans" presStyleCnt="0"/>
      <dgm:spPr/>
    </dgm:pt>
    <dgm:pt modelId="{8EF2CCDE-7F5C-4F5F-B2FA-43FDCA78B104}" type="pres">
      <dgm:prSet presAssocID="{9AFA7D91-6390-4F95-BF06-02D171762A63}" presName="compNode" presStyleCnt="0"/>
      <dgm:spPr/>
    </dgm:pt>
    <dgm:pt modelId="{B3E1CF03-EDE1-471D-890C-AA2901FB45D9}" type="pres">
      <dgm:prSet presAssocID="{9AFA7D91-6390-4F95-BF06-02D171762A63}" presName="bgRect" presStyleLbl="bgShp" presStyleIdx="1" presStyleCnt="3"/>
      <dgm:spPr>
        <a:solidFill>
          <a:srgbClr val="00539F"/>
        </a:solidFill>
      </dgm:spPr>
    </dgm:pt>
    <dgm:pt modelId="{ECC08DA8-E403-48CD-BD4C-54248151AF43}" type="pres">
      <dgm:prSet presAssocID="{9AFA7D91-6390-4F95-BF06-02D171762A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 with solid fill"/>
        </a:ext>
      </dgm:extLst>
    </dgm:pt>
    <dgm:pt modelId="{FE4C47F7-8462-46EB-8C62-1EA1F9B6F345}" type="pres">
      <dgm:prSet presAssocID="{9AFA7D91-6390-4F95-BF06-02D171762A63}" presName="spaceRect" presStyleCnt="0"/>
      <dgm:spPr/>
    </dgm:pt>
    <dgm:pt modelId="{29DB6DFD-5EF2-4FE9-B832-B73DBBA6C818}" type="pres">
      <dgm:prSet presAssocID="{9AFA7D91-6390-4F95-BF06-02D171762A63}" presName="parTx" presStyleLbl="revTx" presStyleIdx="2" presStyleCnt="6" custLinFactNeighborX="-12439">
        <dgm:presLayoutVars>
          <dgm:chMax val="0"/>
          <dgm:chPref val="0"/>
        </dgm:presLayoutVars>
      </dgm:prSet>
      <dgm:spPr/>
    </dgm:pt>
    <dgm:pt modelId="{A4B41307-D6E4-47AC-85E0-E0AAB0E21149}" type="pres">
      <dgm:prSet presAssocID="{9AFA7D91-6390-4F95-BF06-02D171762A63}" presName="desTx" presStyleLbl="revTx" presStyleIdx="3" presStyleCnt="6" custScaleX="155606" custLinFactNeighborX="-16790">
        <dgm:presLayoutVars/>
      </dgm:prSet>
      <dgm:spPr/>
    </dgm:pt>
    <dgm:pt modelId="{BFC78F72-7C59-4E57-BD88-12E2A799292D}" type="pres">
      <dgm:prSet presAssocID="{0B994676-137E-4272-9E37-A6B069477E49}" presName="sibTrans" presStyleCnt="0"/>
      <dgm:spPr/>
    </dgm:pt>
    <dgm:pt modelId="{0E72C41C-5452-49D9-944A-174338865B8B}" type="pres">
      <dgm:prSet presAssocID="{830CB281-5928-49C8-A716-BF67C2B06B58}" presName="compNode" presStyleCnt="0"/>
      <dgm:spPr/>
    </dgm:pt>
    <dgm:pt modelId="{FE1E736F-C5CA-432D-B571-576D4D3B582B}" type="pres">
      <dgm:prSet presAssocID="{830CB281-5928-49C8-A716-BF67C2B06B58}" presName="bgRect" presStyleLbl="bgShp" presStyleIdx="2" presStyleCnt="3" custLinFactNeighborY="4595"/>
      <dgm:spPr>
        <a:solidFill>
          <a:srgbClr val="00539F"/>
        </a:solidFill>
      </dgm:spPr>
    </dgm:pt>
    <dgm:pt modelId="{8A2FD77F-0D40-4CB7-80B9-E78579606A84}" type="pres">
      <dgm:prSet presAssocID="{830CB281-5928-49C8-A716-BF67C2B06B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ighborhood with solid fill"/>
        </a:ext>
      </dgm:extLst>
    </dgm:pt>
    <dgm:pt modelId="{BE906DF8-51DA-4D6B-8007-005B919661B0}" type="pres">
      <dgm:prSet presAssocID="{830CB281-5928-49C8-A716-BF67C2B06B58}" presName="spaceRect" presStyleCnt="0"/>
      <dgm:spPr/>
    </dgm:pt>
    <dgm:pt modelId="{33F32406-0AB9-4EE6-A034-EED390E4F2D1}" type="pres">
      <dgm:prSet presAssocID="{830CB281-5928-49C8-A716-BF67C2B06B58}" presName="parTx" presStyleLbl="revTx" presStyleIdx="4" presStyleCnt="6" custLinFactNeighborX="-12439">
        <dgm:presLayoutVars>
          <dgm:chMax val="0"/>
          <dgm:chPref val="0"/>
        </dgm:presLayoutVars>
      </dgm:prSet>
      <dgm:spPr/>
    </dgm:pt>
    <dgm:pt modelId="{B5439430-8A44-44D5-864A-90CB6DD7343E}" type="pres">
      <dgm:prSet presAssocID="{830CB281-5928-49C8-A716-BF67C2B06B58}" presName="desTx" presStyleLbl="revTx" presStyleIdx="5" presStyleCnt="6" custScaleX="155606" custLinFactNeighborX="-16790">
        <dgm:presLayoutVars/>
      </dgm:prSet>
      <dgm:spPr/>
    </dgm:pt>
  </dgm:ptLst>
  <dgm:cxnLst>
    <dgm:cxn modelId="{0C2C8809-EE22-40B4-981B-DDEB53C8528B}" srcId="{830CB281-5928-49C8-A716-BF67C2B06B58}" destId="{A1C1259D-1782-4952-9ED5-31571C49DF48}" srcOrd="1" destOrd="0" parTransId="{E55F36B5-232E-452F-92DA-17A9BE49A9F7}" sibTransId="{D8BC1FCF-1EC6-412A-AFF9-7611FBDC5EB3}"/>
    <dgm:cxn modelId="{E984370F-FCB1-497C-85E7-CE8CDEE5CE72}" type="presOf" srcId="{0911CD98-B2F6-4E17-9C61-BB702C3250BF}" destId="{4CB68EC3-6DDF-4EA3-93EC-B1D00317444B}" srcOrd="0" destOrd="0" presId="urn:microsoft.com/office/officeart/2018/2/layout/IconVerticalSolidList"/>
    <dgm:cxn modelId="{8425CA16-C12A-4854-A8A6-A903ECA909CC}" srcId="{A1F1B84F-4F37-4E4B-B28C-05C8DFC94756}" destId="{9AFA7D91-6390-4F95-BF06-02D171762A63}" srcOrd="1" destOrd="0" parTransId="{D0587002-3B85-493B-96BA-C0B5C3BC8362}" sibTransId="{0B994676-137E-4272-9E37-A6B069477E49}"/>
    <dgm:cxn modelId="{0E351628-9811-4200-BF32-763ECC730587}" type="presOf" srcId="{A1F1B84F-4F37-4E4B-B28C-05C8DFC94756}" destId="{37E61AA2-39C5-4D3B-A37D-5BFF2E9B8AED}" srcOrd="0" destOrd="0" presId="urn:microsoft.com/office/officeart/2018/2/layout/IconVerticalSolidList"/>
    <dgm:cxn modelId="{7673B861-15F1-4DFB-91C8-F9338D4E2FD3}" type="presOf" srcId="{9AFA7D91-6390-4F95-BF06-02D171762A63}" destId="{29DB6DFD-5EF2-4FE9-B832-B73DBBA6C818}" srcOrd="0" destOrd="0" presId="urn:microsoft.com/office/officeart/2018/2/layout/IconVerticalSolidList"/>
    <dgm:cxn modelId="{736DEA42-5F1A-41E5-8638-1DBAE3A544D3}" type="presOf" srcId="{8F559A90-A765-4B3A-BA36-AC374E6C5C15}" destId="{B408E682-9D40-44AE-840E-BE05B391BA0A}" srcOrd="0" destOrd="2" presId="urn:microsoft.com/office/officeart/2018/2/layout/IconVerticalSolidList"/>
    <dgm:cxn modelId="{AE981D45-5625-43D6-A91D-696D2A71F93C}" srcId="{830CB281-5928-49C8-A716-BF67C2B06B58}" destId="{270E21CB-2627-4EE0-8695-4C31BC8C17B6}" srcOrd="0" destOrd="0" parTransId="{C1A80F92-D583-45F6-B995-F7ADCFC645F2}" sibTransId="{BDE96436-88A2-4DB6-BEF7-DAC4B8D433E8}"/>
    <dgm:cxn modelId="{A168C851-557D-4049-B12D-0918348F3F6B}" srcId="{A1F1B84F-4F37-4E4B-B28C-05C8DFC94756}" destId="{0911CD98-B2F6-4E17-9C61-BB702C3250BF}" srcOrd="0" destOrd="0" parTransId="{1B3485FF-7759-40EC-AD38-B4C3F252244B}" sibTransId="{9180CA49-E8E8-4099-ADFF-9A61D44E83A0}"/>
    <dgm:cxn modelId="{C1D5625A-2BD5-46A8-A4DF-7F555FEBBFD3}" type="presOf" srcId="{270E21CB-2627-4EE0-8695-4C31BC8C17B6}" destId="{B5439430-8A44-44D5-864A-90CB6DD7343E}" srcOrd="0" destOrd="0" presId="urn:microsoft.com/office/officeart/2018/2/layout/IconVerticalSolidList"/>
    <dgm:cxn modelId="{5BCFB27F-9F17-44B1-A07C-F2D682CB9044}" srcId="{0911CD98-B2F6-4E17-9C61-BB702C3250BF}" destId="{34B90C7B-04B0-4BDB-BD8E-70EA64DE6B95}" srcOrd="1" destOrd="0" parTransId="{C48C44C2-BAD9-4AE4-97C7-3B5FE86944D3}" sibTransId="{221B63DB-3B82-434B-9B7C-BF239E3848AE}"/>
    <dgm:cxn modelId="{F9396AA9-F636-49F1-AE37-F5153BCB3006}" type="presOf" srcId="{A1C1259D-1782-4952-9ED5-31571C49DF48}" destId="{B5439430-8A44-44D5-864A-90CB6DD7343E}" srcOrd="0" destOrd="1" presId="urn:microsoft.com/office/officeart/2018/2/layout/IconVerticalSolidList"/>
    <dgm:cxn modelId="{F6F2AFAD-0118-4861-83BE-88B23F2D05F2}" type="presOf" srcId="{34B90C7B-04B0-4BDB-BD8E-70EA64DE6B95}" destId="{B408E682-9D40-44AE-840E-BE05B391BA0A}" srcOrd="0" destOrd="1" presId="urn:microsoft.com/office/officeart/2018/2/layout/IconVerticalSolidList"/>
    <dgm:cxn modelId="{97AA3EB7-B374-4516-BBFB-291E8899D8ED}" srcId="{0911CD98-B2F6-4E17-9C61-BB702C3250BF}" destId="{8F559A90-A765-4B3A-BA36-AC374E6C5C15}" srcOrd="2" destOrd="0" parTransId="{58CE23A5-74A2-4686-9908-0F4B7441D841}" sibTransId="{9E289E60-8267-4513-BD8A-495954BBBE45}"/>
    <dgm:cxn modelId="{3C2AA0C1-728F-415A-9A3D-E7A59C35F320}" type="presOf" srcId="{3A314DF4-B004-4F5C-A311-92485D449CD1}" destId="{A4B41307-D6E4-47AC-85E0-E0AAB0E21149}" srcOrd="0" destOrd="1" presId="urn:microsoft.com/office/officeart/2018/2/layout/IconVerticalSolidList"/>
    <dgm:cxn modelId="{ECD612C8-447D-4A87-ACA5-4C3A046C23CF}" srcId="{0911CD98-B2F6-4E17-9C61-BB702C3250BF}" destId="{1180FCF1-D021-44BB-B639-7D608A8A89A3}" srcOrd="0" destOrd="0" parTransId="{1E52398B-6AE4-4170-A738-A6888A5C0E97}" sibTransId="{32FD9026-C400-4A10-89B4-188E8574D2A7}"/>
    <dgm:cxn modelId="{25F15BCB-34D8-4201-B66A-DF720FE239F9}" srcId="{A1F1B84F-4F37-4E4B-B28C-05C8DFC94756}" destId="{830CB281-5928-49C8-A716-BF67C2B06B58}" srcOrd="2" destOrd="0" parTransId="{661A933E-D481-465F-A38D-B1944EDF4D10}" sibTransId="{4DF36390-C39E-4C0D-9D8B-8CADD72C5662}"/>
    <dgm:cxn modelId="{08DA0AD3-55B2-46D2-A991-196A8EB9B559}" srcId="{9AFA7D91-6390-4F95-BF06-02D171762A63}" destId="{3A314DF4-B004-4F5C-A311-92485D449CD1}" srcOrd="1" destOrd="0" parTransId="{B97BA9B6-42B7-4580-96E1-838371A1B4DF}" sibTransId="{705CC627-1318-4A1D-9A43-9412CD36C2F8}"/>
    <dgm:cxn modelId="{DFC0EBDA-57AD-4F29-9CBA-63EA98258C4F}" srcId="{9AFA7D91-6390-4F95-BF06-02D171762A63}" destId="{D1B9F6F5-98B1-4E58-9B4B-09CAF481A874}" srcOrd="0" destOrd="0" parTransId="{9454727B-16C3-4D44-B3E6-43CC0EB6A01E}" sibTransId="{B7C15EEB-6159-444D-95E8-9776498CFD58}"/>
    <dgm:cxn modelId="{146CACEE-65AB-4DDB-8F5C-3079418A6431}" type="presOf" srcId="{830CB281-5928-49C8-A716-BF67C2B06B58}" destId="{33F32406-0AB9-4EE6-A034-EED390E4F2D1}" srcOrd="0" destOrd="0" presId="urn:microsoft.com/office/officeart/2018/2/layout/IconVerticalSolidList"/>
    <dgm:cxn modelId="{4AD797F3-93BE-4861-A3C5-C9C793296CA8}" type="presOf" srcId="{D1B9F6F5-98B1-4E58-9B4B-09CAF481A874}" destId="{A4B41307-D6E4-47AC-85E0-E0AAB0E21149}" srcOrd="0" destOrd="0" presId="urn:microsoft.com/office/officeart/2018/2/layout/IconVerticalSolidList"/>
    <dgm:cxn modelId="{042C4BFF-B578-4890-A329-C7C3CDEE461E}" type="presOf" srcId="{1180FCF1-D021-44BB-B639-7D608A8A89A3}" destId="{B408E682-9D40-44AE-840E-BE05B391BA0A}" srcOrd="0" destOrd="0" presId="urn:microsoft.com/office/officeart/2018/2/layout/IconVerticalSolidList"/>
    <dgm:cxn modelId="{842AB080-082E-4C17-94CA-7742D671B3ED}" type="presParOf" srcId="{37E61AA2-39C5-4D3B-A37D-5BFF2E9B8AED}" destId="{DFD5F05F-A43A-4652-80DD-25D35540632C}" srcOrd="0" destOrd="0" presId="urn:microsoft.com/office/officeart/2018/2/layout/IconVerticalSolidList"/>
    <dgm:cxn modelId="{6EF39C1D-FAFD-4A04-A11A-1030AC4CFC8B}" type="presParOf" srcId="{DFD5F05F-A43A-4652-80DD-25D35540632C}" destId="{EF2B0188-8507-44E9-B757-7CDCC1B0E1A1}" srcOrd="0" destOrd="0" presId="urn:microsoft.com/office/officeart/2018/2/layout/IconVerticalSolidList"/>
    <dgm:cxn modelId="{6D810C82-4D92-4389-B5AA-752860BBE629}" type="presParOf" srcId="{DFD5F05F-A43A-4652-80DD-25D35540632C}" destId="{62DBE401-C7C8-4CFE-9E6C-C1AF672BE62E}" srcOrd="1" destOrd="0" presId="urn:microsoft.com/office/officeart/2018/2/layout/IconVerticalSolidList"/>
    <dgm:cxn modelId="{19579CB1-0E46-435D-B65A-526C3672873F}" type="presParOf" srcId="{DFD5F05F-A43A-4652-80DD-25D35540632C}" destId="{5865C594-3822-4E5D-A8F0-237AFF390341}" srcOrd="2" destOrd="0" presId="urn:microsoft.com/office/officeart/2018/2/layout/IconVerticalSolidList"/>
    <dgm:cxn modelId="{F4A6F0DC-71D2-4A28-8F71-A32E7CC21BE4}" type="presParOf" srcId="{DFD5F05F-A43A-4652-80DD-25D35540632C}" destId="{4CB68EC3-6DDF-4EA3-93EC-B1D00317444B}" srcOrd="3" destOrd="0" presId="urn:microsoft.com/office/officeart/2018/2/layout/IconVerticalSolidList"/>
    <dgm:cxn modelId="{F9035292-6967-46F5-B822-AD1A53B1C387}" type="presParOf" srcId="{DFD5F05F-A43A-4652-80DD-25D35540632C}" destId="{B408E682-9D40-44AE-840E-BE05B391BA0A}" srcOrd="4" destOrd="0" presId="urn:microsoft.com/office/officeart/2018/2/layout/IconVerticalSolidList"/>
    <dgm:cxn modelId="{7298B435-A464-40AF-81C1-277811F934A6}" type="presParOf" srcId="{37E61AA2-39C5-4D3B-A37D-5BFF2E9B8AED}" destId="{8F49C51A-DAE6-4363-9FDF-3E95B30C7DB1}" srcOrd="1" destOrd="0" presId="urn:microsoft.com/office/officeart/2018/2/layout/IconVerticalSolidList"/>
    <dgm:cxn modelId="{80208897-E320-4A70-A0C1-2D462611E667}" type="presParOf" srcId="{37E61AA2-39C5-4D3B-A37D-5BFF2E9B8AED}" destId="{8EF2CCDE-7F5C-4F5F-B2FA-43FDCA78B104}" srcOrd="2" destOrd="0" presId="urn:microsoft.com/office/officeart/2018/2/layout/IconVerticalSolidList"/>
    <dgm:cxn modelId="{8631143E-C593-472F-A2DF-22ED3A77E9C2}" type="presParOf" srcId="{8EF2CCDE-7F5C-4F5F-B2FA-43FDCA78B104}" destId="{B3E1CF03-EDE1-471D-890C-AA2901FB45D9}" srcOrd="0" destOrd="0" presId="urn:microsoft.com/office/officeart/2018/2/layout/IconVerticalSolidList"/>
    <dgm:cxn modelId="{10D11F1E-AA15-4AA8-8E34-D7EDB0314473}" type="presParOf" srcId="{8EF2CCDE-7F5C-4F5F-B2FA-43FDCA78B104}" destId="{ECC08DA8-E403-48CD-BD4C-54248151AF43}" srcOrd="1" destOrd="0" presId="urn:microsoft.com/office/officeart/2018/2/layout/IconVerticalSolidList"/>
    <dgm:cxn modelId="{906D20FF-7949-4A1E-8CD3-654B8ABBD8B6}" type="presParOf" srcId="{8EF2CCDE-7F5C-4F5F-B2FA-43FDCA78B104}" destId="{FE4C47F7-8462-46EB-8C62-1EA1F9B6F345}" srcOrd="2" destOrd="0" presId="urn:microsoft.com/office/officeart/2018/2/layout/IconVerticalSolidList"/>
    <dgm:cxn modelId="{C4FEB834-80E4-4B2F-AE68-1B09BC0B63E4}" type="presParOf" srcId="{8EF2CCDE-7F5C-4F5F-B2FA-43FDCA78B104}" destId="{29DB6DFD-5EF2-4FE9-B832-B73DBBA6C818}" srcOrd="3" destOrd="0" presId="urn:microsoft.com/office/officeart/2018/2/layout/IconVerticalSolidList"/>
    <dgm:cxn modelId="{9FF467DE-2060-43EA-8B5E-16BCB8E0E128}" type="presParOf" srcId="{8EF2CCDE-7F5C-4F5F-B2FA-43FDCA78B104}" destId="{A4B41307-D6E4-47AC-85E0-E0AAB0E21149}" srcOrd="4" destOrd="0" presId="urn:microsoft.com/office/officeart/2018/2/layout/IconVerticalSolidList"/>
    <dgm:cxn modelId="{00652A06-AE54-4AA3-9948-8BEE4DA02446}" type="presParOf" srcId="{37E61AA2-39C5-4D3B-A37D-5BFF2E9B8AED}" destId="{BFC78F72-7C59-4E57-BD88-12E2A799292D}" srcOrd="3" destOrd="0" presId="urn:microsoft.com/office/officeart/2018/2/layout/IconVerticalSolidList"/>
    <dgm:cxn modelId="{96FCB03F-89CB-4D65-8FAD-EEE7C86AAF0A}" type="presParOf" srcId="{37E61AA2-39C5-4D3B-A37D-5BFF2E9B8AED}" destId="{0E72C41C-5452-49D9-944A-174338865B8B}" srcOrd="4" destOrd="0" presId="urn:microsoft.com/office/officeart/2018/2/layout/IconVerticalSolidList"/>
    <dgm:cxn modelId="{157EAC15-98F2-4E9A-86C0-A030949620F3}" type="presParOf" srcId="{0E72C41C-5452-49D9-944A-174338865B8B}" destId="{FE1E736F-C5CA-432D-B571-576D4D3B582B}" srcOrd="0" destOrd="0" presId="urn:microsoft.com/office/officeart/2018/2/layout/IconVerticalSolidList"/>
    <dgm:cxn modelId="{C82A1172-0AAE-4669-8A31-00A597C5DE68}" type="presParOf" srcId="{0E72C41C-5452-49D9-944A-174338865B8B}" destId="{8A2FD77F-0D40-4CB7-80B9-E78579606A84}" srcOrd="1" destOrd="0" presId="urn:microsoft.com/office/officeart/2018/2/layout/IconVerticalSolidList"/>
    <dgm:cxn modelId="{16EF0894-307A-47F5-8BB9-E33B3320F132}" type="presParOf" srcId="{0E72C41C-5452-49D9-944A-174338865B8B}" destId="{BE906DF8-51DA-4D6B-8007-005B919661B0}" srcOrd="2" destOrd="0" presId="urn:microsoft.com/office/officeart/2018/2/layout/IconVerticalSolidList"/>
    <dgm:cxn modelId="{46F9EB8C-C76A-44D4-AA04-0C09D56838E5}" type="presParOf" srcId="{0E72C41C-5452-49D9-944A-174338865B8B}" destId="{33F32406-0AB9-4EE6-A034-EED390E4F2D1}" srcOrd="3" destOrd="0" presId="urn:microsoft.com/office/officeart/2018/2/layout/IconVerticalSolidList"/>
    <dgm:cxn modelId="{2C08FB88-51DD-48EF-8826-1597DFF986F2}" type="presParOf" srcId="{0E72C41C-5452-49D9-944A-174338865B8B}" destId="{B5439430-8A44-44D5-864A-90CB6DD7343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B0188-8507-44E9-B757-7CDCC1B0E1A1}">
      <dsp:nvSpPr>
        <dsp:cNvPr id="0" name=""/>
        <dsp:cNvSpPr/>
      </dsp:nvSpPr>
      <dsp:spPr>
        <a:xfrm>
          <a:off x="-354135" y="8859"/>
          <a:ext cx="8004787" cy="1591893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BE401-C7C8-4CFE-9E6C-C1AF672BE62E}">
      <dsp:nvSpPr>
        <dsp:cNvPr id="0" name=""/>
        <dsp:cNvSpPr/>
      </dsp:nvSpPr>
      <dsp:spPr>
        <a:xfrm>
          <a:off x="127412" y="367035"/>
          <a:ext cx="875541" cy="8755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8EC3-6DDF-4EA3-93EC-B1D00317444B}">
      <dsp:nvSpPr>
        <dsp:cNvPr id="0" name=""/>
        <dsp:cNvSpPr/>
      </dsp:nvSpPr>
      <dsp:spPr>
        <a:xfrm>
          <a:off x="1036429" y="8859"/>
          <a:ext cx="3602154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Brand Reputation</a:t>
          </a:r>
        </a:p>
      </dsp:txBody>
      <dsp:txXfrm>
        <a:off x="1036429" y="8859"/>
        <a:ext cx="3602154" cy="1591893"/>
      </dsp:txXfrm>
    </dsp:sp>
    <dsp:sp modelId="{B408E682-9D40-44AE-840E-BE05B391BA0A}">
      <dsp:nvSpPr>
        <dsp:cNvPr id="0" name=""/>
        <dsp:cNvSpPr/>
      </dsp:nvSpPr>
      <dsp:spPr>
        <a:xfrm>
          <a:off x="3944896" y="8859"/>
          <a:ext cx="3984135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Patient Word of Mouth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Patient Choice Trends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Reputation of Anchor Hospital</a:t>
          </a:r>
        </a:p>
      </dsp:txBody>
      <dsp:txXfrm>
        <a:off x="3944896" y="8859"/>
        <a:ext cx="3984135" cy="1591893"/>
      </dsp:txXfrm>
    </dsp:sp>
    <dsp:sp modelId="{B3E1CF03-EDE1-471D-890C-AA2901FB45D9}">
      <dsp:nvSpPr>
        <dsp:cNvPr id="0" name=""/>
        <dsp:cNvSpPr/>
      </dsp:nvSpPr>
      <dsp:spPr>
        <a:xfrm>
          <a:off x="-354135" y="1998726"/>
          <a:ext cx="8004787" cy="1591893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08DA8-E403-48CD-BD4C-54248151AF43}">
      <dsp:nvSpPr>
        <dsp:cNvPr id="0" name=""/>
        <dsp:cNvSpPr/>
      </dsp:nvSpPr>
      <dsp:spPr>
        <a:xfrm>
          <a:off x="127412" y="2356902"/>
          <a:ext cx="875541" cy="8755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B6DFD-5EF2-4FE9-B832-B73DBBA6C818}">
      <dsp:nvSpPr>
        <dsp:cNvPr id="0" name=""/>
        <dsp:cNvSpPr/>
      </dsp:nvSpPr>
      <dsp:spPr>
        <a:xfrm>
          <a:off x="1036429" y="1998726"/>
          <a:ext cx="3602154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Access</a:t>
          </a:r>
        </a:p>
      </dsp:txBody>
      <dsp:txXfrm>
        <a:off x="1036429" y="1998726"/>
        <a:ext cx="3602154" cy="1591893"/>
      </dsp:txXfrm>
    </dsp:sp>
    <dsp:sp modelId="{A4B41307-D6E4-47AC-85E0-E0AAB0E21149}">
      <dsp:nvSpPr>
        <dsp:cNvPr id="0" name=""/>
        <dsp:cNvSpPr/>
      </dsp:nvSpPr>
      <dsp:spPr>
        <a:xfrm>
          <a:off x="3944896" y="1998726"/>
          <a:ext cx="3984135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Anchor Hospital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Sufficient Market Share</a:t>
          </a:r>
        </a:p>
      </dsp:txBody>
      <dsp:txXfrm>
        <a:off x="3944896" y="1998726"/>
        <a:ext cx="3984135" cy="1591893"/>
      </dsp:txXfrm>
    </dsp:sp>
    <dsp:sp modelId="{FE1E736F-C5CA-432D-B571-576D4D3B582B}">
      <dsp:nvSpPr>
        <dsp:cNvPr id="0" name=""/>
        <dsp:cNvSpPr/>
      </dsp:nvSpPr>
      <dsp:spPr>
        <a:xfrm>
          <a:off x="-354135" y="3997453"/>
          <a:ext cx="8004787" cy="1591893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FD77F-0D40-4CB7-80B9-E78579606A84}">
      <dsp:nvSpPr>
        <dsp:cNvPr id="0" name=""/>
        <dsp:cNvSpPr/>
      </dsp:nvSpPr>
      <dsp:spPr>
        <a:xfrm>
          <a:off x="127412" y="4346769"/>
          <a:ext cx="875541" cy="8755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32406-0AB9-4EE6-A034-EED390E4F2D1}">
      <dsp:nvSpPr>
        <dsp:cNvPr id="0" name=""/>
        <dsp:cNvSpPr/>
      </dsp:nvSpPr>
      <dsp:spPr>
        <a:xfrm>
          <a:off x="1036429" y="3988593"/>
          <a:ext cx="3602154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Market</a:t>
          </a:r>
        </a:p>
      </dsp:txBody>
      <dsp:txXfrm>
        <a:off x="1036429" y="3988593"/>
        <a:ext cx="3602154" cy="1591893"/>
      </dsp:txXfrm>
    </dsp:sp>
    <dsp:sp modelId="{B5439430-8A44-44D5-864A-90CB6DD7343E}">
      <dsp:nvSpPr>
        <dsp:cNvPr id="0" name=""/>
        <dsp:cNvSpPr/>
      </dsp:nvSpPr>
      <dsp:spPr>
        <a:xfrm>
          <a:off x="3944896" y="3988593"/>
          <a:ext cx="3984135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Large Enough Market Size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High Percentage of Self Funding</a:t>
          </a:r>
        </a:p>
      </dsp:txBody>
      <dsp:txXfrm>
        <a:off x="3944896" y="3988593"/>
        <a:ext cx="3984135" cy="1591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0F11E-B424-48C6-BD86-192B859FFD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241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9CA89-B4B2-4050-B038-8DF8E3A33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7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56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90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physiciansadvocacyinstitute.org/Portals/0/assets/docs/PAI-Research/PAI-Avalere%20Physician%20Employment%20Trends%20Study%202019-2023%20Final.pdf?ver=uGHF46u1GSeZgYXMKFyYvw%3d%3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</a:t>
            </a:r>
            <a:r>
              <a:rPr lang="en-US" sz="1750" kern="0" spc="53" dirty="0">
                <a:solidFill>
                  <a:srgbClr val="FFFFFF">
                    <a:alpha val="80000"/>
                  </a:srgbClr>
                </a:solidFill>
                <a:latin typeface="Montserrat"/>
                <a:ea typeface="Jost*"/>
                <a:cs typeface="Jost*" pitchFamily="34" charset="-120"/>
              </a:rPr>
              <a:t>n</a:t>
            </a: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 Ascension Health OK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BF5580D0-8D1F-59A7-87C4-F0DF01702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04" r="33637"/>
          <a:stretch/>
        </p:blipFill>
        <p:spPr bwMode="auto">
          <a:xfrm>
            <a:off x="8322769" y="1714"/>
            <a:ext cx="3870960" cy="685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Alfred's Team &amp; Culture: Empowering Growth &amp; Wellbeing">
            <a:extLst>
              <a:ext uri="{FF2B5EF4-FFF2-40B4-BE49-F238E27FC236}">
                <a16:creationId xmlns:a16="http://schemas.microsoft.com/office/drawing/2014/main" id="{977AEA5B-B514-A281-D5CF-185F9DAD5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74"/>
          <a:stretch/>
        </p:blipFill>
        <p:spPr bwMode="auto">
          <a:xfrm>
            <a:off x="0" y="0"/>
            <a:ext cx="69820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A856662-DB6E-45A6-97AD-3C04EB89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461" y="6366873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873A62E-6928-4B7B-95B7-002E00DAA648}"/>
              </a:ext>
            </a:extLst>
          </p:cNvPr>
          <p:cNvSpPr/>
          <p:nvPr/>
        </p:nvSpPr>
        <p:spPr>
          <a:xfrm>
            <a:off x="4282251" y="0"/>
            <a:ext cx="3454400" cy="6870346"/>
          </a:xfrm>
          <a:prstGeom prst="rect">
            <a:avLst/>
          </a:prstGeom>
          <a:gradFill flip="none" rotWithShape="1">
            <a:gsLst>
              <a:gs pos="60000">
                <a:srgbClr val="FFFFFF"/>
              </a:gs>
              <a:gs pos="0">
                <a:schemeClr val="bg1">
                  <a:alpha val="1000"/>
                </a:schemeClr>
              </a:gs>
              <a:gs pos="36000">
                <a:schemeClr val="bg1">
                  <a:alpha val="81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79F9FC-9C26-4EE8-993C-4E9774C6CB61}"/>
              </a:ext>
            </a:extLst>
          </p:cNvPr>
          <p:cNvSpPr/>
          <p:nvPr/>
        </p:nvSpPr>
        <p:spPr>
          <a:xfrm>
            <a:off x="6323994" y="2476465"/>
            <a:ext cx="5726288" cy="217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6" indent="-342905" defTabSz="914411">
              <a:lnSpc>
                <a:spcPct val="90000"/>
              </a:lnSpc>
              <a:spcAft>
                <a:spcPts val="1200"/>
              </a:spcAft>
              <a:buClr>
                <a:srgbClr val="244F9A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Montserrat" panose="00000500000000000000" pitchFamily="2" charset="0"/>
              </a:rPr>
              <a:t>KBA’s unique approach builds plans with even-to-commercial provider reimbursement paired with highly competitive rates for employers.  </a:t>
            </a:r>
          </a:p>
          <a:p>
            <a:pPr marL="514356" indent="-342905" defTabSz="914411">
              <a:lnSpc>
                <a:spcPct val="90000"/>
              </a:lnSpc>
              <a:spcAft>
                <a:spcPts val="1200"/>
              </a:spcAft>
              <a:buClr>
                <a:srgbClr val="244F9A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Montserrat" panose="00000500000000000000" pitchFamily="2" charset="0"/>
              </a:rPr>
              <a:t>DTE partners see high within-plan steerage to their providers and facilities, generating a powerful ROI. </a:t>
            </a:r>
          </a:p>
          <a:p>
            <a:pPr marL="514356" indent="-342905" defTabSz="914411">
              <a:lnSpc>
                <a:spcPct val="90000"/>
              </a:lnSpc>
              <a:spcAft>
                <a:spcPts val="1200"/>
              </a:spcAft>
              <a:buClr>
                <a:srgbClr val="244F9A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Montserrat" panose="00000500000000000000" pitchFamily="2" charset="0"/>
              </a:rPr>
              <a:t>KBA models plan growth and steerage rates to estimate plan ROI. 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E58BE34-132B-41A8-8534-03C951FA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36066" y="6346183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C15F56-47BD-D180-EBFB-0843E8BB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3656" y="683306"/>
            <a:ext cx="4846964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0B2E"/>
                </a:solidFill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</a:rPr>
            </a:br>
            <a:r>
              <a:rPr lang="en-US" sz="2800" b="0" dirty="0">
                <a:solidFill>
                  <a:srgbClr val="000B2E"/>
                </a:solidFill>
              </a:rPr>
              <a:t>POWERFUL EMPLOYER AND HEALTH SYSTEM VALUE</a:t>
            </a:r>
            <a:endParaRPr lang="en-US" sz="16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A33C183-73ED-A658-587A-18AF9B432DA8}"/>
              </a:ext>
            </a:extLst>
          </p:cNvPr>
          <p:cNvSpPr txBox="1">
            <a:spLocks/>
          </p:cNvSpPr>
          <p:nvPr/>
        </p:nvSpPr>
        <p:spPr>
          <a:xfrm>
            <a:off x="6071288" y="5001546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 GROWTH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244FFF8-B505-4CCA-71E2-A8BCE6C54E3D}"/>
              </a:ext>
            </a:extLst>
          </p:cNvPr>
          <p:cNvSpPr txBox="1">
            <a:spLocks/>
          </p:cNvSpPr>
          <p:nvPr/>
        </p:nvSpPr>
        <p:spPr>
          <a:xfrm>
            <a:off x="8061304" y="4964593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STRONG STEERAGE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CD3059D-A40F-AC65-69AB-58B4D5C1E376}"/>
              </a:ext>
            </a:extLst>
          </p:cNvPr>
          <p:cNvSpPr txBox="1">
            <a:spLocks/>
          </p:cNvSpPr>
          <p:nvPr/>
        </p:nvSpPr>
        <p:spPr>
          <a:xfrm>
            <a:off x="10335462" y="5001546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FINANCIAL ROI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2C7D093-C2D5-C403-DA0C-E6B3042B94FB}"/>
              </a:ext>
            </a:extLst>
          </p:cNvPr>
          <p:cNvSpPr txBox="1">
            <a:spLocks/>
          </p:cNvSpPr>
          <p:nvPr/>
        </p:nvSpPr>
        <p:spPr>
          <a:xfrm>
            <a:off x="6940409" y="5014089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04F23E6-4066-9DD8-BA20-CDB172B6C19F}"/>
              </a:ext>
            </a:extLst>
          </p:cNvPr>
          <p:cNvSpPr txBox="1">
            <a:spLocks/>
          </p:cNvSpPr>
          <p:nvPr/>
        </p:nvSpPr>
        <p:spPr>
          <a:xfrm>
            <a:off x="9115791" y="5022320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71412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D2D42D-B808-3A48-A7C5-84FB1F1F5A17}"/>
              </a:ext>
            </a:extLst>
          </p:cNvPr>
          <p:cNvSpPr/>
          <p:nvPr/>
        </p:nvSpPr>
        <p:spPr>
          <a:xfrm>
            <a:off x="5623560" y="0"/>
            <a:ext cx="656844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aphicFrame>
        <p:nvGraphicFramePr>
          <p:cNvPr id="4" name="Text Placeholder 10">
            <a:extLst>
              <a:ext uri="{FF2B5EF4-FFF2-40B4-BE49-F238E27FC236}">
                <a16:creationId xmlns:a16="http://schemas.microsoft.com/office/drawing/2014/main" id="{625E5EBB-5E59-1F70-D065-8563E74742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010253"/>
              </p:ext>
            </p:extLst>
          </p:nvPr>
        </p:nvGraphicFramePr>
        <p:xfrm>
          <a:off x="4760236" y="551199"/>
          <a:ext cx="8004787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BF3756C-E382-D591-9698-2313D86DCFF4}"/>
              </a:ext>
            </a:extLst>
          </p:cNvPr>
          <p:cNvSpPr/>
          <p:nvPr/>
        </p:nvSpPr>
        <p:spPr>
          <a:xfrm>
            <a:off x="1" y="-1"/>
            <a:ext cx="4599431" cy="6866313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C24332-E958-7C44-485A-7D07A705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8" y="212871"/>
            <a:ext cx="4349362" cy="2137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 b="0" dirty="0">
                <a:solidFill>
                  <a:schemeClr val="bg1"/>
                </a:solidFill>
              </a:rPr>
              <a:t>THE SCIENCE OF SUCCESSFUL PLAN GROWTH</a:t>
            </a:r>
            <a:endParaRPr lang="en-US" sz="3600" b="0" kern="1200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765260D-2785-3CCF-9B74-66C89C86B979}"/>
              </a:ext>
            </a:extLst>
          </p:cNvPr>
          <p:cNvSpPr txBox="1">
            <a:spLocks/>
          </p:cNvSpPr>
          <p:nvPr/>
        </p:nvSpPr>
        <p:spPr>
          <a:xfrm>
            <a:off x="131198" y="2350009"/>
            <a:ext cx="4349362" cy="1289304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 cap="none" spc="-70" baseline="0">
                <a:solidFill>
                  <a:srgbClr val="434343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bg1"/>
                </a:solidFill>
              </a:rPr>
              <a:t>Over 10 years of experience KBA has learned:</a:t>
            </a:r>
          </a:p>
          <a:p>
            <a:r>
              <a:rPr lang="en-US" sz="1600" b="0" dirty="0">
                <a:solidFill>
                  <a:schemeClr val="bg1"/>
                </a:solidFill>
              </a:rPr>
              <a:t>Choosing the right partner health system is </a:t>
            </a:r>
            <a:r>
              <a:rPr lang="en-US" sz="1600" b="0" u="sng" dirty="0">
                <a:solidFill>
                  <a:schemeClr val="bg1"/>
                </a:solidFill>
              </a:rPr>
              <a:t>critical</a:t>
            </a:r>
            <a:r>
              <a:rPr lang="en-US" sz="1600" b="0" dirty="0">
                <a:solidFill>
                  <a:schemeClr val="bg1"/>
                </a:solidFill>
              </a:rPr>
              <a:t> for plan success and sales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5195F6-1F4F-D309-AFAF-2F7FE6BB82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552" y="3813048"/>
            <a:ext cx="4125773" cy="25786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3">
            <a:extLst>
              <a:ext uri="{FF2B5EF4-FFF2-40B4-BE49-F238E27FC236}">
                <a16:creationId xmlns:a16="http://schemas.microsoft.com/office/drawing/2014/main" id="{87B51A91-436C-C55A-BB93-A427553B5A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789" y="6306801"/>
            <a:ext cx="2125097" cy="46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5242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3078-15B8-A235-EF3C-A1EC40DA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3973-734A-75E2-7237-D467283E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MEASURING BRAND REPUTATION</a:t>
            </a:r>
            <a:b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Brand Reputation Ratings for the Tulsa OK Region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32C4CE-5F05-342D-902C-AFA2D714B934}"/>
              </a:ext>
            </a:extLst>
          </p:cNvPr>
          <p:cNvSpPr/>
          <p:nvPr/>
        </p:nvSpPr>
        <p:spPr>
          <a:xfrm>
            <a:off x="215573" y="5126644"/>
            <a:ext cx="11331658" cy="1229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Montserrat" panose="00000500000000000000" pitchFamily="2" charset="0"/>
              </a:rPr>
              <a:t>Ascension Health’s brand quality in the Tulsa area is strong enough to consider launching a plan in the Tulsa area but would face strong headwinds against Saint Francis Health System.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DEA03A84-4A9D-2161-02B6-4B879FF22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802AE9D-A3CC-554D-BD77-07225CB90638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5CC3ED-317F-B37B-E37A-C632E13EB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91248"/>
              </p:ext>
            </p:extLst>
          </p:nvPr>
        </p:nvGraphicFramePr>
        <p:xfrm>
          <a:off x="1606412" y="1596120"/>
          <a:ext cx="8979176" cy="3242603"/>
        </p:xfrm>
        <a:graphic>
          <a:graphicData uri="http://schemas.openxmlformats.org/drawingml/2006/table">
            <a:tbl>
              <a:tblPr/>
              <a:tblGrid>
                <a:gridCol w="2392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6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2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5648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Reputation</a:t>
                      </a: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5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Saint Francis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374A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690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5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Other Independent Hospitals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72A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83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69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Ascension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9ADC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0D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A1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9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Ardent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1B3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777A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8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C8AA-0E66-B861-59D6-F381D95E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7049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ACCESS AND MARKET SHARE FOR MODELING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DD333F58-1E5B-D213-65EE-BB627B8B12A8}"/>
              </a:ext>
            </a:extLst>
          </p:cNvPr>
          <p:cNvSpPr txBox="1"/>
          <p:nvPr/>
        </p:nvSpPr>
        <p:spPr>
          <a:xfrm>
            <a:off x="7237368" y="5243658"/>
            <a:ext cx="4791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 outpatient market share, it is estimated that only 49.1% of local physicians are employed by area hospitals (Research from the Physician Advocacy Institute: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  <a:hlinkClick r:id="rId2"/>
              </a:rPr>
              <a:t>https://www.physiciansadvocacyinstitute.org/Portals/0/assets/docs/PAI-Research/PAI-Avalere%20Physician%20Employment%20Trends%20Study%202019-2023%20Final.pdf?ver=uGHF46u1GSeZgYXMKFyYvw%3d%3d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8816DA9-0016-360E-E0AF-042A76E415BD}"/>
              </a:ext>
            </a:extLst>
          </p:cNvPr>
          <p:cNvSpPr txBox="1"/>
          <p:nvPr/>
        </p:nvSpPr>
        <p:spPr>
          <a:xfrm>
            <a:off x="7306057" y="2272509"/>
            <a:ext cx="462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4399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17% Inpatient Market Share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4399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7% Outpatient Market Share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D0DD692F-D109-0348-F9B8-914DE2DD8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" name="Freeform 13">
            <a:extLst>
              <a:ext uri="{FF2B5EF4-FFF2-40B4-BE49-F238E27FC236}">
                <a16:creationId xmlns:a16="http://schemas.microsoft.com/office/drawing/2014/main" id="{AC9E0C8C-1395-D9C5-6ED5-2E010F8A048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333285"/>
              </p:ext>
            </p:extLst>
          </p:nvPr>
        </p:nvGraphicFramePr>
        <p:xfrm>
          <a:off x="266699" y="1245980"/>
          <a:ext cx="6629400" cy="49210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983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Hospital Name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Number of Beds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Inpatient Total Charges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Outpatient Total Charges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Jane Phillips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131,666.6K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324,545.6K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419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$1,241,286.2K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722,538.5K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Owasso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27,562.2K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132,718.9K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Broken Arrow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42,229.8K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228,142.7K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Nowata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 2,090.6K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 8,750.4K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Sapulpa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11,928.6K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92,051.6K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710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Saint Francis Hospital Muskogee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376,699.4K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417,065.5K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Oklahoma State University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119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332,105.5K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259,364.2K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Saint Francis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1,056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$2,470,145.7K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$2,565,109.7K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Saint Francis Hospital South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216,573.5K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484,669.3K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Saint Francis Hospital Vinita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 25,003.7K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 78,978.8K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Sedan City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1,147.8K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5,048.0K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Hillcrest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$2,494,589.5K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$1,820,676.2K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5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INTEGRIS Miami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49,458.5K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155,570.8K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Hillcrest Hospital Pryor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13,142.3K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151,189.9K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Hillcrest Hospital Claremore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99,847.8K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355,316.0K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Muscogee Creek Nation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14,874.9K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70,325.4K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Northeastern Health System Tahlequah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140,559.7K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232,835.6K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INTEGRIS Health Grove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64,522.9K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192,948.8K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Wagoner Community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18,581.5K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34,313.2K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Cherokee Nation WW Hastings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     NAK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     NAK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Claremore Indian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     NAK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     NAK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Hillcrest Hospital South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574,416.6K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612,398.5K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Oklahoma Surgical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93,523.8K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445,252.1K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Tulsa Spine &amp; Specialty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93,336.3K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316,388.6K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Bailey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78,301.7K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328,424.4K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Council Oak Comprehensive Health Care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2,323.4K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10,507.3K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Carrus Lakeside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114,680.5K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164,830.1K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Cleveland Area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7,683.0K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34,684.3K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F5B05E7-63C7-DCA0-D940-7B6EFE6B0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515662"/>
            <a:ext cx="2430086" cy="610559"/>
          </a:xfrm>
          <a:prstGeom prst="rect">
            <a:avLst/>
          </a:prstGeom>
        </p:spPr>
      </p:pic>
      <p:pic>
        <p:nvPicPr>
          <p:cNvPr id="1032" name="Picture 8" descr="St Francis Health System - Healthcare IT Leaders">
            <a:extLst>
              <a:ext uri="{FF2B5EF4-FFF2-40B4-BE49-F238E27FC236}">
                <a16:creationId xmlns:a16="http://schemas.microsoft.com/office/drawing/2014/main" id="{250389F3-6A9D-EA69-F348-A5AC101E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888" y="3158107"/>
            <a:ext cx="2770632" cy="96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A046053F-2C15-6F02-79E9-0BFA1211A05E}"/>
              </a:ext>
            </a:extLst>
          </p:cNvPr>
          <p:cNvSpPr txBox="1"/>
          <p:nvPr/>
        </p:nvSpPr>
        <p:spPr>
          <a:xfrm>
            <a:off x="7306057" y="4128996"/>
            <a:ext cx="462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6C79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38% Inpatient Market Share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6C79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17% Outpatient Market Share</a:t>
            </a:r>
          </a:p>
        </p:txBody>
      </p:sp>
    </p:spTree>
    <p:extLst>
      <p:ext uri="{BB962C8B-B14F-4D97-AF65-F5344CB8AC3E}">
        <p14:creationId xmlns:p14="http://schemas.microsoft.com/office/powerpoint/2010/main" val="4087636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7CA0-440B-21EA-EB89-1615851B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ASCENSION OKLAHOMA</a:t>
            </a:r>
            <a:br>
              <a:rPr lang="en-US" dirty="0"/>
            </a:br>
            <a:r>
              <a:rPr lang="en-US" dirty="0"/>
              <a:t>STAND ALONE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3A543-D9F9-5D88-4F01-A11C2F788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size and growth modeled for tier-1 of only Ascension Health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B748F877-5023-94BE-97B7-64290C771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EB2A27E-448A-D153-BCE1-A35960046B7E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06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0" dirty="0">
                <a:solidFill>
                  <a:srgbClr val="000B2E"/>
                </a:solidFill>
              </a:rPr>
              <a:t>MEASURING STANDALONE MARKET SIZE</a:t>
            </a:r>
            <a:endParaRPr lang="en-US" sz="16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917182" y="1120015"/>
            <a:ext cx="8257547" cy="5330561"/>
          </a:xfrm>
          <a:prstGeom prst="rect">
            <a:avLst/>
          </a:prstGeom>
        </p:spPr>
      </p:pic>
      <p:grpSp>
        <p:nvGrpSpPr>
          <p:cNvPr id="10" name="Group 28">
            <a:extLst>
              <a:ext uri="{FF2B5EF4-FFF2-40B4-BE49-F238E27FC236}">
                <a16:creationId xmlns:a16="http://schemas.microsoft.com/office/drawing/2014/main" id="{2651BC20-E99B-BDA4-D782-59883424EFB6}"/>
              </a:ext>
            </a:extLst>
          </p:cNvPr>
          <p:cNvGrpSpPr/>
          <p:nvPr/>
        </p:nvGrpSpPr>
        <p:grpSpPr>
          <a:xfrm>
            <a:off x="6890963" y="1913813"/>
            <a:ext cx="4179295" cy="3636786"/>
            <a:chOff x="1267778" y="2161521"/>
            <a:chExt cx="8731885" cy="4307840"/>
          </a:xfrm>
        </p:grpSpPr>
        <p:grpSp>
          <p:nvGrpSpPr>
            <p:cNvPr id="11" name="Group 29">
              <a:extLst>
                <a:ext uri="{FF2B5EF4-FFF2-40B4-BE49-F238E27FC236}">
                  <a16:creationId xmlns:a16="http://schemas.microsoft.com/office/drawing/2014/main" id="{BE72592D-1DCB-297D-F8C9-E3C8947A582F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31" name="Freeform: Shape 72">
                <a:extLst>
                  <a:ext uri="{FF2B5EF4-FFF2-40B4-BE49-F238E27FC236}">
                    <a16:creationId xmlns:a16="http://schemas.microsoft.com/office/drawing/2014/main" id="{1C687122-2380-3D4F-11C9-3CDF05F41151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TextBox 73">
                <a:extLst>
                  <a:ext uri="{FF2B5EF4-FFF2-40B4-BE49-F238E27FC236}">
                    <a16:creationId xmlns:a16="http://schemas.microsoft.com/office/drawing/2014/main" id="{03BBC329-2771-95E8-FDA3-83887BBA628A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C9DA3714-3F29-23C2-D40C-FAA070017B98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22" name="Group 58">
                <a:extLst>
                  <a:ext uri="{FF2B5EF4-FFF2-40B4-BE49-F238E27FC236}">
                    <a16:creationId xmlns:a16="http://schemas.microsoft.com/office/drawing/2014/main" id="{C8D95E2D-F964-4D7E-27E0-F48C6B81123F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29" name="Freeform: Shape 62">
                  <a:extLst>
                    <a:ext uri="{FF2B5EF4-FFF2-40B4-BE49-F238E27FC236}">
                      <a16:creationId xmlns:a16="http://schemas.microsoft.com/office/drawing/2014/main" id="{BCA9A7E6-BC39-16E3-5B57-D5338159CDE9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" name="TextBox 63">
                  <a:extLst>
                    <a:ext uri="{FF2B5EF4-FFF2-40B4-BE49-F238E27FC236}">
                      <a16:creationId xmlns:a16="http://schemas.microsoft.com/office/drawing/2014/main" id="{2684C751-02D9-C300-9C0D-D9B1828A9EDF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" name="Group 52">
                <a:extLst>
                  <a:ext uri="{FF2B5EF4-FFF2-40B4-BE49-F238E27FC236}">
                    <a16:creationId xmlns:a16="http://schemas.microsoft.com/office/drawing/2014/main" id="{2027AC54-31AC-0A28-E1AB-00F0E2C12CD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27" name="Freeform: Shape 56">
                  <a:extLst>
                    <a:ext uri="{FF2B5EF4-FFF2-40B4-BE49-F238E27FC236}">
                      <a16:creationId xmlns:a16="http://schemas.microsoft.com/office/drawing/2014/main" id="{533C79A6-1264-BA43-3C29-A9C76440EB28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" name="TextBox 57">
                  <a:extLst>
                    <a:ext uri="{FF2B5EF4-FFF2-40B4-BE49-F238E27FC236}">
                      <a16:creationId xmlns:a16="http://schemas.microsoft.com/office/drawing/2014/main" id="{01C49DF9-CCBF-F91F-A4CE-E2F633EDD48D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" name="Group 46">
                <a:extLst>
                  <a:ext uri="{FF2B5EF4-FFF2-40B4-BE49-F238E27FC236}">
                    <a16:creationId xmlns:a16="http://schemas.microsoft.com/office/drawing/2014/main" id="{0F5DF916-3A2B-F506-DA14-C69DF889F350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25" name="Freeform: Shape 50">
                  <a:extLst>
                    <a:ext uri="{FF2B5EF4-FFF2-40B4-BE49-F238E27FC236}">
                      <a16:creationId xmlns:a16="http://schemas.microsoft.com/office/drawing/2014/main" id="{E8E181D0-1AA6-44C9-D49C-34D7EA2719E2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" name="TextBox 51">
                  <a:extLst>
                    <a:ext uri="{FF2B5EF4-FFF2-40B4-BE49-F238E27FC236}">
                      <a16:creationId xmlns:a16="http://schemas.microsoft.com/office/drawing/2014/main" id="{3A79408D-91BB-884F-9E8A-A68C4CE3A83A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" name="Freeform: Shape 31">
              <a:extLst>
                <a:ext uri="{FF2B5EF4-FFF2-40B4-BE49-F238E27FC236}">
                  <a16:creationId xmlns:a16="http://schemas.microsoft.com/office/drawing/2014/main" id="{3426B561-7A27-5605-E976-E5330A48ACE6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6F68E33B-7AB9-E1BB-58A8-3B7AF6133BEE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7" name="Freeform: Shape 36">
                <a:extLst>
                  <a:ext uri="{FF2B5EF4-FFF2-40B4-BE49-F238E27FC236}">
                    <a16:creationId xmlns:a16="http://schemas.microsoft.com/office/drawing/2014/main" id="{376FE627-8BA7-E808-4D47-02510673CB1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8" name="Freeform: Shape 37">
                <a:extLst>
                  <a:ext uri="{FF2B5EF4-FFF2-40B4-BE49-F238E27FC236}">
                    <a16:creationId xmlns:a16="http://schemas.microsoft.com/office/drawing/2014/main" id="{64E80BDA-CC56-FF93-D7BD-360AC700357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9" name="Freeform: Shape 38">
                <a:extLst>
                  <a:ext uri="{FF2B5EF4-FFF2-40B4-BE49-F238E27FC236}">
                    <a16:creationId xmlns:a16="http://schemas.microsoft.com/office/drawing/2014/main" id="{5F70E777-4818-9C30-09ED-1758BDC4DCD4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9">
                <a:extLst>
                  <a:ext uri="{FF2B5EF4-FFF2-40B4-BE49-F238E27FC236}">
                    <a16:creationId xmlns:a16="http://schemas.microsoft.com/office/drawing/2014/main" id="{C5F67686-1649-F3F0-4E0A-5F3256DB5078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40">
                <a:extLst>
                  <a:ext uri="{FF2B5EF4-FFF2-40B4-BE49-F238E27FC236}">
                    <a16:creationId xmlns:a16="http://schemas.microsoft.com/office/drawing/2014/main" id="{ED3A40A5-FE0A-6D7E-AA15-83E02154EAE4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15" name="Freeform: Shape 33">
              <a:extLst>
                <a:ext uri="{FF2B5EF4-FFF2-40B4-BE49-F238E27FC236}">
                  <a16:creationId xmlns:a16="http://schemas.microsoft.com/office/drawing/2014/main" id="{0753F12C-826B-0E6F-7A95-DADCA1524280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16" name="Freeform: Shape 34">
              <a:extLst>
                <a:ext uri="{FF2B5EF4-FFF2-40B4-BE49-F238E27FC236}">
                  <a16:creationId xmlns:a16="http://schemas.microsoft.com/office/drawing/2014/main" id="{BDA04889-7343-1F02-419B-250C6928F65A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3" name="TextBox 76">
            <a:extLst>
              <a:ext uri="{FF2B5EF4-FFF2-40B4-BE49-F238E27FC236}">
                <a16:creationId xmlns:a16="http://schemas.microsoft.com/office/drawing/2014/main" id="{87FC2C6D-8AF3-2F34-E05F-A91871D196E1}"/>
              </a:ext>
            </a:extLst>
          </p:cNvPr>
          <p:cNvSpPr txBox="1"/>
          <p:nvPr/>
        </p:nvSpPr>
        <p:spPr>
          <a:xfrm>
            <a:off x="8901227" y="4907639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1,091K</a:t>
            </a:r>
          </a:p>
        </p:txBody>
      </p:sp>
      <p:sp>
        <p:nvSpPr>
          <p:cNvPr id="34" name="TextBox 77">
            <a:extLst>
              <a:ext uri="{FF2B5EF4-FFF2-40B4-BE49-F238E27FC236}">
                <a16:creationId xmlns:a16="http://schemas.microsoft.com/office/drawing/2014/main" id="{6EF280A6-2C9E-C5C6-D23A-E72426A58D77}"/>
              </a:ext>
            </a:extLst>
          </p:cNvPr>
          <p:cNvSpPr txBox="1"/>
          <p:nvPr/>
        </p:nvSpPr>
        <p:spPr>
          <a:xfrm>
            <a:off x="9124160" y="3982584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629K</a:t>
            </a:r>
          </a:p>
        </p:txBody>
      </p:sp>
      <p:sp>
        <p:nvSpPr>
          <p:cNvPr id="35" name="TextBox 78">
            <a:extLst>
              <a:ext uri="{FF2B5EF4-FFF2-40B4-BE49-F238E27FC236}">
                <a16:creationId xmlns:a16="http://schemas.microsoft.com/office/drawing/2014/main" id="{D51C5553-872B-D424-6416-8DA703AA4FA8}"/>
              </a:ext>
            </a:extLst>
          </p:cNvPr>
          <p:cNvSpPr txBox="1"/>
          <p:nvPr/>
        </p:nvSpPr>
        <p:spPr>
          <a:xfrm>
            <a:off x="9343616" y="3039839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413K</a:t>
            </a:r>
          </a:p>
        </p:txBody>
      </p:sp>
      <p:sp>
        <p:nvSpPr>
          <p:cNvPr id="36" name="TextBox 79">
            <a:extLst>
              <a:ext uri="{FF2B5EF4-FFF2-40B4-BE49-F238E27FC236}">
                <a16:creationId xmlns:a16="http://schemas.microsoft.com/office/drawing/2014/main" id="{74611794-C5E8-BE9B-A527-30CC9174C136}"/>
              </a:ext>
            </a:extLst>
          </p:cNvPr>
          <p:cNvSpPr txBox="1"/>
          <p:nvPr/>
        </p:nvSpPr>
        <p:spPr>
          <a:xfrm>
            <a:off x="9563072" y="2108304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228K</a:t>
            </a:r>
          </a:p>
        </p:txBody>
      </p:sp>
      <p:pic>
        <p:nvPicPr>
          <p:cNvPr id="37" name="Picture 27">
            <a:extLst>
              <a:ext uri="{FF2B5EF4-FFF2-40B4-BE49-F238E27FC236}">
                <a16:creationId xmlns:a16="http://schemas.microsoft.com/office/drawing/2014/main" id="{CAD54B8B-1EAC-1354-F8DC-34FB66A18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8" name="Freeform 13">
            <a:extLst>
              <a:ext uri="{FF2B5EF4-FFF2-40B4-BE49-F238E27FC236}">
                <a16:creationId xmlns:a16="http://schemas.microsoft.com/office/drawing/2014/main" id="{93833C5C-0E19-A450-62F7-B57A02F7A8D9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015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56135" y="2024060"/>
            <a:ext cx="286817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In most commercial plans in the Tulsa area, Ascension receives ~17% of inpatient market share and ~7% of outpatient market share. This plan would have a far higher percentage of patients choosing Ascension Health.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/>
              <a:latin typeface="Montserrat" panose="000005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Plan growth is muted because Saint Francis Health System is estimated to have a strong brand reputation.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 conservatively models steerage growth based on past DTE-plan experience.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137612"/>
              </p:ext>
            </p:extLst>
          </p:nvPr>
        </p:nvGraphicFramePr>
        <p:xfrm>
          <a:off x="976375" y="1154455"/>
          <a:ext cx="7600465" cy="4637832"/>
        </p:xfrm>
        <a:graphic>
          <a:graphicData uri="http://schemas.openxmlformats.org/drawingml/2006/table">
            <a:tbl>
              <a:tblPr/>
              <a:tblGrid>
                <a:gridCol w="1520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00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63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OK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OK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0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500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$1.95M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$0.18M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$11.54M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$2.08M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$23.56M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$4.43M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PROFITABLE BUT SLOW GROWTH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700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$ 372,215.3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$ 301,717.2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$ 140,899.4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$ 814,831.9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$ 71,465.33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$ 57,929.71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$ 27,052.68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$ 156,447.7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$ 723,202.4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$ 8,400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$ 728,002.4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$ 551,602.4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$ 1,389,888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$ 2,175,625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$ 1,015,998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$ 4,581,511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$ 266,858.5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$ 417,719.9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$ 195,071.7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$ 879,650.1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18% (inpatient) and 8%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19.2%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19.2%,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152087"/>
            <a:ext cx="11547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  <a:cs typeface="Calibri" panose="020F0502020204030204" pitchFamily="34" charset="0"/>
              </a:rPr>
              <a:t>YEAR 4 STAND ALONE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055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E74C-CCC7-E319-3056-7C641C6F4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5AB9-2820-D806-4FD1-603B83B7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ASCENSION OKLAHOMA</a:t>
            </a:r>
            <a:br>
              <a:rPr lang="en-US" dirty="0"/>
            </a:br>
            <a:r>
              <a:rPr lang="en-US" dirty="0"/>
              <a:t>PARTNERED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E137D-5341-91A4-F79F-D7AC03BC9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size and growth modeled in partnership with Saint Francis Health System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EF416AD8-F6F8-8D9B-4525-1751369F7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D2CFCE4E-744A-2543-9F14-23498EF9548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957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563434" y="1264413"/>
            <a:ext cx="7750077" cy="4876800"/>
          </a:xfrm>
          <a:prstGeom prst="rect">
            <a:avLst/>
          </a:prstGeom>
        </p:spPr>
      </p:pic>
      <p:grpSp>
        <p:nvGrpSpPr>
          <p:cNvPr id="33" name="Group 28">
            <a:extLst>
              <a:ext uri="{FF2B5EF4-FFF2-40B4-BE49-F238E27FC236}">
                <a16:creationId xmlns:a16="http://schemas.microsoft.com/office/drawing/2014/main" id="{641D03C1-09A4-7159-6C40-1F7890EF192D}"/>
              </a:ext>
            </a:extLst>
          </p:cNvPr>
          <p:cNvGrpSpPr/>
          <p:nvPr/>
        </p:nvGrpSpPr>
        <p:grpSpPr>
          <a:xfrm>
            <a:off x="7201019" y="1504341"/>
            <a:ext cx="4179295" cy="3636786"/>
            <a:chOff x="1267778" y="2161521"/>
            <a:chExt cx="8731885" cy="4307840"/>
          </a:xfrm>
        </p:grpSpPr>
        <p:grpSp>
          <p:nvGrpSpPr>
            <p:cNvPr id="34" name="Group 29">
              <a:extLst>
                <a:ext uri="{FF2B5EF4-FFF2-40B4-BE49-F238E27FC236}">
                  <a16:creationId xmlns:a16="http://schemas.microsoft.com/office/drawing/2014/main" id="{58C75B3E-F675-4729-4130-220E41E9F24B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4" name="Freeform: Shape 72">
                <a:extLst>
                  <a:ext uri="{FF2B5EF4-FFF2-40B4-BE49-F238E27FC236}">
                    <a16:creationId xmlns:a16="http://schemas.microsoft.com/office/drawing/2014/main" id="{455AF22A-E213-2930-F9C3-81DD4B7A5ADD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5" name="TextBox 73">
                <a:extLst>
                  <a:ext uri="{FF2B5EF4-FFF2-40B4-BE49-F238E27FC236}">
                    <a16:creationId xmlns:a16="http://schemas.microsoft.com/office/drawing/2014/main" id="{FFDFB363-E524-A979-0C3E-8E4B8AB7009D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" name="Group 30">
              <a:extLst>
                <a:ext uri="{FF2B5EF4-FFF2-40B4-BE49-F238E27FC236}">
                  <a16:creationId xmlns:a16="http://schemas.microsoft.com/office/drawing/2014/main" id="{318DBC67-B77F-70DB-A0C9-7068B671086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45" name="Group 58">
                <a:extLst>
                  <a:ext uri="{FF2B5EF4-FFF2-40B4-BE49-F238E27FC236}">
                    <a16:creationId xmlns:a16="http://schemas.microsoft.com/office/drawing/2014/main" id="{7450A056-7E65-8992-9D6D-B84CF39FE4E2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52" name="Freeform: Shape 62">
                  <a:extLst>
                    <a:ext uri="{FF2B5EF4-FFF2-40B4-BE49-F238E27FC236}">
                      <a16:creationId xmlns:a16="http://schemas.microsoft.com/office/drawing/2014/main" id="{FFF6B35F-817D-F91A-5A4C-F34A27E2EC25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3" name="TextBox 63">
                  <a:extLst>
                    <a:ext uri="{FF2B5EF4-FFF2-40B4-BE49-F238E27FC236}">
                      <a16:creationId xmlns:a16="http://schemas.microsoft.com/office/drawing/2014/main" id="{B8C84015-5358-885D-622E-23630F45E54E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6" name="Group 52">
                <a:extLst>
                  <a:ext uri="{FF2B5EF4-FFF2-40B4-BE49-F238E27FC236}">
                    <a16:creationId xmlns:a16="http://schemas.microsoft.com/office/drawing/2014/main" id="{F926E156-52A8-300D-3092-995BC46FCA34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50" name="Freeform: Shape 56">
                  <a:extLst>
                    <a:ext uri="{FF2B5EF4-FFF2-40B4-BE49-F238E27FC236}">
                      <a16:creationId xmlns:a16="http://schemas.microsoft.com/office/drawing/2014/main" id="{7B5F1C17-D28B-FEBC-DF07-7AEEA7FD3FA0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1" name="TextBox 57">
                  <a:extLst>
                    <a:ext uri="{FF2B5EF4-FFF2-40B4-BE49-F238E27FC236}">
                      <a16:creationId xmlns:a16="http://schemas.microsoft.com/office/drawing/2014/main" id="{A7CC2BAE-9BC5-C549-5A27-505ED115CF9B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8D8AC6FA-88C7-7FA1-A08E-9764F76C17F0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48" name="Freeform: Shape 50">
                  <a:extLst>
                    <a:ext uri="{FF2B5EF4-FFF2-40B4-BE49-F238E27FC236}">
                      <a16:creationId xmlns:a16="http://schemas.microsoft.com/office/drawing/2014/main" id="{C65D81E2-AA3F-E6BD-5668-685DFDF89562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9" name="TextBox 51">
                  <a:extLst>
                    <a:ext uri="{FF2B5EF4-FFF2-40B4-BE49-F238E27FC236}">
                      <a16:creationId xmlns:a16="http://schemas.microsoft.com/office/drawing/2014/main" id="{383A3DEB-6852-AC92-94E7-4547DD1A876E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6" name="Freeform: Shape 31">
              <a:extLst>
                <a:ext uri="{FF2B5EF4-FFF2-40B4-BE49-F238E27FC236}">
                  <a16:creationId xmlns:a16="http://schemas.microsoft.com/office/drawing/2014/main" id="{68BEA33E-A81D-AA65-0CC7-A9297774B5CC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37" name="Group 32">
              <a:extLst>
                <a:ext uri="{FF2B5EF4-FFF2-40B4-BE49-F238E27FC236}">
                  <a16:creationId xmlns:a16="http://schemas.microsoft.com/office/drawing/2014/main" id="{91A21CBD-D9F6-A798-BA38-EB16AC902414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40" name="Freeform: Shape 36">
                <a:extLst>
                  <a:ext uri="{FF2B5EF4-FFF2-40B4-BE49-F238E27FC236}">
                    <a16:creationId xmlns:a16="http://schemas.microsoft.com/office/drawing/2014/main" id="{FC733BBB-F33A-685E-0FEE-460F6E3D0CA5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Freeform: Shape 37">
                <a:extLst>
                  <a:ext uri="{FF2B5EF4-FFF2-40B4-BE49-F238E27FC236}">
                    <a16:creationId xmlns:a16="http://schemas.microsoft.com/office/drawing/2014/main" id="{B5D00FD6-9F8E-D499-52AF-A7CF88796F0D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Freeform: Shape 38">
                <a:extLst>
                  <a:ext uri="{FF2B5EF4-FFF2-40B4-BE49-F238E27FC236}">
                    <a16:creationId xmlns:a16="http://schemas.microsoft.com/office/drawing/2014/main" id="{091FF972-C9D3-41CA-80DF-5C583D2E9B10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Freeform: Shape 39">
                <a:extLst>
                  <a:ext uri="{FF2B5EF4-FFF2-40B4-BE49-F238E27FC236}">
                    <a16:creationId xmlns:a16="http://schemas.microsoft.com/office/drawing/2014/main" id="{9BE27708-F244-AA28-20A9-629EDD5F8B21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Freeform: Shape 40">
                <a:extLst>
                  <a:ext uri="{FF2B5EF4-FFF2-40B4-BE49-F238E27FC236}">
                    <a16:creationId xmlns:a16="http://schemas.microsoft.com/office/drawing/2014/main" id="{EC9A14A3-0B55-AD88-BE8D-DA4F71629684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38" name="Freeform: Shape 33">
              <a:extLst>
                <a:ext uri="{FF2B5EF4-FFF2-40B4-BE49-F238E27FC236}">
                  <a16:creationId xmlns:a16="http://schemas.microsoft.com/office/drawing/2014/main" id="{6AA04FAE-A685-9B63-2001-18C4997C7CF7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39" name="Freeform: Shape 34">
              <a:extLst>
                <a:ext uri="{FF2B5EF4-FFF2-40B4-BE49-F238E27FC236}">
                  <a16:creationId xmlns:a16="http://schemas.microsoft.com/office/drawing/2014/main" id="{FBD0A85B-DD48-8298-336B-F2C0AB0A10AB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56" name="TextBox 76">
            <a:extLst>
              <a:ext uri="{FF2B5EF4-FFF2-40B4-BE49-F238E27FC236}">
                <a16:creationId xmlns:a16="http://schemas.microsoft.com/office/drawing/2014/main" id="{A22F8070-7D8F-FDD9-2094-B1A46D04B5E4}"/>
              </a:ext>
            </a:extLst>
          </p:cNvPr>
          <p:cNvSpPr txBox="1"/>
          <p:nvPr/>
        </p:nvSpPr>
        <p:spPr>
          <a:xfrm>
            <a:off x="9211283" y="4498167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1,298K</a:t>
            </a:r>
          </a:p>
        </p:txBody>
      </p:sp>
      <p:sp>
        <p:nvSpPr>
          <p:cNvPr id="57" name="TextBox 77">
            <a:extLst>
              <a:ext uri="{FF2B5EF4-FFF2-40B4-BE49-F238E27FC236}">
                <a16:creationId xmlns:a16="http://schemas.microsoft.com/office/drawing/2014/main" id="{A8ED1D4B-8390-DC51-E080-4E271691E4A8}"/>
              </a:ext>
            </a:extLst>
          </p:cNvPr>
          <p:cNvSpPr txBox="1"/>
          <p:nvPr/>
        </p:nvSpPr>
        <p:spPr>
          <a:xfrm>
            <a:off x="9434216" y="3573112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743K</a:t>
            </a:r>
          </a:p>
        </p:txBody>
      </p:sp>
      <p:sp>
        <p:nvSpPr>
          <p:cNvPr id="58" name="TextBox 78">
            <a:extLst>
              <a:ext uri="{FF2B5EF4-FFF2-40B4-BE49-F238E27FC236}">
                <a16:creationId xmlns:a16="http://schemas.microsoft.com/office/drawing/2014/main" id="{E9790ECD-FB3B-0AFE-29DE-29DE4D78CEDB}"/>
              </a:ext>
            </a:extLst>
          </p:cNvPr>
          <p:cNvSpPr txBox="1"/>
          <p:nvPr/>
        </p:nvSpPr>
        <p:spPr>
          <a:xfrm>
            <a:off x="9653672" y="2630367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474K</a:t>
            </a:r>
          </a:p>
        </p:txBody>
      </p:sp>
      <p:sp>
        <p:nvSpPr>
          <p:cNvPr id="59" name="TextBox 79">
            <a:extLst>
              <a:ext uri="{FF2B5EF4-FFF2-40B4-BE49-F238E27FC236}">
                <a16:creationId xmlns:a16="http://schemas.microsoft.com/office/drawing/2014/main" id="{EE9C052D-323A-C7C3-9412-E07B34663FA4}"/>
              </a:ext>
            </a:extLst>
          </p:cNvPr>
          <p:cNvSpPr txBox="1"/>
          <p:nvPr/>
        </p:nvSpPr>
        <p:spPr>
          <a:xfrm>
            <a:off x="9873128" y="1698832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262K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CC313F41-3F07-1B98-4054-B6A33893FB7D}"/>
              </a:ext>
            </a:extLst>
          </p:cNvPr>
          <p:cNvSpPr txBox="1">
            <a:spLocks/>
          </p:cNvSpPr>
          <p:nvPr/>
        </p:nvSpPr>
        <p:spPr>
          <a:xfrm>
            <a:off x="81786" y="43143"/>
            <a:ext cx="12028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0" dirty="0">
                <a:solidFill>
                  <a:srgbClr val="000B2E"/>
                </a:solidFill>
              </a:rPr>
              <a:t>MEASURING PARTNERED MARKET SIZE</a:t>
            </a:r>
            <a:endParaRPr lang="en-US" sz="16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3" name="Picture 27">
            <a:extLst>
              <a:ext uri="{FF2B5EF4-FFF2-40B4-BE49-F238E27FC236}">
                <a16:creationId xmlns:a16="http://schemas.microsoft.com/office/drawing/2014/main" id="{E4347273-983C-F179-7901-01B601D97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4" name="Freeform 13">
            <a:extLst>
              <a:ext uri="{FF2B5EF4-FFF2-40B4-BE49-F238E27FC236}">
                <a16:creationId xmlns:a16="http://schemas.microsoft.com/office/drawing/2014/main" id="{9635FEB9-D475-3CF9-4A65-760C3C9E2633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7FD434A-7EBF-5AEC-C978-C2CA300875E8}"/>
              </a:ext>
            </a:extLst>
          </p:cNvPr>
          <p:cNvSpPr/>
          <p:nvPr/>
        </p:nvSpPr>
        <p:spPr>
          <a:xfrm>
            <a:off x="5868365" y="5451676"/>
            <a:ext cx="5810491" cy="904674"/>
          </a:xfrm>
          <a:prstGeom prst="round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Partnered market size is larger than standalone as Saint Francis’s facilities increase reach. </a:t>
            </a:r>
          </a:p>
        </p:txBody>
      </p:sp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0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STRONGER FORECASTED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79576" y="1498060"/>
          <a:ext cx="6858000" cy="46387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67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TextBox 12">
            <a:extLst>
              <a:ext uri="{FF2B5EF4-FFF2-40B4-BE49-F238E27FC236}">
                <a16:creationId xmlns:a16="http://schemas.microsoft.com/office/drawing/2014/main" id="{7B017113-5C27-6A1D-7BE1-A89B193C65ED}"/>
              </a:ext>
            </a:extLst>
          </p:cNvPr>
          <p:cNvSpPr txBox="1"/>
          <p:nvPr/>
        </p:nvSpPr>
        <p:spPr>
          <a:xfrm>
            <a:off x="8828813" y="1871021"/>
            <a:ext cx="28681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In most commercial plans in the Tulsa area, Ascension receives ~17% of inpatient market share and ~7% of outpatient market share. This plan would have a far higher percentage of patients choosing Ascension Health.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/>
              <a:latin typeface="Montserrat" panose="00000500000000000000" pitchFamily="2" charset="0"/>
            </a:endParaRPr>
          </a:p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 conservatively models steerage growth based on past DTE-plan experience, assuming Ascension receives 31% of steered care.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/>
              <a:latin typeface="Montserrat" panose="000005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Plan growth is far stronger in a partnered health plan.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$9.87M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$1.86M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$53.46M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$10.34M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$103.47M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$20.07M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2800" b="0" dirty="0"/>
              <a:t>STRONGER PROFITABILITY THROUGH PARTNERSHIP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9,600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$ 4,735,913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$ 3,734,572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$ 1,744,013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$ 10,214,498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$ 909,295.3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$ 717,037.8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$ 334,850.6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$ 1,961,184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$ 3,639,143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$ 36,000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$ 3,640,643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-$ 56,250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$ 3,618,893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$ 7,954,238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$ 14,460,977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$ 6,753,153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$ 29,168,368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$ 1,527,214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$ 2,776,508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$ 1,296,605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$ 5,600,327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† Assuming proportional revenues from market shares of 17% (inpatient) and 7%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‡ Conservatively assuming a commercial margin of 19.2%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⁰ Assuming 28% inpatient and 28%  market steerage based on KBA narrow network DTE experience.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* Conservatively assuming a commercial margin of 19.2%,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2790-F39D-81DE-4C02-F52876ED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B599-5AB6-9AB6-2D14-426A46D3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ASCENSION TENNESSEE PLAN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61B61-E54C-2358-9C01-384A0A6C0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Plan size and growth modeled on a standalone Ascension Health TN Plan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B6CF4901-20B5-ED87-BDA7-4CB0ABA4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5155B111-6BE3-0CBD-7AAE-87406FA1EB75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741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998713" y="117297"/>
            <a:ext cx="9157547" cy="6926917"/>
          </a:xfrm>
          <a:prstGeom prst="rect">
            <a:avLst/>
          </a:prstGeom>
        </p:spPr>
      </p:pic>
      <p:grpSp>
        <p:nvGrpSpPr>
          <p:cNvPr id="10" name="Group 28">
            <a:extLst>
              <a:ext uri="{FF2B5EF4-FFF2-40B4-BE49-F238E27FC236}">
                <a16:creationId xmlns:a16="http://schemas.microsoft.com/office/drawing/2014/main" id="{1659C026-6E6A-595A-CA12-0EAF987788AE}"/>
              </a:ext>
            </a:extLst>
          </p:cNvPr>
          <p:cNvGrpSpPr/>
          <p:nvPr/>
        </p:nvGrpSpPr>
        <p:grpSpPr>
          <a:xfrm>
            <a:off x="7390809" y="2044135"/>
            <a:ext cx="4179295" cy="3636786"/>
            <a:chOff x="1267778" y="2161521"/>
            <a:chExt cx="8731885" cy="4307840"/>
          </a:xfrm>
        </p:grpSpPr>
        <p:grpSp>
          <p:nvGrpSpPr>
            <p:cNvPr id="11" name="Group 29">
              <a:extLst>
                <a:ext uri="{FF2B5EF4-FFF2-40B4-BE49-F238E27FC236}">
                  <a16:creationId xmlns:a16="http://schemas.microsoft.com/office/drawing/2014/main" id="{5EDB3AAA-1526-5225-96C9-BD9484AF57F5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31" name="Freeform: Shape 72">
                <a:extLst>
                  <a:ext uri="{FF2B5EF4-FFF2-40B4-BE49-F238E27FC236}">
                    <a16:creationId xmlns:a16="http://schemas.microsoft.com/office/drawing/2014/main" id="{9A9E1D25-90C0-5E43-C22A-24952452A89D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marR="0" lvl="0" indent="0" algn="l" defTabSz="18669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4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2" name="TextBox 73">
                <a:extLst>
                  <a:ext uri="{FF2B5EF4-FFF2-40B4-BE49-F238E27FC236}">
                    <a16:creationId xmlns:a16="http://schemas.microsoft.com/office/drawing/2014/main" id="{5EF202A3-28B7-A86E-7352-BFCA330A4650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rPr>
                  <a:t>Population</a:t>
                </a:r>
                <a:endParaRPr kumimoji="0" lang="en-I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5C692578-3BDA-AA2C-3721-CB173728D731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22" name="Group 58">
                <a:extLst>
                  <a:ext uri="{FF2B5EF4-FFF2-40B4-BE49-F238E27FC236}">
                    <a16:creationId xmlns:a16="http://schemas.microsoft.com/office/drawing/2014/main" id="{16658A04-0DAD-D395-B7BF-7D3B78311D40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29" name="Freeform: Shape 62">
                  <a:extLst>
                    <a:ext uri="{FF2B5EF4-FFF2-40B4-BE49-F238E27FC236}">
                      <a16:creationId xmlns:a16="http://schemas.microsoft.com/office/drawing/2014/main" id="{80AA68E3-0F34-A27C-C649-C86A157DCA6C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marR="0" lvl="0" indent="0" algn="l" defTabSz="18669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4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63">
                  <a:extLst>
                    <a:ext uri="{FF2B5EF4-FFF2-40B4-BE49-F238E27FC236}">
                      <a16:creationId xmlns:a16="http://schemas.microsoft.com/office/drawing/2014/main" id="{83AA3355-FFFA-FE6A-9329-DC3F28FDCC24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ontserrat" panose="00000500000000000000" pitchFamily="2" charset="0"/>
                      <a:ea typeface="+mn-ea"/>
                      <a:cs typeface="Arial" panose="020B0604020202020204" pitchFamily="34" charset="0"/>
                    </a:rPr>
                    <a:t>Working Age</a:t>
                  </a:r>
                  <a:endParaRPr kumimoji="0" lang="en-I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" name="Group 52">
                <a:extLst>
                  <a:ext uri="{FF2B5EF4-FFF2-40B4-BE49-F238E27FC236}">
                    <a16:creationId xmlns:a16="http://schemas.microsoft.com/office/drawing/2014/main" id="{1F4F0FC6-8DB0-FC4D-EDDC-414805273B06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27" name="Freeform: Shape 56">
                  <a:extLst>
                    <a:ext uri="{FF2B5EF4-FFF2-40B4-BE49-F238E27FC236}">
                      <a16:creationId xmlns:a16="http://schemas.microsoft.com/office/drawing/2014/main" id="{008B4278-CFEB-05A9-81B7-23EB4EAE55EE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marR="0" lvl="0" indent="0" algn="l" defTabSz="18669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4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TextBox 57">
                  <a:extLst>
                    <a:ext uri="{FF2B5EF4-FFF2-40B4-BE49-F238E27FC236}">
                      <a16:creationId xmlns:a16="http://schemas.microsoft.com/office/drawing/2014/main" id="{029780AF-D33F-AF40-FB25-7A19552C5D1B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ontserrat" panose="00000500000000000000" pitchFamily="2" charset="0"/>
                      <a:ea typeface="+mn-ea"/>
                      <a:cs typeface="Arial" panose="020B0604020202020204" pitchFamily="34" charset="0"/>
                    </a:rPr>
                    <a:t>Insured</a:t>
                  </a:r>
                  <a:endParaRPr kumimoji="0" lang="en-I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" name="Group 46">
                <a:extLst>
                  <a:ext uri="{FF2B5EF4-FFF2-40B4-BE49-F238E27FC236}">
                    <a16:creationId xmlns:a16="http://schemas.microsoft.com/office/drawing/2014/main" id="{8C369751-555C-A958-F744-CBE2B068E65C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25" name="Freeform: Shape 50">
                  <a:extLst>
                    <a:ext uri="{FF2B5EF4-FFF2-40B4-BE49-F238E27FC236}">
                      <a16:creationId xmlns:a16="http://schemas.microsoft.com/office/drawing/2014/main" id="{9BFF3471-726B-9FFE-655D-85B7A087F7B1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marR="0" lvl="0" indent="0" algn="l" defTabSz="18669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4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TextBox 51">
                  <a:extLst>
                    <a:ext uri="{FF2B5EF4-FFF2-40B4-BE49-F238E27FC236}">
                      <a16:creationId xmlns:a16="http://schemas.microsoft.com/office/drawing/2014/main" id="{39582C19-D1CB-0A71-9D99-DBB01390ADFE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ontserrat" panose="00000500000000000000" pitchFamily="2" charset="0"/>
                      <a:ea typeface="+mn-ea"/>
                      <a:cs typeface="Arial" panose="020B0604020202020204" pitchFamily="34" charset="0"/>
                    </a:rPr>
                    <a:t>Self Funded</a:t>
                  </a:r>
                  <a:endParaRPr kumimoji="0" lang="en-I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" name="Freeform: Shape 31">
              <a:extLst>
                <a:ext uri="{FF2B5EF4-FFF2-40B4-BE49-F238E27FC236}">
                  <a16:creationId xmlns:a16="http://schemas.microsoft.com/office/drawing/2014/main" id="{F717689D-CE36-BCFF-BBE0-D8C786052140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marR="0" lvl="0" indent="0" algn="ctr" defTabSz="1244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F40D5DE3-9E89-1394-2583-E81930C3B441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7" name="Freeform: Shape 36">
                <a:extLst>
                  <a:ext uri="{FF2B5EF4-FFF2-40B4-BE49-F238E27FC236}">
                    <a16:creationId xmlns:a16="http://schemas.microsoft.com/office/drawing/2014/main" id="{6AB0770A-799C-35AB-7E4D-4FC8DBC1F514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37">
                <a:extLst>
                  <a:ext uri="{FF2B5EF4-FFF2-40B4-BE49-F238E27FC236}">
                    <a16:creationId xmlns:a16="http://schemas.microsoft.com/office/drawing/2014/main" id="{EC38C993-1253-2415-06FB-4C98B47F29C2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38">
                <a:extLst>
                  <a:ext uri="{FF2B5EF4-FFF2-40B4-BE49-F238E27FC236}">
                    <a16:creationId xmlns:a16="http://schemas.microsoft.com/office/drawing/2014/main" id="{8C2144D4-7F6C-0972-2BE4-9C2C2309479F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39">
                <a:extLst>
                  <a:ext uri="{FF2B5EF4-FFF2-40B4-BE49-F238E27FC236}">
                    <a16:creationId xmlns:a16="http://schemas.microsoft.com/office/drawing/2014/main" id="{076F9CEE-37A3-9259-4545-60DE3FDE4909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40">
                <a:extLst>
                  <a:ext uri="{FF2B5EF4-FFF2-40B4-BE49-F238E27FC236}">
                    <a16:creationId xmlns:a16="http://schemas.microsoft.com/office/drawing/2014/main" id="{F78E9620-8899-F94C-16B7-40A2F431171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Freeform: Shape 33">
              <a:extLst>
                <a:ext uri="{FF2B5EF4-FFF2-40B4-BE49-F238E27FC236}">
                  <a16:creationId xmlns:a16="http://schemas.microsoft.com/office/drawing/2014/main" id="{4CCF33F2-BE5F-EDD4-1987-EDC4769E8316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marR="0" lvl="0" indent="0" algn="ctr" defTabSz="1244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6" name="Freeform: Shape 34">
              <a:extLst>
                <a:ext uri="{FF2B5EF4-FFF2-40B4-BE49-F238E27FC236}">
                  <a16:creationId xmlns:a16="http://schemas.microsoft.com/office/drawing/2014/main" id="{34A73D35-8E3C-A475-713E-621696A77912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marR="0" lvl="0" indent="0" algn="ctr" defTabSz="1244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TextBox 76">
            <a:extLst>
              <a:ext uri="{FF2B5EF4-FFF2-40B4-BE49-F238E27FC236}">
                <a16:creationId xmlns:a16="http://schemas.microsoft.com/office/drawing/2014/main" id="{528FE47F-A6B1-8FA4-4718-B142F3AACCB7}"/>
              </a:ext>
            </a:extLst>
          </p:cNvPr>
          <p:cNvSpPr txBox="1"/>
          <p:nvPr/>
        </p:nvSpPr>
        <p:spPr>
          <a:xfrm>
            <a:off x="9401073" y="5037961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2,279K</a:t>
            </a:r>
          </a:p>
        </p:txBody>
      </p:sp>
      <p:sp>
        <p:nvSpPr>
          <p:cNvPr id="34" name="TextBox 77">
            <a:extLst>
              <a:ext uri="{FF2B5EF4-FFF2-40B4-BE49-F238E27FC236}">
                <a16:creationId xmlns:a16="http://schemas.microsoft.com/office/drawing/2014/main" id="{18A0FAEA-1975-2BA8-4C73-F227AEB16EF7}"/>
              </a:ext>
            </a:extLst>
          </p:cNvPr>
          <p:cNvSpPr txBox="1"/>
          <p:nvPr/>
        </p:nvSpPr>
        <p:spPr>
          <a:xfrm>
            <a:off x="9624006" y="4112906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1,388K</a:t>
            </a:r>
          </a:p>
        </p:txBody>
      </p:sp>
      <p:sp>
        <p:nvSpPr>
          <p:cNvPr id="35" name="TextBox 78">
            <a:extLst>
              <a:ext uri="{FF2B5EF4-FFF2-40B4-BE49-F238E27FC236}">
                <a16:creationId xmlns:a16="http://schemas.microsoft.com/office/drawing/2014/main" id="{BE66BA2C-080D-0C49-E332-6466D79F7FFE}"/>
              </a:ext>
            </a:extLst>
          </p:cNvPr>
          <p:cNvSpPr txBox="1"/>
          <p:nvPr/>
        </p:nvSpPr>
        <p:spPr>
          <a:xfrm>
            <a:off x="9843462" y="3170161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1,003K</a:t>
            </a:r>
          </a:p>
        </p:txBody>
      </p:sp>
      <p:sp>
        <p:nvSpPr>
          <p:cNvPr id="36" name="TextBox 79">
            <a:extLst>
              <a:ext uri="{FF2B5EF4-FFF2-40B4-BE49-F238E27FC236}">
                <a16:creationId xmlns:a16="http://schemas.microsoft.com/office/drawing/2014/main" id="{594D5E4E-BF78-C715-850E-55AF29902AD4}"/>
              </a:ext>
            </a:extLst>
          </p:cNvPr>
          <p:cNvSpPr txBox="1"/>
          <p:nvPr/>
        </p:nvSpPr>
        <p:spPr>
          <a:xfrm>
            <a:off x="10062918" y="2238626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551K</a:t>
            </a:r>
          </a:p>
        </p:txBody>
      </p:sp>
      <p:pic>
        <p:nvPicPr>
          <p:cNvPr id="37" name="Picture 27">
            <a:extLst>
              <a:ext uri="{FF2B5EF4-FFF2-40B4-BE49-F238E27FC236}">
                <a16:creationId xmlns:a16="http://schemas.microsoft.com/office/drawing/2014/main" id="{FCA7DF71-C98B-2FCE-F987-43E89F3DB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8" name="Freeform 13">
            <a:extLst>
              <a:ext uri="{FF2B5EF4-FFF2-40B4-BE49-F238E27FC236}">
                <a16:creationId xmlns:a16="http://schemas.microsoft.com/office/drawing/2014/main" id="{E86849F7-88F2-08D9-19AE-31AC5C0EC538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784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dirty="0">
                <a:solidFill>
                  <a:srgbClr val="000B2E"/>
                </a:solidFill>
                <a:cs typeface="Arial" panose="020B0604020202020204" pitchFamily="34" charset="0"/>
              </a:rPr>
              <a:t>ASCENSION HEALTH IS EVEN WITH VANDERBILT  AND LEADING OTHER HEALTH SYSTEMS IN REPUTATION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200187"/>
              </p:ext>
            </p:extLst>
          </p:nvPr>
        </p:nvGraphicFramePr>
        <p:xfrm>
          <a:off x="731134" y="2098709"/>
          <a:ext cx="10729731" cy="3621020"/>
        </p:xfrm>
        <a:graphic>
          <a:graphicData uri="http://schemas.openxmlformats.org/drawingml/2006/table">
            <a:tbl>
              <a:tblPr/>
              <a:tblGrid>
                <a:gridCol w="3719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0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2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Vanderbilt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F71A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B7BB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Ascension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1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Other Independent Hospitals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A1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Maury Regional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3A8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85B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180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95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Williamson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065A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76A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Cookeville Regional Medical Center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EE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0D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11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LifePoint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DAE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D6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ABC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44560" y="1763299"/>
            <a:ext cx="28681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 currently estimates that Ascension Health TN has 18% inpatient market share, and 7% outpatient market compared to hospitals/clinics in the Ascension Health TN service area.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Based on previous DTE experience, KBA expects a significant bump in patient steerage to Ascension Health TN.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Additional steerage will occur from additional steerage patient benefits and the patient card.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7784" y="1330964"/>
          <a:ext cx="7479790" cy="4832101"/>
        </p:xfrm>
        <a:graphic>
          <a:graphicData uri="http://schemas.openxmlformats.org/drawingml/2006/table">
            <a:tbl>
              <a:tblPr/>
              <a:tblGrid>
                <a:gridCol w="14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5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13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TN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TN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046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1,956.7K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3,773.7K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6,810.5K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10,453.0K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1,643.5K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3,626.1K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6,684.5K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10,353.4K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2,795.3K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5,730.4K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10,140.1K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15,757.5K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2,489.3K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5,599.6K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10,040.5K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15,698.7K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978.4K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1,956.7K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3,329.6K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5,304.5K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656.8K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1,793.5K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3,176.0K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5,165.3K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6,700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$ 3,855,895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$ 2,726,150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$ 1,273,089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$ 7,855,135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$ 863,720.5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$ 610,657.7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$ 285,171.9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$ 1,759,550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$ 10,372,613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$ 80,400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$ 10,377,413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$ 10,273,013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$ 15,797,669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$ 26,151,326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$ 12,212,447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$ 54,161,442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$ 3,538,678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$ 5,857,897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$ 2,735,588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$ 12,132,163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† Assuming proportional revenues from market shares of 18% (inpatient) and 7%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‡ Conservatively assuming a commercial margin of 22.4%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⁰ Assuming 74% inpatient and 67%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* Conservatively assuming a commercial margin of 22.4%,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943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$24.59M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$5.57M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$129.47M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$30.29M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$246.81M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$57.95M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95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F7BD-B98A-4AA7-FCC9-1577834E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FA5B-3012-495A-8DBB-417B7882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PARTNERED </a:t>
            </a:r>
            <a:br>
              <a:rPr lang="en-US" dirty="0"/>
            </a:br>
            <a:r>
              <a:rPr lang="en-US" dirty="0"/>
              <a:t>ASCENSION TENNESSEE PLAN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3A53C-9D16-0B7C-4F16-0E8AD630E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Plan size and growth modeled on a partnership with Vanderbilt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9594E83F-D7B9-D92D-72E8-F8D0038A9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EE18DEA-799E-39C9-A91E-CC8B178BD07E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339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CCEF-8F77-8FD5-B8BB-C2CF66F26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>
            <a:extLst>
              <a:ext uri="{FF2B5EF4-FFF2-40B4-BE49-F238E27FC236}">
                <a16:creationId xmlns:a16="http://schemas.microsoft.com/office/drawing/2014/main" id="{F7971862-13DA-865E-B9CE-3FEAF50A83D7}"/>
              </a:ext>
            </a:extLst>
          </p:cNvPr>
          <p:cNvSpPr txBox="1">
            <a:spLocks/>
          </p:cNvSpPr>
          <p:nvPr/>
        </p:nvSpPr>
        <p:spPr>
          <a:xfrm>
            <a:off x="81786" y="43143"/>
            <a:ext cx="12028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0" dirty="0">
                <a:solidFill>
                  <a:srgbClr val="000B2E"/>
                </a:solidFill>
              </a:rPr>
              <a:t>MEASURING PARTNERED MARKET SIZE</a:t>
            </a:r>
            <a:endParaRPr lang="en-US" sz="16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3" name="Picture 27">
            <a:extLst>
              <a:ext uri="{FF2B5EF4-FFF2-40B4-BE49-F238E27FC236}">
                <a16:creationId xmlns:a16="http://schemas.microsoft.com/office/drawing/2014/main" id="{563224EA-1A24-7F34-DAA2-A7837BF7F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4" name="Freeform 13">
            <a:extLst>
              <a:ext uri="{FF2B5EF4-FFF2-40B4-BE49-F238E27FC236}">
                <a16:creationId xmlns:a16="http://schemas.microsoft.com/office/drawing/2014/main" id="{841BFEBF-BBED-903F-22B4-7F2B928DC7D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394677E-2184-E15D-B40B-768B4CE42038}"/>
              </a:ext>
            </a:extLst>
          </p:cNvPr>
          <p:cNvSpPr/>
          <p:nvPr/>
        </p:nvSpPr>
        <p:spPr>
          <a:xfrm>
            <a:off x="5868365" y="5451676"/>
            <a:ext cx="5810491" cy="904674"/>
          </a:xfrm>
          <a:prstGeom prst="round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Partnered market size is larger than standalone as Vanderbilt increases plan reach. 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093882AB-934C-DDAA-AF48-F07A622E34D2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5501" y="1027213"/>
            <a:ext cx="6767347" cy="4876800"/>
          </a:xfrm>
          <a:prstGeom prst="rect">
            <a:avLst/>
          </a:prstGeom>
        </p:spPr>
      </p:pic>
      <p:grpSp>
        <p:nvGrpSpPr>
          <p:cNvPr id="5" name="Group 28">
            <a:extLst>
              <a:ext uri="{FF2B5EF4-FFF2-40B4-BE49-F238E27FC236}">
                <a16:creationId xmlns:a16="http://schemas.microsoft.com/office/drawing/2014/main" id="{A12D6302-44BF-8D3F-445A-5DAF0BE81845}"/>
              </a:ext>
            </a:extLst>
          </p:cNvPr>
          <p:cNvGrpSpPr/>
          <p:nvPr/>
        </p:nvGrpSpPr>
        <p:grpSpPr>
          <a:xfrm>
            <a:off x="7196204" y="1615688"/>
            <a:ext cx="4179295" cy="3636786"/>
            <a:chOff x="1267778" y="2161521"/>
            <a:chExt cx="8731885" cy="4307840"/>
          </a:xfrm>
        </p:grpSpPr>
        <p:grpSp>
          <p:nvGrpSpPr>
            <p:cNvPr id="6" name="Group 29">
              <a:extLst>
                <a:ext uri="{FF2B5EF4-FFF2-40B4-BE49-F238E27FC236}">
                  <a16:creationId xmlns:a16="http://schemas.microsoft.com/office/drawing/2014/main" id="{91EDB8A0-9AC1-CAA4-63D1-94C408F1E2FD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27" name="Freeform: Shape 72">
                <a:extLst>
                  <a:ext uri="{FF2B5EF4-FFF2-40B4-BE49-F238E27FC236}">
                    <a16:creationId xmlns:a16="http://schemas.microsoft.com/office/drawing/2014/main" id="{7B13E593-7E0B-869C-2C7E-59D38C529D26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8" name="TextBox 73">
                <a:extLst>
                  <a:ext uri="{FF2B5EF4-FFF2-40B4-BE49-F238E27FC236}">
                    <a16:creationId xmlns:a16="http://schemas.microsoft.com/office/drawing/2014/main" id="{A32B96DF-F5D1-123F-33BC-E09F513AF7B0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32317C9B-9F09-D5A9-C684-B684E3544BC1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18" name="Group 58">
                <a:extLst>
                  <a:ext uri="{FF2B5EF4-FFF2-40B4-BE49-F238E27FC236}">
                    <a16:creationId xmlns:a16="http://schemas.microsoft.com/office/drawing/2014/main" id="{301619A8-93E2-3D3D-1072-DC6F0CDEC458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25" name="Freeform: Shape 62">
                  <a:extLst>
                    <a:ext uri="{FF2B5EF4-FFF2-40B4-BE49-F238E27FC236}">
                      <a16:creationId xmlns:a16="http://schemas.microsoft.com/office/drawing/2014/main" id="{31F6B2B9-3944-A385-92C3-45E4E7810624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" name="TextBox 63">
                  <a:extLst>
                    <a:ext uri="{FF2B5EF4-FFF2-40B4-BE49-F238E27FC236}">
                      <a16:creationId xmlns:a16="http://schemas.microsoft.com/office/drawing/2014/main" id="{39066DFE-13DC-65D2-7719-9EB56C7EDC3C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9" name="Group 52">
                <a:extLst>
                  <a:ext uri="{FF2B5EF4-FFF2-40B4-BE49-F238E27FC236}">
                    <a16:creationId xmlns:a16="http://schemas.microsoft.com/office/drawing/2014/main" id="{43709A0C-2192-4DA6-B861-7711B1B51426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23" name="Freeform: Shape 56">
                  <a:extLst>
                    <a:ext uri="{FF2B5EF4-FFF2-40B4-BE49-F238E27FC236}">
                      <a16:creationId xmlns:a16="http://schemas.microsoft.com/office/drawing/2014/main" id="{E13E270B-E683-7335-0F60-B1953A3B1FB5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" name="TextBox 57">
                  <a:extLst>
                    <a:ext uri="{FF2B5EF4-FFF2-40B4-BE49-F238E27FC236}">
                      <a16:creationId xmlns:a16="http://schemas.microsoft.com/office/drawing/2014/main" id="{E3AA3C36-2F36-AAAA-E17F-6F3310787830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0" name="Group 46">
                <a:extLst>
                  <a:ext uri="{FF2B5EF4-FFF2-40B4-BE49-F238E27FC236}">
                    <a16:creationId xmlns:a16="http://schemas.microsoft.com/office/drawing/2014/main" id="{D9DBC3BA-6F5F-13A9-7C12-89F5DDFA0361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21" name="Freeform: Shape 50">
                  <a:extLst>
                    <a:ext uri="{FF2B5EF4-FFF2-40B4-BE49-F238E27FC236}">
                      <a16:creationId xmlns:a16="http://schemas.microsoft.com/office/drawing/2014/main" id="{A666CB99-29FC-4BC6-69DA-852E86A021E5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2" name="TextBox 51">
                  <a:extLst>
                    <a:ext uri="{FF2B5EF4-FFF2-40B4-BE49-F238E27FC236}">
                      <a16:creationId xmlns:a16="http://schemas.microsoft.com/office/drawing/2014/main" id="{71728757-39CC-CF9D-0F76-D9105D46147E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" name="Freeform: Shape 31">
              <a:extLst>
                <a:ext uri="{FF2B5EF4-FFF2-40B4-BE49-F238E27FC236}">
                  <a16:creationId xmlns:a16="http://schemas.microsoft.com/office/drawing/2014/main" id="{B27E43F4-BA62-FE6B-2E1D-C5D0771C58EE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0" name="Group 32">
              <a:extLst>
                <a:ext uri="{FF2B5EF4-FFF2-40B4-BE49-F238E27FC236}">
                  <a16:creationId xmlns:a16="http://schemas.microsoft.com/office/drawing/2014/main" id="{5190FFE6-0FD6-8D93-D639-1FC88E9157C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3" name="Freeform: Shape 36">
                <a:extLst>
                  <a:ext uri="{FF2B5EF4-FFF2-40B4-BE49-F238E27FC236}">
                    <a16:creationId xmlns:a16="http://schemas.microsoft.com/office/drawing/2014/main" id="{14E5AD7C-E237-4A9B-34BC-D605574187F7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4" name="Freeform: Shape 37">
                <a:extLst>
                  <a:ext uri="{FF2B5EF4-FFF2-40B4-BE49-F238E27FC236}">
                    <a16:creationId xmlns:a16="http://schemas.microsoft.com/office/drawing/2014/main" id="{6C67F6D1-628E-DBE6-F7B3-605ABF7AF104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" name="Freeform: Shape 38">
                <a:extLst>
                  <a:ext uri="{FF2B5EF4-FFF2-40B4-BE49-F238E27FC236}">
                    <a16:creationId xmlns:a16="http://schemas.microsoft.com/office/drawing/2014/main" id="{0B1F550E-5B73-5019-66B2-76DA09461AF2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6" name="Freeform: Shape 39">
                <a:extLst>
                  <a:ext uri="{FF2B5EF4-FFF2-40B4-BE49-F238E27FC236}">
                    <a16:creationId xmlns:a16="http://schemas.microsoft.com/office/drawing/2014/main" id="{14EDCCE9-64B0-0F72-180B-4F0736C96F3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7" name="Freeform: Shape 40">
                <a:extLst>
                  <a:ext uri="{FF2B5EF4-FFF2-40B4-BE49-F238E27FC236}">
                    <a16:creationId xmlns:a16="http://schemas.microsoft.com/office/drawing/2014/main" id="{45F4A403-F39E-A516-A98F-F077DF8088FA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B19B6EA3-8655-0CFD-8D00-308FD144373E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12" name="Freeform: Shape 34">
              <a:extLst>
                <a:ext uri="{FF2B5EF4-FFF2-40B4-BE49-F238E27FC236}">
                  <a16:creationId xmlns:a16="http://schemas.microsoft.com/office/drawing/2014/main" id="{3106A18F-13BE-53AC-64EC-76937515ECF4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9" name="TextBox 76">
            <a:extLst>
              <a:ext uri="{FF2B5EF4-FFF2-40B4-BE49-F238E27FC236}">
                <a16:creationId xmlns:a16="http://schemas.microsoft.com/office/drawing/2014/main" id="{58BE5D9D-1143-A04B-BFF3-58676E250F00}"/>
              </a:ext>
            </a:extLst>
          </p:cNvPr>
          <p:cNvSpPr txBox="1"/>
          <p:nvPr/>
        </p:nvSpPr>
        <p:spPr>
          <a:xfrm>
            <a:off x="9206468" y="4609514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2,470K</a:t>
            </a:r>
          </a:p>
        </p:txBody>
      </p:sp>
      <p:sp>
        <p:nvSpPr>
          <p:cNvPr id="30" name="TextBox 77">
            <a:extLst>
              <a:ext uri="{FF2B5EF4-FFF2-40B4-BE49-F238E27FC236}">
                <a16:creationId xmlns:a16="http://schemas.microsoft.com/office/drawing/2014/main" id="{C400D13A-F757-A3FA-FC10-A577BB1B1E81}"/>
              </a:ext>
            </a:extLst>
          </p:cNvPr>
          <p:cNvSpPr txBox="1"/>
          <p:nvPr/>
        </p:nvSpPr>
        <p:spPr>
          <a:xfrm>
            <a:off x="9429401" y="3684459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1,498K</a:t>
            </a:r>
          </a:p>
        </p:txBody>
      </p:sp>
      <p:sp>
        <p:nvSpPr>
          <p:cNvPr id="31" name="TextBox 78">
            <a:extLst>
              <a:ext uri="{FF2B5EF4-FFF2-40B4-BE49-F238E27FC236}">
                <a16:creationId xmlns:a16="http://schemas.microsoft.com/office/drawing/2014/main" id="{4EC39235-D550-F047-1A70-A68AB1665B2A}"/>
              </a:ext>
            </a:extLst>
          </p:cNvPr>
          <p:cNvSpPr txBox="1"/>
          <p:nvPr/>
        </p:nvSpPr>
        <p:spPr>
          <a:xfrm>
            <a:off x="9648857" y="2741714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1,076K</a:t>
            </a:r>
          </a:p>
        </p:txBody>
      </p:sp>
      <p:sp>
        <p:nvSpPr>
          <p:cNvPr id="32" name="TextBox 79">
            <a:extLst>
              <a:ext uri="{FF2B5EF4-FFF2-40B4-BE49-F238E27FC236}">
                <a16:creationId xmlns:a16="http://schemas.microsoft.com/office/drawing/2014/main" id="{1B81944A-081D-A3A8-BEC2-6A0BA569EBAF}"/>
              </a:ext>
            </a:extLst>
          </p:cNvPr>
          <p:cNvSpPr txBox="1"/>
          <p:nvPr/>
        </p:nvSpPr>
        <p:spPr>
          <a:xfrm>
            <a:off x="9868313" y="1810179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592K</a:t>
            </a:r>
          </a:p>
        </p:txBody>
      </p:sp>
    </p:spTree>
    <p:extLst>
      <p:ext uri="{BB962C8B-B14F-4D97-AF65-F5344CB8AC3E}">
        <p14:creationId xmlns:p14="http://schemas.microsoft.com/office/powerpoint/2010/main" val="2349177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863537" y="1659285"/>
            <a:ext cx="28681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Ascension Health TN has 18% inpatient market share, and 7% outpatient market compared to hospitals/clinics in the Ascension Health TN service area.</a:t>
            </a: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 conservatively models steerage growth based on past DTE-plan experience, assuming Ascension receives 38% of steered care.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/>
              <a:latin typeface="Montserrat" panose="000005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Plan growth is far stronger in a partnered health plan.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STRONGE 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96230"/>
              </p:ext>
            </p:extLst>
          </p:nvPr>
        </p:nvGraphicFramePr>
        <p:xfrm>
          <a:off x="590309" y="1054578"/>
          <a:ext cx="7447265" cy="5108481"/>
        </p:xfrm>
        <a:graphic>
          <a:graphicData uri="http://schemas.openxmlformats.org/drawingml/2006/table">
            <a:tbl>
              <a:tblPr/>
              <a:tblGrid>
                <a:gridCol w="148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94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1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TN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TN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229,300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276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Early Stage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$24.04M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$5.26M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Growth Stage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$136.01M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$30.74M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Mature Stage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$270M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$61.18M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2800" b="0" dirty="0"/>
              <a:t>SIMILAR PROFTIABILITY TO A STAND-ALONE PLAN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69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46810</TotalTime>
  <Words>2984</Words>
  <Application>Microsoft Office PowerPoint</Application>
  <PresentationFormat>Widescreen</PresentationFormat>
  <Paragraphs>1090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Montserrat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Direct-to-Employer Strategy: POWERFUL EMPLOYER AND HEALTH SYSTEM VALUE</vt:lpstr>
      <vt:lpstr>THE SCIENCE OF SUCCESSFUL PLAN GROWTH</vt:lpstr>
      <vt:lpstr>MEASURING BRAND REPUTATION Brand Reputation Ratings for the Tulsa OK Region</vt:lpstr>
      <vt:lpstr>ACCESS AND MARKET SHARE FOR MODELING</vt:lpstr>
      <vt:lpstr>ASCENSION OKLAHOMA STAND ALONE PLAN</vt:lpstr>
      <vt:lpstr>MEASURING STANDALONE MARKET SIZE</vt:lpstr>
      <vt:lpstr>PROJECTED PLAN GROWTH</vt:lpstr>
      <vt:lpstr>PROFITABLE BUT SLOW GROWTH</vt:lpstr>
      <vt:lpstr>PowerPoint Presentation</vt:lpstr>
      <vt:lpstr>ASCENSION OKLAHOMA PARTNERED PLAN</vt:lpstr>
      <vt:lpstr>PowerPoint Presentation</vt:lpstr>
      <vt:lpstr>STRONGER FORECASTED PLAN GROWTH</vt:lpstr>
      <vt:lpstr>STRONGER PROFITABILITY THROUGH PARTNERSHIP</vt:lpstr>
      <vt:lpstr>PowerPoint Presentation</vt:lpstr>
      <vt:lpstr>ASCENSION TENNESSEE PLAN MODELING</vt:lpstr>
      <vt:lpstr>SIGNIFICANT OPPORTUNITY FOR PLAN GROWTH Researched for the below highlighted service area</vt:lpstr>
      <vt:lpstr>ASCENSION HEALTH IS EVEN WITH VANDERBILT  AND LEADING OTHER HEALTH SYSTEMS IN REPUTATION</vt:lpstr>
      <vt:lpstr>PROJECTED PLAN GROWTH</vt:lpstr>
      <vt:lpstr>FOUR-YEAR PROJECTIONS</vt:lpstr>
      <vt:lpstr>PowerPoint Presentation</vt:lpstr>
      <vt:lpstr>GROWING POWERFUL, LASTING PROFITABILITY</vt:lpstr>
      <vt:lpstr>PARTNERED  ASCENSION TENNESSEE PLAN MODELING</vt:lpstr>
      <vt:lpstr>PowerPoint Presentation</vt:lpstr>
      <vt:lpstr>STRONGE PROJECTED PLAN GROWTH</vt:lpstr>
      <vt:lpstr>SIMILAR PROFTIABILITY TO A STAND-ALONE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2025-01-24T05:21:56Z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