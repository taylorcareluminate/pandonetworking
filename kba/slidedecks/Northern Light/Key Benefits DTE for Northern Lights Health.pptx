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68" r:id="rId5"/>
  </p:sldMasterIdLst>
  <p:notesMasterIdLst>
    <p:notesMasterId r:id="rId48"/>
  </p:notesMasterIdLst>
  <p:sldIdLst>
    <p:sldId id="488" r:id="rId6"/>
    <p:sldId id="549" r:id="rId7"/>
    <p:sldId id="487" r:id="rId8"/>
    <p:sldId id="452" r:id="rId9"/>
    <p:sldId id="518" r:id="rId10"/>
    <p:sldId id="520" r:id="rId11"/>
    <p:sldId id="466" r:id="rId12"/>
    <p:sldId id="517" r:id="rId13"/>
    <p:sldId id="558" r:id="rId14"/>
    <p:sldId id="548" r:id="rId15"/>
    <p:sldId id="521" r:id="rId16"/>
    <p:sldId id="267" r:id="rId17"/>
    <p:sldId id="456" r:id="rId18"/>
    <p:sldId id="489" r:id="rId19"/>
    <p:sldId id="499" r:id="rId20"/>
    <p:sldId id="458" r:id="rId21"/>
    <p:sldId id="446" r:id="rId22"/>
    <p:sldId id="461" r:id="rId23"/>
    <p:sldId id="462" r:id="rId24"/>
    <p:sldId id="469" r:id="rId25"/>
    <p:sldId id="336" r:id="rId26"/>
    <p:sldId id="337" r:id="rId27"/>
    <p:sldId id="501" r:id="rId28"/>
    <p:sldId id="524" r:id="rId29"/>
    <p:sldId id="525" r:id="rId30"/>
    <p:sldId id="527" r:id="rId31"/>
    <p:sldId id="535" r:id="rId32"/>
    <p:sldId id="546" r:id="rId33"/>
    <p:sldId id="547" r:id="rId34"/>
    <p:sldId id="536" r:id="rId35"/>
    <p:sldId id="256" r:id="rId36"/>
    <p:sldId id="561" r:id="rId37"/>
    <p:sldId id="559" r:id="rId38"/>
    <p:sldId id="562" r:id="rId39"/>
    <p:sldId id="560" r:id="rId40"/>
    <p:sldId id="563" r:id="rId41"/>
    <p:sldId id="498" r:id="rId42"/>
    <p:sldId id="325" r:id="rId43"/>
    <p:sldId id="326" r:id="rId44"/>
    <p:sldId id="491" r:id="rId45"/>
    <p:sldId id="454" r:id="rId46"/>
    <p:sldId id="472" r:id="rId47"/>
  </p:sldIdLst>
  <p:sldSz cx="12192000" cy="6858000"/>
  <p:notesSz cx="7315200" cy="9601200"/>
  <p:custDataLst>
    <p:tags r:id="rId4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8A5"/>
    <a:srgbClr val="E23440"/>
    <a:srgbClr val="59CAE8"/>
    <a:srgbClr val="259AA2"/>
    <a:srgbClr val="FCD8B9"/>
    <a:srgbClr val="30589B"/>
    <a:srgbClr val="843C0C"/>
    <a:srgbClr val="01A050"/>
    <a:srgbClr val="6A8C98"/>
    <a:srgbClr val="244F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6727BC-96C2-461F-A298-3A3ACDD4FF96}" v="134" dt="2024-08-01T05:06:24.351"/>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14" autoAdjust="0"/>
    <p:restoredTop sz="94660"/>
  </p:normalViewPr>
  <p:slideViewPr>
    <p:cSldViewPr snapToGrid="0">
      <p:cViewPr varScale="1">
        <p:scale>
          <a:sx n="108" d="100"/>
          <a:sy n="108" d="100"/>
        </p:scale>
        <p:origin x="390" y="132"/>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56" Type="http://schemas.microsoft.com/office/2015/10/relationships/revisionInfo" Target="revisionInfo.xml"/><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356727BC-96C2-461F-A298-3A3ACDD4FF96}"/>
    <pc:docChg chg="undo custSel addSld delSld modSld">
      <pc:chgData name="Taylor Davis" userId="5c9e72a0-c39f-4aa1-9d7d-64125e78cbe6" providerId="ADAL" clId="{356727BC-96C2-461F-A298-3A3ACDD4FF96}" dt="2024-08-01T05:15:50.149" v="3035" actId="20577"/>
      <pc:docMkLst>
        <pc:docMk/>
      </pc:docMkLst>
      <pc:sldChg chg="modSp add del mod">
        <pc:chgData name="Taylor Davis" userId="5c9e72a0-c39f-4aa1-9d7d-64125e78cbe6" providerId="ADAL" clId="{356727BC-96C2-461F-A298-3A3ACDD4FF96}" dt="2024-08-01T04:35:36.932" v="2860" actId="403"/>
        <pc:sldMkLst>
          <pc:docMk/>
          <pc:sldMk cId="0" sldId="256"/>
        </pc:sldMkLst>
        <pc:graphicFrameChg chg="mod modGraphic">
          <ac:chgData name="Taylor Davis" userId="5c9e72a0-c39f-4aa1-9d7d-64125e78cbe6" providerId="ADAL" clId="{356727BC-96C2-461F-A298-3A3ACDD4FF96}" dt="2024-08-01T04:35:36.932" v="2860" actId="403"/>
          <ac:graphicFrameMkLst>
            <pc:docMk/>
            <pc:sldMk cId="0" sldId="256"/>
            <ac:graphicFrameMk id="2" creationId="{00000000-0000-0000-0000-000000000000}"/>
          </ac:graphicFrameMkLst>
        </pc:graphicFrameChg>
      </pc:sldChg>
      <pc:sldChg chg="modSp del mod">
        <pc:chgData name="Taylor Davis" userId="5c9e72a0-c39f-4aa1-9d7d-64125e78cbe6" providerId="ADAL" clId="{356727BC-96C2-461F-A298-3A3ACDD4FF96}" dt="2024-07-31T23:16:40.423" v="2182" actId="47"/>
        <pc:sldMkLst>
          <pc:docMk/>
          <pc:sldMk cId="413337631" sldId="259"/>
        </pc:sldMkLst>
        <pc:spChg chg="mod">
          <ac:chgData name="Taylor Davis" userId="5c9e72a0-c39f-4aa1-9d7d-64125e78cbe6" providerId="ADAL" clId="{356727BC-96C2-461F-A298-3A3ACDD4FF96}" dt="2024-07-31T22:19:04.378" v="60" actId="313"/>
          <ac:spMkLst>
            <pc:docMk/>
            <pc:sldMk cId="413337631" sldId="259"/>
            <ac:spMk id="8" creationId="{B7A296EC-ABAC-52BC-9CE3-E14DAA57D327}"/>
          </ac:spMkLst>
        </pc:spChg>
        <pc:graphicFrameChg chg="modGraphic">
          <ac:chgData name="Taylor Davis" userId="5c9e72a0-c39f-4aa1-9d7d-64125e78cbe6" providerId="ADAL" clId="{356727BC-96C2-461F-A298-3A3ACDD4FF96}" dt="2024-07-31T22:20:55.089" v="105" actId="313"/>
          <ac:graphicFrameMkLst>
            <pc:docMk/>
            <pc:sldMk cId="413337631" sldId="259"/>
            <ac:graphicFrameMk id="7" creationId="{F5DFB184-5687-810D-E027-F824D29970B6}"/>
          </ac:graphicFrameMkLst>
        </pc:graphicFrameChg>
      </pc:sldChg>
      <pc:sldChg chg="modSp del mod">
        <pc:chgData name="Taylor Davis" userId="5c9e72a0-c39f-4aa1-9d7d-64125e78cbe6" providerId="ADAL" clId="{356727BC-96C2-461F-A298-3A3ACDD4FF96}" dt="2024-07-31T23:16:40.423" v="2182" actId="47"/>
        <pc:sldMkLst>
          <pc:docMk/>
          <pc:sldMk cId="3598920730" sldId="263"/>
        </pc:sldMkLst>
        <pc:spChg chg="mod">
          <ac:chgData name="Taylor Davis" userId="5c9e72a0-c39f-4aa1-9d7d-64125e78cbe6" providerId="ADAL" clId="{356727BC-96C2-461F-A298-3A3ACDD4FF96}" dt="2024-07-31T22:19:05.017" v="61" actId="313"/>
          <ac:spMkLst>
            <pc:docMk/>
            <pc:sldMk cId="3598920730" sldId="263"/>
            <ac:spMk id="10" creationId="{58B5BAC4-765B-3901-8C3A-00577DDBB959}"/>
          </ac:spMkLst>
        </pc:spChg>
      </pc:sldChg>
      <pc:sldChg chg="modSp del mod">
        <pc:chgData name="Taylor Davis" userId="5c9e72a0-c39f-4aa1-9d7d-64125e78cbe6" providerId="ADAL" clId="{356727BC-96C2-461F-A298-3A3ACDD4FF96}" dt="2024-07-31T23:16:40.423" v="2182" actId="47"/>
        <pc:sldMkLst>
          <pc:docMk/>
          <pc:sldMk cId="2256184360" sldId="265"/>
        </pc:sldMkLst>
        <pc:spChg chg="mod">
          <ac:chgData name="Taylor Davis" userId="5c9e72a0-c39f-4aa1-9d7d-64125e78cbe6" providerId="ADAL" clId="{356727BC-96C2-461F-A298-3A3ACDD4FF96}" dt="2024-07-31T22:19:05.578" v="62" actId="313"/>
          <ac:spMkLst>
            <pc:docMk/>
            <pc:sldMk cId="2256184360" sldId="265"/>
            <ac:spMk id="8" creationId="{DFF233D9-7F19-9283-14DF-A46881A805AF}"/>
          </ac:spMkLst>
        </pc:spChg>
        <pc:graphicFrameChg chg="modGraphic">
          <ac:chgData name="Taylor Davis" userId="5c9e72a0-c39f-4aa1-9d7d-64125e78cbe6" providerId="ADAL" clId="{356727BC-96C2-461F-A298-3A3ACDD4FF96}" dt="2024-07-31T22:20:57.092" v="110" actId="313"/>
          <ac:graphicFrameMkLst>
            <pc:docMk/>
            <pc:sldMk cId="2256184360" sldId="265"/>
            <ac:graphicFrameMk id="4" creationId="{AFA2A0DF-5447-9DFA-147E-C70145DBB6EE}"/>
          </ac:graphicFrameMkLst>
        </pc:graphicFrameChg>
      </pc:sldChg>
      <pc:sldChg chg="addSp delSp modSp mod">
        <pc:chgData name="Taylor Davis" userId="5c9e72a0-c39f-4aa1-9d7d-64125e78cbe6" providerId="ADAL" clId="{356727BC-96C2-461F-A298-3A3ACDD4FF96}" dt="2024-07-31T23:18:35.248" v="2201" actId="14734"/>
        <pc:sldMkLst>
          <pc:docMk/>
          <pc:sldMk cId="2494354821" sldId="267"/>
        </pc:sldMkLst>
        <pc:spChg chg="add del mod">
          <ac:chgData name="Taylor Davis" userId="5c9e72a0-c39f-4aa1-9d7d-64125e78cbe6" providerId="ADAL" clId="{356727BC-96C2-461F-A298-3A3ACDD4FF96}" dt="2024-07-31T23:05:19.260" v="1810" actId="478"/>
          <ac:spMkLst>
            <pc:docMk/>
            <pc:sldMk cId="2494354821" sldId="267"/>
            <ac:spMk id="2" creationId="{2579E8BB-2305-F57A-08DA-7F779ACBB751}"/>
          </ac:spMkLst>
        </pc:spChg>
        <pc:spChg chg="del mod">
          <ac:chgData name="Taylor Davis" userId="5c9e72a0-c39f-4aa1-9d7d-64125e78cbe6" providerId="ADAL" clId="{356727BC-96C2-461F-A298-3A3ACDD4FF96}" dt="2024-07-31T23:05:20.833" v="1811" actId="478"/>
          <ac:spMkLst>
            <pc:docMk/>
            <pc:sldMk cId="2494354821" sldId="267"/>
            <ac:spMk id="4" creationId="{7F890093-D539-CA4F-976A-7B1A5C58F15B}"/>
          </ac:spMkLst>
        </pc:spChg>
        <pc:spChg chg="mod">
          <ac:chgData name="Taylor Davis" userId="5c9e72a0-c39f-4aa1-9d7d-64125e78cbe6" providerId="ADAL" clId="{356727BC-96C2-461F-A298-3A3ACDD4FF96}" dt="2024-07-31T23:14:00.901" v="1895" actId="108"/>
          <ac:spMkLst>
            <pc:docMk/>
            <pc:sldMk cId="2494354821" sldId="267"/>
            <ac:spMk id="10" creationId="{9164B861-2919-13B0-DF11-6C92DA49C7C5}"/>
          </ac:spMkLst>
        </pc:spChg>
        <pc:spChg chg="add del mod">
          <ac:chgData name="Taylor Davis" userId="5c9e72a0-c39f-4aa1-9d7d-64125e78cbe6" providerId="ADAL" clId="{356727BC-96C2-461F-A298-3A3ACDD4FF96}" dt="2024-07-31T23:12:32.302" v="1868" actId="478"/>
          <ac:spMkLst>
            <pc:docMk/>
            <pc:sldMk cId="2494354821" sldId="267"/>
            <ac:spMk id="11" creationId="{0375267B-A7FC-3680-9D70-E24F58A01F76}"/>
          </ac:spMkLst>
        </pc:spChg>
        <pc:spChg chg="add mod">
          <ac:chgData name="Taylor Davis" userId="5c9e72a0-c39f-4aa1-9d7d-64125e78cbe6" providerId="ADAL" clId="{356727BC-96C2-461F-A298-3A3ACDD4FF96}" dt="2024-07-31T23:16:02.722" v="2178" actId="208"/>
          <ac:spMkLst>
            <pc:docMk/>
            <pc:sldMk cId="2494354821" sldId="267"/>
            <ac:spMk id="13" creationId="{69AC6A65-9627-A5F8-EB1A-58EC39D247BD}"/>
          </ac:spMkLst>
        </pc:spChg>
        <pc:graphicFrameChg chg="add mod modGraphic">
          <ac:chgData name="Taylor Davis" userId="5c9e72a0-c39f-4aa1-9d7d-64125e78cbe6" providerId="ADAL" clId="{356727BC-96C2-461F-A298-3A3ACDD4FF96}" dt="2024-07-31T23:18:35.248" v="2201" actId="14734"/>
          <ac:graphicFrameMkLst>
            <pc:docMk/>
            <pc:sldMk cId="2494354821" sldId="267"/>
            <ac:graphicFrameMk id="12" creationId="{41321162-CB91-DEDA-2A21-0396A8DE825D}"/>
          </ac:graphicFrameMkLst>
        </pc:graphicFrameChg>
        <pc:picChg chg="add mod">
          <ac:chgData name="Taylor Davis" userId="5c9e72a0-c39f-4aa1-9d7d-64125e78cbe6" providerId="ADAL" clId="{356727BC-96C2-461F-A298-3A3ACDD4FF96}" dt="2024-07-31T23:13:53.327" v="1894" actId="1076"/>
          <ac:picMkLst>
            <pc:docMk/>
            <pc:sldMk cId="2494354821" sldId="267"/>
            <ac:picMk id="5" creationId="{1B61CA49-7B57-CDA5-C5DA-8E35DA0A46F1}"/>
          </ac:picMkLst>
        </pc:picChg>
        <pc:picChg chg="add mod">
          <ac:chgData name="Taylor Davis" userId="5c9e72a0-c39f-4aa1-9d7d-64125e78cbe6" providerId="ADAL" clId="{356727BC-96C2-461F-A298-3A3ACDD4FF96}" dt="2024-07-31T23:13:50.343" v="1893" actId="1076"/>
          <ac:picMkLst>
            <pc:docMk/>
            <pc:sldMk cId="2494354821" sldId="267"/>
            <ac:picMk id="6" creationId="{9C5FF57D-43F2-D916-9B88-F4C27F82FD43}"/>
          </ac:picMkLst>
        </pc:picChg>
        <pc:picChg chg="del">
          <ac:chgData name="Taylor Davis" userId="5c9e72a0-c39f-4aa1-9d7d-64125e78cbe6" providerId="ADAL" clId="{356727BC-96C2-461F-A298-3A3ACDD4FF96}" dt="2024-07-31T23:05:17.930" v="1809" actId="478"/>
          <ac:picMkLst>
            <pc:docMk/>
            <pc:sldMk cId="2494354821" sldId="267"/>
            <ac:picMk id="7" creationId="{E6B5926E-4AAC-8204-A9FD-B546D2D620A9}"/>
          </ac:picMkLst>
        </pc:picChg>
        <pc:picChg chg="del">
          <ac:chgData name="Taylor Davis" userId="5c9e72a0-c39f-4aa1-9d7d-64125e78cbe6" providerId="ADAL" clId="{356727BC-96C2-461F-A298-3A3ACDD4FF96}" dt="2024-07-31T23:05:17.930" v="1809" actId="478"/>
          <ac:picMkLst>
            <pc:docMk/>
            <pc:sldMk cId="2494354821" sldId="267"/>
            <ac:picMk id="8" creationId="{DDC94D88-BA34-5AA9-EA9B-C148FD0A7157}"/>
          </ac:picMkLst>
        </pc:picChg>
        <pc:picChg chg="del">
          <ac:chgData name="Taylor Davis" userId="5c9e72a0-c39f-4aa1-9d7d-64125e78cbe6" providerId="ADAL" clId="{356727BC-96C2-461F-A298-3A3ACDD4FF96}" dt="2024-07-31T23:05:17.930" v="1809" actId="478"/>
          <ac:picMkLst>
            <pc:docMk/>
            <pc:sldMk cId="2494354821" sldId="267"/>
            <ac:picMk id="9" creationId="{86AC65E6-F3F0-4B89-D1E6-216DC9C8C86F}"/>
          </ac:picMkLst>
        </pc:picChg>
      </pc:sldChg>
      <pc:sldChg chg="modSp mod">
        <pc:chgData name="Taylor Davis" userId="5c9e72a0-c39f-4aa1-9d7d-64125e78cbe6" providerId="ADAL" clId="{356727BC-96C2-461F-A298-3A3ACDD4FF96}" dt="2024-07-31T22:19:33.112" v="86" actId="313"/>
        <pc:sldMkLst>
          <pc:docMk/>
          <pc:sldMk cId="211951504" sldId="325"/>
        </pc:sldMkLst>
        <pc:graphicFrameChg chg="modGraphic">
          <ac:chgData name="Taylor Davis" userId="5c9e72a0-c39f-4aa1-9d7d-64125e78cbe6" providerId="ADAL" clId="{356727BC-96C2-461F-A298-3A3ACDD4FF96}" dt="2024-07-31T22:19:33.112" v="86" actId="313"/>
          <ac:graphicFrameMkLst>
            <pc:docMk/>
            <pc:sldMk cId="211951504" sldId="325"/>
            <ac:graphicFrameMk id="5" creationId="{3DE2040A-C011-4979-87CF-A22C198DE3CA}"/>
          </ac:graphicFrameMkLst>
        </pc:graphicFrameChg>
      </pc:sldChg>
      <pc:sldChg chg="modSp">
        <pc:chgData name="Taylor Davis" userId="5c9e72a0-c39f-4aa1-9d7d-64125e78cbe6" providerId="ADAL" clId="{356727BC-96C2-461F-A298-3A3ACDD4FF96}" dt="2024-07-31T22:19:35.795" v="88" actId="313"/>
        <pc:sldMkLst>
          <pc:docMk/>
          <pc:sldMk cId="225422285" sldId="326"/>
        </pc:sldMkLst>
        <pc:graphicFrameChg chg="mod">
          <ac:chgData name="Taylor Davis" userId="5c9e72a0-c39f-4aa1-9d7d-64125e78cbe6" providerId="ADAL" clId="{356727BC-96C2-461F-A298-3A3ACDD4FF96}" dt="2024-07-31T22:19:35.795" v="88" actId="313"/>
          <ac:graphicFrameMkLst>
            <pc:docMk/>
            <pc:sldMk cId="225422285" sldId="326"/>
            <ac:graphicFrameMk id="4" creationId="{84E03A31-9E21-4107-85E9-ECD8397925B4}"/>
          </ac:graphicFrameMkLst>
        </pc:graphicFrameChg>
      </pc:sldChg>
      <pc:sldChg chg="modSp">
        <pc:chgData name="Taylor Davis" userId="5c9e72a0-c39f-4aa1-9d7d-64125e78cbe6" providerId="ADAL" clId="{356727BC-96C2-461F-A298-3A3ACDD4FF96}" dt="2024-07-31T22:19:23.269" v="79" actId="313"/>
        <pc:sldMkLst>
          <pc:docMk/>
          <pc:sldMk cId="619324413" sldId="336"/>
        </pc:sldMkLst>
        <pc:graphicFrameChg chg="mod">
          <ac:chgData name="Taylor Davis" userId="5c9e72a0-c39f-4aa1-9d7d-64125e78cbe6" providerId="ADAL" clId="{356727BC-96C2-461F-A298-3A3ACDD4FF96}" dt="2024-07-31T22:19:23.269" v="79" actId="313"/>
          <ac:graphicFrameMkLst>
            <pc:docMk/>
            <pc:sldMk cId="619324413" sldId="336"/>
            <ac:graphicFrameMk id="7" creationId="{9538C73A-9FA7-458F-A114-0449E816E242}"/>
          </ac:graphicFrameMkLst>
        </pc:graphicFrameChg>
      </pc:sldChg>
      <pc:sldChg chg="modSp mod">
        <pc:chgData name="Taylor Davis" userId="5c9e72a0-c39f-4aa1-9d7d-64125e78cbe6" providerId="ADAL" clId="{356727BC-96C2-461F-A298-3A3ACDD4FF96}" dt="2024-08-01T05:12:18.821" v="3028" actId="20577"/>
        <pc:sldMkLst>
          <pc:docMk/>
          <pc:sldMk cId="2984433661" sldId="446"/>
        </pc:sldMkLst>
        <pc:spChg chg="mod">
          <ac:chgData name="Taylor Davis" userId="5c9e72a0-c39f-4aa1-9d7d-64125e78cbe6" providerId="ADAL" clId="{356727BC-96C2-461F-A298-3A3ACDD4FF96}" dt="2024-08-01T05:12:18.821" v="3028" actId="20577"/>
          <ac:spMkLst>
            <pc:docMk/>
            <pc:sldMk cId="2984433661" sldId="446"/>
            <ac:spMk id="2" creationId="{0255DED4-CAB2-4C40-8464-BA04A291D04E}"/>
          </ac:spMkLst>
        </pc:spChg>
      </pc:sldChg>
      <pc:sldChg chg="modSp add del mod">
        <pc:chgData name="Taylor Davis" userId="5c9e72a0-c39f-4aa1-9d7d-64125e78cbe6" providerId="ADAL" clId="{356727BC-96C2-461F-A298-3A3ACDD4FF96}" dt="2024-08-01T04:40:54.411" v="2894" actId="20577"/>
        <pc:sldMkLst>
          <pc:docMk/>
          <pc:sldMk cId="4059548579" sldId="452"/>
        </pc:sldMkLst>
        <pc:spChg chg="mod">
          <ac:chgData name="Taylor Davis" userId="5c9e72a0-c39f-4aa1-9d7d-64125e78cbe6" providerId="ADAL" clId="{356727BC-96C2-461F-A298-3A3ACDD4FF96}" dt="2024-07-31T22:40:03.398" v="391" actId="1076"/>
          <ac:spMkLst>
            <pc:docMk/>
            <pc:sldMk cId="4059548579" sldId="452"/>
            <ac:spMk id="2" creationId="{7B4D036B-CF91-40EF-88B5-63D0260D0147}"/>
          </ac:spMkLst>
        </pc:spChg>
        <pc:spChg chg="mod">
          <ac:chgData name="Taylor Davis" userId="5c9e72a0-c39f-4aa1-9d7d-64125e78cbe6" providerId="ADAL" clId="{356727BC-96C2-461F-A298-3A3ACDD4FF96}" dt="2024-08-01T04:40:54.411" v="2894" actId="20577"/>
          <ac:spMkLst>
            <pc:docMk/>
            <pc:sldMk cId="4059548579" sldId="452"/>
            <ac:spMk id="6" creationId="{869C0219-52DA-48A1-B7B2-E6F8C4FBD3C3}"/>
          </ac:spMkLst>
        </pc:spChg>
        <pc:spChg chg="mod">
          <ac:chgData name="Taylor Davis" userId="5c9e72a0-c39f-4aa1-9d7d-64125e78cbe6" providerId="ADAL" clId="{356727BC-96C2-461F-A298-3A3ACDD4FF96}" dt="2024-07-31T22:43:25.906" v="1086" actId="20577"/>
          <ac:spMkLst>
            <pc:docMk/>
            <pc:sldMk cId="4059548579" sldId="452"/>
            <ac:spMk id="7" creationId="{8FCD729A-32AD-4303-8BA6-9EBD13F93D1C}"/>
          </ac:spMkLst>
        </pc:spChg>
      </pc:sldChg>
      <pc:sldChg chg="addSp delSp modSp mod">
        <pc:chgData name="Taylor Davis" userId="5c9e72a0-c39f-4aa1-9d7d-64125e78cbe6" providerId="ADAL" clId="{356727BC-96C2-461F-A298-3A3ACDD4FF96}" dt="2024-08-01T02:29:23.911" v="2360" actId="20577"/>
        <pc:sldMkLst>
          <pc:docMk/>
          <pc:sldMk cId="1700621358" sldId="456"/>
        </pc:sldMkLst>
        <pc:spChg chg="mod">
          <ac:chgData name="Taylor Davis" userId="5c9e72a0-c39f-4aa1-9d7d-64125e78cbe6" providerId="ADAL" clId="{356727BC-96C2-461F-A298-3A3ACDD4FF96}" dt="2024-08-01T02:29:23.911" v="2360" actId="20577"/>
          <ac:spMkLst>
            <pc:docMk/>
            <pc:sldMk cId="1700621358" sldId="456"/>
            <ac:spMk id="5" creationId="{3E6586F0-A9B4-4F4A-B94E-351404883741}"/>
          </ac:spMkLst>
        </pc:spChg>
        <pc:spChg chg="mod">
          <ac:chgData name="Taylor Davis" userId="5c9e72a0-c39f-4aa1-9d7d-64125e78cbe6" providerId="ADAL" clId="{356727BC-96C2-461F-A298-3A3ACDD4FF96}" dt="2024-07-31T22:19:09.734" v="66" actId="313"/>
          <ac:spMkLst>
            <pc:docMk/>
            <pc:sldMk cId="1700621358" sldId="456"/>
            <ac:spMk id="15" creationId="{A044C7C1-57D3-4F0B-A71A-0CA303FF3DB8}"/>
          </ac:spMkLst>
        </pc:spChg>
        <pc:picChg chg="del">
          <ac:chgData name="Taylor Davis" userId="5c9e72a0-c39f-4aa1-9d7d-64125e78cbe6" providerId="ADAL" clId="{356727BC-96C2-461F-A298-3A3ACDD4FF96}" dt="2024-07-31T22:17:17.448" v="50" actId="478"/>
          <ac:picMkLst>
            <pc:docMk/>
            <pc:sldMk cId="1700621358" sldId="456"/>
            <ac:picMk id="2" creationId="{A601C53D-270A-F96F-E93A-2884C7DD245B}"/>
          </ac:picMkLst>
        </pc:picChg>
        <pc:picChg chg="add mod">
          <ac:chgData name="Taylor Davis" userId="5c9e72a0-c39f-4aa1-9d7d-64125e78cbe6" providerId="ADAL" clId="{356727BC-96C2-461F-A298-3A3ACDD4FF96}" dt="2024-07-31T22:17:24.388" v="54" actId="1076"/>
          <ac:picMkLst>
            <pc:docMk/>
            <pc:sldMk cId="1700621358" sldId="456"/>
            <ac:picMk id="6" creationId="{6E3F9065-54C9-26C9-650E-26D1FF4195AA}"/>
          </ac:picMkLst>
        </pc:picChg>
      </pc:sldChg>
      <pc:sldChg chg="modSp mod">
        <pc:chgData name="Taylor Davis" userId="5c9e72a0-c39f-4aa1-9d7d-64125e78cbe6" providerId="ADAL" clId="{356727BC-96C2-461F-A298-3A3ACDD4FF96}" dt="2024-07-31T22:19:18.503" v="75" actId="313"/>
        <pc:sldMkLst>
          <pc:docMk/>
          <pc:sldMk cId="3958060990" sldId="458"/>
        </pc:sldMkLst>
        <pc:spChg chg="mod">
          <ac:chgData name="Taylor Davis" userId="5c9e72a0-c39f-4aa1-9d7d-64125e78cbe6" providerId="ADAL" clId="{356727BC-96C2-461F-A298-3A3ACDD4FF96}" dt="2024-07-31T22:19:17.422" v="74" actId="313"/>
          <ac:spMkLst>
            <pc:docMk/>
            <pc:sldMk cId="3958060990" sldId="458"/>
            <ac:spMk id="5" creationId="{F78CFBEA-CEF2-471A-842D-8314716A34E9}"/>
          </ac:spMkLst>
        </pc:spChg>
        <pc:spChg chg="mod">
          <ac:chgData name="Taylor Davis" userId="5c9e72a0-c39f-4aa1-9d7d-64125e78cbe6" providerId="ADAL" clId="{356727BC-96C2-461F-A298-3A3ACDD4FF96}" dt="2024-07-31T22:19:18.503" v="75" actId="313"/>
          <ac:spMkLst>
            <pc:docMk/>
            <pc:sldMk cId="3958060990" sldId="458"/>
            <ac:spMk id="7" creationId="{F35A72B5-FEF9-458B-B242-8157703AFF9D}"/>
          </ac:spMkLst>
        </pc:spChg>
      </pc:sldChg>
      <pc:sldChg chg="modSp mod">
        <pc:chgData name="Taylor Davis" userId="5c9e72a0-c39f-4aa1-9d7d-64125e78cbe6" providerId="ADAL" clId="{356727BC-96C2-461F-A298-3A3ACDD4FF96}" dt="2024-07-31T22:19:21.092" v="78" actId="313"/>
        <pc:sldMkLst>
          <pc:docMk/>
          <pc:sldMk cId="902706633" sldId="461"/>
        </pc:sldMkLst>
        <pc:spChg chg="mod">
          <ac:chgData name="Taylor Davis" userId="5c9e72a0-c39f-4aa1-9d7d-64125e78cbe6" providerId="ADAL" clId="{356727BC-96C2-461F-A298-3A3ACDD4FF96}" dt="2024-07-31T22:19:21.092" v="78" actId="313"/>
          <ac:spMkLst>
            <pc:docMk/>
            <pc:sldMk cId="902706633" sldId="461"/>
            <ac:spMk id="7" creationId="{8AFDC632-7C4B-44BF-B435-0CED1B7481B2}"/>
          </ac:spMkLst>
        </pc:spChg>
      </pc:sldChg>
      <pc:sldChg chg="modSp mod">
        <pc:chgData name="Taylor Davis" userId="5c9e72a0-c39f-4aa1-9d7d-64125e78cbe6" providerId="ADAL" clId="{356727BC-96C2-461F-A298-3A3ACDD4FF96}" dt="2024-08-01T05:09:53.233" v="3014" actId="20577"/>
        <pc:sldMkLst>
          <pc:docMk/>
          <pc:sldMk cId="1714126014" sldId="466"/>
        </pc:sldMkLst>
        <pc:spChg chg="mod">
          <ac:chgData name="Taylor Davis" userId="5c9e72a0-c39f-4aa1-9d7d-64125e78cbe6" providerId="ADAL" clId="{356727BC-96C2-461F-A298-3A3ACDD4FF96}" dt="2024-08-01T05:09:53.233" v="3014" actId="20577"/>
          <ac:spMkLst>
            <pc:docMk/>
            <pc:sldMk cId="1714126014" sldId="466"/>
            <ac:spMk id="6" creationId="{4579F9FC-9C26-4EE8-993C-4E9774C6CB61}"/>
          </ac:spMkLst>
        </pc:spChg>
      </pc:sldChg>
      <pc:sldChg chg="addSp delSp modSp">
        <pc:chgData name="Taylor Davis" userId="5c9e72a0-c39f-4aa1-9d7d-64125e78cbe6" providerId="ADAL" clId="{356727BC-96C2-461F-A298-3A3ACDD4FF96}" dt="2024-07-31T22:12:42.473" v="23" actId="14100"/>
        <pc:sldMkLst>
          <pc:docMk/>
          <pc:sldMk cId="1552833548" sldId="487"/>
        </pc:sldMkLst>
        <pc:picChg chg="add mod">
          <ac:chgData name="Taylor Davis" userId="5c9e72a0-c39f-4aa1-9d7d-64125e78cbe6" providerId="ADAL" clId="{356727BC-96C2-461F-A298-3A3ACDD4FF96}" dt="2024-07-31T22:12:42.473" v="23" actId="14100"/>
          <ac:picMkLst>
            <pc:docMk/>
            <pc:sldMk cId="1552833548" sldId="487"/>
            <ac:picMk id="6" creationId="{8BE44744-89BE-E09C-17FE-5FECC7BD2C1A}"/>
          </ac:picMkLst>
        </pc:picChg>
        <pc:picChg chg="del">
          <ac:chgData name="Taylor Davis" userId="5c9e72a0-c39f-4aa1-9d7d-64125e78cbe6" providerId="ADAL" clId="{356727BC-96C2-461F-A298-3A3ACDD4FF96}" dt="2024-07-31T22:12:37.938" v="20" actId="478"/>
          <ac:picMkLst>
            <pc:docMk/>
            <pc:sldMk cId="1552833548" sldId="487"/>
            <ac:picMk id="7" creationId="{D6AB8280-65CC-A73E-FAC0-B6BB8F43AF67}"/>
          </ac:picMkLst>
        </pc:picChg>
      </pc:sldChg>
      <pc:sldChg chg="addSp delSp modSp mod">
        <pc:chgData name="Taylor Davis" userId="5c9e72a0-c39f-4aa1-9d7d-64125e78cbe6" providerId="ADAL" clId="{356727BC-96C2-461F-A298-3A3ACDD4FF96}" dt="2024-08-01T05:09:00.064" v="2993" actId="20577"/>
        <pc:sldMkLst>
          <pc:docMk/>
          <pc:sldMk cId="3100464503" sldId="488"/>
        </pc:sldMkLst>
        <pc:spChg chg="mod">
          <ac:chgData name="Taylor Davis" userId="5c9e72a0-c39f-4aa1-9d7d-64125e78cbe6" providerId="ADAL" clId="{356727BC-96C2-461F-A298-3A3ACDD4FF96}" dt="2024-08-01T05:09:00.064" v="2993" actId="20577"/>
          <ac:spMkLst>
            <pc:docMk/>
            <pc:sldMk cId="3100464503" sldId="488"/>
            <ac:spMk id="10" creationId="{B981BBA2-A3ED-6F7B-693B-880E5B031B26}"/>
          </ac:spMkLst>
        </pc:spChg>
        <pc:picChg chg="del">
          <ac:chgData name="Taylor Davis" userId="5c9e72a0-c39f-4aa1-9d7d-64125e78cbe6" providerId="ADAL" clId="{356727BC-96C2-461F-A298-3A3ACDD4FF96}" dt="2024-07-31T21:49:42.005" v="0" actId="478"/>
          <ac:picMkLst>
            <pc:docMk/>
            <pc:sldMk cId="3100464503" sldId="488"/>
            <ac:picMk id="2" creationId="{418AEC1D-1E1C-A206-08BE-266A53346372}"/>
          </ac:picMkLst>
        </pc:picChg>
        <pc:picChg chg="add mod modCrop">
          <ac:chgData name="Taylor Davis" userId="5c9e72a0-c39f-4aa1-9d7d-64125e78cbe6" providerId="ADAL" clId="{356727BC-96C2-461F-A298-3A3ACDD4FF96}" dt="2024-07-31T21:52:00.307" v="19" actId="18131"/>
          <ac:picMkLst>
            <pc:docMk/>
            <pc:sldMk cId="3100464503" sldId="488"/>
            <ac:picMk id="7" creationId="{809CB034-B1EA-12F6-B0C3-B7DF8AD9C96A}"/>
          </ac:picMkLst>
        </pc:picChg>
        <pc:picChg chg="add mod">
          <ac:chgData name="Taylor Davis" userId="5c9e72a0-c39f-4aa1-9d7d-64125e78cbe6" providerId="ADAL" clId="{356727BC-96C2-461F-A298-3A3ACDD4FF96}" dt="2024-07-31T21:49:56.050" v="6" actId="14100"/>
          <ac:picMkLst>
            <pc:docMk/>
            <pc:sldMk cId="3100464503" sldId="488"/>
            <ac:picMk id="1026" creationId="{53BE3E25-C4F6-C5B1-9767-4E116B8CB4A6}"/>
          </ac:picMkLst>
        </pc:picChg>
        <pc:picChg chg="add del mod">
          <ac:chgData name="Taylor Davis" userId="5c9e72a0-c39f-4aa1-9d7d-64125e78cbe6" providerId="ADAL" clId="{356727BC-96C2-461F-A298-3A3ACDD4FF96}" dt="2024-07-31T21:50:38.296" v="11" actId="478"/>
          <ac:picMkLst>
            <pc:docMk/>
            <pc:sldMk cId="3100464503" sldId="488"/>
            <ac:picMk id="1028" creationId="{63804460-996C-D32B-50BB-D56D8E841559}"/>
          </ac:picMkLst>
        </pc:picChg>
        <pc:picChg chg="del">
          <ac:chgData name="Taylor Davis" userId="5c9e72a0-c39f-4aa1-9d7d-64125e78cbe6" providerId="ADAL" clId="{356727BC-96C2-461F-A298-3A3ACDD4FF96}" dt="2024-07-31T21:50:28.819" v="7" actId="478"/>
          <ac:picMkLst>
            <pc:docMk/>
            <pc:sldMk cId="3100464503" sldId="488"/>
            <ac:picMk id="2050" creationId="{960FC751-2A37-9680-5086-37ED9D505D28}"/>
          </ac:picMkLst>
        </pc:picChg>
      </pc:sldChg>
      <pc:sldChg chg="addSp delSp modSp mod">
        <pc:chgData name="Taylor Davis" userId="5c9e72a0-c39f-4aa1-9d7d-64125e78cbe6" providerId="ADAL" clId="{356727BC-96C2-461F-A298-3A3ACDD4FF96}" dt="2024-07-31T22:19:10.999" v="67" actId="313"/>
        <pc:sldMkLst>
          <pc:docMk/>
          <pc:sldMk cId="3325436177" sldId="489"/>
        </pc:sldMkLst>
        <pc:spChg chg="mod">
          <ac:chgData name="Taylor Davis" userId="5c9e72a0-c39f-4aa1-9d7d-64125e78cbe6" providerId="ADAL" clId="{356727BC-96C2-461F-A298-3A3ACDD4FF96}" dt="2024-07-31T22:19:10.999" v="67" actId="313"/>
          <ac:spMkLst>
            <pc:docMk/>
            <pc:sldMk cId="3325436177" sldId="489"/>
            <ac:spMk id="17" creationId="{F2E566E5-041D-4247-A79E-A185C1420D0E}"/>
          </ac:spMkLst>
        </pc:spChg>
        <pc:picChg chg="add mod">
          <ac:chgData name="Taylor Davis" userId="5c9e72a0-c39f-4aa1-9d7d-64125e78cbe6" providerId="ADAL" clId="{356727BC-96C2-461F-A298-3A3ACDD4FF96}" dt="2024-07-31T22:17:32.926" v="58" actId="1076"/>
          <ac:picMkLst>
            <pc:docMk/>
            <pc:sldMk cId="3325436177" sldId="489"/>
            <ac:picMk id="2" creationId="{1709EC83-8332-AD8D-6042-A183A46FA02E}"/>
          </ac:picMkLst>
        </pc:picChg>
        <pc:picChg chg="del mod">
          <ac:chgData name="Taylor Davis" userId="5c9e72a0-c39f-4aa1-9d7d-64125e78cbe6" providerId="ADAL" clId="{356727BC-96C2-461F-A298-3A3ACDD4FF96}" dt="2024-07-31T22:17:28.624" v="56" actId="478"/>
          <ac:picMkLst>
            <pc:docMk/>
            <pc:sldMk cId="3325436177" sldId="489"/>
            <ac:picMk id="5" creationId="{DF60A471-4B8E-0C1D-0527-74B37F295BF6}"/>
          </ac:picMkLst>
        </pc:picChg>
      </pc:sldChg>
      <pc:sldChg chg="modSp mod">
        <pc:chgData name="Taylor Davis" userId="5c9e72a0-c39f-4aa1-9d7d-64125e78cbe6" providerId="ADAL" clId="{356727BC-96C2-461F-A298-3A3ACDD4FF96}" dt="2024-07-31T22:19:30.662" v="84" actId="313"/>
        <pc:sldMkLst>
          <pc:docMk/>
          <pc:sldMk cId="3144192130" sldId="498"/>
        </pc:sldMkLst>
        <pc:spChg chg="mod">
          <ac:chgData name="Taylor Davis" userId="5c9e72a0-c39f-4aa1-9d7d-64125e78cbe6" providerId="ADAL" clId="{356727BC-96C2-461F-A298-3A3ACDD4FF96}" dt="2024-07-31T22:19:29.933" v="83" actId="313"/>
          <ac:spMkLst>
            <pc:docMk/>
            <pc:sldMk cId="3144192130" sldId="498"/>
            <ac:spMk id="15" creationId="{A3776881-4D82-4E5B-9D20-1D9004AEFF9F}"/>
          </ac:spMkLst>
        </pc:spChg>
        <pc:spChg chg="mod">
          <ac:chgData name="Taylor Davis" userId="5c9e72a0-c39f-4aa1-9d7d-64125e78cbe6" providerId="ADAL" clId="{356727BC-96C2-461F-A298-3A3ACDD4FF96}" dt="2024-07-31T22:19:30.662" v="84" actId="313"/>
          <ac:spMkLst>
            <pc:docMk/>
            <pc:sldMk cId="3144192130" sldId="498"/>
            <ac:spMk id="19" creationId="{E603E0FD-1B79-43C3-ABAE-5EA24846155A}"/>
          </ac:spMkLst>
        </pc:spChg>
      </pc:sldChg>
      <pc:sldChg chg="addSp delSp modSp mod">
        <pc:chgData name="Taylor Davis" userId="5c9e72a0-c39f-4aa1-9d7d-64125e78cbe6" providerId="ADAL" clId="{356727BC-96C2-461F-A298-3A3ACDD4FF96}" dt="2024-08-01T05:11:55.594" v="3024" actId="20577"/>
        <pc:sldMkLst>
          <pc:docMk/>
          <pc:sldMk cId="2203540903" sldId="499"/>
        </pc:sldMkLst>
        <pc:spChg chg="mod">
          <ac:chgData name="Taylor Davis" userId="5c9e72a0-c39f-4aa1-9d7d-64125e78cbe6" providerId="ADAL" clId="{356727BC-96C2-461F-A298-3A3ACDD4FF96}" dt="2024-08-01T05:11:55.594" v="3024" actId="20577"/>
          <ac:spMkLst>
            <pc:docMk/>
            <pc:sldMk cId="2203540903" sldId="499"/>
            <ac:spMk id="9" creationId="{AB8821D0-DEDE-002D-E87D-13E033D5D75F}"/>
          </ac:spMkLst>
        </pc:spChg>
        <pc:graphicFrameChg chg="del">
          <ac:chgData name="Taylor Davis" userId="5c9e72a0-c39f-4aa1-9d7d-64125e78cbe6" providerId="ADAL" clId="{356727BC-96C2-461F-A298-3A3ACDD4FF96}" dt="2024-08-01T02:29:37.503" v="2361" actId="478"/>
          <ac:graphicFrameMkLst>
            <pc:docMk/>
            <pc:sldMk cId="2203540903" sldId="499"/>
            <ac:graphicFrameMk id="2" creationId="{9044144D-BDD9-407D-D37E-C03EE39A20CC}"/>
          </ac:graphicFrameMkLst>
        </pc:graphicFrameChg>
        <pc:graphicFrameChg chg="add del mod modGraphic">
          <ac:chgData name="Taylor Davis" userId="5c9e72a0-c39f-4aa1-9d7d-64125e78cbe6" providerId="ADAL" clId="{356727BC-96C2-461F-A298-3A3ACDD4FF96}" dt="2024-08-01T04:26:12.966" v="2776" actId="478"/>
          <ac:graphicFrameMkLst>
            <pc:docMk/>
            <pc:sldMk cId="2203540903" sldId="499"/>
            <ac:graphicFrameMk id="6" creationId="{E943BBF0-53FD-E00D-E489-249CDA8D54E6}"/>
          </ac:graphicFrameMkLst>
        </pc:graphicFrameChg>
        <pc:graphicFrameChg chg="add mod modGraphic">
          <ac:chgData name="Taylor Davis" userId="5c9e72a0-c39f-4aa1-9d7d-64125e78cbe6" providerId="ADAL" clId="{356727BC-96C2-461F-A298-3A3ACDD4FF96}" dt="2024-08-01T04:26:19.902" v="2779" actId="6549"/>
          <ac:graphicFrameMkLst>
            <pc:docMk/>
            <pc:sldMk cId="2203540903" sldId="499"/>
            <ac:graphicFrameMk id="10" creationId="{758F6CA4-031B-A360-9D62-DBD9E50CE9CA}"/>
          </ac:graphicFrameMkLst>
        </pc:graphicFrameChg>
      </pc:sldChg>
      <pc:sldChg chg="addSp delSp modSp mod">
        <pc:chgData name="Taylor Davis" userId="5c9e72a0-c39f-4aa1-9d7d-64125e78cbe6" providerId="ADAL" clId="{356727BC-96C2-461F-A298-3A3ACDD4FF96}" dt="2024-08-01T05:15:50.149" v="3035" actId="20577"/>
        <pc:sldMkLst>
          <pc:docMk/>
          <pc:sldMk cId="3680080401" sldId="517"/>
        </pc:sldMkLst>
        <pc:spChg chg="mod">
          <ac:chgData name="Taylor Davis" userId="5c9e72a0-c39f-4aa1-9d7d-64125e78cbe6" providerId="ADAL" clId="{356727BC-96C2-461F-A298-3A3ACDD4FF96}" dt="2024-08-01T05:07:56.667" v="2958" actId="20577"/>
          <ac:spMkLst>
            <pc:docMk/>
            <pc:sldMk cId="3680080401" sldId="517"/>
            <ac:spMk id="6" creationId="{C9963971-9E27-D1D8-44A6-33EAA3782592}"/>
          </ac:spMkLst>
        </pc:spChg>
        <pc:spChg chg="mod">
          <ac:chgData name="Taylor Davis" userId="5c9e72a0-c39f-4aa1-9d7d-64125e78cbe6" providerId="ADAL" clId="{356727BC-96C2-461F-A298-3A3ACDD4FF96}" dt="2024-08-01T05:15:50.149" v="3035" actId="20577"/>
          <ac:spMkLst>
            <pc:docMk/>
            <pc:sldMk cId="3680080401" sldId="517"/>
            <ac:spMk id="16" creationId="{012C7A76-8C4C-0C17-C582-24A807F19DA5}"/>
          </ac:spMkLst>
        </pc:spChg>
        <pc:graphicFrameChg chg="mod modGraphic">
          <ac:chgData name="Taylor Davis" userId="5c9e72a0-c39f-4aa1-9d7d-64125e78cbe6" providerId="ADAL" clId="{356727BC-96C2-461F-A298-3A3ACDD4FF96}" dt="2024-08-01T05:07:16.239" v="2941" actId="20577"/>
          <ac:graphicFrameMkLst>
            <pc:docMk/>
            <pc:sldMk cId="3680080401" sldId="517"/>
            <ac:graphicFrameMk id="13" creationId="{C5BE1B27-9F04-9265-C933-6FD598A73DFA}"/>
          </ac:graphicFrameMkLst>
        </pc:graphicFrameChg>
        <pc:picChg chg="add mod modCrop">
          <ac:chgData name="Taylor Davis" userId="5c9e72a0-c39f-4aa1-9d7d-64125e78cbe6" providerId="ADAL" clId="{356727BC-96C2-461F-A298-3A3ACDD4FF96}" dt="2024-08-01T04:49:15.790" v="2899" actId="732"/>
          <ac:picMkLst>
            <pc:docMk/>
            <pc:sldMk cId="3680080401" sldId="517"/>
            <ac:picMk id="5" creationId="{67B9B0B2-9074-A0D9-39BC-764913776305}"/>
          </ac:picMkLst>
        </pc:picChg>
        <pc:picChg chg="del">
          <ac:chgData name="Taylor Davis" userId="5c9e72a0-c39f-4aa1-9d7d-64125e78cbe6" providerId="ADAL" clId="{356727BC-96C2-461F-A298-3A3ACDD4FF96}" dt="2024-08-01T04:49:00.853" v="2895" actId="478"/>
          <ac:picMkLst>
            <pc:docMk/>
            <pc:sldMk cId="3680080401" sldId="517"/>
            <ac:picMk id="12" creationId="{68AEB764-7282-2935-C706-89FC9DB8EB8C}"/>
          </ac:picMkLst>
        </pc:picChg>
      </pc:sldChg>
      <pc:sldChg chg="addSp delSp modSp mod">
        <pc:chgData name="Taylor Davis" userId="5c9e72a0-c39f-4aa1-9d7d-64125e78cbe6" providerId="ADAL" clId="{356727BC-96C2-461F-A298-3A3ACDD4FF96}" dt="2024-08-01T02:26:42.947" v="2315" actId="20577"/>
        <pc:sldMkLst>
          <pc:docMk/>
          <pc:sldMk cId="3348736581" sldId="518"/>
        </pc:sldMkLst>
        <pc:spChg chg="mod">
          <ac:chgData name="Taylor Davis" userId="5c9e72a0-c39f-4aa1-9d7d-64125e78cbe6" providerId="ADAL" clId="{356727BC-96C2-461F-A298-3A3ACDD4FF96}" dt="2024-08-01T02:26:42.947" v="2315" actId="20577"/>
          <ac:spMkLst>
            <pc:docMk/>
            <pc:sldMk cId="3348736581" sldId="518"/>
            <ac:spMk id="7" creationId="{820D1BA4-6D19-00FD-17FF-A0AD0AAAF7EE}"/>
          </ac:spMkLst>
        </pc:spChg>
        <pc:spChg chg="mod">
          <ac:chgData name="Taylor Davis" userId="5c9e72a0-c39f-4aa1-9d7d-64125e78cbe6" providerId="ADAL" clId="{356727BC-96C2-461F-A298-3A3ACDD4FF96}" dt="2024-07-31T22:44:55.929" v="1124" actId="20577"/>
          <ac:spMkLst>
            <pc:docMk/>
            <pc:sldMk cId="3348736581" sldId="518"/>
            <ac:spMk id="13" creationId="{061C4F0D-14E1-8EB9-6313-04B404BF313E}"/>
          </ac:spMkLst>
        </pc:spChg>
        <pc:spChg chg="mod">
          <ac:chgData name="Taylor Davis" userId="5c9e72a0-c39f-4aa1-9d7d-64125e78cbe6" providerId="ADAL" clId="{356727BC-96C2-461F-A298-3A3ACDD4FF96}" dt="2024-07-31T22:44:58.867" v="1126" actId="20577"/>
          <ac:spMkLst>
            <pc:docMk/>
            <pc:sldMk cId="3348736581" sldId="518"/>
            <ac:spMk id="17" creationId="{32EE0BDF-0BD6-C413-7373-07B39FBF0CAC}"/>
          </ac:spMkLst>
        </pc:spChg>
        <pc:picChg chg="del">
          <ac:chgData name="Taylor Davis" userId="5c9e72a0-c39f-4aa1-9d7d-64125e78cbe6" providerId="ADAL" clId="{356727BC-96C2-461F-A298-3A3ACDD4FF96}" dt="2024-07-31T22:12:46.512" v="24" actId="478"/>
          <ac:picMkLst>
            <pc:docMk/>
            <pc:sldMk cId="3348736581" sldId="518"/>
            <ac:picMk id="3" creationId="{533FD6B8-D6F3-D3D6-4D32-D3F2818DD6E0}"/>
          </ac:picMkLst>
        </pc:picChg>
        <pc:picChg chg="add mod">
          <ac:chgData name="Taylor Davis" userId="5c9e72a0-c39f-4aa1-9d7d-64125e78cbe6" providerId="ADAL" clId="{356727BC-96C2-461F-A298-3A3ACDD4FF96}" dt="2024-07-31T22:12:53.179" v="28" actId="1076"/>
          <ac:picMkLst>
            <pc:docMk/>
            <pc:sldMk cId="3348736581" sldId="518"/>
            <ac:picMk id="6" creationId="{71ACF496-FF4A-9FCE-18F0-B8CE490BD464}"/>
          </ac:picMkLst>
        </pc:picChg>
      </pc:sldChg>
      <pc:sldChg chg="modSp del mod">
        <pc:chgData name="Taylor Davis" userId="5c9e72a0-c39f-4aa1-9d7d-64125e78cbe6" providerId="ADAL" clId="{356727BC-96C2-461F-A298-3A3ACDD4FF96}" dt="2024-07-31T23:19:16.364" v="2202" actId="47"/>
        <pc:sldMkLst>
          <pc:docMk/>
          <pc:sldMk cId="3531208169" sldId="519"/>
        </pc:sldMkLst>
        <pc:spChg chg="mod">
          <ac:chgData name="Taylor Davis" userId="5c9e72a0-c39f-4aa1-9d7d-64125e78cbe6" providerId="ADAL" clId="{356727BC-96C2-461F-A298-3A3ACDD4FF96}" dt="2024-07-31T22:19:45.841" v="100" actId="313"/>
          <ac:spMkLst>
            <pc:docMk/>
            <pc:sldMk cId="3531208169" sldId="519"/>
            <ac:spMk id="16" creationId="{5CD262C4-7EB6-BACC-2D76-818773A77342}"/>
          </ac:spMkLst>
        </pc:spChg>
      </pc:sldChg>
      <pc:sldChg chg="addSp delSp modSp mod">
        <pc:chgData name="Taylor Davis" userId="5c9e72a0-c39f-4aa1-9d7d-64125e78cbe6" providerId="ADAL" clId="{356727BC-96C2-461F-A298-3A3ACDD4FF96}" dt="2024-08-01T02:14:15.686" v="2213" actId="207"/>
        <pc:sldMkLst>
          <pc:docMk/>
          <pc:sldMk cId="2103269747" sldId="520"/>
        </pc:sldMkLst>
        <pc:spChg chg="mod">
          <ac:chgData name="Taylor Davis" userId="5c9e72a0-c39f-4aa1-9d7d-64125e78cbe6" providerId="ADAL" clId="{356727BC-96C2-461F-A298-3A3ACDD4FF96}" dt="2024-08-01T02:14:15.686" v="2213" actId="207"/>
          <ac:spMkLst>
            <pc:docMk/>
            <pc:sldMk cId="2103269747" sldId="520"/>
            <ac:spMk id="6" creationId="{9E01D9EC-3751-78C1-9D95-70AEB63694E1}"/>
          </ac:spMkLst>
        </pc:spChg>
        <pc:spChg chg="mod">
          <ac:chgData name="Taylor Davis" userId="5c9e72a0-c39f-4aa1-9d7d-64125e78cbe6" providerId="ADAL" clId="{356727BC-96C2-461F-A298-3A3ACDD4FF96}" dt="2024-07-31T22:21:27.642" v="136" actId="404"/>
          <ac:spMkLst>
            <pc:docMk/>
            <pc:sldMk cId="2103269747" sldId="520"/>
            <ac:spMk id="8" creationId="{8D335AB1-AB15-7067-B3BD-167BDAD9B16A}"/>
          </ac:spMkLst>
        </pc:spChg>
        <pc:spChg chg="mod">
          <ac:chgData name="Taylor Davis" userId="5c9e72a0-c39f-4aa1-9d7d-64125e78cbe6" providerId="ADAL" clId="{356727BC-96C2-461F-A298-3A3ACDD4FF96}" dt="2024-07-31T22:16:33.538" v="43" actId="1076"/>
          <ac:spMkLst>
            <pc:docMk/>
            <pc:sldMk cId="2103269747" sldId="520"/>
            <ac:spMk id="31" creationId="{CDDEEC9E-0778-EDDC-EEB1-1D8F9A97B0BD}"/>
          </ac:spMkLst>
        </pc:spChg>
        <pc:picChg chg="del">
          <ac:chgData name="Taylor Davis" userId="5c9e72a0-c39f-4aa1-9d7d-64125e78cbe6" providerId="ADAL" clId="{356727BC-96C2-461F-A298-3A3ACDD4FF96}" dt="2024-07-31T22:12:57.776" v="29" actId="478"/>
          <ac:picMkLst>
            <pc:docMk/>
            <pc:sldMk cId="2103269747" sldId="520"/>
            <ac:picMk id="2" creationId="{A26B9B8E-7E0B-E284-9526-7C2858C04978}"/>
          </ac:picMkLst>
        </pc:picChg>
        <pc:picChg chg="del">
          <ac:chgData name="Taylor Davis" userId="5c9e72a0-c39f-4aa1-9d7d-64125e78cbe6" providerId="ADAL" clId="{356727BC-96C2-461F-A298-3A3ACDD4FF96}" dt="2024-07-31T22:13:09.584" v="34" actId="478"/>
          <ac:picMkLst>
            <pc:docMk/>
            <pc:sldMk cId="2103269747" sldId="520"/>
            <ac:picMk id="3" creationId="{8CB795D1-F1A5-27E9-EDB4-5FB2922F8AF2}"/>
          </ac:picMkLst>
        </pc:picChg>
        <pc:picChg chg="add mod">
          <ac:chgData name="Taylor Davis" userId="5c9e72a0-c39f-4aa1-9d7d-64125e78cbe6" providerId="ADAL" clId="{356727BC-96C2-461F-A298-3A3ACDD4FF96}" dt="2024-07-31T22:13:07.036" v="33" actId="1076"/>
          <ac:picMkLst>
            <pc:docMk/>
            <pc:sldMk cId="2103269747" sldId="520"/>
            <ac:picMk id="7" creationId="{DB3E55E2-C3DA-B3D6-DB60-93C570B5CD1B}"/>
          </ac:picMkLst>
        </pc:picChg>
        <pc:picChg chg="del">
          <ac:chgData name="Taylor Davis" userId="5c9e72a0-c39f-4aa1-9d7d-64125e78cbe6" providerId="ADAL" clId="{356727BC-96C2-461F-A298-3A3ACDD4FF96}" dt="2024-07-31T22:13:10.351" v="35" actId="478"/>
          <ac:picMkLst>
            <pc:docMk/>
            <pc:sldMk cId="2103269747" sldId="520"/>
            <ac:picMk id="1032" creationId="{9A6B5F68-2EDD-4425-9E94-7AEACCC0AF08}"/>
          </ac:picMkLst>
        </pc:picChg>
        <pc:picChg chg="add mod">
          <ac:chgData name="Taylor Davis" userId="5c9e72a0-c39f-4aa1-9d7d-64125e78cbe6" providerId="ADAL" clId="{356727BC-96C2-461F-A298-3A3ACDD4FF96}" dt="2024-07-31T22:16:36.435" v="44" actId="1076"/>
          <ac:picMkLst>
            <pc:docMk/>
            <pc:sldMk cId="2103269747" sldId="520"/>
            <ac:picMk id="2050" creationId="{7EDC7ADD-3E7C-4BC7-04AB-C3E9204EE0F7}"/>
          </ac:picMkLst>
        </pc:picChg>
        <pc:picChg chg="add mod">
          <ac:chgData name="Taylor Davis" userId="5c9e72a0-c39f-4aa1-9d7d-64125e78cbe6" providerId="ADAL" clId="{356727BC-96C2-461F-A298-3A3ACDD4FF96}" dt="2024-07-31T22:16:32.314" v="42" actId="1076"/>
          <ac:picMkLst>
            <pc:docMk/>
            <pc:sldMk cId="2103269747" sldId="520"/>
            <ac:picMk id="2052" creationId="{6282EB37-1C9F-88C6-EBFA-147EB3B07109}"/>
          </ac:picMkLst>
        </pc:picChg>
      </pc:sldChg>
      <pc:sldChg chg="addSp delSp modSp">
        <pc:chgData name="Taylor Davis" userId="5c9e72a0-c39f-4aa1-9d7d-64125e78cbe6" providerId="ADAL" clId="{356727BC-96C2-461F-A298-3A3ACDD4FF96}" dt="2024-08-01T02:24:47.294" v="2282" actId="1036"/>
        <pc:sldMkLst>
          <pc:docMk/>
          <pc:sldMk cId="500461553" sldId="521"/>
        </pc:sldMkLst>
        <pc:spChg chg="mod">
          <ac:chgData name="Taylor Davis" userId="5c9e72a0-c39f-4aa1-9d7d-64125e78cbe6" providerId="ADAL" clId="{356727BC-96C2-461F-A298-3A3ACDD4FF96}" dt="2024-08-01T02:24:47.294" v="2282" actId="1036"/>
          <ac:spMkLst>
            <pc:docMk/>
            <pc:sldMk cId="500461553" sldId="521"/>
            <ac:spMk id="3" creationId="{AA5B62E5-A9EF-46A8-AEE5-C69E2BA73BE1}"/>
          </ac:spMkLst>
        </pc:spChg>
        <pc:picChg chg="add mod">
          <ac:chgData name="Taylor Davis" userId="5c9e72a0-c39f-4aa1-9d7d-64125e78cbe6" providerId="ADAL" clId="{356727BC-96C2-461F-A298-3A3ACDD4FF96}" dt="2024-08-01T02:24:47.294" v="2282" actId="1036"/>
          <ac:picMkLst>
            <pc:docMk/>
            <pc:sldMk cId="500461553" sldId="521"/>
            <ac:picMk id="6" creationId="{12D96072-237A-BF6B-D8FE-D09BB7130ADB}"/>
          </ac:picMkLst>
        </pc:picChg>
        <pc:picChg chg="del">
          <ac:chgData name="Taylor Davis" userId="5c9e72a0-c39f-4aa1-9d7d-64125e78cbe6" providerId="ADAL" clId="{356727BC-96C2-461F-A298-3A3ACDD4FF96}" dt="2024-07-31T22:16:59.904" v="45" actId="478"/>
          <ac:picMkLst>
            <pc:docMk/>
            <pc:sldMk cId="500461553" sldId="521"/>
            <ac:picMk id="7" creationId="{54C4C891-BACC-B531-6B4E-417D42F3127C}"/>
          </ac:picMkLst>
        </pc:picChg>
      </pc:sldChg>
      <pc:sldChg chg="modSp mod">
        <pc:chgData name="Taylor Davis" userId="5c9e72a0-c39f-4aa1-9d7d-64125e78cbe6" providerId="ADAL" clId="{356727BC-96C2-461F-A298-3A3ACDD4FF96}" dt="2024-08-01T03:56:50.839" v="2521" actId="20577"/>
        <pc:sldMkLst>
          <pc:docMk/>
          <pc:sldMk cId="1147401429" sldId="524"/>
        </pc:sldMkLst>
        <pc:spChg chg="mod">
          <ac:chgData name="Taylor Davis" userId="5c9e72a0-c39f-4aa1-9d7d-64125e78cbe6" providerId="ADAL" clId="{356727BC-96C2-461F-A298-3A3ACDD4FF96}" dt="2024-07-31T22:19:26.154" v="80" actId="313"/>
          <ac:spMkLst>
            <pc:docMk/>
            <pc:sldMk cId="1147401429" sldId="524"/>
            <ac:spMk id="2" creationId="{748BE3BD-F9EE-3EE4-860C-3826F1F8465B}"/>
          </ac:spMkLst>
        </pc:spChg>
        <pc:graphicFrameChg chg="mod modGraphic">
          <ac:chgData name="Taylor Davis" userId="5c9e72a0-c39f-4aa1-9d7d-64125e78cbe6" providerId="ADAL" clId="{356727BC-96C2-461F-A298-3A3ACDD4FF96}" dt="2024-08-01T03:56:50.839" v="2521" actId="20577"/>
          <ac:graphicFrameMkLst>
            <pc:docMk/>
            <pc:sldMk cId="1147401429" sldId="524"/>
            <ac:graphicFrameMk id="5" creationId="{713AD275-CC86-F2BC-8594-AECC0B66117F}"/>
          </ac:graphicFrameMkLst>
        </pc:graphicFrameChg>
      </pc:sldChg>
      <pc:sldChg chg="modSp mod">
        <pc:chgData name="Taylor Davis" userId="5c9e72a0-c39f-4aa1-9d7d-64125e78cbe6" providerId="ADAL" clId="{356727BC-96C2-461F-A298-3A3ACDD4FF96}" dt="2024-08-01T04:03:02.099" v="2637" actId="20577"/>
        <pc:sldMkLst>
          <pc:docMk/>
          <pc:sldMk cId="36791873" sldId="525"/>
        </pc:sldMkLst>
        <pc:spChg chg="mod">
          <ac:chgData name="Taylor Davis" userId="5c9e72a0-c39f-4aa1-9d7d-64125e78cbe6" providerId="ADAL" clId="{356727BC-96C2-461F-A298-3A3ACDD4FF96}" dt="2024-08-01T03:58:31.359" v="2523" actId="20577"/>
          <ac:spMkLst>
            <pc:docMk/>
            <pc:sldMk cId="36791873" sldId="525"/>
            <ac:spMk id="3" creationId="{47D333E6-57DF-6C19-7BCA-1AE47F6C6568}"/>
          </ac:spMkLst>
        </pc:spChg>
        <pc:graphicFrameChg chg="modGraphic">
          <ac:chgData name="Taylor Davis" userId="5c9e72a0-c39f-4aa1-9d7d-64125e78cbe6" providerId="ADAL" clId="{356727BC-96C2-461F-A298-3A3ACDD4FF96}" dt="2024-08-01T04:01:20.016" v="2581" actId="20577"/>
          <ac:graphicFrameMkLst>
            <pc:docMk/>
            <pc:sldMk cId="36791873" sldId="525"/>
            <ac:graphicFrameMk id="9" creationId="{30CE50B1-E66B-B63F-C96E-A434E7ECFB6C}"/>
          </ac:graphicFrameMkLst>
        </pc:graphicFrameChg>
        <pc:graphicFrameChg chg="modGraphic">
          <ac:chgData name="Taylor Davis" userId="5c9e72a0-c39f-4aa1-9d7d-64125e78cbe6" providerId="ADAL" clId="{356727BC-96C2-461F-A298-3A3ACDD4FF96}" dt="2024-08-01T04:03:02.099" v="2637" actId="20577"/>
          <ac:graphicFrameMkLst>
            <pc:docMk/>
            <pc:sldMk cId="36791873" sldId="525"/>
            <ac:graphicFrameMk id="10" creationId="{BB254502-CBB2-8520-631D-31E05AB0F371}"/>
          </ac:graphicFrameMkLst>
        </pc:graphicFrameChg>
      </pc:sldChg>
      <pc:sldChg chg="addSp delSp modSp mod">
        <pc:chgData name="Taylor Davis" userId="5c9e72a0-c39f-4aa1-9d7d-64125e78cbe6" providerId="ADAL" clId="{356727BC-96C2-461F-A298-3A3ACDD4FF96}" dt="2024-08-01T04:07:31.814" v="2674"/>
        <pc:sldMkLst>
          <pc:docMk/>
          <pc:sldMk cId="3034923006" sldId="527"/>
        </pc:sldMkLst>
        <pc:spChg chg="mod">
          <ac:chgData name="Taylor Davis" userId="5c9e72a0-c39f-4aa1-9d7d-64125e78cbe6" providerId="ADAL" clId="{356727BC-96C2-461F-A298-3A3ACDD4FF96}" dt="2024-07-31T22:21:42.546" v="137" actId="6549"/>
          <ac:spMkLst>
            <pc:docMk/>
            <pc:sldMk cId="3034923006" sldId="527"/>
            <ac:spMk id="10" creationId="{DD333F58-1E5B-D213-65EE-BB627B8B12A8}"/>
          </ac:spMkLst>
        </pc:spChg>
        <pc:graphicFrameChg chg="add mod modGraphic">
          <ac:chgData name="Taylor Davis" userId="5c9e72a0-c39f-4aa1-9d7d-64125e78cbe6" providerId="ADAL" clId="{356727BC-96C2-461F-A298-3A3ACDD4FF96}" dt="2024-08-01T04:07:31.814" v="2674"/>
          <ac:graphicFrameMkLst>
            <pc:docMk/>
            <pc:sldMk cId="3034923006" sldId="527"/>
            <ac:graphicFrameMk id="3" creationId="{71E49263-5CE4-F36E-8A31-116B8138C072}"/>
          </ac:graphicFrameMkLst>
        </pc:graphicFrameChg>
        <pc:graphicFrameChg chg="del modGraphic">
          <ac:chgData name="Taylor Davis" userId="5c9e72a0-c39f-4aa1-9d7d-64125e78cbe6" providerId="ADAL" clId="{356727BC-96C2-461F-A298-3A3ACDD4FF96}" dt="2024-08-01T04:05:02.332" v="2638" actId="478"/>
          <ac:graphicFrameMkLst>
            <pc:docMk/>
            <pc:sldMk cId="3034923006" sldId="527"/>
            <ac:graphicFrameMk id="7" creationId="{4E8EAD19-4774-4C90-71AE-EC2459799810}"/>
          </ac:graphicFrameMkLst>
        </pc:graphicFrameChg>
      </pc:sldChg>
      <pc:sldChg chg="addSp delSp modSp mod">
        <pc:chgData name="Taylor Davis" userId="5c9e72a0-c39f-4aa1-9d7d-64125e78cbe6" providerId="ADAL" clId="{356727BC-96C2-461F-A298-3A3ACDD4FF96}" dt="2024-08-01T04:11:21.332" v="2702" actId="2165"/>
        <pc:sldMkLst>
          <pc:docMk/>
          <pc:sldMk cId="0" sldId="535"/>
        </pc:sldMkLst>
        <pc:graphicFrameChg chg="add mod modGraphic">
          <ac:chgData name="Taylor Davis" userId="5c9e72a0-c39f-4aa1-9d7d-64125e78cbe6" providerId="ADAL" clId="{356727BC-96C2-461F-A298-3A3ACDD4FF96}" dt="2024-08-01T04:11:21.332" v="2702" actId="2165"/>
          <ac:graphicFrameMkLst>
            <pc:docMk/>
            <pc:sldMk cId="0" sldId="535"/>
            <ac:graphicFrameMk id="2" creationId="{EEBFD6E2-D120-80F9-F6FD-256849FF3F01}"/>
          </ac:graphicFrameMkLst>
        </pc:graphicFrameChg>
        <pc:graphicFrameChg chg="del modGraphic">
          <ac:chgData name="Taylor Davis" userId="5c9e72a0-c39f-4aa1-9d7d-64125e78cbe6" providerId="ADAL" clId="{356727BC-96C2-461F-A298-3A3ACDD4FF96}" dt="2024-08-01T04:07:53.100" v="2675" actId="478"/>
          <ac:graphicFrameMkLst>
            <pc:docMk/>
            <pc:sldMk cId="0" sldId="535"/>
            <ac:graphicFrameMk id="3" creationId="{415132D4-67E4-39DF-32CA-C066E2D592A6}"/>
          </ac:graphicFrameMkLst>
        </pc:graphicFrameChg>
      </pc:sldChg>
      <pc:sldChg chg="addSp delSp modSp mod">
        <pc:chgData name="Taylor Davis" userId="5c9e72a0-c39f-4aa1-9d7d-64125e78cbe6" providerId="ADAL" clId="{356727BC-96C2-461F-A298-3A3ACDD4FF96}" dt="2024-08-01T04:33:25.823" v="2838" actId="113"/>
        <pc:sldMkLst>
          <pc:docMk/>
          <pc:sldMk cId="1419816550" sldId="536"/>
        </pc:sldMkLst>
        <pc:spChg chg="mod">
          <ac:chgData name="Taylor Davis" userId="5c9e72a0-c39f-4aa1-9d7d-64125e78cbe6" providerId="ADAL" clId="{356727BC-96C2-461F-A298-3A3ACDD4FF96}" dt="2024-08-01T04:15:49.928" v="2761" actId="20577"/>
          <ac:spMkLst>
            <pc:docMk/>
            <pc:sldMk cId="1419816550" sldId="536"/>
            <ac:spMk id="2" creationId="{60820A86-1B9D-21A4-BBB6-DDFB73605882}"/>
          </ac:spMkLst>
        </pc:spChg>
        <pc:spChg chg="mod">
          <ac:chgData name="Taylor Davis" userId="5c9e72a0-c39f-4aa1-9d7d-64125e78cbe6" providerId="ADAL" clId="{356727BC-96C2-461F-A298-3A3ACDD4FF96}" dt="2024-08-01T04:16:23.300" v="2763" actId="20577"/>
          <ac:spMkLst>
            <pc:docMk/>
            <pc:sldMk cId="1419816550" sldId="536"/>
            <ac:spMk id="3" creationId="{6CDBA057-BBD2-8F54-E977-26B782E37F88}"/>
          </ac:spMkLst>
        </pc:spChg>
        <pc:spChg chg="mod">
          <ac:chgData name="Taylor Davis" userId="5c9e72a0-c39f-4aa1-9d7d-64125e78cbe6" providerId="ADAL" clId="{356727BC-96C2-461F-A298-3A3ACDD4FF96}" dt="2024-08-01T04:16:38.258" v="2767" actId="20577"/>
          <ac:spMkLst>
            <pc:docMk/>
            <pc:sldMk cId="1419816550" sldId="536"/>
            <ac:spMk id="8" creationId="{A897897D-C568-B204-6568-514AD4B71A5C}"/>
          </ac:spMkLst>
        </pc:spChg>
        <pc:spChg chg="add del">
          <ac:chgData name="Taylor Davis" userId="5c9e72a0-c39f-4aa1-9d7d-64125e78cbe6" providerId="ADAL" clId="{356727BC-96C2-461F-A298-3A3ACDD4FF96}" dt="2024-08-01T04:31:57.119" v="2827" actId="22"/>
          <ac:spMkLst>
            <pc:docMk/>
            <pc:sldMk cId="1419816550" sldId="536"/>
            <ac:spMk id="10" creationId="{D8B47F1A-14FE-72DD-6F7D-34489C01D42A}"/>
          </ac:spMkLst>
        </pc:spChg>
        <pc:graphicFrameChg chg="mod modGraphic">
          <ac:chgData name="Taylor Davis" userId="5c9e72a0-c39f-4aa1-9d7d-64125e78cbe6" providerId="ADAL" clId="{356727BC-96C2-461F-A298-3A3ACDD4FF96}" dt="2024-08-01T04:33:25.823" v="2838" actId="113"/>
          <ac:graphicFrameMkLst>
            <pc:docMk/>
            <pc:sldMk cId="1419816550" sldId="536"/>
            <ac:graphicFrameMk id="6" creationId="{176BAF2A-5136-E457-9AAC-D0878752F10C}"/>
          </ac:graphicFrameMkLst>
        </pc:graphicFrameChg>
        <pc:graphicFrameChg chg="mod modGraphic">
          <ac:chgData name="Taylor Davis" userId="5c9e72a0-c39f-4aa1-9d7d-64125e78cbe6" providerId="ADAL" clId="{356727BC-96C2-461F-A298-3A3ACDD4FF96}" dt="2024-08-01T04:30:57.989" v="2824" actId="20577"/>
          <ac:graphicFrameMkLst>
            <pc:docMk/>
            <pc:sldMk cId="1419816550" sldId="536"/>
            <ac:graphicFrameMk id="15" creationId="{FF3ACACB-7F38-7EAA-4BDF-1A816CA00AAE}"/>
          </ac:graphicFrameMkLst>
        </pc:graphicFrameChg>
        <pc:graphicFrameChg chg="mod modGraphic">
          <ac:chgData name="Taylor Davis" userId="5c9e72a0-c39f-4aa1-9d7d-64125e78cbe6" providerId="ADAL" clId="{356727BC-96C2-461F-A298-3A3ACDD4FF96}" dt="2024-08-01T04:32:53.788" v="2834" actId="207"/>
          <ac:graphicFrameMkLst>
            <pc:docMk/>
            <pc:sldMk cId="1419816550" sldId="536"/>
            <ac:graphicFrameMk id="16" creationId="{32A51F3A-032C-30E2-F635-DD59B5A29A34}"/>
          </ac:graphicFrameMkLst>
        </pc:graphicFrameChg>
      </pc:sldChg>
      <pc:sldChg chg="modSp mod">
        <pc:chgData name="Taylor Davis" userId="5c9e72a0-c39f-4aa1-9d7d-64125e78cbe6" providerId="ADAL" clId="{356727BC-96C2-461F-A298-3A3ACDD4FF96}" dt="2024-07-31T22:22:38.003" v="180" actId="20577"/>
        <pc:sldMkLst>
          <pc:docMk/>
          <pc:sldMk cId="94944115" sldId="546"/>
        </pc:sldMkLst>
        <pc:graphicFrameChg chg="modGraphic">
          <ac:chgData name="Taylor Davis" userId="5c9e72a0-c39f-4aa1-9d7d-64125e78cbe6" providerId="ADAL" clId="{356727BC-96C2-461F-A298-3A3ACDD4FF96}" dt="2024-07-31T22:22:38.003" v="180" actId="20577"/>
          <ac:graphicFrameMkLst>
            <pc:docMk/>
            <pc:sldMk cId="94944115" sldId="546"/>
            <ac:graphicFrameMk id="6" creationId="{3C07E302-CC45-B04C-2C2D-C436C7863084}"/>
          </ac:graphicFrameMkLst>
        </pc:graphicFrameChg>
      </pc:sldChg>
      <pc:sldChg chg="addSp delSp modSp mod">
        <pc:chgData name="Taylor Davis" userId="5c9e72a0-c39f-4aa1-9d7d-64125e78cbe6" providerId="ADAL" clId="{356727BC-96C2-461F-A298-3A3ACDD4FF96}" dt="2024-08-01T04:24:57.270" v="2773" actId="1076"/>
        <pc:sldMkLst>
          <pc:docMk/>
          <pc:sldMk cId="315794589" sldId="548"/>
        </pc:sldMkLst>
        <pc:graphicFrameChg chg="add del mod">
          <ac:chgData name="Taylor Davis" userId="5c9e72a0-c39f-4aa1-9d7d-64125e78cbe6" providerId="ADAL" clId="{356727BC-96C2-461F-A298-3A3ACDD4FF96}" dt="2024-07-31T23:22:19.036" v="2205" actId="478"/>
          <ac:graphicFrameMkLst>
            <pc:docMk/>
            <pc:sldMk cId="315794589" sldId="548"/>
            <ac:graphicFrameMk id="2" creationId="{33F0CBB5-BBE6-B991-73DE-079BA5DDAAAD}"/>
          </ac:graphicFrameMkLst>
        </pc:graphicFrameChg>
        <pc:graphicFrameChg chg="add del mod">
          <ac:chgData name="Taylor Davis" userId="5c9e72a0-c39f-4aa1-9d7d-64125e78cbe6" providerId="ADAL" clId="{356727BC-96C2-461F-A298-3A3ACDD4FF96}" dt="2024-07-31T23:22:28.576" v="2207" actId="478"/>
          <ac:graphicFrameMkLst>
            <pc:docMk/>
            <pc:sldMk cId="315794589" sldId="548"/>
            <ac:graphicFrameMk id="6" creationId="{FFD9F810-5A2A-375C-503E-CB54254AEF61}"/>
          </ac:graphicFrameMkLst>
        </pc:graphicFrameChg>
        <pc:picChg chg="del">
          <ac:chgData name="Taylor Davis" userId="5c9e72a0-c39f-4aa1-9d7d-64125e78cbe6" providerId="ADAL" clId="{356727BC-96C2-461F-A298-3A3ACDD4FF96}" dt="2024-07-31T23:22:02.266" v="2203" actId="478"/>
          <ac:picMkLst>
            <pc:docMk/>
            <pc:sldMk cId="315794589" sldId="548"/>
            <ac:picMk id="5" creationId="{183CA821-A5B2-4B00-C9C9-101D44E93A49}"/>
          </ac:picMkLst>
        </pc:picChg>
        <pc:picChg chg="add del mod">
          <ac:chgData name="Taylor Davis" userId="5c9e72a0-c39f-4aa1-9d7d-64125e78cbe6" providerId="ADAL" clId="{356727BC-96C2-461F-A298-3A3ACDD4FF96}" dt="2024-08-01T02:23:31.282" v="2266" actId="478"/>
          <ac:picMkLst>
            <pc:docMk/>
            <pc:sldMk cId="315794589" sldId="548"/>
            <ac:picMk id="10" creationId="{8F3D179F-25A3-3F0D-F224-A6390D9284F1}"/>
          </ac:picMkLst>
        </pc:picChg>
        <pc:picChg chg="add del mod">
          <ac:chgData name="Taylor Davis" userId="5c9e72a0-c39f-4aa1-9d7d-64125e78cbe6" providerId="ADAL" clId="{356727BC-96C2-461F-A298-3A3ACDD4FF96}" dt="2024-08-01T04:22:45.261" v="2771" actId="478"/>
          <ac:picMkLst>
            <pc:docMk/>
            <pc:sldMk cId="315794589" sldId="548"/>
            <ac:picMk id="12" creationId="{DA265306-7E15-376F-C4CE-70DE012B958E}"/>
          </ac:picMkLst>
        </pc:picChg>
        <pc:picChg chg="add mod">
          <ac:chgData name="Taylor Davis" userId="5c9e72a0-c39f-4aa1-9d7d-64125e78cbe6" providerId="ADAL" clId="{356727BC-96C2-461F-A298-3A3ACDD4FF96}" dt="2024-08-01T04:24:57.270" v="2773" actId="1076"/>
          <ac:picMkLst>
            <pc:docMk/>
            <pc:sldMk cId="315794589" sldId="548"/>
            <ac:picMk id="14" creationId="{B777F969-F274-C633-46B5-7F2AA9946646}"/>
          </ac:picMkLst>
        </pc:picChg>
      </pc:sldChg>
      <pc:sldChg chg="del">
        <pc:chgData name="Taylor Davis" userId="5c9e72a0-c39f-4aa1-9d7d-64125e78cbe6" providerId="ADAL" clId="{356727BC-96C2-461F-A298-3A3ACDD4FF96}" dt="2024-08-01T04:31:30.545" v="2825" actId="47"/>
        <pc:sldMkLst>
          <pc:docMk/>
          <pc:sldMk cId="0" sldId="550"/>
        </pc:sldMkLst>
      </pc:sldChg>
      <pc:sldChg chg="del">
        <pc:chgData name="Taylor Davis" userId="5c9e72a0-c39f-4aa1-9d7d-64125e78cbe6" providerId="ADAL" clId="{356727BC-96C2-461F-A298-3A3ACDD4FF96}" dt="2024-08-01T04:31:30.545" v="2825" actId="47"/>
        <pc:sldMkLst>
          <pc:docMk/>
          <pc:sldMk cId="3886177265" sldId="551"/>
        </pc:sldMkLst>
      </pc:sldChg>
      <pc:sldChg chg="del">
        <pc:chgData name="Taylor Davis" userId="5c9e72a0-c39f-4aa1-9d7d-64125e78cbe6" providerId="ADAL" clId="{356727BC-96C2-461F-A298-3A3ACDD4FF96}" dt="2024-08-01T04:31:30.545" v="2825" actId="47"/>
        <pc:sldMkLst>
          <pc:docMk/>
          <pc:sldMk cId="598962484" sldId="552"/>
        </pc:sldMkLst>
      </pc:sldChg>
      <pc:sldChg chg="addSp delSp modSp add mod">
        <pc:chgData name="Taylor Davis" userId="5c9e72a0-c39f-4aa1-9d7d-64125e78cbe6" providerId="ADAL" clId="{356727BC-96C2-461F-A298-3A3ACDD4FF96}" dt="2024-08-01T05:10:44.963" v="3023" actId="20577"/>
        <pc:sldMkLst>
          <pc:docMk/>
          <pc:sldMk cId="3470905217" sldId="558"/>
        </pc:sldMkLst>
        <pc:spChg chg="mod">
          <ac:chgData name="Taylor Davis" userId="5c9e72a0-c39f-4aa1-9d7d-64125e78cbe6" providerId="ADAL" clId="{356727BC-96C2-461F-A298-3A3ACDD4FF96}" dt="2024-07-31T22:33:40.884" v="332" actId="14100"/>
          <ac:spMkLst>
            <pc:docMk/>
            <pc:sldMk cId="3470905217" sldId="558"/>
            <ac:spMk id="2" creationId="{CE020CCE-F739-8633-848E-AA7349974A46}"/>
          </ac:spMkLst>
        </pc:spChg>
        <pc:spChg chg="add mod">
          <ac:chgData name="Taylor Davis" userId="5c9e72a0-c39f-4aa1-9d7d-64125e78cbe6" providerId="ADAL" clId="{356727BC-96C2-461F-A298-3A3ACDD4FF96}" dt="2024-07-31T22:33:41.972" v="333"/>
          <ac:spMkLst>
            <pc:docMk/>
            <pc:sldMk cId="3470905217" sldId="558"/>
            <ac:spMk id="3" creationId="{E854312B-28D3-E83C-2C75-6E860911BB50}"/>
          </ac:spMkLst>
        </pc:spChg>
        <pc:spChg chg="mod">
          <ac:chgData name="Taylor Davis" userId="5c9e72a0-c39f-4aa1-9d7d-64125e78cbe6" providerId="ADAL" clId="{356727BC-96C2-461F-A298-3A3ACDD4FF96}" dt="2024-08-01T02:23:22.576" v="2265" actId="1036"/>
          <ac:spMkLst>
            <pc:docMk/>
            <pc:sldMk cId="3470905217" sldId="558"/>
            <ac:spMk id="4" creationId="{5507C855-B839-95B6-9EA2-093923967C6B}"/>
          </ac:spMkLst>
        </pc:spChg>
        <pc:spChg chg="mod">
          <ac:chgData name="Taylor Davis" userId="5c9e72a0-c39f-4aa1-9d7d-64125e78cbe6" providerId="ADAL" clId="{356727BC-96C2-461F-A298-3A3ACDD4FF96}" dt="2024-08-01T02:23:22.576" v="2265" actId="1036"/>
          <ac:spMkLst>
            <pc:docMk/>
            <pc:sldMk cId="3470905217" sldId="558"/>
            <ac:spMk id="5" creationId="{F7E7619F-9C66-420C-88E0-81D9A3B4FEB7}"/>
          </ac:spMkLst>
        </pc:spChg>
        <pc:spChg chg="add mod">
          <ac:chgData name="Taylor Davis" userId="5c9e72a0-c39f-4aa1-9d7d-64125e78cbe6" providerId="ADAL" clId="{356727BC-96C2-461F-A298-3A3ACDD4FF96}" dt="2024-07-31T22:33:41.972" v="333"/>
          <ac:spMkLst>
            <pc:docMk/>
            <pc:sldMk cId="3470905217" sldId="558"/>
            <ac:spMk id="6" creationId="{2DAB5DAF-375F-8C08-74DE-3B9B1A009F39}"/>
          </ac:spMkLst>
        </pc:spChg>
        <pc:spChg chg="mod">
          <ac:chgData name="Taylor Davis" userId="5c9e72a0-c39f-4aa1-9d7d-64125e78cbe6" providerId="ADAL" clId="{356727BC-96C2-461F-A298-3A3ACDD4FF96}" dt="2024-08-01T02:23:15.165" v="2244" actId="1035"/>
          <ac:spMkLst>
            <pc:docMk/>
            <pc:sldMk cId="3470905217" sldId="558"/>
            <ac:spMk id="8" creationId="{55A48ACE-D370-6BA3-A39B-CF7D87E5C9A5}"/>
          </ac:spMkLst>
        </pc:spChg>
        <pc:spChg chg="mod">
          <ac:chgData name="Taylor Davis" userId="5c9e72a0-c39f-4aa1-9d7d-64125e78cbe6" providerId="ADAL" clId="{356727BC-96C2-461F-A298-3A3ACDD4FF96}" dt="2024-08-01T02:23:15.165" v="2244" actId="1035"/>
          <ac:spMkLst>
            <pc:docMk/>
            <pc:sldMk cId="3470905217" sldId="558"/>
            <ac:spMk id="9" creationId="{99386F57-8E81-E6DF-1A01-623E3BB7AB0B}"/>
          </ac:spMkLst>
        </pc:spChg>
        <pc:spChg chg="add del mod">
          <ac:chgData name="Taylor Davis" userId="5c9e72a0-c39f-4aa1-9d7d-64125e78cbe6" providerId="ADAL" clId="{356727BC-96C2-461F-A298-3A3ACDD4FF96}" dt="2024-08-01T02:22:55.766" v="2215"/>
          <ac:spMkLst>
            <pc:docMk/>
            <pc:sldMk cId="3470905217" sldId="558"/>
            <ac:spMk id="11" creationId="{22713AF2-E0DB-60D0-3221-1BC100775C76}"/>
          </ac:spMkLst>
        </pc:spChg>
        <pc:spChg chg="mod">
          <ac:chgData name="Taylor Davis" userId="5c9e72a0-c39f-4aa1-9d7d-64125e78cbe6" providerId="ADAL" clId="{356727BC-96C2-461F-A298-3A3ACDD4FF96}" dt="2024-08-01T02:23:15.165" v="2244" actId="1035"/>
          <ac:spMkLst>
            <pc:docMk/>
            <pc:sldMk cId="3470905217" sldId="558"/>
            <ac:spMk id="12" creationId="{7B828AB6-CD3A-4CD3-8950-2942DDBEAC0D}"/>
          </ac:spMkLst>
        </pc:spChg>
        <pc:spChg chg="mod">
          <ac:chgData name="Taylor Davis" userId="5c9e72a0-c39f-4aa1-9d7d-64125e78cbe6" providerId="ADAL" clId="{356727BC-96C2-461F-A298-3A3ACDD4FF96}" dt="2024-08-01T05:10:44.963" v="3023" actId="20577"/>
          <ac:spMkLst>
            <pc:docMk/>
            <pc:sldMk cId="3470905217" sldId="558"/>
            <ac:spMk id="13" creationId="{025AE6BF-C458-13D4-626E-DAD4C1439055}"/>
          </ac:spMkLst>
        </pc:spChg>
        <pc:spChg chg="mod">
          <ac:chgData name="Taylor Davis" userId="5c9e72a0-c39f-4aa1-9d7d-64125e78cbe6" providerId="ADAL" clId="{356727BC-96C2-461F-A298-3A3ACDD4FF96}" dt="2024-08-01T02:23:15.165" v="2244" actId="1035"/>
          <ac:spMkLst>
            <pc:docMk/>
            <pc:sldMk cId="3470905217" sldId="558"/>
            <ac:spMk id="14" creationId="{179940AC-5161-4A7C-F820-720723177F99}"/>
          </ac:spMkLst>
        </pc:spChg>
        <pc:spChg chg="mod">
          <ac:chgData name="Taylor Davis" userId="5c9e72a0-c39f-4aa1-9d7d-64125e78cbe6" providerId="ADAL" clId="{356727BC-96C2-461F-A298-3A3ACDD4FF96}" dt="2024-08-01T02:23:15.165" v="2244" actId="1035"/>
          <ac:spMkLst>
            <pc:docMk/>
            <pc:sldMk cId="3470905217" sldId="558"/>
            <ac:spMk id="15" creationId="{7AC10C26-8A4C-C6CF-D8A6-005227E091A5}"/>
          </ac:spMkLst>
        </pc:spChg>
        <pc:spChg chg="mod">
          <ac:chgData name="Taylor Davis" userId="5c9e72a0-c39f-4aa1-9d7d-64125e78cbe6" providerId="ADAL" clId="{356727BC-96C2-461F-A298-3A3ACDD4FF96}" dt="2024-08-01T02:23:15.165" v="2244" actId="1035"/>
          <ac:spMkLst>
            <pc:docMk/>
            <pc:sldMk cId="3470905217" sldId="558"/>
            <ac:spMk id="16" creationId="{0D3F3B85-69EC-8FED-A956-FFB8BE6FE5D7}"/>
          </ac:spMkLst>
        </pc:spChg>
        <pc:spChg chg="mod">
          <ac:chgData name="Taylor Davis" userId="5c9e72a0-c39f-4aa1-9d7d-64125e78cbe6" providerId="ADAL" clId="{356727BC-96C2-461F-A298-3A3ACDD4FF96}" dt="2024-08-01T02:23:15.165" v="2244" actId="1035"/>
          <ac:spMkLst>
            <pc:docMk/>
            <pc:sldMk cId="3470905217" sldId="558"/>
            <ac:spMk id="17" creationId="{19FEE2C1-9161-C3CD-EE7F-6727C796DF0D}"/>
          </ac:spMkLst>
        </pc:spChg>
        <pc:spChg chg="mod">
          <ac:chgData name="Taylor Davis" userId="5c9e72a0-c39f-4aa1-9d7d-64125e78cbe6" providerId="ADAL" clId="{356727BC-96C2-461F-A298-3A3ACDD4FF96}" dt="2024-08-01T02:23:15.165" v="2244" actId="1035"/>
          <ac:spMkLst>
            <pc:docMk/>
            <pc:sldMk cId="3470905217" sldId="558"/>
            <ac:spMk id="18" creationId="{1CC51BEE-0560-3D56-4AE8-86D704578774}"/>
          </ac:spMkLst>
        </pc:spChg>
        <pc:spChg chg="mod">
          <ac:chgData name="Taylor Davis" userId="5c9e72a0-c39f-4aa1-9d7d-64125e78cbe6" providerId="ADAL" clId="{356727BC-96C2-461F-A298-3A3ACDD4FF96}" dt="2024-08-01T02:23:15.165" v="2244" actId="1035"/>
          <ac:spMkLst>
            <pc:docMk/>
            <pc:sldMk cId="3470905217" sldId="558"/>
            <ac:spMk id="19" creationId="{A17D3C89-20DF-71B2-E5D8-1DA9D1F926E7}"/>
          </ac:spMkLst>
        </pc:spChg>
        <pc:spChg chg="mod">
          <ac:chgData name="Taylor Davis" userId="5c9e72a0-c39f-4aa1-9d7d-64125e78cbe6" providerId="ADAL" clId="{356727BC-96C2-461F-A298-3A3ACDD4FF96}" dt="2024-08-01T02:23:15.165" v="2244" actId="1035"/>
          <ac:spMkLst>
            <pc:docMk/>
            <pc:sldMk cId="3470905217" sldId="558"/>
            <ac:spMk id="20" creationId="{A1F948BD-D9F3-0E7A-A778-3B130A8365CE}"/>
          </ac:spMkLst>
        </pc:spChg>
        <pc:spChg chg="mod">
          <ac:chgData name="Taylor Davis" userId="5c9e72a0-c39f-4aa1-9d7d-64125e78cbe6" providerId="ADAL" clId="{356727BC-96C2-461F-A298-3A3ACDD4FF96}" dt="2024-08-01T02:23:15.165" v="2244" actId="1035"/>
          <ac:spMkLst>
            <pc:docMk/>
            <pc:sldMk cId="3470905217" sldId="558"/>
            <ac:spMk id="21" creationId="{620CA171-241C-9006-DA4D-7174E70B2EF3}"/>
          </ac:spMkLst>
        </pc:spChg>
        <pc:spChg chg="mod">
          <ac:chgData name="Taylor Davis" userId="5c9e72a0-c39f-4aa1-9d7d-64125e78cbe6" providerId="ADAL" clId="{356727BC-96C2-461F-A298-3A3ACDD4FF96}" dt="2024-08-01T02:23:15.165" v="2244" actId="1035"/>
          <ac:spMkLst>
            <pc:docMk/>
            <pc:sldMk cId="3470905217" sldId="558"/>
            <ac:spMk id="22" creationId="{BD8E1912-BAE3-A76F-55A7-754D206BC471}"/>
          </ac:spMkLst>
        </pc:spChg>
        <pc:spChg chg="mod">
          <ac:chgData name="Taylor Davis" userId="5c9e72a0-c39f-4aa1-9d7d-64125e78cbe6" providerId="ADAL" clId="{356727BC-96C2-461F-A298-3A3ACDD4FF96}" dt="2024-08-01T02:23:15.165" v="2244" actId="1035"/>
          <ac:spMkLst>
            <pc:docMk/>
            <pc:sldMk cId="3470905217" sldId="558"/>
            <ac:spMk id="23" creationId="{D2B9ED21-8D89-315C-4C9C-403AA9B2666A}"/>
          </ac:spMkLst>
        </pc:spChg>
        <pc:spChg chg="mod">
          <ac:chgData name="Taylor Davis" userId="5c9e72a0-c39f-4aa1-9d7d-64125e78cbe6" providerId="ADAL" clId="{356727BC-96C2-461F-A298-3A3ACDD4FF96}" dt="2024-08-01T02:23:15.165" v="2244" actId="1035"/>
          <ac:spMkLst>
            <pc:docMk/>
            <pc:sldMk cId="3470905217" sldId="558"/>
            <ac:spMk id="24" creationId="{950E697A-C380-A6EE-50AE-8B3DED34929F}"/>
          </ac:spMkLst>
        </pc:spChg>
        <pc:spChg chg="mod">
          <ac:chgData name="Taylor Davis" userId="5c9e72a0-c39f-4aa1-9d7d-64125e78cbe6" providerId="ADAL" clId="{356727BC-96C2-461F-A298-3A3ACDD4FF96}" dt="2024-08-01T05:10:39.929" v="3019" actId="20577"/>
          <ac:spMkLst>
            <pc:docMk/>
            <pc:sldMk cId="3470905217" sldId="558"/>
            <ac:spMk id="25" creationId="{32C9D62D-25B0-6CD9-8AD7-E6855B1B1B26}"/>
          </ac:spMkLst>
        </pc:spChg>
        <pc:spChg chg="mod">
          <ac:chgData name="Taylor Davis" userId="5c9e72a0-c39f-4aa1-9d7d-64125e78cbe6" providerId="ADAL" clId="{356727BC-96C2-461F-A298-3A3ACDD4FF96}" dt="2024-08-01T02:23:15.165" v="2244" actId="1035"/>
          <ac:spMkLst>
            <pc:docMk/>
            <pc:sldMk cId="3470905217" sldId="558"/>
            <ac:spMk id="26" creationId="{A76920ED-352E-9285-CC83-BDA6AB18978D}"/>
          </ac:spMkLst>
        </pc:spChg>
        <pc:spChg chg="mod">
          <ac:chgData name="Taylor Davis" userId="5c9e72a0-c39f-4aa1-9d7d-64125e78cbe6" providerId="ADAL" clId="{356727BC-96C2-461F-A298-3A3ACDD4FF96}" dt="2024-08-01T02:23:15.165" v="2244" actId="1035"/>
          <ac:spMkLst>
            <pc:docMk/>
            <pc:sldMk cId="3470905217" sldId="558"/>
            <ac:spMk id="27" creationId="{2559AB8C-6F23-81D3-4546-DE75EBD91879}"/>
          </ac:spMkLst>
        </pc:spChg>
        <pc:spChg chg="mod">
          <ac:chgData name="Taylor Davis" userId="5c9e72a0-c39f-4aa1-9d7d-64125e78cbe6" providerId="ADAL" clId="{356727BC-96C2-461F-A298-3A3ACDD4FF96}" dt="2024-08-01T02:23:15.165" v="2244" actId="1035"/>
          <ac:spMkLst>
            <pc:docMk/>
            <pc:sldMk cId="3470905217" sldId="558"/>
            <ac:spMk id="28" creationId="{314AFF5C-ABDA-A82B-40C8-14E2DB160036}"/>
          </ac:spMkLst>
        </pc:spChg>
        <pc:spChg chg="mod">
          <ac:chgData name="Taylor Davis" userId="5c9e72a0-c39f-4aa1-9d7d-64125e78cbe6" providerId="ADAL" clId="{356727BC-96C2-461F-A298-3A3ACDD4FF96}" dt="2024-08-01T02:23:15.165" v="2244" actId="1035"/>
          <ac:spMkLst>
            <pc:docMk/>
            <pc:sldMk cId="3470905217" sldId="558"/>
            <ac:spMk id="29" creationId="{2C03026B-6D1E-F7B1-9995-7D9DC1019C60}"/>
          </ac:spMkLst>
        </pc:spChg>
        <pc:spChg chg="mod">
          <ac:chgData name="Taylor Davis" userId="5c9e72a0-c39f-4aa1-9d7d-64125e78cbe6" providerId="ADAL" clId="{356727BC-96C2-461F-A298-3A3ACDD4FF96}" dt="2024-08-01T02:23:15.165" v="2244" actId="1035"/>
          <ac:spMkLst>
            <pc:docMk/>
            <pc:sldMk cId="3470905217" sldId="558"/>
            <ac:spMk id="30" creationId="{9C64CEEB-E16A-926D-5DF0-DC8275443A40}"/>
          </ac:spMkLst>
        </pc:spChg>
        <pc:spChg chg="mod">
          <ac:chgData name="Taylor Davis" userId="5c9e72a0-c39f-4aa1-9d7d-64125e78cbe6" providerId="ADAL" clId="{356727BC-96C2-461F-A298-3A3ACDD4FF96}" dt="2024-08-01T02:23:15.165" v="2244" actId="1035"/>
          <ac:spMkLst>
            <pc:docMk/>
            <pc:sldMk cId="3470905217" sldId="558"/>
            <ac:spMk id="31" creationId="{716000A2-AFB1-117D-BFF0-2BDA3EA8A77D}"/>
          </ac:spMkLst>
        </pc:spChg>
        <pc:spChg chg="add del mod">
          <ac:chgData name="Taylor Davis" userId="5c9e72a0-c39f-4aa1-9d7d-64125e78cbe6" providerId="ADAL" clId="{356727BC-96C2-461F-A298-3A3ACDD4FF96}" dt="2024-08-01T04:22:22.979" v="2769"/>
          <ac:spMkLst>
            <pc:docMk/>
            <pc:sldMk cId="3470905217" sldId="558"/>
            <ac:spMk id="35" creationId="{FB09B620-7112-4AAD-622F-A870F8E663E0}"/>
          </ac:spMkLst>
        </pc:spChg>
        <pc:picChg chg="del mod">
          <ac:chgData name="Taylor Davis" userId="5c9e72a0-c39f-4aa1-9d7d-64125e78cbe6" providerId="ADAL" clId="{356727BC-96C2-461F-A298-3A3ACDD4FF96}" dt="2024-08-01T02:22:53.726" v="2214" actId="478"/>
          <ac:picMkLst>
            <pc:docMk/>
            <pc:sldMk cId="3470905217" sldId="558"/>
            <ac:picMk id="7" creationId="{3003642F-A21C-50AF-5BFB-D81E34B4F2FD}"/>
          </ac:picMkLst>
        </pc:picChg>
        <pc:picChg chg="add del mod">
          <ac:chgData name="Taylor Davis" userId="5c9e72a0-c39f-4aa1-9d7d-64125e78cbe6" providerId="ADAL" clId="{356727BC-96C2-461F-A298-3A3ACDD4FF96}" dt="2024-08-01T04:22:20.298" v="2768" actId="478"/>
          <ac:picMkLst>
            <pc:docMk/>
            <pc:sldMk cId="3470905217" sldId="558"/>
            <ac:picMk id="33" creationId="{C10A07D7-A7B2-44BF-A58F-2518B55CCD81}"/>
          </ac:picMkLst>
        </pc:picChg>
        <pc:picChg chg="add mod">
          <ac:chgData name="Taylor Davis" userId="5c9e72a0-c39f-4aa1-9d7d-64125e78cbe6" providerId="ADAL" clId="{356727BC-96C2-461F-A298-3A3ACDD4FF96}" dt="2024-08-01T04:22:26.647" v="2770" actId="1076"/>
          <ac:picMkLst>
            <pc:docMk/>
            <pc:sldMk cId="3470905217" sldId="558"/>
            <ac:picMk id="37" creationId="{437F73D0-D91B-975C-49B7-6CEE9504988E}"/>
          </ac:picMkLst>
        </pc:picChg>
      </pc:sldChg>
      <pc:sldChg chg="modSp add del mod">
        <pc:chgData name="Taylor Davis" userId="5c9e72a0-c39f-4aa1-9d7d-64125e78cbe6" providerId="ADAL" clId="{356727BC-96C2-461F-A298-3A3ACDD4FF96}" dt="2024-07-31T22:33:23.428" v="328" actId="2696"/>
        <pc:sldMkLst>
          <pc:docMk/>
          <pc:sldMk cId="3594431482" sldId="558"/>
        </pc:sldMkLst>
        <pc:spChg chg="mod">
          <ac:chgData name="Taylor Davis" userId="5c9e72a0-c39f-4aa1-9d7d-64125e78cbe6" providerId="ADAL" clId="{356727BC-96C2-461F-A298-3A3ACDD4FF96}" dt="2024-07-31T22:31:32.530" v="318" actId="20577"/>
          <ac:spMkLst>
            <pc:docMk/>
            <pc:sldMk cId="3594431482" sldId="558"/>
            <ac:spMk id="17" creationId="{19FEE2C1-9161-C3CD-EE7F-6727C796DF0D}"/>
          </ac:spMkLst>
        </pc:spChg>
        <pc:spChg chg="mod">
          <ac:chgData name="Taylor Davis" userId="5c9e72a0-c39f-4aa1-9d7d-64125e78cbe6" providerId="ADAL" clId="{356727BC-96C2-461F-A298-3A3ACDD4FF96}" dt="2024-07-31T22:31:23.504" v="314" actId="20577"/>
          <ac:spMkLst>
            <pc:docMk/>
            <pc:sldMk cId="3594431482" sldId="558"/>
            <ac:spMk id="18" creationId="{1CC51BEE-0560-3D56-4AE8-86D704578774}"/>
          </ac:spMkLst>
        </pc:spChg>
        <pc:spChg chg="mod">
          <ac:chgData name="Taylor Davis" userId="5c9e72a0-c39f-4aa1-9d7d-64125e78cbe6" providerId="ADAL" clId="{356727BC-96C2-461F-A298-3A3ACDD4FF96}" dt="2024-07-31T22:31:29.012" v="316" actId="20577"/>
          <ac:spMkLst>
            <pc:docMk/>
            <pc:sldMk cId="3594431482" sldId="558"/>
            <ac:spMk id="19" creationId="{A17D3C89-20DF-71B2-E5D8-1DA9D1F926E7}"/>
          </ac:spMkLst>
        </pc:spChg>
        <pc:spChg chg="mod">
          <ac:chgData name="Taylor Davis" userId="5c9e72a0-c39f-4aa1-9d7d-64125e78cbe6" providerId="ADAL" clId="{356727BC-96C2-461F-A298-3A3ACDD4FF96}" dt="2024-07-31T22:32:04.850" v="320" actId="20577"/>
          <ac:spMkLst>
            <pc:docMk/>
            <pc:sldMk cId="3594431482" sldId="558"/>
            <ac:spMk id="29" creationId="{2C03026B-6D1E-F7B1-9995-7D9DC1019C60}"/>
          </ac:spMkLst>
        </pc:spChg>
        <pc:spChg chg="mod">
          <ac:chgData name="Taylor Davis" userId="5c9e72a0-c39f-4aa1-9d7d-64125e78cbe6" providerId="ADAL" clId="{356727BC-96C2-461F-A298-3A3ACDD4FF96}" dt="2024-07-31T22:32:18.385" v="322" actId="20577"/>
          <ac:spMkLst>
            <pc:docMk/>
            <pc:sldMk cId="3594431482" sldId="558"/>
            <ac:spMk id="30" creationId="{9C64CEEB-E16A-926D-5DF0-DC8275443A40}"/>
          </ac:spMkLst>
        </pc:spChg>
        <pc:spChg chg="mod">
          <ac:chgData name="Taylor Davis" userId="5c9e72a0-c39f-4aa1-9d7d-64125e78cbe6" providerId="ADAL" clId="{356727BC-96C2-461F-A298-3A3ACDD4FF96}" dt="2024-07-31T22:32:27.707" v="326" actId="20577"/>
          <ac:spMkLst>
            <pc:docMk/>
            <pc:sldMk cId="3594431482" sldId="558"/>
            <ac:spMk id="31" creationId="{716000A2-AFB1-117D-BFF0-2BDA3EA8A77D}"/>
          </ac:spMkLst>
        </pc:spChg>
      </pc:sldChg>
      <pc:sldChg chg="modSp add mod">
        <pc:chgData name="Taylor Davis" userId="5c9e72a0-c39f-4aa1-9d7d-64125e78cbe6" providerId="ADAL" clId="{356727BC-96C2-461F-A298-3A3ACDD4FF96}" dt="2024-08-01T04:36:24.511" v="2869" actId="403"/>
        <pc:sldMkLst>
          <pc:docMk/>
          <pc:sldMk cId="0" sldId="559"/>
        </pc:sldMkLst>
        <pc:graphicFrameChg chg="mod modGraphic">
          <ac:chgData name="Taylor Davis" userId="5c9e72a0-c39f-4aa1-9d7d-64125e78cbe6" providerId="ADAL" clId="{356727BC-96C2-461F-A298-3A3ACDD4FF96}" dt="2024-08-01T04:36:24.511" v="2869" actId="403"/>
          <ac:graphicFrameMkLst>
            <pc:docMk/>
            <pc:sldMk cId="0" sldId="559"/>
            <ac:graphicFrameMk id="2" creationId="{00000000-0000-0000-0000-000000000000}"/>
          </ac:graphicFrameMkLst>
        </pc:graphicFrameChg>
      </pc:sldChg>
      <pc:sldChg chg="modSp add mod">
        <pc:chgData name="Taylor Davis" userId="5c9e72a0-c39f-4aa1-9d7d-64125e78cbe6" providerId="ADAL" clId="{356727BC-96C2-461F-A298-3A3ACDD4FF96}" dt="2024-08-01T04:37:13.622" v="2880" actId="403"/>
        <pc:sldMkLst>
          <pc:docMk/>
          <pc:sldMk cId="0" sldId="560"/>
        </pc:sldMkLst>
        <pc:graphicFrameChg chg="mod modGraphic">
          <ac:chgData name="Taylor Davis" userId="5c9e72a0-c39f-4aa1-9d7d-64125e78cbe6" providerId="ADAL" clId="{356727BC-96C2-461F-A298-3A3ACDD4FF96}" dt="2024-08-01T04:37:13.622" v="2880" actId="403"/>
          <ac:graphicFrameMkLst>
            <pc:docMk/>
            <pc:sldMk cId="0" sldId="560"/>
            <ac:graphicFrameMk id="2" creationId="{00000000-0000-0000-0000-000000000000}"/>
          </ac:graphicFrameMkLst>
        </pc:graphicFrameChg>
      </pc:sldChg>
      <pc:sldChg chg="modSp add mod">
        <pc:chgData name="Taylor Davis" userId="5c9e72a0-c39f-4aa1-9d7d-64125e78cbe6" providerId="ADAL" clId="{356727BC-96C2-461F-A298-3A3ACDD4FF96}" dt="2024-08-01T04:36:03.660" v="2865" actId="3064"/>
        <pc:sldMkLst>
          <pc:docMk/>
          <pc:sldMk cId="3282655672" sldId="561"/>
        </pc:sldMkLst>
        <pc:graphicFrameChg chg="modGraphic">
          <ac:chgData name="Taylor Davis" userId="5c9e72a0-c39f-4aa1-9d7d-64125e78cbe6" providerId="ADAL" clId="{356727BC-96C2-461F-A298-3A3ACDD4FF96}" dt="2024-08-01T04:36:03.660" v="2865" actId="3064"/>
          <ac:graphicFrameMkLst>
            <pc:docMk/>
            <pc:sldMk cId="3282655672" sldId="561"/>
            <ac:graphicFrameMk id="2" creationId="{00000000-0000-0000-0000-000000000000}"/>
          </ac:graphicFrameMkLst>
        </pc:graphicFrameChg>
      </pc:sldChg>
      <pc:sldChg chg="modSp add mod">
        <pc:chgData name="Taylor Davis" userId="5c9e72a0-c39f-4aa1-9d7d-64125e78cbe6" providerId="ADAL" clId="{356727BC-96C2-461F-A298-3A3ACDD4FF96}" dt="2024-08-01T04:36:54.784" v="2876" actId="3064"/>
        <pc:sldMkLst>
          <pc:docMk/>
          <pc:sldMk cId="1671789727" sldId="562"/>
        </pc:sldMkLst>
        <pc:graphicFrameChg chg="modGraphic">
          <ac:chgData name="Taylor Davis" userId="5c9e72a0-c39f-4aa1-9d7d-64125e78cbe6" providerId="ADAL" clId="{356727BC-96C2-461F-A298-3A3ACDD4FF96}" dt="2024-08-01T04:36:54.784" v="2876" actId="3064"/>
          <ac:graphicFrameMkLst>
            <pc:docMk/>
            <pc:sldMk cId="1671789727" sldId="562"/>
            <ac:graphicFrameMk id="2" creationId="{00000000-0000-0000-0000-000000000000}"/>
          </ac:graphicFrameMkLst>
        </pc:graphicFrameChg>
      </pc:sldChg>
      <pc:sldChg chg="modSp add mod">
        <pc:chgData name="Taylor Davis" userId="5c9e72a0-c39f-4aa1-9d7d-64125e78cbe6" providerId="ADAL" clId="{356727BC-96C2-461F-A298-3A3ACDD4FF96}" dt="2024-08-01T04:37:38.047" v="2885" actId="3064"/>
        <pc:sldMkLst>
          <pc:docMk/>
          <pc:sldMk cId="4225766826" sldId="563"/>
        </pc:sldMkLst>
        <pc:graphicFrameChg chg="modGraphic">
          <ac:chgData name="Taylor Davis" userId="5c9e72a0-c39f-4aa1-9d7d-64125e78cbe6" providerId="ADAL" clId="{356727BC-96C2-461F-A298-3A3ACDD4FF96}" dt="2024-08-01T04:37:38.047" v="2885" actId="3064"/>
          <ac:graphicFrameMkLst>
            <pc:docMk/>
            <pc:sldMk cId="4225766826" sldId="563"/>
            <ac:graphicFrameMk id="2" creationId="{00000000-0000-0000-0000-000000000000}"/>
          </ac:graphicFrameMkLst>
        </pc:graphicFrameChg>
      </pc:sldChg>
    </pc:docChg>
  </pc:docChgLst>
  <pc:docChgLst>
    <pc:chgData name="Moore, Derek" userId="3fe21e13-9254-4e94-a1c9-ba5ddbe1e59f" providerId="ADAL" clId="{1FA804CC-652C-4D49-9940-C8D6FB9B7527}"/>
    <pc:docChg chg="custSel addSld delSld modSld">
      <pc:chgData name="Moore, Derek" userId="3fe21e13-9254-4e94-a1c9-ba5ddbe1e59f" providerId="ADAL" clId="{1FA804CC-652C-4D49-9940-C8D6FB9B7527}" dt="2024-07-28T22:07:24.852" v="1679" actId="20577"/>
      <pc:docMkLst>
        <pc:docMk/>
      </pc:docMkLst>
      <pc:sldChg chg="modSp mod">
        <pc:chgData name="Moore, Derek" userId="3fe21e13-9254-4e94-a1c9-ba5ddbe1e59f" providerId="ADAL" clId="{1FA804CC-652C-4D49-9940-C8D6FB9B7527}" dt="2024-07-28T22:07:24.852" v="1679" actId="20577"/>
        <pc:sldMkLst>
          <pc:docMk/>
          <pc:sldMk cId="2984433661" sldId="446"/>
        </pc:sldMkLst>
        <pc:spChg chg="mod">
          <ac:chgData name="Moore, Derek" userId="3fe21e13-9254-4e94-a1c9-ba5ddbe1e59f" providerId="ADAL" clId="{1FA804CC-652C-4D49-9940-C8D6FB9B7527}" dt="2024-07-28T22:07:24.852" v="1679" actId="20577"/>
          <ac:spMkLst>
            <pc:docMk/>
            <pc:sldMk cId="2984433661" sldId="446"/>
            <ac:spMk id="2" creationId="{0255DED4-CAB2-4C40-8464-BA04A291D04E}"/>
          </ac:spMkLst>
        </pc:spChg>
      </pc:sldChg>
      <pc:sldChg chg="modSp mod">
        <pc:chgData name="Moore, Derek" userId="3fe21e13-9254-4e94-a1c9-ba5ddbe1e59f" providerId="ADAL" clId="{1FA804CC-652C-4D49-9940-C8D6FB9B7527}" dt="2024-07-28T22:01:48.681" v="1638" actId="6549"/>
        <pc:sldMkLst>
          <pc:docMk/>
          <pc:sldMk cId="3958060990" sldId="458"/>
        </pc:sldMkLst>
        <pc:spChg chg="mod">
          <ac:chgData name="Moore, Derek" userId="3fe21e13-9254-4e94-a1c9-ba5ddbe1e59f" providerId="ADAL" clId="{1FA804CC-652C-4D49-9940-C8D6FB9B7527}" dt="2024-07-28T22:00:17.294" v="1618" actId="20577"/>
          <ac:spMkLst>
            <pc:docMk/>
            <pc:sldMk cId="3958060990" sldId="458"/>
            <ac:spMk id="5" creationId="{F78CFBEA-CEF2-471A-842D-8314716A34E9}"/>
          </ac:spMkLst>
        </pc:spChg>
        <pc:spChg chg="mod">
          <ac:chgData name="Moore, Derek" userId="3fe21e13-9254-4e94-a1c9-ba5ddbe1e59f" providerId="ADAL" clId="{1FA804CC-652C-4D49-9940-C8D6FB9B7527}" dt="2024-07-28T22:01:48.681" v="1638" actId="6549"/>
          <ac:spMkLst>
            <pc:docMk/>
            <pc:sldMk cId="3958060990" sldId="458"/>
            <ac:spMk id="7" creationId="{F35A72B5-FEF9-458B-B242-8157703AFF9D}"/>
          </ac:spMkLst>
        </pc:spChg>
      </pc:sldChg>
      <pc:sldChg chg="modSp mod">
        <pc:chgData name="Moore, Derek" userId="3fe21e13-9254-4e94-a1c9-ba5ddbe1e59f" providerId="ADAL" clId="{1FA804CC-652C-4D49-9940-C8D6FB9B7527}" dt="2024-07-28T21:29:37.589" v="1490" actId="20577"/>
        <pc:sldMkLst>
          <pc:docMk/>
          <pc:sldMk cId="1714126014" sldId="466"/>
        </pc:sldMkLst>
        <pc:spChg chg="mod">
          <ac:chgData name="Moore, Derek" userId="3fe21e13-9254-4e94-a1c9-ba5ddbe1e59f" providerId="ADAL" clId="{1FA804CC-652C-4D49-9940-C8D6FB9B7527}" dt="2024-07-28T21:29:37.589" v="1490" actId="20577"/>
          <ac:spMkLst>
            <pc:docMk/>
            <pc:sldMk cId="1714126014" sldId="466"/>
            <ac:spMk id="6" creationId="{4579F9FC-9C26-4EE8-993C-4E9774C6CB61}"/>
          </ac:spMkLst>
        </pc:spChg>
      </pc:sldChg>
      <pc:sldChg chg="modSp mod">
        <pc:chgData name="Moore, Derek" userId="3fe21e13-9254-4e94-a1c9-ba5ddbe1e59f" providerId="ADAL" clId="{1FA804CC-652C-4D49-9940-C8D6FB9B7527}" dt="2024-07-28T21:44:49.916" v="1597" actId="20577"/>
        <pc:sldMkLst>
          <pc:docMk/>
          <pc:sldMk cId="1552833548" sldId="487"/>
        </pc:sldMkLst>
        <pc:spChg chg="mod">
          <ac:chgData name="Moore, Derek" userId="3fe21e13-9254-4e94-a1c9-ba5ddbe1e59f" providerId="ADAL" clId="{1FA804CC-652C-4D49-9940-C8D6FB9B7527}" dt="2024-07-28T21:44:49.916" v="1597" actId="20577"/>
          <ac:spMkLst>
            <pc:docMk/>
            <pc:sldMk cId="1552833548" sldId="487"/>
            <ac:spMk id="2" creationId="{215F9CFB-714A-4CB7-9915-2C74E697A7F1}"/>
          </ac:spMkLst>
        </pc:spChg>
      </pc:sldChg>
      <pc:sldChg chg="modSp mod">
        <pc:chgData name="Moore, Derek" userId="3fe21e13-9254-4e94-a1c9-ba5ddbe1e59f" providerId="ADAL" clId="{1FA804CC-652C-4D49-9940-C8D6FB9B7527}" dt="2024-07-28T21:06:57.051" v="1293" actId="20577"/>
        <pc:sldMkLst>
          <pc:docMk/>
          <pc:sldMk cId="3144192130" sldId="498"/>
        </pc:sldMkLst>
        <pc:spChg chg="mod">
          <ac:chgData name="Moore, Derek" userId="3fe21e13-9254-4e94-a1c9-ba5ddbe1e59f" providerId="ADAL" clId="{1FA804CC-652C-4D49-9940-C8D6FB9B7527}" dt="2024-07-28T21:06:57.051" v="1293" actId="20577"/>
          <ac:spMkLst>
            <pc:docMk/>
            <pc:sldMk cId="3144192130" sldId="498"/>
            <ac:spMk id="19" creationId="{E603E0FD-1B79-43C3-ABAE-5EA24846155A}"/>
          </ac:spMkLst>
        </pc:spChg>
      </pc:sldChg>
      <pc:sldChg chg="modSp mod">
        <pc:chgData name="Moore, Derek" userId="3fe21e13-9254-4e94-a1c9-ba5ddbe1e59f" providerId="ADAL" clId="{1FA804CC-652C-4D49-9940-C8D6FB9B7527}" dt="2024-07-28T21:58:55.423" v="1609" actId="20577"/>
        <pc:sldMkLst>
          <pc:docMk/>
          <pc:sldMk cId="2203540903" sldId="499"/>
        </pc:sldMkLst>
        <pc:spChg chg="mod">
          <ac:chgData name="Moore, Derek" userId="3fe21e13-9254-4e94-a1c9-ba5ddbe1e59f" providerId="ADAL" clId="{1FA804CC-652C-4D49-9940-C8D6FB9B7527}" dt="2024-07-28T21:58:55.423" v="1609" actId="20577"/>
          <ac:spMkLst>
            <pc:docMk/>
            <pc:sldMk cId="2203540903" sldId="499"/>
            <ac:spMk id="9" creationId="{AB8821D0-DEDE-002D-E87D-13E033D5D75F}"/>
          </ac:spMkLst>
        </pc:spChg>
      </pc:sldChg>
      <pc:sldChg chg="modSp mod">
        <pc:chgData name="Moore, Derek" userId="3fe21e13-9254-4e94-a1c9-ba5ddbe1e59f" providerId="ADAL" clId="{1FA804CC-652C-4D49-9940-C8D6FB9B7527}" dt="2024-07-28T20:33:46.922" v="743" actId="20577"/>
        <pc:sldMkLst>
          <pc:docMk/>
          <pc:sldMk cId="2103269747" sldId="520"/>
        </pc:sldMkLst>
        <pc:spChg chg="mod">
          <ac:chgData name="Moore, Derek" userId="3fe21e13-9254-4e94-a1c9-ba5ddbe1e59f" providerId="ADAL" clId="{1FA804CC-652C-4D49-9940-C8D6FB9B7527}" dt="2024-07-28T20:33:46.922" v="743" actId="20577"/>
          <ac:spMkLst>
            <pc:docMk/>
            <pc:sldMk cId="2103269747" sldId="520"/>
            <ac:spMk id="8" creationId="{8D335AB1-AB15-7067-B3BD-167BDAD9B16A}"/>
          </ac:spMkLst>
        </pc:spChg>
        <pc:spChg chg="mod">
          <ac:chgData name="Moore, Derek" userId="3fe21e13-9254-4e94-a1c9-ba5ddbe1e59f" providerId="ADAL" clId="{1FA804CC-652C-4D49-9940-C8D6FB9B7527}" dt="2024-07-28T20:04:32.953" v="104" actId="20577"/>
          <ac:spMkLst>
            <pc:docMk/>
            <pc:sldMk cId="2103269747" sldId="520"/>
            <ac:spMk id="10" creationId="{75CE525B-6A36-CBFD-DAEC-08C2DCCA890E}"/>
          </ac:spMkLst>
        </pc:spChg>
        <pc:spChg chg="mod">
          <ac:chgData name="Moore, Derek" userId="3fe21e13-9254-4e94-a1c9-ba5ddbe1e59f" providerId="ADAL" clId="{1FA804CC-652C-4D49-9940-C8D6FB9B7527}" dt="2024-07-28T20:04:41.818" v="114" actId="20577"/>
          <ac:spMkLst>
            <pc:docMk/>
            <pc:sldMk cId="2103269747" sldId="520"/>
            <ac:spMk id="18" creationId="{5F2996B7-8D0A-1EEE-8045-797310EFC387}"/>
          </ac:spMkLst>
        </pc:spChg>
        <pc:spChg chg="mod">
          <ac:chgData name="Moore, Derek" userId="3fe21e13-9254-4e94-a1c9-ba5ddbe1e59f" providerId="ADAL" clId="{1FA804CC-652C-4D49-9940-C8D6FB9B7527}" dt="2024-07-28T20:04:50.631" v="127" actId="20577"/>
          <ac:spMkLst>
            <pc:docMk/>
            <pc:sldMk cId="2103269747" sldId="520"/>
            <ac:spMk id="19" creationId="{420D1CFD-2433-B308-F247-7CAA7C100A3E}"/>
          </ac:spMkLst>
        </pc:spChg>
      </pc:sldChg>
      <pc:sldChg chg="modSp mod">
        <pc:chgData name="Moore, Derek" userId="3fe21e13-9254-4e94-a1c9-ba5ddbe1e59f" providerId="ADAL" clId="{1FA804CC-652C-4D49-9940-C8D6FB9B7527}" dt="2024-07-28T19:58:56.025" v="5" actId="20577"/>
        <pc:sldMkLst>
          <pc:docMk/>
          <pc:sldMk cId="263972108" sldId="549"/>
        </pc:sldMkLst>
        <pc:spChg chg="mod">
          <ac:chgData name="Moore, Derek" userId="3fe21e13-9254-4e94-a1c9-ba5ddbe1e59f" providerId="ADAL" clId="{1FA804CC-652C-4D49-9940-C8D6FB9B7527}" dt="2024-07-28T19:58:56.025" v="5" actId="20577"/>
          <ac:spMkLst>
            <pc:docMk/>
            <pc:sldMk cId="263972108" sldId="549"/>
            <ac:spMk id="9" creationId="{553571B1-9896-47E3-8ADF-78C38648412E}"/>
          </ac:spMkLst>
        </pc:spChg>
      </pc:sldChg>
      <pc:sldChg chg="add del">
        <pc:chgData name="Moore, Derek" userId="3fe21e13-9254-4e94-a1c9-ba5ddbe1e59f" providerId="ADAL" clId="{1FA804CC-652C-4D49-9940-C8D6FB9B7527}" dt="2024-07-28T21:47:07.653" v="1599" actId="2696"/>
        <pc:sldMkLst>
          <pc:docMk/>
          <pc:sldMk cId="1074025056" sldId="553"/>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image" Target="../media/image21.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image" Target="../media/image21.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NLH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NLH’s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NLH</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NLH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NLH</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NLH’s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7/31/2024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7/31/2024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7/31/2024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7/31/2024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7/31/2024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7/31/2024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7/31/2024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7/31/2024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7/31/2024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7/31/2024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7/31/2024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7/31/2024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F80E-CA35-C63B-47F4-CC11DF60B7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9C5256-98EC-A333-1F96-35A29C9400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BD36D9-E54A-02C1-9D01-07CEC057512E}"/>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7/31/2024</a:t>
            </a:fld>
            <a:endParaRPr lang="en-US"/>
          </a:p>
        </p:txBody>
      </p:sp>
      <p:sp>
        <p:nvSpPr>
          <p:cNvPr id="5" name="Footer Placeholder 4">
            <a:extLst>
              <a:ext uri="{FF2B5EF4-FFF2-40B4-BE49-F238E27FC236}">
                <a16:creationId xmlns:a16="http://schemas.microsoft.com/office/drawing/2014/main" id="{57C5BD99-A0E5-C8E6-0293-C8F4E7ADB4F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B29629F-1D20-FF76-5EB6-240309CFAA9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576444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C2AC4-349D-A897-6171-03399A1D79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75E28-04F2-0BB8-CAA3-EAA16C700BB4}"/>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7/31/2024</a:t>
            </a:fld>
            <a:endParaRPr lang="en-US"/>
          </a:p>
        </p:txBody>
      </p:sp>
      <p:sp>
        <p:nvSpPr>
          <p:cNvPr id="5" name="Footer Placeholder 4">
            <a:extLst>
              <a:ext uri="{FF2B5EF4-FFF2-40B4-BE49-F238E27FC236}">
                <a16:creationId xmlns:a16="http://schemas.microsoft.com/office/drawing/2014/main" id="{EBE8921E-7A76-6CA3-63C8-C8BEF6D7FCF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B3FBE9D-47C9-B56A-3EC3-6120B283D13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4370303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Outp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a:xfrm>
            <a:off x="838200" y="723207"/>
            <a:ext cx="10515600" cy="5203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5058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3522A-5659-8E58-0C7C-8DF74D11BB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892466-9973-B746-9C73-FB335C44BB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605841-E333-8EF3-13A4-B887A17F5BB2}"/>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7/31/2024</a:t>
            </a:fld>
            <a:endParaRPr lang="en-US"/>
          </a:p>
        </p:txBody>
      </p:sp>
      <p:sp>
        <p:nvSpPr>
          <p:cNvPr id="5" name="Footer Placeholder 4">
            <a:extLst>
              <a:ext uri="{FF2B5EF4-FFF2-40B4-BE49-F238E27FC236}">
                <a16:creationId xmlns:a16="http://schemas.microsoft.com/office/drawing/2014/main" id="{C0D55581-7211-C530-1B0A-5B6FABC5D47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3750AD-5B48-0726-4977-83576D9A2851}"/>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27393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FF885-B892-AF4E-14F6-5BF965E9D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7E1770-FA2D-DFFD-19D7-51C803C2A3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21ABB0-2FF2-50E1-1D39-1209FC2FEA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9C5AA1-7869-F7B1-1AAA-9AB491751C2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7/31/2024</a:t>
            </a:fld>
            <a:endParaRPr lang="en-US"/>
          </a:p>
        </p:txBody>
      </p:sp>
      <p:sp>
        <p:nvSpPr>
          <p:cNvPr id="6" name="Footer Placeholder 5">
            <a:extLst>
              <a:ext uri="{FF2B5EF4-FFF2-40B4-BE49-F238E27FC236}">
                <a16:creationId xmlns:a16="http://schemas.microsoft.com/office/drawing/2014/main" id="{30C631CC-0ED4-0DBA-3B11-951955097C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2EA0F43-4FF6-41EA-54B8-4C2B9B6AAD16}"/>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7450932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A9208-B29A-5C1B-0F83-0D22E83022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3FC125-6ED1-2C82-D3ED-F51C43D5FA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2CF8AA-AEDB-5574-67D8-C4CF4BAE8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0A1351-7B1F-3D2B-8CC3-AD63799BB8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5B1D59-8D71-169B-800D-1B6369565C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D17602-A406-BF7F-1159-4B4C378EF6D0}"/>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7/31/2024</a:t>
            </a:fld>
            <a:endParaRPr lang="en-US"/>
          </a:p>
        </p:txBody>
      </p:sp>
      <p:sp>
        <p:nvSpPr>
          <p:cNvPr id="8" name="Footer Placeholder 7">
            <a:extLst>
              <a:ext uri="{FF2B5EF4-FFF2-40B4-BE49-F238E27FC236}">
                <a16:creationId xmlns:a16="http://schemas.microsoft.com/office/drawing/2014/main" id="{5FE251BD-2045-1E2C-E87C-4EFC8120926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D23B3598-579D-3653-EDD8-A878B177B824}"/>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431104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C5C9-55E7-611E-0F37-4EE6F2A3A9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4637D8-C95D-4CFA-CBF5-2ADEF685D61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7/31/2024</a:t>
            </a:fld>
            <a:endParaRPr lang="en-US"/>
          </a:p>
        </p:txBody>
      </p:sp>
      <p:sp>
        <p:nvSpPr>
          <p:cNvPr id="4" name="Footer Placeholder 3">
            <a:extLst>
              <a:ext uri="{FF2B5EF4-FFF2-40B4-BE49-F238E27FC236}">
                <a16:creationId xmlns:a16="http://schemas.microsoft.com/office/drawing/2014/main" id="{42AB4C0A-D1FD-786C-5A2E-8A4B2720872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4A6D1C3-0C4C-016B-EC68-78B7509E3715}"/>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2452499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3E7AE-170E-91FA-7315-36E3FEE36516}"/>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7/31/2024</a:t>
            </a:fld>
            <a:endParaRPr lang="en-US"/>
          </a:p>
        </p:txBody>
      </p:sp>
      <p:sp>
        <p:nvSpPr>
          <p:cNvPr id="3" name="Footer Placeholder 2">
            <a:extLst>
              <a:ext uri="{FF2B5EF4-FFF2-40B4-BE49-F238E27FC236}">
                <a16:creationId xmlns:a16="http://schemas.microsoft.com/office/drawing/2014/main" id="{BF6B2EE4-5A93-5729-1EAC-03E66A0B56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C18D43F-B7E2-7961-9FFE-21EB28342D5A}"/>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3349292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8CCE6-8084-DA30-31CB-CD9726E36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D64A11-4BA3-288B-80CE-24DCC4C5BC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AF7808-6760-899B-5637-5AF891200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29F123-B801-4BD3-C9F2-562B462B5B8A}"/>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7/31/2024</a:t>
            </a:fld>
            <a:endParaRPr lang="en-US"/>
          </a:p>
        </p:txBody>
      </p:sp>
      <p:sp>
        <p:nvSpPr>
          <p:cNvPr id="6" name="Footer Placeholder 5">
            <a:extLst>
              <a:ext uri="{FF2B5EF4-FFF2-40B4-BE49-F238E27FC236}">
                <a16:creationId xmlns:a16="http://schemas.microsoft.com/office/drawing/2014/main" id="{1D499435-4ECB-552D-F273-B2E602B9126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6C8A5FE-E587-D277-E8C4-8DC54ED6E293}"/>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7351237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C9A34-ECF4-CD06-A854-8EED594D9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E85963-B99D-0D48-F74E-5347F28C1F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209FE-05AD-1F83-2A16-595EF372B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0EEA6-1CE3-D581-30FA-B8A6BB4BFB6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7/31/2024</a:t>
            </a:fld>
            <a:endParaRPr lang="en-US"/>
          </a:p>
        </p:txBody>
      </p:sp>
      <p:sp>
        <p:nvSpPr>
          <p:cNvPr id="6" name="Footer Placeholder 5">
            <a:extLst>
              <a:ext uri="{FF2B5EF4-FFF2-40B4-BE49-F238E27FC236}">
                <a16:creationId xmlns:a16="http://schemas.microsoft.com/office/drawing/2014/main" id="{7D9DEB60-F0E3-E3A7-BDE3-3F3D04B3D1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C0D5625-5E2A-FDD7-240B-CE4AD3D04E8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0728659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38964-CFDD-EEE7-561D-6CD0AA4762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BBC7B5-E245-21C1-36FF-25BF670F53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11137-3CC6-DE86-3F8F-12263490118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7/31/2024</a:t>
            </a:fld>
            <a:endParaRPr lang="en-US"/>
          </a:p>
        </p:txBody>
      </p:sp>
      <p:sp>
        <p:nvSpPr>
          <p:cNvPr id="5" name="Footer Placeholder 4">
            <a:extLst>
              <a:ext uri="{FF2B5EF4-FFF2-40B4-BE49-F238E27FC236}">
                <a16:creationId xmlns:a16="http://schemas.microsoft.com/office/drawing/2014/main" id="{1349A0C3-B51F-2043-29A8-381E40D744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42932E-13ED-745D-FD1E-DB6D1C575E9E}"/>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06448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E2DD41-03F0-5A20-D0FC-53F8C68ADE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BF3F08-A716-9B80-7DAD-A5D0BE30EC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DC8755-E2ED-FEEE-B158-E0DD3FB12F61}"/>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7/31/2024</a:t>
            </a:fld>
            <a:endParaRPr lang="en-US"/>
          </a:p>
        </p:txBody>
      </p:sp>
      <p:sp>
        <p:nvSpPr>
          <p:cNvPr id="5" name="Footer Placeholder 4">
            <a:extLst>
              <a:ext uri="{FF2B5EF4-FFF2-40B4-BE49-F238E27FC236}">
                <a16:creationId xmlns:a16="http://schemas.microsoft.com/office/drawing/2014/main" id="{B7DB962C-DB69-9313-835E-9A96B9436FE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60384AD-5BB3-6E37-4160-F0641747085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181251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7/31/2024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B39A1-2181-7751-3A9C-DD497656D778}"/>
              </a:ext>
            </a:extLst>
          </p:cNvPr>
          <p:cNvSpPr>
            <a:spLocks noGrp="1"/>
          </p:cNvSpPr>
          <p:nvPr>
            <p:ph type="title"/>
          </p:nvPr>
        </p:nvSpPr>
        <p:spPr>
          <a:xfrm>
            <a:off x="838200" y="365124"/>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F76B2F-4CF9-EA9D-2AF2-B6F1F3AF1E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8378443"/>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0.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eg"/><Relationship Id="rId7"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jpeg"/><Relationship Id="rId4" Type="http://schemas.openxmlformats.org/officeDocument/2006/relationships/image" Target="../media/image26.png"/><Relationship Id="rId9"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6.xml"/><Relationship Id="rId4" Type="http://schemas.openxmlformats.org/officeDocument/2006/relationships/image" Target="../media/image35.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Layout" Target="../slideLayouts/slideLayout2.xml"/><Relationship Id="rId6" Type="http://schemas.openxmlformats.org/officeDocument/2006/relationships/image" Target="../media/image39.jpeg"/><Relationship Id="rId5" Type="http://schemas.openxmlformats.org/officeDocument/2006/relationships/image" Target="../media/image38.jpeg"/><Relationship Id="rId4" Type="http://schemas.microsoft.com/office/2007/relationships/hdphoto" Target="../media/hdphoto2.wdp"/></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0.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0.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jpeg"/><Relationship Id="rId1" Type="http://schemas.openxmlformats.org/officeDocument/2006/relationships/slideLayout" Target="../slideLayouts/slideLayout6.xml"/><Relationship Id="rId6" Type="http://schemas.openxmlformats.org/officeDocument/2006/relationships/image" Target="../media/image48.svg"/><Relationship Id="rId11" Type="http://schemas.openxmlformats.org/officeDocument/2006/relationships/image" Target="../media/image43.pn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August 1,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1026" name="Picture 2" descr="Home - Northern Light Health">
            <a:extLst>
              <a:ext uri="{FF2B5EF4-FFF2-40B4-BE49-F238E27FC236}">
                <a16:creationId xmlns:a16="http://schemas.microsoft.com/office/drawing/2014/main" id="{53BE3E25-C4F6-C5B1-9767-4E116B8CB4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72525" y="793901"/>
            <a:ext cx="1493520" cy="83748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large building with many windows&#10;&#10;Description automatically generated">
            <a:extLst>
              <a:ext uri="{FF2B5EF4-FFF2-40B4-BE49-F238E27FC236}">
                <a16:creationId xmlns:a16="http://schemas.microsoft.com/office/drawing/2014/main" id="{809CB034-B1EA-12F6-B0C3-B7DF8AD9C96A}"/>
              </a:ext>
            </a:extLst>
          </p:cNvPr>
          <p:cNvPicPr>
            <a:picLocks noChangeAspect="1"/>
          </p:cNvPicPr>
          <p:nvPr/>
        </p:nvPicPr>
        <p:blipFill rotWithShape="1">
          <a:blip r:embed="rId4">
            <a:extLst>
              <a:ext uri="{28A0092B-C50C-407E-A947-70E740481C1C}">
                <a14:useLocalDpi xmlns:a14="http://schemas.microsoft.com/office/drawing/2010/main" val="0"/>
              </a:ext>
            </a:extLst>
          </a:blip>
          <a:srcRect t="13296" b="19002"/>
          <a:stretch/>
        </p:blipFill>
        <p:spPr>
          <a:xfrm>
            <a:off x="980336" y="1717404"/>
            <a:ext cx="11211664" cy="5140596"/>
          </a:xfrm>
          <a:prstGeom prst="rect">
            <a:avLst/>
          </a:prstGeom>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health plan focused on a direct relationship with self-funded employers in Your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6" name="Picture 2" descr="Home - Northern Light Health">
            <a:extLst>
              <a:ext uri="{FF2B5EF4-FFF2-40B4-BE49-F238E27FC236}">
                <a16:creationId xmlns:a16="http://schemas.microsoft.com/office/drawing/2014/main" id="{8BE44744-89BE-E09C-17FE-5FECC7BD2C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0280" y="136524"/>
            <a:ext cx="1939833" cy="1087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5594" y="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600" dirty="0">
                <a:solidFill>
                  <a:schemeClr val="tx1">
                    <a:lumMod val="75000"/>
                    <a:lumOff val="25000"/>
                  </a:schemeClr>
                </a:solidFill>
              </a:rPr>
              <a:t>DTE Keys to Success for Northern Light Health</a:t>
            </a:r>
          </a:p>
        </p:txBody>
      </p:sp>
      <p:sp>
        <p:nvSpPr>
          <p:cNvPr id="25"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4</a:t>
            </a:fld>
            <a:endParaRPr lang="en-US" dirty="0"/>
          </a:p>
        </p:txBody>
      </p:sp>
      <p:sp>
        <p:nvSpPr>
          <p:cNvPr id="5"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grpSp>
        <p:nvGrpSpPr>
          <p:cNvPr id="12" name="Group 11">
            <a:extLst>
              <a:ext uri="{FF2B5EF4-FFF2-40B4-BE49-F238E27FC236}">
                <a16:creationId xmlns:a16="http://schemas.microsoft.com/office/drawing/2014/main" id="{757FA25C-8EB6-4C31-9C3C-8A0215C1E657}"/>
              </a:ext>
            </a:extLst>
          </p:cNvPr>
          <p:cNvGrpSpPr/>
          <p:nvPr/>
        </p:nvGrpSpPr>
        <p:grpSpPr>
          <a:xfrm>
            <a:off x="740621" y="3205513"/>
            <a:ext cx="10705161" cy="1895904"/>
            <a:chOff x="539823" y="2622568"/>
            <a:chExt cx="3840480" cy="1895904"/>
          </a:xfrm>
        </p:grpSpPr>
        <p:sp>
          <p:nvSpPr>
            <p:cNvPr id="6" name="Rectangle 5">
              <a:extLst>
                <a:ext uri="{FF2B5EF4-FFF2-40B4-BE49-F238E27FC236}">
                  <a16:creationId xmlns:a16="http://schemas.microsoft.com/office/drawing/2014/main" id="{869C0219-52DA-48A1-B7B2-E6F8C4FBD3C3}"/>
                </a:ext>
              </a:extLst>
            </p:cNvPr>
            <p:cNvSpPr/>
            <p:nvPr/>
          </p:nvSpPr>
          <p:spPr>
            <a:xfrm>
              <a:off x="539823" y="2622568"/>
              <a:ext cx="1920240" cy="1895904"/>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a:t>Northern Light Health appears to trail the access and brand quality of </a:t>
              </a:r>
              <a:r>
                <a:rPr lang="en-US" dirty="0" err="1"/>
                <a:t>MaineHealth</a:t>
              </a:r>
              <a:r>
                <a:rPr lang="en-US" dirty="0"/>
                <a:t>. There is some risk that a Northern Light Health DTE network will not sell. </a:t>
              </a:r>
            </a:p>
          </p:txBody>
        </p:sp>
        <p:sp>
          <p:nvSpPr>
            <p:cNvPr id="7" name="Rectangle 6">
              <a:extLst>
                <a:ext uri="{FF2B5EF4-FFF2-40B4-BE49-F238E27FC236}">
                  <a16:creationId xmlns:a16="http://schemas.microsoft.com/office/drawing/2014/main" id="{8FCD729A-32AD-4303-8BA6-9EBD13F93D1C}"/>
                </a:ext>
              </a:extLst>
            </p:cNvPr>
            <p:cNvSpPr/>
            <p:nvPr/>
          </p:nvSpPr>
          <p:spPr>
            <a:xfrm>
              <a:off x="2460063" y="2622568"/>
              <a:ext cx="1920240" cy="1742015"/>
            </a:xfrm>
            <a:prstGeom prst="rect">
              <a:avLst/>
            </a:prstGeom>
          </p:spPr>
          <p:txBody>
            <a:bodyPr wrap="square">
              <a:spAutoFit/>
            </a:bodyPr>
            <a:lstStyle/>
            <a:p>
              <a:pPr algn="ctr" defTabSz="914411">
                <a:lnSpc>
                  <a:spcPct val="90000"/>
                </a:lnSpc>
                <a:spcAft>
                  <a:spcPts val="1200"/>
                </a:spcAft>
                <a:buClr>
                  <a:schemeClr val="tx1"/>
                </a:buClr>
              </a:pPr>
              <a:r>
                <a:rPr lang="en-US" b="1" dirty="0"/>
                <a:t>Commercial Margin Expectations Hold</a:t>
              </a:r>
            </a:p>
            <a:p>
              <a:pPr algn="ctr" defTabSz="914411">
                <a:lnSpc>
                  <a:spcPct val="90000"/>
                </a:lnSpc>
                <a:spcAft>
                  <a:spcPts val="1200"/>
                </a:spcAft>
                <a:buClr>
                  <a:schemeClr val="tx1"/>
                </a:buClr>
              </a:pPr>
              <a:r>
                <a:rPr lang="en-US" dirty="0"/>
                <a:t>KBA models for partners high, medium and low estimates for margin growth based on (1) estimates of commercial margin and (2) the with-DTE-network steerage rate (percent of care going to Northern Light Health vs. competitors). </a:t>
              </a:r>
            </a:p>
          </p:txBody>
        </p:sp>
      </p:grpSp>
      <p:cxnSp>
        <p:nvCxnSpPr>
          <p:cNvPr id="14"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20"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4059548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~$.73 of loss</a:t>
            </a:r>
          </a:p>
        </p:txBody>
      </p:sp>
      <p:sp>
        <p:nvSpPr>
          <p:cNvPr id="14"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15"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6"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~$.33 of profit</a:t>
            </a:r>
          </a:p>
        </p:txBody>
      </p:sp>
      <p:sp>
        <p:nvSpPr>
          <p:cNvPr id="7" name="TextBox 6">
            <a:extLst>
              <a:ext uri="{FF2B5EF4-FFF2-40B4-BE49-F238E27FC236}">
                <a16:creationId xmlns:a16="http://schemas.microsoft.com/office/drawing/2014/main" id="{820D1BA4-6D19-00FD-17FF-A0AD0AAAF7EE}"/>
              </a:ext>
            </a:extLst>
          </p:cNvPr>
          <p:cNvSpPr txBox="1"/>
          <p:nvPr/>
        </p:nvSpPr>
        <p:spPr>
          <a:xfrm>
            <a:off x="1973943" y="5562552"/>
            <a:ext cx="8964377" cy="369332"/>
          </a:xfrm>
          <a:prstGeom prst="rect">
            <a:avLst/>
          </a:prstGeom>
          <a:noFill/>
        </p:spPr>
        <p:txBody>
          <a:bodyPr wrap="none" rtlCol="0">
            <a:spAutoFit/>
          </a:bodyPr>
          <a:lstStyle/>
          <a:p>
            <a:r>
              <a:rPr lang="en-US" dirty="0"/>
              <a:t>See Slide 25 for More Details on Calculation of Commercial and Government-Pay Net Income</a:t>
            </a:r>
          </a:p>
        </p:txBody>
      </p:sp>
      <p:pic>
        <p:nvPicPr>
          <p:cNvPr id="6" name="Picture 2" descr="Home - Northern Light Health">
            <a:extLst>
              <a:ext uri="{FF2B5EF4-FFF2-40B4-BE49-F238E27FC236}">
                <a16:creationId xmlns:a16="http://schemas.microsoft.com/office/drawing/2014/main" id="{71ACF496-FF4A-9FCE-18F0-B8CE490BD4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8254" y="48737"/>
            <a:ext cx="2360132" cy="1323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873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8D2E8DAF-1D68-E498-59FF-722789499308}"/>
              </a:ext>
            </a:extLst>
          </p:cNvPr>
          <p:cNvSpPr/>
          <p:nvPr/>
        </p:nvSpPr>
        <p:spPr>
          <a:xfrm>
            <a:off x="1666276" y="2989943"/>
            <a:ext cx="8418286" cy="2191657"/>
          </a:xfrm>
          <a:custGeom>
            <a:avLst/>
            <a:gdLst>
              <a:gd name="connsiteX0" fmla="*/ 8157028 w 8418286"/>
              <a:gd name="connsiteY0" fmla="*/ 2191657 h 2191657"/>
              <a:gd name="connsiteX1" fmla="*/ 0 w 8418286"/>
              <a:gd name="connsiteY1" fmla="*/ 0 h 2191657"/>
              <a:gd name="connsiteX2" fmla="*/ 1088571 w 8418286"/>
              <a:gd name="connsiteY2" fmla="*/ 14515 h 2191657"/>
              <a:gd name="connsiteX3" fmla="*/ 8418286 w 8418286"/>
              <a:gd name="connsiteY3" fmla="*/ 2177143 h 2191657"/>
              <a:gd name="connsiteX4" fmla="*/ 8157028 w 8418286"/>
              <a:gd name="connsiteY4" fmla="*/ 2191657 h 2191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286" h="2191657">
                <a:moveTo>
                  <a:pt x="8157028" y="2191657"/>
                </a:moveTo>
                <a:lnTo>
                  <a:pt x="0" y="0"/>
                </a:lnTo>
                <a:lnTo>
                  <a:pt x="1088571" y="14515"/>
                </a:lnTo>
                <a:lnTo>
                  <a:pt x="8418286" y="2177143"/>
                </a:lnTo>
                <a:lnTo>
                  <a:pt x="8157028" y="21916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6AC806E-BA4D-AF7F-5FBB-58FA9ECC5E79}"/>
              </a:ext>
            </a:extLst>
          </p:cNvPr>
          <p:cNvSpPr/>
          <p:nvPr/>
        </p:nvSpPr>
        <p:spPr>
          <a:xfrm>
            <a:off x="1680790" y="3004458"/>
            <a:ext cx="5544457" cy="2206171"/>
          </a:xfrm>
          <a:custGeom>
            <a:avLst/>
            <a:gdLst>
              <a:gd name="connsiteX0" fmla="*/ 5370286 w 5544457"/>
              <a:gd name="connsiteY0" fmla="*/ 2206171 h 2206171"/>
              <a:gd name="connsiteX1" fmla="*/ 0 w 5544457"/>
              <a:gd name="connsiteY1" fmla="*/ 0 h 2206171"/>
              <a:gd name="connsiteX2" fmla="*/ 1117600 w 5544457"/>
              <a:gd name="connsiteY2" fmla="*/ 0 h 2206171"/>
              <a:gd name="connsiteX3" fmla="*/ 5544457 w 5544457"/>
              <a:gd name="connsiteY3" fmla="*/ 2177142 h 2206171"/>
              <a:gd name="connsiteX4" fmla="*/ 5370286 w 5544457"/>
              <a:gd name="connsiteY4" fmla="*/ 2206171 h 2206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4457" h="2206171">
                <a:moveTo>
                  <a:pt x="5370286" y="2206171"/>
                </a:moveTo>
                <a:lnTo>
                  <a:pt x="0" y="0"/>
                </a:lnTo>
                <a:lnTo>
                  <a:pt x="1117600" y="0"/>
                </a:lnTo>
                <a:lnTo>
                  <a:pt x="5544457" y="2177142"/>
                </a:lnTo>
                <a:lnTo>
                  <a:pt x="5370286" y="22061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3FC6F23-9DB4-CE0C-FCDC-AE4293BB605A}"/>
              </a:ext>
            </a:extLst>
          </p:cNvPr>
          <p:cNvSpPr/>
          <p:nvPr/>
        </p:nvSpPr>
        <p:spPr>
          <a:xfrm>
            <a:off x="1666276" y="2989943"/>
            <a:ext cx="2859314" cy="2220686"/>
          </a:xfrm>
          <a:custGeom>
            <a:avLst/>
            <a:gdLst>
              <a:gd name="connsiteX0" fmla="*/ 2627086 w 2859314"/>
              <a:gd name="connsiteY0" fmla="*/ 2133600 h 2220686"/>
              <a:gd name="connsiteX1" fmla="*/ 0 w 2859314"/>
              <a:gd name="connsiteY1" fmla="*/ 0 h 2220686"/>
              <a:gd name="connsiteX2" fmla="*/ 1103086 w 2859314"/>
              <a:gd name="connsiteY2" fmla="*/ 0 h 2220686"/>
              <a:gd name="connsiteX3" fmla="*/ 2859314 w 2859314"/>
              <a:gd name="connsiteY3" fmla="*/ 2220686 h 2220686"/>
              <a:gd name="connsiteX4" fmla="*/ 2627086 w 2859314"/>
              <a:gd name="connsiteY4" fmla="*/ 2133600 h 2220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9314" h="2220686">
                <a:moveTo>
                  <a:pt x="2627086" y="2133600"/>
                </a:moveTo>
                <a:lnTo>
                  <a:pt x="0" y="0"/>
                </a:lnTo>
                <a:lnTo>
                  <a:pt x="1103086" y="0"/>
                </a:lnTo>
                <a:lnTo>
                  <a:pt x="2859314" y="2220686"/>
                </a:lnTo>
                <a:lnTo>
                  <a:pt x="2627086" y="2133600"/>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553759E-194C-3BE9-0812-4BDD6E106166}"/>
              </a:ext>
            </a:extLst>
          </p:cNvPr>
          <p:cNvSpPr/>
          <p:nvPr/>
        </p:nvSpPr>
        <p:spPr>
          <a:xfrm>
            <a:off x="679304" y="3265715"/>
            <a:ext cx="2365829" cy="1959428"/>
          </a:xfrm>
          <a:custGeom>
            <a:avLst/>
            <a:gdLst>
              <a:gd name="connsiteX0" fmla="*/ 696686 w 2365829"/>
              <a:gd name="connsiteY0" fmla="*/ 1959428 h 1959428"/>
              <a:gd name="connsiteX1" fmla="*/ 0 w 2365829"/>
              <a:gd name="connsiteY1" fmla="*/ 0 h 1959428"/>
              <a:gd name="connsiteX2" fmla="*/ 2365829 w 2365829"/>
              <a:gd name="connsiteY2" fmla="*/ 0 h 1959428"/>
              <a:gd name="connsiteX3" fmla="*/ 1596572 w 2365829"/>
              <a:gd name="connsiteY3" fmla="*/ 1930400 h 1959428"/>
              <a:gd name="connsiteX4" fmla="*/ 696686 w 2365829"/>
              <a:gd name="connsiteY4" fmla="*/ 1959428 h 1959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829" h="1959428">
                <a:moveTo>
                  <a:pt x="696686" y="1959428"/>
                </a:moveTo>
                <a:lnTo>
                  <a:pt x="0" y="0"/>
                </a:lnTo>
                <a:lnTo>
                  <a:pt x="2365829" y="0"/>
                </a:lnTo>
                <a:lnTo>
                  <a:pt x="1596572" y="1930400"/>
                </a:lnTo>
                <a:lnTo>
                  <a:pt x="696686" y="1959428"/>
                </a:lnTo>
                <a:close/>
              </a:path>
            </a:pathLst>
          </a:custGeom>
          <a:solidFill>
            <a:srgbClr val="01A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8" name="Flowchart: Terminator 7">
            <a:extLst>
              <a:ext uri="{FF2B5EF4-FFF2-40B4-BE49-F238E27FC236}">
                <a16:creationId xmlns:a16="http://schemas.microsoft.com/office/drawing/2014/main" id="{8D335AB1-AB15-7067-B3BD-167BDAD9B16A}"/>
              </a:ext>
            </a:extLst>
          </p:cNvPr>
          <p:cNvSpPr/>
          <p:nvPr/>
        </p:nvSpPr>
        <p:spPr>
          <a:xfrm>
            <a:off x="609598"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1A050"/>
                </a:solidFill>
              </a:rPr>
              <a:t>Northern Light Health Plan</a:t>
            </a:r>
          </a:p>
        </p:txBody>
      </p:sp>
      <p:sp>
        <p:nvSpPr>
          <p:cNvPr id="18" name="Flowchart: Terminator 17">
            <a:extLst>
              <a:ext uri="{FF2B5EF4-FFF2-40B4-BE49-F238E27FC236}">
                <a16:creationId xmlns:a16="http://schemas.microsoft.com/office/drawing/2014/main" id="{5F2996B7-8D0A-1EEE-8045-797310EFC387}"/>
              </a:ext>
            </a:extLst>
          </p:cNvPr>
          <p:cNvSpPr/>
          <p:nvPr/>
        </p:nvSpPr>
        <p:spPr>
          <a:xfrm>
            <a:off x="6449794"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Carrier #2</a:t>
            </a:r>
          </a:p>
        </p:txBody>
      </p:sp>
      <p:sp>
        <p:nvSpPr>
          <p:cNvPr id="19" name="Flowchart: Terminator 18">
            <a:extLst>
              <a:ext uri="{FF2B5EF4-FFF2-40B4-BE49-F238E27FC236}">
                <a16:creationId xmlns:a16="http://schemas.microsoft.com/office/drawing/2014/main" id="{420D1CFD-2433-B308-F247-7CAA7C100A3E}"/>
              </a:ext>
            </a:extLst>
          </p:cNvPr>
          <p:cNvSpPr/>
          <p:nvPr/>
        </p:nvSpPr>
        <p:spPr>
          <a:xfrm>
            <a:off x="9369892"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Carrier #3</a:t>
            </a:r>
          </a:p>
        </p:txBody>
      </p:sp>
      <p:sp>
        <p:nvSpPr>
          <p:cNvPr id="21" name="Freeform: Shape 20">
            <a:extLst>
              <a:ext uri="{FF2B5EF4-FFF2-40B4-BE49-F238E27FC236}">
                <a16:creationId xmlns:a16="http://schemas.microsoft.com/office/drawing/2014/main" id="{BA085909-3DBA-1031-1C78-985B4CD8D4FC}"/>
              </a:ext>
            </a:extLst>
          </p:cNvPr>
          <p:cNvSpPr/>
          <p:nvPr/>
        </p:nvSpPr>
        <p:spPr>
          <a:xfrm>
            <a:off x="4612676" y="2772229"/>
            <a:ext cx="1291771" cy="2409371"/>
          </a:xfrm>
          <a:custGeom>
            <a:avLst/>
            <a:gdLst>
              <a:gd name="connsiteX0" fmla="*/ 0 w 1291771"/>
              <a:gd name="connsiteY0" fmla="*/ 2409371 h 2409371"/>
              <a:gd name="connsiteX1" fmla="*/ 391886 w 1291771"/>
              <a:gd name="connsiteY1" fmla="*/ 14514 h 2409371"/>
              <a:gd name="connsiteX2" fmla="*/ 1291771 w 1291771"/>
              <a:gd name="connsiteY2" fmla="*/ 0 h 2409371"/>
              <a:gd name="connsiteX3" fmla="*/ 246743 w 1291771"/>
              <a:gd name="connsiteY3" fmla="*/ 2380343 h 2409371"/>
              <a:gd name="connsiteX4" fmla="*/ 0 w 1291771"/>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771" h="2409371">
                <a:moveTo>
                  <a:pt x="0" y="2409371"/>
                </a:moveTo>
                <a:lnTo>
                  <a:pt x="391886" y="14514"/>
                </a:lnTo>
                <a:lnTo>
                  <a:pt x="1291771" y="0"/>
                </a:lnTo>
                <a:lnTo>
                  <a:pt x="246743" y="2380343"/>
                </a:lnTo>
                <a:lnTo>
                  <a:pt x="0"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Terminator 9">
            <a:extLst>
              <a:ext uri="{FF2B5EF4-FFF2-40B4-BE49-F238E27FC236}">
                <a16:creationId xmlns:a16="http://schemas.microsoft.com/office/drawing/2014/main" id="{75CE525B-6A36-CBFD-DAEC-08C2DCCA890E}"/>
              </a:ext>
            </a:extLst>
          </p:cNvPr>
          <p:cNvSpPr/>
          <p:nvPr/>
        </p:nvSpPr>
        <p:spPr>
          <a:xfrm>
            <a:off x="3529696"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Carrier #1</a:t>
            </a:r>
          </a:p>
        </p:txBody>
      </p:sp>
      <p:sp>
        <p:nvSpPr>
          <p:cNvPr id="24" name="Freeform: Shape 23">
            <a:extLst>
              <a:ext uri="{FF2B5EF4-FFF2-40B4-BE49-F238E27FC236}">
                <a16:creationId xmlns:a16="http://schemas.microsoft.com/office/drawing/2014/main" id="{25DD61BC-D896-8689-4F94-1C5E1AD8A77C}"/>
              </a:ext>
            </a:extLst>
          </p:cNvPr>
          <p:cNvSpPr/>
          <p:nvPr/>
        </p:nvSpPr>
        <p:spPr>
          <a:xfrm>
            <a:off x="5120676" y="2685143"/>
            <a:ext cx="4702628" cy="2496457"/>
          </a:xfrm>
          <a:custGeom>
            <a:avLst/>
            <a:gdLst>
              <a:gd name="connsiteX0" fmla="*/ 0 w 4702628"/>
              <a:gd name="connsiteY0" fmla="*/ 2496457 h 2496457"/>
              <a:gd name="connsiteX1" fmla="*/ 4209143 w 4702628"/>
              <a:gd name="connsiteY1" fmla="*/ 0 h 2496457"/>
              <a:gd name="connsiteX2" fmla="*/ 4702628 w 4702628"/>
              <a:gd name="connsiteY2" fmla="*/ 14515 h 2496457"/>
              <a:gd name="connsiteX3" fmla="*/ 0 w 4702628"/>
              <a:gd name="connsiteY3" fmla="*/ 2496457 h 2496457"/>
            </a:gdLst>
            <a:ahLst/>
            <a:cxnLst>
              <a:cxn ang="0">
                <a:pos x="connsiteX0" y="connsiteY0"/>
              </a:cxn>
              <a:cxn ang="0">
                <a:pos x="connsiteX1" y="connsiteY1"/>
              </a:cxn>
              <a:cxn ang="0">
                <a:pos x="connsiteX2" y="connsiteY2"/>
              </a:cxn>
              <a:cxn ang="0">
                <a:pos x="connsiteX3" y="connsiteY3"/>
              </a:cxn>
            </a:cxnLst>
            <a:rect l="l" t="t" r="r" b="b"/>
            <a:pathLst>
              <a:path w="4702628" h="2496457">
                <a:moveTo>
                  <a:pt x="0" y="2496457"/>
                </a:moveTo>
                <a:lnTo>
                  <a:pt x="4209143" y="0"/>
                </a:lnTo>
                <a:lnTo>
                  <a:pt x="4702628" y="14515"/>
                </a:lnTo>
                <a:lnTo>
                  <a:pt x="0" y="24964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58DA010-867A-9491-969D-99ECC30A6783}"/>
              </a:ext>
            </a:extLst>
          </p:cNvPr>
          <p:cNvSpPr/>
          <p:nvPr/>
        </p:nvSpPr>
        <p:spPr>
          <a:xfrm>
            <a:off x="4990047" y="2772229"/>
            <a:ext cx="2641600" cy="2423886"/>
          </a:xfrm>
          <a:custGeom>
            <a:avLst/>
            <a:gdLst>
              <a:gd name="connsiteX0" fmla="*/ 2481943 w 2641600"/>
              <a:gd name="connsiteY0" fmla="*/ 2423886 h 2423886"/>
              <a:gd name="connsiteX1" fmla="*/ 0 w 2641600"/>
              <a:gd name="connsiteY1" fmla="*/ 29029 h 2423886"/>
              <a:gd name="connsiteX2" fmla="*/ 914400 w 2641600"/>
              <a:gd name="connsiteY2" fmla="*/ 0 h 2423886"/>
              <a:gd name="connsiteX3" fmla="*/ 2641600 w 2641600"/>
              <a:gd name="connsiteY3" fmla="*/ 2409371 h 2423886"/>
              <a:gd name="connsiteX4" fmla="*/ 2481943 w 2641600"/>
              <a:gd name="connsiteY4" fmla="*/ 2423886 h 2423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600" h="2423886">
                <a:moveTo>
                  <a:pt x="2481943" y="2423886"/>
                </a:moveTo>
                <a:lnTo>
                  <a:pt x="0" y="29029"/>
                </a:lnTo>
                <a:lnTo>
                  <a:pt x="914400" y="0"/>
                </a:lnTo>
                <a:lnTo>
                  <a:pt x="2641600" y="2409371"/>
                </a:lnTo>
                <a:lnTo>
                  <a:pt x="2481943" y="2423886"/>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8277868-FEA1-C248-ED39-1002FE8ADFE4}"/>
              </a:ext>
            </a:extLst>
          </p:cNvPr>
          <p:cNvSpPr/>
          <p:nvPr/>
        </p:nvSpPr>
        <p:spPr>
          <a:xfrm>
            <a:off x="7907419" y="2670629"/>
            <a:ext cx="1901371" cy="2525486"/>
          </a:xfrm>
          <a:custGeom>
            <a:avLst/>
            <a:gdLst>
              <a:gd name="connsiteX0" fmla="*/ 0 w 1901371"/>
              <a:gd name="connsiteY0" fmla="*/ 2510971 h 2525486"/>
              <a:gd name="connsiteX1" fmla="*/ 1422400 w 1901371"/>
              <a:gd name="connsiteY1" fmla="*/ 14514 h 2525486"/>
              <a:gd name="connsiteX2" fmla="*/ 1901371 w 1901371"/>
              <a:gd name="connsiteY2" fmla="*/ 0 h 2525486"/>
              <a:gd name="connsiteX3" fmla="*/ 87085 w 1901371"/>
              <a:gd name="connsiteY3" fmla="*/ 2510971 h 2525486"/>
              <a:gd name="connsiteX4" fmla="*/ 58057 w 1901371"/>
              <a:gd name="connsiteY4" fmla="*/ 2481943 h 2525486"/>
              <a:gd name="connsiteX5" fmla="*/ 72571 w 1901371"/>
              <a:gd name="connsiteY5" fmla="*/ 2481943 h 2525486"/>
              <a:gd name="connsiteX6" fmla="*/ 58057 w 1901371"/>
              <a:gd name="connsiteY6" fmla="*/ 2525486 h 2525486"/>
              <a:gd name="connsiteX7" fmla="*/ 0 w 1901371"/>
              <a:gd name="connsiteY7" fmla="*/ 2510971 h 25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371" h="2525486">
                <a:moveTo>
                  <a:pt x="0" y="2510971"/>
                </a:moveTo>
                <a:lnTo>
                  <a:pt x="1422400" y="14514"/>
                </a:lnTo>
                <a:lnTo>
                  <a:pt x="1901371" y="0"/>
                </a:lnTo>
                <a:lnTo>
                  <a:pt x="87085" y="2510971"/>
                </a:lnTo>
                <a:lnTo>
                  <a:pt x="58057" y="2481943"/>
                </a:lnTo>
                <a:lnTo>
                  <a:pt x="72571" y="2481943"/>
                </a:lnTo>
                <a:lnTo>
                  <a:pt x="58057" y="2525486"/>
                </a:lnTo>
                <a:lnTo>
                  <a:pt x="0"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8544170D-73AC-E85A-8695-7AC58167EAA4}"/>
              </a:ext>
            </a:extLst>
          </p:cNvPr>
          <p:cNvSpPr/>
          <p:nvPr/>
        </p:nvSpPr>
        <p:spPr>
          <a:xfrm>
            <a:off x="4990047" y="2772229"/>
            <a:ext cx="5631543" cy="2409371"/>
          </a:xfrm>
          <a:custGeom>
            <a:avLst/>
            <a:gdLst>
              <a:gd name="connsiteX0" fmla="*/ 5413829 w 5631543"/>
              <a:gd name="connsiteY0" fmla="*/ 2409371 h 2409371"/>
              <a:gd name="connsiteX1" fmla="*/ 0 w 5631543"/>
              <a:gd name="connsiteY1" fmla="*/ 14514 h 2409371"/>
              <a:gd name="connsiteX2" fmla="*/ 957943 w 5631543"/>
              <a:gd name="connsiteY2" fmla="*/ 0 h 2409371"/>
              <a:gd name="connsiteX3" fmla="*/ 5631543 w 5631543"/>
              <a:gd name="connsiteY3" fmla="*/ 2380343 h 2409371"/>
              <a:gd name="connsiteX4" fmla="*/ 5413829 w 5631543"/>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543" h="2409371">
                <a:moveTo>
                  <a:pt x="5413829" y="2409371"/>
                </a:moveTo>
                <a:lnTo>
                  <a:pt x="0" y="14514"/>
                </a:lnTo>
                <a:lnTo>
                  <a:pt x="957943" y="0"/>
                </a:lnTo>
                <a:lnTo>
                  <a:pt x="5631543" y="2380343"/>
                </a:lnTo>
                <a:lnTo>
                  <a:pt x="5413829"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929D0B6-560E-A26C-A57F-320C6F7E2095}"/>
              </a:ext>
            </a:extLst>
          </p:cNvPr>
          <p:cNvSpPr/>
          <p:nvPr/>
        </p:nvSpPr>
        <p:spPr>
          <a:xfrm>
            <a:off x="9286276" y="2699658"/>
            <a:ext cx="1698171" cy="2510971"/>
          </a:xfrm>
          <a:custGeom>
            <a:avLst/>
            <a:gdLst>
              <a:gd name="connsiteX0" fmla="*/ 1698171 w 1698171"/>
              <a:gd name="connsiteY0" fmla="*/ 2510971 h 2510971"/>
              <a:gd name="connsiteX1" fmla="*/ 0 w 1698171"/>
              <a:gd name="connsiteY1" fmla="*/ 43542 h 2510971"/>
              <a:gd name="connsiteX2" fmla="*/ 537028 w 1698171"/>
              <a:gd name="connsiteY2" fmla="*/ 0 h 2510971"/>
              <a:gd name="connsiteX3" fmla="*/ 1698171 w 1698171"/>
              <a:gd name="connsiteY3" fmla="*/ 2510971 h 2510971"/>
            </a:gdLst>
            <a:ahLst/>
            <a:cxnLst>
              <a:cxn ang="0">
                <a:pos x="connsiteX0" y="connsiteY0"/>
              </a:cxn>
              <a:cxn ang="0">
                <a:pos x="connsiteX1" y="connsiteY1"/>
              </a:cxn>
              <a:cxn ang="0">
                <a:pos x="connsiteX2" y="connsiteY2"/>
              </a:cxn>
              <a:cxn ang="0">
                <a:pos x="connsiteX3" y="connsiteY3"/>
              </a:cxn>
            </a:cxnLst>
            <a:rect l="l" t="t" r="r" b="b"/>
            <a:pathLst>
              <a:path w="1698171" h="2510971">
                <a:moveTo>
                  <a:pt x="1698171" y="2510971"/>
                </a:moveTo>
                <a:lnTo>
                  <a:pt x="0" y="43542"/>
                </a:lnTo>
                <a:lnTo>
                  <a:pt x="537028" y="0"/>
                </a:lnTo>
                <a:lnTo>
                  <a:pt x="1698171"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DEEC9E-0778-EDDC-EEB1-1D8F9A97B0BD}"/>
              </a:ext>
            </a:extLst>
          </p:cNvPr>
          <p:cNvSpPr/>
          <p:nvPr/>
        </p:nvSpPr>
        <p:spPr>
          <a:xfrm>
            <a:off x="461590" y="1625600"/>
            <a:ext cx="12194867" cy="1640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9E01D9EC-3751-78C1-9D95-70AEB63694E1}"/>
              </a:ext>
            </a:extLst>
          </p:cNvPr>
          <p:cNvSpPr>
            <a:spLocks noGrp="1"/>
          </p:cNvSpPr>
          <p:nvPr>
            <p:ph type="title"/>
          </p:nvPr>
        </p:nvSpPr>
        <p:spPr>
          <a:xfrm>
            <a:off x="696174" y="23483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b="1" dirty="0">
                <a:solidFill>
                  <a:srgbClr val="000B2E"/>
                </a:solidFill>
                <a:latin typeface="Arial" panose="020B0604020202020204" pitchFamily="34" charset="0"/>
                <a:cs typeface="Arial" panose="020B0604020202020204" pitchFamily="34" charset="0"/>
              </a:rPr>
              <a:t>Increased Capture of </a:t>
            </a:r>
            <a:r>
              <a:rPr lang="en-US" sz="3600" b="1" i="1" dirty="0">
                <a:solidFill>
                  <a:schemeClr val="accent1">
                    <a:lumMod val="75000"/>
                  </a:schemeClr>
                </a:solidFill>
                <a:latin typeface="Arial" panose="020B0604020202020204" pitchFamily="34" charset="0"/>
                <a:cs typeface="Arial" panose="020B0604020202020204" pitchFamily="34" charset="0"/>
              </a:rPr>
              <a:t>Commercial</a:t>
            </a:r>
            <a:r>
              <a:rPr lang="en-US" sz="3600" b="1" dirty="0">
                <a:solidFill>
                  <a:srgbClr val="000B2E"/>
                </a:solidFill>
                <a:latin typeface="Arial" panose="020B0604020202020204" pitchFamily="34" charset="0"/>
                <a:cs typeface="Arial" panose="020B0604020202020204" pitchFamily="34" charset="0"/>
              </a:rPr>
              <a:t> Market Share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7" name="Picture 2" descr="Home - Northern Light Health">
            <a:extLst>
              <a:ext uri="{FF2B5EF4-FFF2-40B4-BE49-F238E27FC236}">
                <a16:creationId xmlns:a16="http://schemas.microsoft.com/office/drawing/2014/main" id="{DB3E55E2-C3DA-B3D6-DB60-93C570B5CD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304" y="1479775"/>
            <a:ext cx="2481203" cy="139132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aineHealth to roll out new logo, new look and new names across hospitals |  Mainebiz.biz">
            <a:extLst>
              <a:ext uri="{FF2B5EF4-FFF2-40B4-BE49-F238E27FC236}">
                <a16:creationId xmlns:a16="http://schemas.microsoft.com/office/drawing/2014/main" id="{7EDC7ADD-3E7C-4BC7-04AB-C3E9204EE0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2281" y="2027918"/>
            <a:ext cx="4206276" cy="58329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entral Maine Healthcare | Where You are the Center">
            <a:extLst>
              <a:ext uri="{FF2B5EF4-FFF2-40B4-BE49-F238E27FC236}">
                <a16:creationId xmlns:a16="http://schemas.microsoft.com/office/drawing/2014/main" id="{6282EB37-1C9F-88C6-EBFA-147EB3B071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64191" y="1879540"/>
            <a:ext cx="3351613" cy="1049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269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Northern Light Health</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9"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951 Employers       140,000</a:t>
            </a:r>
            <a:r>
              <a:rPr lang="en-US" sz="1800" spc="200" dirty="0">
                <a:latin typeface="+mj-lt"/>
                <a:cs typeface="+mj-cs"/>
                <a:sym typeface="Wingdings" panose="05000000000000000000" pitchFamily="2" charset="2"/>
              </a:rPr>
              <a:t>+ Employees       230,000+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extLst>
              <p:ext uri="{D42A27DB-BD31-4B8C-83A1-F6EECF244321}">
                <p14:modId xmlns:p14="http://schemas.microsoft.com/office/powerpoint/2010/main" val="2661267776"/>
              </p:ext>
            </p:extLst>
          </p:nvPr>
        </p:nvGraphicFramePr>
        <p:xfrm>
          <a:off x="4889297" y="2140949"/>
          <a:ext cx="6949427" cy="4273027"/>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Total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NLH Hospital</a:t>
                      </a:r>
                    </a:p>
                  </a:txBody>
                  <a:tcPr marL="9525" marR="9525" marT="9525" marB="0" anchor="b">
                    <a:lnL>
                      <a:noFill/>
                    </a:lnL>
                    <a:lnR>
                      <a:noFill/>
                    </a:lnR>
                    <a:lnT>
                      <a:noFill/>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334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174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105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58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6</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NLH Hospital</a:t>
                      </a:r>
                    </a:p>
                  </a:txBody>
                  <a:tcPr marL="9525" marR="9525" marT="9525" marB="0" anchor="b">
                    <a:lnL>
                      <a:noFill/>
                    </a:lnL>
                    <a:lnR>
                      <a:noFill/>
                    </a:lnR>
                    <a:lnT>
                      <a:noFill/>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156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54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37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NLH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163</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32</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17</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3</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330736"/>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Employees at Above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NLH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25,050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31,500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40,600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63,195</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NLH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11,700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11,100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11,200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12,600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3,000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NLH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12,225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11,250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9,600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11,900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5,400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9,791</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9452134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0" i="0" u="none" strike="noStrike" dirty="0">
                          <a:solidFill>
                            <a:srgbClr val="000000"/>
                          </a:solidFill>
                          <a:effectLst/>
                          <a:latin typeface="Aptos Narrow" panose="020B0004020202020204" pitchFamily="34" charset="0"/>
                        </a:rPr>
                        <a:t>Total Members at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NLH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42,585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44,370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53,550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69,020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30,600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107,432</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NLH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19,890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13,770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18,870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19,040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21,420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5,100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NLH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20,783</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19,125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16,320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20,230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9,180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16,645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545027535"/>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a:solidFill>
                  <a:srgbClr val="000B2E"/>
                </a:solidFill>
              </a:rPr>
              <a:t>Mapping </a:t>
            </a:r>
            <a:r>
              <a:rPr lang="en-US" sz="3600" dirty="0">
                <a:solidFill>
                  <a:srgbClr val="000B2E"/>
                </a:solidFill>
              </a:rPr>
              <a:t>Opportunity for Northern Light Health</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7B9B0B2-9074-A0D9-39BC-764913776305}"/>
              </a:ext>
            </a:extLst>
          </p:cNvPr>
          <p:cNvPicPr>
            <a:picLocks noChangeAspect="1"/>
          </p:cNvPicPr>
          <p:nvPr/>
        </p:nvPicPr>
        <p:blipFill rotWithShape="1">
          <a:blip r:embed="rId2"/>
          <a:srcRect l="3874"/>
          <a:stretch/>
        </p:blipFill>
        <p:spPr>
          <a:xfrm>
            <a:off x="-1" y="2330309"/>
            <a:ext cx="4333487" cy="3741938"/>
          </a:xfrm>
          <a:prstGeom prst="rect">
            <a:avLst/>
          </a:prstGeom>
        </p:spPr>
      </p:pic>
    </p:spTree>
    <p:extLst>
      <p:ext uri="{BB962C8B-B14F-4D97-AF65-F5344CB8AC3E}">
        <p14:creationId xmlns:p14="http://schemas.microsoft.com/office/powerpoint/2010/main" val="3680080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65000"/>
                    <a:lumOff val="3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9</a:t>
            </a:fld>
            <a:endParaRPr lang="en-US" dirty="0"/>
          </a:p>
        </p:txBody>
      </p:sp>
      <p:sp>
        <p:nvSpPr>
          <p:cNvPr id="8" name="Rectangle 7">
            <a:extLst>
              <a:ext uri="{FF2B5EF4-FFF2-40B4-BE49-F238E27FC236}">
                <a16:creationId xmlns:a16="http://schemas.microsoft.com/office/drawing/2014/main" id="{55A48ACE-D370-6BA3-A39B-CF7D87E5C9A5}"/>
              </a:ext>
            </a:extLst>
          </p:cNvPr>
          <p:cNvSpPr/>
          <p:nvPr/>
        </p:nvSpPr>
        <p:spPr>
          <a:xfrm>
            <a:off x="7466120" y="1769985"/>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9386F57-8E81-E6DF-1A01-623E3BB7AB0B}"/>
              </a:ext>
            </a:extLst>
          </p:cNvPr>
          <p:cNvSpPr/>
          <p:nvPr/>
        </p:nvSpPr>
        <p:spPr>
          <a:xfrm>
            <a:off x="7168718" y="1769985"/>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B828AB6-CD3A-4CD3-8950-2942DDBEAC0D}"/>
              </a:ext>
            </a:extLst>
          </p:cNvPr>
          <p:cNvSpPr txBox="1"/>
          <p:nvPr/>
        </p:nvSpPr>
        <p:spPr>
          <a:xfrm>
            <a:off x="8019782" y="1862893"/>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13" name="TextBox 12">
            <a:extLst>
              <a:ext uri="{FF2B5EF4-FFF2-40B4-BE49-F238E27FC236}">
                <a16:creationId xmlns:a16="http://schemas.microsoft.com/office/drawing/2014/main" id="{025AE6BF-C458-13D4-626E-DAD4C1439055}"/>
              </a:ext>
            </a:extLst>
          </p:cNvPr>
          <p:cNvSpPr txBox="1"/>
          <p:nvPr/>
        </p:nvSpPr>
        <p:spPr>
          <a:xfrm>
            <a:off x="7466120" y="2445642"/>
            <a:ext cx="4616389" cy="577081"/>
          </a:xfrm>
          <a:prstGeom prst="rect">
            <a:avLst/>
          </a:prstGeom>
          <a:noFill/>
        </p:spPr>
        <p:txBody>
          <a:bodyPr wrap="square" rtlCol="0">
            <a:spAutoFit/>
          </a:bodyPr>
          <a:lstStyle/>
          <a:p>
            <a:r>
              <a:rPr lang="en-US" sz="1050" dirty="0"/>
              <a:t>KBA currently estimates that Northern Light Health has 32% inpatient market share and 21% outpatient market compared to hospitals/clinics within 20 miles of a NLH hospital. Based on other DTE networks, we expect steerage to be:</a:t>
            </a:r>
          </a:p>
        </p:txBody>
      </p:sp>
      <p:sp>
        <p:nvSpPr>
          <p:cNvPr id="14" name="TextBox 13">
            <a:extLst>
              <a:ext uri="{FF2B5EF4-FFF2-40B4-BE49-F238E27FC236}">
                <a16:creationId xmlns:a16="http://schemas.microsoft.com/office/drawing/2014/main" id="{179940AC-5161-4A7C-F820-720723177F99}"/>
              </a:ext>
            </a:extLst>
          </p:cNvPr>
          <p:cNvSpPr txBox="1"/>
          <p:nvPr/>
        </p:nvSpPr>
        <p:spPr>
          <a:xfrm>
            <a:off x="7664486" y="2975309"/>
            <a:ext cx="488916" cy="307777"/>
          </a:xfrm>
          <a:prstGeom prst="rect">
            <a:avLst/>
          </a:prstGeom>
          <a:noFill/>
        </p:spPr>
        <p:txBody>
          <a:bodyPr wrap="none" rtlCol="0">
            <a:spAutoFit/>
          </a:bodyPr>
          <a:lstStyle/>
          <a:p>
            <a:r>
              <a:rPr lang="en-US" sz="1400" b="1" dirty="0"/>
              <a:t>Low</a:t>
            </a:r>
          </a:p>
        </p:txBody>
      </p:sp>
      <p:sp>
        <p:nvSpPr>
          <p:cNvPr id="15"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6" name="TextBox 15">
            <a:extLst>
              <a:ext uri="{FF2B5EF4-FFF2-40B4-BE49-F238E27FC236}">
                <a16:creationId xmlns:a16="http://schemas.microsoft.com/office/drawing/2014/main" id="{0D3F3B85-69EC-8FED-A956-FFB8BE6FE5D7}"/>
              </a:ext>
            </a:extLst>
          </p:cNvPr>
          <p:cNvSpPr txBox="1"/>
          <p:nvPr/>
        </p:nvSpPr>
        <p:spPr>
          <a:xfrm>
            <a:off x="11393879" y="2975309"/>
            <a:ext cx="524503" cy="307777"/>
          </a:xfrm>
          <a:prstGeom prst="rect">
            <a:avLst/>
          </a:prstGeom>
          <a:noFill/>
        </p:spPr>
        <p:txBody>
          <a:bodyPr wrap="none" rtlCol="0">
            <a:spAutoFit/>
          </a:bodyPr>
          <a:lstStyle/>
          <a:p>
            <a:r>
              <a:rPr lang="en-US" sz="1400" b="1" dirty="0"/>
              <a:t>High</a:t>
            </a:r>
          </a:p>
        </p:txBody>
      </p:sp>
      <p:sp>
        <p:nvSpPr>
          <p:cNvPr id="17" name="TextBox 16">
            <a:extLst>
              <a:ext uri="{FF2B5EF4-FFF2-40B4-BE49-F238E27FC236}">
                <a16:creationId xmlns:a16="http://schemas.microsoft.com/office/drawing/2014/main" id="{19FEE2C1-9161-C3CD-EE7F-6727C796DF0D}"/>
              </a:ext>
            </a:extLst>
          </p:cNvPr>
          <p:cNvSpPr txBox="1"/>
          <p:nvPr/>
        </p:nvSpPr>
        <p:spPr>
          <a:xfrm>
            <a:off x="7690309" y="3237256"/>
            <a:ext cx="583814" cy="369332"/>
          </a:xfrm>
          <a:prstGeom prst="rect">
            <a:avLst/>
          </a:prstGeom>
          <a:noFill/>
        </p:spPr>
        <p:txBody>
          <a:bodyPr wrap="none" rtlCol="0">
            <a:spAutoFit/>
          </a:bodyPr>
          <a:lstStyle/>
          <a:p>
            <a:r>
              <a:rPr lang="en-US" dirty="0"/>
              <a:t>65%</a:t>
            </a:r>
          </a:p>
        </p:txBody>
      </p:sp>
      <p:sp>
        <p:nvSpPr>
          <p:cNvPr id="18" name="TextBox 17">
            <a:extLst>
              <a:ext uri="{FF2B5EF4-FFF2-40B4-BE49-F238E27FC236}">
                <a16:creationId xmlns:a16="http://schemas.microsoft.com/office/drawing/2014/main" id="{1CC51BEE-0560-3D56-4AE8-86D704578774}"/>
              </a:ext>
            </a:extLst>
          </p:cNvPr>
          <p:cNvSpPr txBox="1"/>
          <p:nvPr/>
        </p:nvSpPr>
        <p:spPr>
          <a:xfrm>
            <a:off x="9537152" y="3246134"/>
            <a:ext cx="758541" cy="369332"/>
          </a:xfrm>
          <a:prstGeom prst="rect">
            <a:avLst/>
          </a:prstGeom>
          <a:noFill/>
        </p:spPr>
        <p:txBody>
          <a:bodyPr wrap="none" rtlCol="0">
            <a:spAutoFit/>
          </a:bodyPr>
          <a:lstStyle/>
          <a:p>
            <a:r>
              <a:rPr lang="en-US" dirty="0"/>
              <a:t>77.4%</a:t>
            </a:r>
          </a:p>
        </p:txBody>
      </p:sp>
      <p:sp>
        <p:nvSpPr>
          <p:cNvPr id="19" name="TextBox 18">
            <a:extLst>
              <a:ext uri="{FF2B5EF4-FFF2-40B4-BE49-F238E27FC236}">
                <a16:creationId xmlns:a16="http://schemas.microsoft.com/office/drawing/2014/main" id="{A17D3C89-20DF-71B2-E5D8-1DA9D1F926E7}"/>
              </a:ext>
            </a:extLst>
          </p:cNvPr>
          <p:cNvSpPr txBox="1"/>
          <p:nvPr/>
        </p:nvSpPr>
        <p:spPr>
          <a:xfrm>
            <a:off x="11346430" y="3246134"/>
            <a:ext cx="583814" cy="369332"/>
          </a:xfrm>
          <a:prstGeom prst="rect">
            <a:avLst/>
          </a:prstGeom>
          <a:noFill/>
        </p:spPr>
        <p:txBody>
          <a:bodyPr wrap="none" rtlCol="0">
            <a:spAutoFit/>
          </a:bodyPr>
          <a:lstStyle/>
          <a:p>
            <a:r>
              <a:rPr lang="en-US" dirty="0"/>
              <a:t>85%</a:t>
            </a:r>
          </a:p>
        </p:txBody>
      </p:sp>
      <p:sp>
        <p:nvSpPr>
          <p:cNvPr id="21"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5"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t>KBA observes a NLH 32% commercial margin. Conservatively, we model the DTE to be 5% below commercial (10 percentage-point price reduction with a 5 percentage-point price increase from easier billing):</a:t>
            </a:r>
          </a:p>
        </p:txBody>
      </p:sp>
      <p:sp>
        <p:nvSpPr>
          <p:cNvPr id="26"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7" name="TextBox 26">
            <a:extLst>
              <a:ext uri="{FF2B5EF4-FFF2-40B4-BE49-F238E27FC236}">
                <a16:creationId xmlns:a16="http://schemas.microsoft.com/office/drawing/2014/main" id="{2559AB8C-6F23-81D3-4546-DE75EBD91879}"/>
              </a:ext>
            </a:extLst>
          </p:cNvPr>
          <p:cNvSpPr txBox="1"/>
          <p:nvPr/>
        </p:nvSpPr>
        <p:spPr>
          <a:xfrm>
            <a:off x="9572765" y="5300748"/>
            <a:ext cx="643509" cy="307777"/>
          </a:xfrm>
          <a:prstGeom prst="rect">
            <a:avLst/>
          </a:prstGeom>
          <a:noFill/>
        </p:spPr>
        <p:txBody>
          <a:bodyPr wrap="none" rtlCol="0">
            <a:spAutoFit/>
          </a:bodyPr>
          <a:lstStyle/>
          <a:p>
            <a:r>
              <a:rPr lang="en-US" sz="1400" b="1" dirty="0"/>
              <a:t>Target</a:t>
            </a:r>
          </a:p>
        </p:txBody>
      </p:sp>
      <p:sp>
        <p:nvSpPr>
          <p:cNvPr id="28" name="TextBox 27">
            <a:extLst>
              <a:ext uri="{FF2B5EF4-FFF2-40B4-BE49-F238E27FC236}">
                <a16:creationId xmlns:a16="http://schemas.microsoft.com/office/drawing/2014/main" id="{314AFF5C-ABDA-A82B-40C8-14E2DB160036}"/>
              </a:ext>
            </a:extLst>
          </p:cNvPr>
          <p:cNvSpPr txBox="1"/>
          <p:nvPr/>
        </p:nvSpPr>
        <p:spPr>
          <a:xfrm>
            <a:off x="11436788" y="5300748"/>
            <a:ext cx="524503" cy="307777"/>
          </a:xfrm>
          <a:prstGeom prst="rect">
            <a:avLst/>
          </a:prstGeom>
          <a:noFill/>
        </p:spPr>
        <p:txBody>
          <a:bodyPr wrap="none" rtlCol="0">
            <a:spAutoFit/>
          </a:bodyPr>
          <a:lstStyle/>
          <a:p>
            <a:r>
              <a:rPr lang="en-US" sz="1400" b="1" dirty="0"/>
              <a:t>High</a:t>
            </a:r>
          </a:p>
        </p:txBody>
      </p:sp>
      <p:sp>
        <p:nvSpPr>
          <p:cNvPr id="29" name="TextBox 28">
            <a:extLst>
              <a:ext uri="{FF2B5EF4-FFF2-40B4-BE49-F238E27FC236}">
                <a16:creationId xmlns:a16="http://schemas.microsoft.com/office/drawing/2014/main" id="{2C03026B-6D1E-F7B1-9995-7D9DC1019C60}"/>
              </a:ext>
            </a:extLst>
          </p:cNvPr>
          <p:cNvSpPr txBox="1"/>
          <p:nvPr/>
        </p:nvSpPr>
        <p:spPr>
          <a:xfrm>
            <a:off x="7733218" y="5562695"/>
            <a:ext cx="583814" cy="369332"/>
          </a:xfrm>
          <a:prstGeom prst="rect">
            <a:avLst/>
          </a:prstGeom>
          <a:noFill/>
        </p:spPr>
        <p:txBody>
          <a:bodyPr wrap="none" rtlCol="0">
            <a:spAutoFit/>
          </a:bodyPr>
          <a:lstStyle/>
          <a:p>
            <a:r>
              <a:rPr lang="en-US" dirty="0"/>
              <a:t>18%</a:t>
            </a:r>
          </a:p>
        </p:txBody>
      </p:sp>
      <p:sp>
        <p:nvSpPr>
          <p:cNvPr id="30" name="TextBox 29">
            <a:extLst>
              <a:ext uri="{FF2B5EF4-FFF2-40B4-BE49-F238E27FC236}">
                <a16:creationId xmlns:a16="http://schemas.microsoft.com/office/drawing/2014/main" id="{9C64CEEB-E16A-926D-5DF0-DC8275443A40}"/>
              </a:ext>
            </a:extLst>
          </p:cNvPr>
          <p:cNvSpPr txBox="1"/>
          <p:nvPr/>
        </p:nvSpPr>
        <p:spPr>
          <a:xfrm>
            <a:off x="9580061" y="5571573"/>
            <a:ext cx="583814" cy="369332"/>
          </a:xfrm>
          <a:prstGeom prst="rect">
            <a:avLst/>
          </a:prstGeom>
          <a:noFill/>
        </p:spPr>
        <p:txBody>
          <a:bodyPr wrap="none" rtlCol="0">
            <a:spAutoFit/>
          </a:bodyPr>
          <a:lstStyle/>
          <a:p>
            <a:r>
              <a:rPr lang="en-US" dirty="0"/>
              <a:t>24%</a:t>
            </a:r>
          </a:p>
        </p:txBody>
      </p:sp>
      <p:sp>
        <p:nvSpPr>
          <p:cNvPr id="31" name="TextBox 30">
            <a:extLst>
              <a:ext uri="{FF2B5EF4-FFF2-40B4-BE49-F238E27FC236}">
                <a16:creationId xmlns:a16="http://schemas.microsoft.com/office/drawing/2014/main" id="{716000A2-AFB1-117D-BFF0-2BDA3EA8A77D}"/>
              </a:ext>
            </a:extLst>
          </p:cNvPr>
          <p:cNvSpPr txBox="1"/>
          <p:nvPr/>
        </p:nvSpPr>
        <p:spPr>
          <a:xfrm>
            <a:off x="11389339" y="5571573"/>
            <a:ext cx="758541" cy="369332"/>
          </a:xfrm>
          <a:prstGeom prst="rect">
            <a:avLst/>
          </a:prstGeom>
          <a:noFill/>
        </p:spPr>
        <p:txBody>
          <a:bodyPr wrap="none" rtlCol="0">
            <a:spAutoFit/>
          </a:bodyPr>
          <a:lstStyle/>
          <a:p>
            <a:r>
              <a:rPr lang="en-US" dirty="0"/>
              <a:t>32.3%</a:t>
            </a:r>
          </a:p>
        </p:txBody>
      </p:sp>
      <p:sp>
        <p:nvSpPr>
          <p:cNvPr id="3" name="Rectangle 2">
            <a:extLst>
              <a:ext uri="{FF2B5EF4-FFF2-40B4-BE49-F238E27FC236}">
                <a16:creationId xmlns:a16="http://schemas.microsoft.com/office/drawing/2014/main" id="{E854312B-28D3-E83C-2C75-6E860911BB50}"/>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37" name="Content Placeholder 36">
            <a:extLst>
              <a:ext uri="{FF2B5EF4-FFF2-40B4-BE49-F238E27FC236}">
                <a16:creationId xmlns:a16="http://schemas.microsoft.com/office/drawing/2014/main" id="{437F73D0-D91B-975C-49B7-6CEE950498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9707" y="1634863"/>
            <a:ext cx="6216197" cy="4351338"/>
          </a:xfrm>
        </p:spPr>
      </p:pic>
    </p:spTree>
    <p:extLst>
      <p:ext uri="{BB962C8B-B14F-4D97-AF65-F5344CB8AC3E}">
        <p14:creationId xmlns:p14="http://schemas.microsoft.com/office/powerpoint/2010/main" val="3470905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136DF45-D5B0-585C-20C8-45741BA6198C}"/>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3F05FC98-89A0-63E0-1CBF-EF829E318F6F}"/>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7" name="Rectangle 6">
            <a:extLst>
              <a:ext uri="{FF2B5EF4-FFF2-40B4-BE49-F238E27FC236}">
                <a16:creationId xmlns:a16="http://schemas.microsoft.com/office/drawing/2014/main" id="{DEBD79AC-6896-6E13-B0EE-8405AC1D8926}"/>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pic>
        <p:nvPicPr>
          <p:cNvPr id="14" name="Picture 13">
            <a:extLst>
              <a:ext uri="{FF2B5EF4-FFF2-40B4-BE49-F238E27FC236}">
                <a16:creationId xmlns:a16="http://schemas.microsoft.com/office/drawing/2014/main" id="{B777F969-F274-C633-46B5-7F2AA9946646}"/>
              </a:ext>
            </a:extLst>
          </p:cNvPr>
          <p:cNvPicPr>
            <a:picLocks noChangeAspect="1"/>
          </p:cNvPicPr>
          <p:nvPr/>
        </p:nvPicPr>
        <p:blipFill>
          <a:blip r:embed="rId2"/>
          <a:stretch>
            <a:fillRect/>
          </a:stretch>
        </p:blipFill>
        <p:spPr>
          <a:xfrm>
            <a:off x="2241755" y="12345"/>
            <a:ext cx="9144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2" descr="Home - Northern Light Health">
            <a:extLst>
              <a:ext uri="{FF2B5EF4-FFF2-40B4-BE49-F238E27FC236}">
                <a16:creationId xmlns:a16="http://schemas.microsoft.com/office/drawing/2014/main" id="{12D96072-237A-BF6B-D8FE-D09BB7130A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1808" y="2394733"/>
            <a:ext cx="3340227" cy="187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2A072E6-5B59-F58D-E1D5-FBB1C6050929}"/>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9164B861-2919-13B0-DF11-6C92DA49C7C5}"/>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DTE Network Concern:</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Northern Light Health Brand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5" name="Picture 2" descr="Home - Northern Light Health">
            <a:extLst>
              <a:ext uri="{FF2B5EF4-FFF2-40B4-BE49-F238E27FC236}">
                <a16:creationId xmlns:a16="http://schemas.microsoft.com/office/drawing/2014/main" id="{1B61CA49-7B57-CDA5-C5DA-8E35DA0A46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2542" y="3846098"/>
            <a:ext cx="2481203" cy="139132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MaineHealth to roll out new logo, new look and new names across hospitals |  Mainebiz.biz">
            <a:extLst>
              <a:ext uri="{FF2B5EF4-FFF2-40B4-BE49-F238E27FC236}">
                <a16:creationId xmlns:a16="http://schemas.microsoft.com/office/drawing/2014/main" id="{9C5FF57D-43F2-D916-9B88-F4C27F82FD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562" y="2347925"/>
            <a:ext cx="3047311" cy="42257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Table 11">
            <a:extLst>
              <a:ext uri="{FF2B5EF4-FFF2-40B4-BE49-F238E27FC236}">
                <a16:creationId xmlns:a16="http://schemas.microsoft.com/office/drawing/2014/main" id="{41321162-CB91-DEDA-2A21-0396A8DE825D}"/>
              </a:ext>
            </a:extLst>
          </p:cNvPr>
          <p:cNvGraphicFramePr>
            <a:graphicFrameLocks noGrp="1"/>
          </p:cNvGraphicFramePr>
          <p:nvPr>
            <p:extLst>
              <p:ext uri="{D42A27DB-BD31-4B8C-83A1-F6EECF244321}">
                <p14:modId xmlns:p14="http://schemas.microsoft.com/office/powerpoint/2010/main" val="1097686309"/>
              </p:ext>
            </p:extLst>
          </p:nvPr>
        </p:nvGraphicFramePr>
        <p:xfrm>
          <a:off x="5131837" y="1553360"/>
          <a:ext cx="6888713" cy="3892732"/>
        </p:xfrm>
        <a:graphic>
          <a:graphicData uri="http://schemas.openxmlformats.org/drawingml/2006/table">
            <a:tbl>
              <a:tblPr/>
              <a:tblGrid>
                <a:gridCol w="2202413">
                  <a:extLst>
                    <a:ext uri="{9D8B030D-6E8A-4147-A177-3AD203B41FA5}">
                      <a16:colId xmlns:a16="http://schemas.microsoft.com/office/drawing/2014/main" val="809547676"/>
                    </a:ext>
                  </a:extLst>
                </a:gridCol>
                <a:gridCol w="1152525">
                  <a:extLst>
                    <a:ext uri="{9D8B030D-6E8A-4147-A177-3AD203B41FA5}">
                      <a16:colId xmlns:a16="http://schemas.microsoft.com/office/drawing/2014/main" val="768973917"/>
                    </a:ext>
                  </a:extLst>
                </a:gridCol>
                <a:gridCol w="923925">
                  <a:extLst>
                    <a:ext uri="{9D8B030D-6E8A-4147-A177-3AD203B41FA5}">
                      <a16:colId xmlns:a16="http://schemas.microsoft.com/office/drawing/2014/main" val="4102674167"/>
                    </a:ext>
                  </a:extLst>
                </a:gridCol>
                <a:gridCol w="666750">
                  <a:extLst>
                    <a:ext uri="{9D8B030D-6E8A-4147-A177-3AD203B41FA5}">
                      <a16:colId xmlns:a16="http://schemas.microsoft.com/office/drawing/2014/main" val="544317166"/>
                    </a:ext>
                  </a:extLst>
                </a:gridCol>
                <a:gridCol w="590550">
                  <a:extLst>
                    <a:ext uri="{9D8B030D-6E8A-4147-A177-3AD203B41FA5}">
                      <a16:colId xmlns:a16="http://schemas.microsoft.com/office/drawing/2014/main" val="1752025312"/>
                    </a:ext>
                  </a:extLst>
                </a:gridCol>
                <a:gridCol w="691185">
                  <a:extLst>
                    <a:ext uri="{9D8B030D-6E8A-4147-A177-3AD203B41FA5}">
                      <a16:colId xmlns:a16="http://schemas.microsoft.com/office/drawing/2014/main" val="3107972412"/>
                    </a:ext>
                  </a:extLst>
                </a:gridCol>
                <a:gridCol w="661365">
                  <a:extLst>
                    <a:ext uri="{9D8B030D-6E8A-4147-A177-3AD203B41FA5}">
                      <a16:colId xmlns:a16="http://schemas.microsoft.com/office/drawing/2014/main" val="2136406308"/>
                    </a:ext>
                  </a:extLst>
                </a:gridCol>
              </a:tblGrid>
              <a:tr h="489061">
                <a:tc>
                  <a:txBody>
                    <a:bodyPr/>
                    <a:lstStyle/>
                    <a:p>
                      <a:pPr algn="l" fontAlgn="b"/>
                      <a:r>
                        <a:rPr lang="en-US" sz="1000" b="0" i="0" u="none" strike="noStrike">
                          <a:solidFill>
                            <a:srgbClr val="000000"/>
                          </a:solidFill>
                          <a:effectLst/>
                          <a:latin typeface="Aptos Narrow" panose="020B0004020202020204" pitchFamily="34" charset="0"/>
                        </a:rPr>
                        <a:t>Hospital</a:t>
                      </a:r>
                    </a:p>
                  </a:txBody>
                  <a:tcPr marL="8152" marR="8152" marT="8152" marB="0" anchor="b">
                    <a:lnL>
                      <a:noFill/>
                    </a:lnL>
                    <a:lnR>
                      <a:noFill/>
                    </a:lnR>
                    <a:lnT>
                      <a:noFill/>
                    </a:lnT>
                    <a:lnB>
                      <a:noFill/>
                    </a:lnB>
                    <a:noFill/>
                  </a:tcPr>
                </a:tc>
                <a:tc>
                  <a:txBody>
                    <a:bodyPr/>
                    <a:lstStyle/>
                    <a:p>
                      <a:pPr algn="l" fontAlgn="b"/>
                      <a:r>
                        <a:rPr lang="en-US" sz="1000" b="0" i="0" u="none" strike="noStrike">
                          <a:solidFill>
                            <a:srgbClr val="000000"/>
                          </a:solidFill>
                          <a:effectLst/>
                          <a:latin typeface="Aptos Narrow" panose="020B0004020202020204" pitchFamily="34" charset="0"/>
                        </a:rPr>
                        <a:t>Health System</a:t>
                      </a:r>
                    </a:p>
                  </a:txBody>
                  <a:tcPr marL="8152" marR="8152" marT="8152" marB="0" anchor="b">
                    <a:lnL>
                      <a:noFill/>
                    </a:lnL>
                    <a:lnR>
                      <a:noFill/>
                    </a:lnR>
                    <a:lnT>
                      <a:noFill/>
                    </a:lnT>
                    <a:lnB>
                      <a:noFill/>
                    </a:lnB>
                    <a:noFill/>
                  </a:tcPr>
                </a:tc>
                <a:tc>
                  <a:txBody>
                    <a:bodyPr/>
                    <a:lstStyle/>
                    <a:p>
                      <a:pPr algn="ctr" fontAlgn="b"/>
                      <a:r>
                        <a:rPr lang="en-US" sz="1000" b="0" i="0" u="none" strike="noStrike" dirty="0">
                          <a:solidFill>
                            <a:srgbClr val="000000"/>
                          </a:solidFill>
                          <a:effectLst/>
                          <a:latin typeface="Aptos Narrow" panose="020B0004020202020204" pitchFamily="34" charset="0"/>
                        </a:rPr>
                        <a:t>Recommendation Percentile</a:t>
                      </a:r>
                    </a:p>
                  </a:txBody>
                  <a:tcPr marL="8152" marR="8152" marT="8152" marB="0" anchor="b">
                    <a:lnL>
                      <a:noFill/>
                    </a:lnL>
                    <a:lnR>
                      <a:noFill/>
                    </a:lnR>
                    <a:lnT>
                      <a:noFill/>
                    </a:lnT>
                    <a:lnB>
                      <a:noFill/>
                    </a:lnB>
                    <a:noFill/>
                  </a:tcPr>
                </a:tc>
                <a:tc>
                  <a:txBody>
                    <a:bodyPr/>
                    <a:lstStyle/>
                    <a:p>
                      <a:pPr algn="ctr" fontAlgn="b"/>
                      <a:r>
                        <a:rPr lang="en-US" sz="1000" b="0" i="0" u="none" strike="noStrike" dirty="0">
                          <a:solidFill>
                            <a:srgbClr val="000000"/>
                          </a:solidFill>
                          <a:effectLst/>
                          <a:latin typeface="Aptos Narrow" panose="020B0004020202020204" pitchFamily="34" charset="0"/>
                        </a:rPr>
                        <a:t>CMS Stars Percentile</a:t>
                      </a:r>
                    </a:p>
                  </a:txBody>
                  <a:tcPr marL="8152" marR="8152" marT="8152" marB="0" anchor="b">
                    <a:lnL>
                      <a:noFill/>
                    </a:lnL>
                    <a:lnR>
                      <a:noFill/>
                    </a:lnR>
                    <a:lnT>
                      <a:noFill/>
                    </a:lnT>
                    <a:lnB>
                      <a:noFill/>
                    </a:lnB>
                    <a:noFill/>
                  </a:tcPr>
                </a:tc>
                <a:tc>
                  <a:txBody>
                    <a:bodyPr/>
                    <a:lstStyle/>
                    <a:p>
                      <a:pPr algn="ctr" fontAlgn="b"/>
                      <a:r>
                        <a:rPr lang="en-US" sz="1000" b="0" i="0" u="none" strike="noStrike" dirty="0">
                          <a:solidFill>
                            <a:srgbClr val="000000"/>
                          </a:solidFill>
                          <a:effectLst/>
                          <a:latin typeface="Aptos Narrow" panose="020B0004020202020204" pitchFamily="34" charset="0"/>
                        </a:rPr>
                        <a:t>Mortality Percentile</a:t>
                      </a:r>
                    </a:p>
                  </a:txBody>
                  <a:tcPr marL="8152" marR="8152" marT="8152" marB="0" anchor="b">
                    <a:lnL>
                      <a:noFill/>
                    </a:lnL>
                    <a:lnR>
                      <a:noFill/>
                    </a:lnR>
                    <a:lnT>
                      <a:noFill/>
                    </a:lnT>
                    <a:lnB>
                      <a:noFill/>
                    </a:lnB>
                    <a:noFill/>
                  </a:tcPr>
                </a:tc>
                <a:tc>
                  <a:txBody>
                    <a:bodyPr/>
                    <a:lstStyle/>
                    <a:p>
                      <a:pPr algn="ctr" fontAlgn="b"/>
                      <a:r>
                        <a:rPr lang="en-US" sz="1000" b="0" i="0" u="none" strike="noStrike" dirty="0">
                          <a:solidFill>
                            <a:srgbClr val="000000"/>
                          </a:solidFill>
                          <a:effectLst/>
                          <a:latin typeface="Aptos Narrow" panose="020B0004020202020204" pitchFamily="34" charset="0"/>
                        </a:rPr>
                        <a:t>Readmission Percentile</a:t>
                      </a:r>
                    </a:p>
                  </a:txBody>
                  <a:tcPr marL="8152" marR="8152" marT="8152" marB="0" anchor="b">
                    <a:lnL>
                      <a:noFill/>
                    </a:lnL>
                    <a:lnR>
                      <a:noFill/>
                    </a:lnR>
                    <a:lnT>
                      <a:noFill/>
                    </a:lnT>
                    <a:lnB>
                      <a:noFill/>
                    </a:lnB>
                    <a:noFill/>
                  </a:tcPr>
                </a:tc>
                <a:tc>
                  <a:txBody>
                    <a:bodyPr/>
                    <a:lstStyle/>
                    <a:p>
                      <a:pPr algn="ctr" fontAlgn="b"/>
                      <a:r>
                        <a:rPr lang="en-US" sz="1000" b="0" i="0" u="none" strike="noStrike" dirty="0">
                          <a:solidFill>
                            <a:srgbClr val="000000"/>
                          </a:solidFill>
                          <a:effectLst/>
                          <a:latin typeface="Aptos Narrow" panose="020B0004020202020204" pitchFamily="34" charset="0"/>
                        </a:rPr>
                        <a:t>KBA Brand Quality Rating</a:t>
                      </a:r>
                    </a:p>
                  </a:txBody>
                  <a:tcPr marL="8152" marR="8152" marT="8152" marB="0" anchor="b">
                    <a:lnL>
                      <a:noFill/>
                    </a:lnL>
                    <a:lnR>
                      <a:noFill/>
                    </a:lnR>
                    <a:lnT>
                      <a:noFill/>
                    </a:lnT>
                    <a:lnB>
                      <a:noFill/>
                    </a:lnB>
                    <a:noFill/>
                  </a:tcPr>
                </a:tc>
                <a:extLst>
                  <a:ext uri="{0D108BD9-81ED-4DB2-BD59-A6C34878D82A}">
                    <a16:rowId xmlns:a16="http://schemas.microsoft.com/office/drawing/2014/main" val="834850968"/>
                  </a:ext>
                </a:extLst>
              </a:tr>
              <a:tr h="181807">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Lincolnhealth</a:t>
                      </a:r>
                    </a:p>
                  </a:txBody>
                  <a:tcPr marL="8152" marR="8152" marT="8152" marB="0" anchor="b">
                    <a:lnL>
                      <a:noFill/>
                    </a:lnL>
                    <a:lnR>
                      <a:noFill/>
                    </a:lnR>
                    <a:lnT>
                      <a:noFill/>
                    </a:lnT>
                    <a:lnB>
                      <a:noFill/>
                    </a:lnB>
                    <a:solidFill>
                      <a:srgbClr val="E23440"/>
                    </a:solidFill>
                  </a:tcPr>
                </a:tc>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Mainehealth</a:t>
                      </a:r>
                    </a:p>
                  </a:txBody>
                  <a:tcPr marL="8152" marR="8152" marT="8152" marB="0" anchor="b">
                    <a:lnL>
                      <a:noFill/>
                    </a:lnL>
                    <a:lnR>
                      <a:noFill/>
                    </a:lnR>
                    <a:lnT>
                      <a:noFill/>
                    </a:lnT>
                    <a:lnB>
                      <a:noFill/>
                    </a:lnB>
                    <a:solidFill>
                      <a:srgbClr val="E23440"/>
                    </a:solidFill>
                  </a:tcPr>
                </a:tc>
                <a:tc>
                  <a:txBody>
                    <a:bodyPr/>
                    <a:lstStyle/>
                    <a:p>
                      <a:pPr algn="ctr" fontAlgn="b"/>
                      <a:r>
                        <a:rPr lang="en-US" sz="1000" b="0" i="0" u="none" strike="noStrike" dirty="0">
                          <a:solidFill>
                            <a:srgbClr val="FFFFFF"/>
                          </a:solidFill>
                          <a:effectLst/>
                          <a:highlight>
                            <a:srgbClr val="286B8A"/>
                          </a:highlight>
                          <a:latin typeface="Aptos Narrow" panose="020B0004020202020204" pitchFamily="34" charset="0"/>
                        </a:rPr>
                        <a:t>90</a:t>
                      </a:r>
                    </a:p>
                  </a:txBody>
                  <a:tcPr marL="8152" marR="8152" marT="8152" marB="0" anchor="b">
                    <a:lnL>
                      <a:noFill/>
                    </a:lnL>
                    <a:lnR>
                      <a:noFill/>
                    </a:lnR>
                    <a:lnT>
                      <a:noFill/>
                    </a:lnT>
                    <a:lnB>
                      <a:noFill/>
                    </a:lnB>
                    <a:solidFill>
                      <a:srgbClr val="286B8A"/>
                    </a:solidFill>
                  </a:tcPr>
                </a:tc>
                <a:tc>
                  <a:txBody>
                    <a:bodyPr/>
                    <a:lstStyle/>
                    <a:p>
                      <a:pPr algn="ctr" fontAlgn="b"/>
                      <a:r>
                        <a:rPr lang="en-US" sz="1000" b="0" i="0" u="none" strike="noStrike">
                          <a:solidFill>
                            <a:srgbClr val="FFFFFF"/>
                          </a:solidFill>
                          <a:effectLst/>
                          <a:highlight>
                            <a:srgbClr val="33728F"/>
                          </a:highlight>
                          <a:latin typeface="Aptos Narrow" panose="020B0004020202020204" pitchFamily="34" charset="0"/>
                        </a:rPr>
                        <a:t>84</a:t>
                      </a:r>
                    </a:p>
                  </a:txBody>
                  <a:tcPr marL="8152" marR="8152" marT="8152" marB="0" anchor="b">
                    <a:lnL>
                      <a:noFill/>
                    </a:lnL>
                    <a:lnR>
                      <a:noFill/>
                    </a:lnR>
                    <a:lnT>
                      <a:noFill/>
                    </a:lnT>
                    <a:lnB>
                      <a:noFill/>
                    </a:lnB>
                    <a:solidFill>
                      <a:srgbClr val="33728F"/>
                    </a:solidFill>
                  </a:tcPr>
                </a:tc>
                <a:tc>
                  <a:txBody>
                    <a:bodyPr/>
                    <a:lstStyle/>
                    <a:p>
                      <a:pPr algn="ctr" fontAlgn="b"/>
                      <a:r>
                        <a:rPr lang="en-US" sz="1000" b="0" i="0" u="none" strike="noStrike">
                          <a:solidFill>
                            <a:srgbClr val="000000"/>
                          </a:solidFill>
                          <a:effectLst/>
                          <a:latin typeface="Aptos Narrow" panose="020B0004020202020204" pitchFamily="34" charset="0"/>
                        </a:rPr>
                        <a:t>NA</a:t>
                      </a:r>
                    </a:p>
                  </a:txBody>
                  <a:tcPr marL="8152" marR="8152" marT="8152" marB="0" anchor="b">
                    <a:lnL>
                      <a:noFill/>
                    </a:lnL>
                    <a:lnR>
                      <a:noFill/>
                    </a:lnR>
                    <a:lnT>
                      <a:noFill/>
                    </a:lnT>
                    <a:lnB>
                      <a:noFill/>
                    </a:lnB>
                    <a:noFill/>
                  </a:tcPr>
                </a:tc>
                <a:tc>
                  <a:txBody>
                    <a:bodyPr/>
                    <a:lstStyle/>
                    <a:p>
                      <a:pPr algn="ctr" fontAlgn="b"/>
                      <a:r>
                        <a:rPr lang="en-US" sz="1000" b="0" i="0" u="none" strike="noStrike">
                          <a:solidFill>
                            <a:srgbClr val="FFFFFF"/>
                          </a:solidFill>
                          <a:effectLst/>
                          <a:highlight>
                            <a:srgbClr val="367490"/>
                          </a:highlight>
                          <a:latin typeface="Aptos Narrow" panose="020B0004020202020204" pitchFamily="34" charset="0"/>
                        </a:rPr>
                        <a:t>83</a:t>
                      </a:r>
                    </a:p>
                  </a:txBody>
                  <a:tcPr marL="8152" marR="8152" marT="8152" marB="0" anchor="b">
                    <a:lnL>
                      <a:noFill/>
                    </a:lnL>
                    <a:lnR>
                      <a:noFill/>
                    </a:lnR>
                    <a:lnT>
                      <a:noFill/>
                    </a:lnT>
                    <a:lnB>
                      <a:noFill/>
                    </a:lnB>
                    <a:solidFill>
                      <a:srgbClr val="367490"/>
                    </a:solidFill>
                  </a:tcPr>
                </a:tc>
                <a:tc>
                  <a:txBody>
                    <a:bodyPr/>
                    <a:lstStyle/>
                    <a:p>
                      <a:pPr algn="ctr" fontAlgn="b"/>
                      <a:r>
                        <a:rPr lang="en-US" sz="1000" b="0" i="0" u="none" strike="noStrike">
                          <a:solidFill>
                            <a:srgbClr val="FFFFFF"/>
                          </a:solidFill>
                          <a:effectLst/>
                          <a:highlight>
                            <a:srgbClr val="156082"/>
                          </a:highlight>
                          <a:latin typeface="Aptos Narrow" panose="020B0004020202020204" pitchFamily="34" charset="0"/>
                        </a:rPr>
                        <a:t>77</a:t>
                      </a:r>
                    </a:p>
                  </a:txBody>
                  <a:tcPr marL="8152" marR="8152" marT="8152" marB="0" anchor="b">
                    <a:lnL>
                      <a:noFill/>
                    </a:lnL>
                    <a:lnR>
                      <a:noFill/>
                    </a:lnR>
                    <a:lnT>
                      <a:noFill/>
                    </a:lnT>
                    <a:lnB>
                      <a:noFill/>
                    </a:lnB>
                    <a:solidFill>
                      <a:srgbClr val="156082"/>
                    </a:solidFill>
                  </a:tcPr>
                </a:tc>
                <a:extLst>
                  <a:ext uri="{0D108BD9-81ED-4DB2-BD59-A6C34878D82A}">
                    <a16:rowId xmlns:a16="http://schemas.microsoft.com/office/drawing/2014/main" val="1359774695"/>
                  </a:ext>
                </a:extLst>
              </a:tr>
              <a:tr h="181807">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Mercy Hospital</a:t>
                      </a:r>
                    </a:p>
                  </a:txBody>
                  <a:tcPr marL="8152" marR="8152" marT="8152" marB="0" anchor="b">
                    <a:lnL>
                      <a:noFill/>
                    </a:lnL>
                    <a:lnR>
                      <a:noFill/>
                    </a:lnR>
                    <a:lnT>
                      <a:noFill/>
                    </a:lnT>
                    <a:lnB>
                      <a:noFill/>
                    </a:lnB>
                    <a:solidFill>
                      <a:srgbClr val="259AA2"/>
                    </a:solidFill>
                  </a:tcPr>
                </a:tc>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Health</a:t>
                      </a:r>
                    </a:p>
                  </a:txBody>
                  <a:tcPr marL="8152" marR="8152" marT="8152" marB="0" anchor="b">
                    <a:lnL>
                      <a:noFill/>
                    </a:lnL>
                    <a:lnR>
                      <a:noFill/>
                    </a:lnR>
                    <a:lnT>
                      <a:noFill/>
                    </a:lnT>
                    <a:lnB>
                      <a:noFill/>
                    </a:lnB>
                    <a:solidFill>
                      <a:srgbClr val="259AA2"/>
                    </a:solidFill>
                  </a:tcPr>
                </a:tc>
                <a:tc>
                  <a:txBody>
                    <a:bodyPr/>
                    <a:lstStyle/>
                    <a:p>
                      <a:pPr algn="ctr" fontAlgn="b"/>
                      <a:r>
                        <a:rPr lang="en-US" sz="1000" b="0" i="0" u="none" strike="noStrike">
                          <a:solidFill>
                            <a:srgbClr val="FFFFFF"/>
                          </a:solidFill>
                          <a:effectLst/>
                          <a:highlight>
                            <a:srgbClr val="226888"/>
                          </a:highlight>
                          <a:latin typeface="Aptos Narrow" panose="020B0004020202020204" pitchFamily="34" charset="0"/>
                        </a:rPr>
                        <a:t>93</a:t>
                      </a:r>
                    </a:p>
                  </a:txBody>
                  <a:tcPr marL="8152" marR="8152" marT="8152" marB="0" anchor="b">
                    <a:lnL>
                      <a:noFill/>
                    </a:lnL>
                    <a:lnR>
                      <a:noFill/>
                    </a:lnR>
                    <a:lnT>
                      <a:noFill/>
                    </a:lnT>
                    <a:lnB>
                      <a:noFill/>
                    </a:lnB>
                    <a:solidFill>
                      <a:srgbClr val="226888"/>
                    </a:solidFill>
                  </a:tcPr>
                </a:tc>
                <a:tc>
                  <a:txBody>
                    <a:bodyPr/>
                    <a:lstStyle/>
                    <a:p>
                      <a:pPr algn="ctr" fontAlgn="b"/>
                      <a:r>
                        <a:rPr lang="en-US" sz="1000" b="0" i="0" u="none" strike="noStrike" dirty="0">
                          <a:solidFill>
                            <a:srgbClr val="FFFFFF"/>
                          </a:solidFill>
                          <a:effectLst/>
                          <a:highlight>
                            <a:srgbClr val="33728F"/>
                          </a:highlight>
                          <a:latin typeface="Aptos Narrow" panose="020B0004020202020204" pitchFamily="34" charset="0"/>
                        </a:rPr>
                        <a:t>84</a:t>
                      </a:r>
                    </a:p>
                  </a:txBody>
                  <a:tcPr marL="8152" marR="8152" marT="8152" marB="0" anchor="b">
                    <a:lnL>
                      <a:noFill/>
                    </a:lnL>
                    <a:lnR>
                      <a:noFill/>
                    </a:lnR>
                    <a:lnT>
                      <a:noFill/>
                    </a:lnT>
                    <a:lnB>
                      <a:noFill/>
                    </a:lnB>
                    <a:solidFill>
                      <a:srgbClr val="33728F"/>
                    </a:solidFill>
                  </a:tcPr>
                </a:tc>
                <a:tc>
                  <a:txBody>
                    <a:bodyPr/>
                    <a:lstStyle/>
                    <a:p>
                      <a:pPr algn="ctr" fontAlgn="b"/>
                      <a:r>
                        <a:rPr lang="en-US" sz="1000" b="0" i="0" u="none" strike="noStrike">
                          <a:solidFill>
                            <a:srgbClr val="FFFFFF"/>
                          </a:solidFill>
                          <a:effectLst/>
                          <a:highlight>
                            <a:srgbClr val="52859C"/>
                          </a:highlight>
                          <a:latin typeface="Aptos Narrow" panose="020B0004020202020204" pitchFamily="34" charset="0"/>
                        </a:rPr>
                        <a:t>68</a:t>
                      </a:r>
                    </a:p>
                  </a:txBody>
                  <a:tcPr marL="8152" marR="8152" marT="8152" marB="0" anchor="b">
                    <a:lnL>
                      <a:noFill/>
                    </a:lnL>
                    <a:lnR>
                      <a:noFill/>
                    </a:lnR>
                    <a:lnT>
                      <a:noFill/>
                    </a:lnT>
                    <a:lnB>
                      <a:noFill/>
                    </a:lnB>
                    <a:solidFill>
                      <a:srgbClr val="52859C"/>
                    </a:solidFill>
                  </a:tcPr>
                </a:tc>
                <a:tc>
                  <a:txBody>
                    <a:bodyPr/>
                    <a:lstStyle/>
                    <a:p>
                      <a:pPr algn="ctr" fontAlgn="b"/>
                      <a:r>
                        <a:rPr lang="en-US" sz="1000" b="0" i="0" u="none" strike="noStrike">
                          <a:solidFill>
                            <a:srgbClr val="FFFFFF"/>
                          </a:solidFill>
                          <a:effectLst/>
                          <a:highlight>
                            <a:srgbClr val="4B8099"/>
                          </a:highlight>
                          <a:latin typeface="Aptos Narrow" panose="020B0004020202020204" pitchFamily="34" charset="0"/>
                        </a:rPr>
                        <a:t>72</a:t>
                      </a:r>
                    </a:p>
                  </a:txBody>
                  <a:tcPr marL="8152" marR="8152" marT="8152" marB="0" anchor="b">
                    <a:lnL>
                      <a:noFill/>
                    </a:lnL>
                    <a:lnR>
                      <a:noFill/>
                    </a:lnR>
                    <a:lnT>
                      <a:noFill/>
                    </a:lnT>
                    <a:lnB>
                      <a:noFill/>
                    </a:lnB>
                    <a:solidFill>
                      <a:srgbClr val="4B8099"/>
                    </a:solidFill>
                  </a:tcPr>
                </a:tc>
                <a:tc>
                  <a:txBody>
                    <a:bodyPr/>
                    <a:lstStyle/>
                    <a:p>
                      <a:pPr algn="ctr" fontAlgn="b"/>
                      <a:r>
                        <a:rPr lang="en-US" sz="1000" b="0" i="0" u="none" strike="noStrike" dirty="0">
                          <a:solidFill>
                            <a:srgbClr val="FFFFFF"/>
                          </a:solidFill>
                          <a:effectLst/>
                          <a:highlight>
                            <a:srgbClr val="1B6384"/>
                          </a:highlight>
                          <a:latin typeface="Aptos Narrow" panose="020B0004020202020204" pitchFamily="34" charset="0"/>
                        </a:rPr>
                        <a:t>76</a:t>
                      </a:r>
                    </a:p>
                  </a:txBody>
                  <a:tcPr marL="8152" marR="8152" marT="8152" marB="0" anchor="b">
                    <a:lnL>
                      <a:noFill/>
                    </a:lnL>
                    <a:lnR>
                      <a:noFill/>
                    </a:lnR>
                    <a:lnT>
                      <a:noFill/>
                    </a:lnT>
                    <a:lnB>
                      <a:noFill/>
                    </a:lnB>
                    <a:solidFill>
                      <a:srgbClr val="1B6384"/>
                    </a:solidFill>
                  </a:tcPr>
                </a:tc>
                <a:extLst>
                  <a:ext uri="{0D108BD9-81ED-4DB2-BD59-A6C34878D82A}">
                    <a16:rowId xmlns:a16="http://schemas.microsoft.com/office/drawing/2014/main" val="3163886771"/>
                  </a:ext>
                </a:extLst>
              </a:tr>
              <a:tr h="181807">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Stephens Memorial Hospital</a:t>
                      </a:r>
                    </a:p>
                  </a:txBody>
                  <a:tcPr marL="8152" marR="8152" marT="8152" marB="0" anchor="b">
                    <a:lnL>
                      <a:noFill/>
                    </a:lnL>
                    <a:lnR>
                      <a:noFill/>
                    </a:lnR>
                    <a:lnT>
                      <a:noFill/>
                    </a:lnT>
                    <a:lnB>
                      <a:noFill/>
                    </a:lnB>
                    <a:solidFill>
                      <a:srgbClr val="E23440"/>
                    </a:solidFill>
                  </a:tcPr>
                </a:tc>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Mainehealth</a:t>
                      </a:r>
                    </a:p>
                  </a:txBody>
                  <a:tcPr marL="8152" marR="8152" marT="8152" marB="0" anchor="b">
                    <a:lnL>
                      <a:noFill/>
                    </a:lnL>
                    <a:lnR>
                      <a:noFill/>
                    </a:lnR>
                    <a:lnT>
                      <a:noFill/>
                    </a:lnT>
                    <a:lnB>
                      <a:noFill/>
                    </a:lnB>
                    <a:solidFill>
                      <a:srgbClr val="E23440"/>
                    </a:solidFill>
                  </a:tcPr>
                </a:tc>
                <a:tc>
                  <a:txBody>
                    <a:bodyPr/>
                    <a:lstStyle/>
                    <a:p>
                      <a:pPr algn="ctr" fontAlgn="b"/>
                      <a:r>
                        <a:rPr lang="en-US" sz="1000" b="0" i="0" u="none" strike="noStrike">
                          <a:solidFill>
                            <a:srgbClr val="FFFFFF"/>
                          </a:solidFill>
                          <a:effectLst/>
                          <a:highlight>
                            <a:srgbClr val="2F708D"/>
                          </a:highlight>
                          <a:latin typeface="Aptos Narrow" panose="020B0004020202020204" pitchFamily="34" charset="0"/>
                        </a:rPr>
                        <a:t>86</a:t>
                      </a:r>
                    </a:p>
                  </a:txBody>
                  <a:tcPr marL="8152" marR="8152" marT="8152" marB="0" anchor="b">
                    <a:lnL>
                      <a:noFill/>
                    </a:lnL>
                    <a:lnR>
                      <a:noFill/>
                    </a:lnR>
                    <a:lnT>
                      <a:noFill/>
                    </a:lnT>
                    <a:lnB>
                      <a:noFill/>
                    </a:lnB>
                    <a:solidFill>
                      <a:srgbClr val="2F708D"/>
                    </a:solidFill>
                  </a:tcPr>
                </a:tc>
                <a:tc>
                  <a:txBody>
                    <a:bodyPr/>
                    <a:lstStyle/>
                    <a:p>
                      <a:pPr algn="ctr" fontAlgn="b"/>
                      <a:r>
                        <a:rPr lang="en-US" sz="1000" b="0" i="0" u="none" strike="noStrike" dirty="0">
                          <a:solidFill>
                            <a:srgbClr val="FFFFFF"/>
                          </a:solidFill>
                          <a:effectLst/>
                          <a:highlight>
                            <a:srgbClr val="33728F"/>
                          </a:highlight>
                          <a:latin typeface="Aptos Narrow" panose="020B0004020202020204" pitchFamily="34" charset="0"/>
                        </a:rPr>
                        <a:t>84</a:t>
                      </a:r>
                    </a:p>
                  </a:txBody>
                  <a:tcPr marL="8152" marR="8152" marT="8152" marB="0" anchor="b">
                    <a:lnL>
                      <a:noFill/>
                    </a:lnL>
                    <a:lnR>
                      <a:noFill/>
                    </a:lnR>
                    <a:lnT>
                      <a:noFill/>
                    </a:lnT>
                    <a:lnB>
                      <a:noFill/>
                    </a:lnB>
                    <a:solidFill>
                      <a:srgbClr val="33728F"/>
                    </a:solidFill>
                  </a:tcPr>
                </a:tc>
                <a:tc>
                  <a:txBody>
                    <a:bodyPr/>
                    <a:lstStyle/>
                    <a:p>
                      <a:pPr algn="ctr" fontAlgn="b"/>
                      <a:r>
                        <a:rPr lang="en-US" sz="1000" b="0" i="0" u="none" strike="noStrike">
                          <a:solidFill>
                            <a:srgbClr val="000000"/>
                          </a:solidFill>
                          <a:effectLst/>
                          <a:latin typeface="Aptos Narrow" panose="020B0004020202020204" pitchFamily="34" charset="0"/>
                        </a:rPr>
                        <a:t>NA</a:t>
                      </a:r>
                    </a:p>
                  </a:txBody>
                  <a:tcPr marL="8152" marR="8152" marT="8152" marB="0" anchor="b">
                    <a:lnL>
                      <a:noFill/>
                    </a:lnL>
                    <a:lnR>
                      <a:noFill/>
                    </a:lnR>
                    <a:lnT>
                      <a:noFill/>
                    </a:lnT>
                    <a:lnB>
                      <a:noFill/>
                    </a:lnB>
                    <a:noFill/>
                  </a:tcPr>
                </a:tc>
                <a:tc>
                  <a:txBody>
                    <a:bodyPr/>
                    <a:lstStyle/>
                    <a:p>
                      <a:pPr algn="ctr" fontAlgn="b"/>
                      <a:r>
                        <a:rPr lang="en-US" sz="1000" b="0" i="0" u="none" strike="noStrike">
                          <a:solidFill>
                            <a:srgbClr val="FFFFFF"/>
                          </a:solidFill>
                          <a:effectLst/>
                          <a:highlight>
                            <a:srgbClr val="437C96"/>
                          </a:highlight>
                          <a:latin typeface="Aptos Narrow" panose="020B0004020202020204" pitchFamily="34" charset="0"/>
                        </a:rPr>
                        <a:t>76</a:t>
                      </a:r>
                    </a:p>
                  </a:txBody>
                  <a:tcPr marL="8152" marR="8152" marT="8152" marB="0" anchor="b">
                    <a:lnL>
                      <a:noFill/>
                    </a:lnL>
                    <a:lnR>
                      <a:noFill/>
                    </a:lnR>
                    <a:lnT>
                      <a:noFill/>
                    </a:lnT>
                    <a:lnB>
                      <a:noFill/>
                    </a:lnB>
                    <a:solidFill>
                      <a:srgbClr val="437C96"/>
                    </a:solidFill>
                  </a:tcPr>
                </a:tc>
                <a:tc>
                  <a:txBody>
                    <a:bodyPr/>
                    <a:lstStyle/>
                    <a:p>
                      <a:pPr algn="ctr" fontAlgn="b"/>
                      <a:r>
                        <a:rPr lang="en-US" sz="1000" b="0" i="0" u="none" strike="noStrike">
                          <a:solidFill>
                            <a:srgbClr val="FFFFFF"/>
                          </a:solidFill>
                          <a:effectLst/>
                          <a:highlight>
                            <a:srgbClr val="206685"/>
                          </a:highlight>
                          <a:latin typeface="Aptos Narrow" panose="020B0004020202020204" pitchFamily="34" charset="0"/>
                        </a:rPr>
                        <a:t>75</a:t>
                      </a:r>
                    </a:p>
                  </a:txBody>
                  <a:tcPr marL="8152" marR="8152" marT="8152" marB="0" anchor="b">
                    <a:lnL>
                      <a:noFill/>
                    </a:lnL>
                    <a:lnR>
                      <a:noFill/>
                    </a:lnR>
                    <a:lnT>
                      <a:noFill/>
                    </a:lnT>
                    <a:lnB>
                      <a:noFill/>
                    </a:lnB>
                    <a:solidFill>
                      <a:srgbClr val="206685"/>
                    </a:solidFill>
                  </a:tcPr>
                </a:tc>
                <a:extLst>
                  <a:ext uri="{0D108BD9-81ED-4DB2-BD59-A6C34878D82A}">
                    <a16:rowId xmlns:a16="http://schemas.microsoft.com/office/drawing/2014/main" val="1809072111"/>
                  </a:ext>
                </a:extLst>
              </a:tr>
              <a:tr h="181807">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Maine Medical Center</a:t>
                      </a:r>
                    </a:p>
                  </a:txBody>
                  <a:tcPr marL="8152" marR="8152" marT="8152" marB="0" anchor="b">
                    <a:lnL>
                      <a:noFill/>
                    </a:lnL>
                    <a:lnR>
                      <a:noFill/>
                    </a:lnR>
                    <a:lnT>
                      <a:noFill/>
                    </a:lnT>
                    <a:lnB>
                      <a:noFill/>
                    </a:lnB>
                    <a:solidFill>
                      <a:srgbClr val="E23440"/>
                    </a:solidFill>
                  </a:tcPr>
                </a:tc>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Mainehealth</a:t>
                      </a:r>
                    </a:p>
                  </a:txBody>
                  <a:tcPr marL="8152" marR="8152" marT="8152" marB="0" anchor="b">
                    <a:lnL>
                      <a:noFill/>
                    </a:lnL>
                    <a:lnR>
                      <a:noFill/>
                    </a:lnR>
                    <a:lnT>
                      <a:noFill/>
                    </a:lnT>
                    <a:lnB>
                      <a:noFill/>
                    </a:lnB>
                    <a:solidFill>
                      <a:srgbClr val="E23440"/>
                    </a:solidFill>
                  </a:tcPr>
                </a:tc>
                <a:tc>
                  <a:txBody>
                    <a:bodyPr/>
                    <a:lstStyle/>
                    <a:p>
                      <a:pPr algn="ctr" fontAlgn="b"/>
                      <a:r>
                        <a:rPr lang="en-US" sz="1000" b="0" i="0" u="none" strike="noStrike">
                          <a:solidFill>
                            <a:srgbClr val="FFFFFF"/>
                          </a:solidFill>
                          <a:effectLst/>
                          <a:highlight>
                            <a:srgbClr val="467E97"/>
                          </a:highlight>
                          <a:latin typeface="Aptos Narrow" panose="020B0004020202020204" pitchFamily="34" charset="0"/>
                        </a:rPr>
                        <a:t>74</a:t>
                      </a:r>
                    </a:p>
                  </a:txBody>
                  <a:tcPr marL="8152" marR="8152" marT="8152" marB="0" anchor="b">
                    <a:lnL>
                      <a:noFill/>
                    </a:lnL>
                    <a:lnR>
                      <a:noFill/>
                    </a:lnR>
                    <a:lnT>
                      <a:noFill/>
                    </a:lnT>
                    <a:lnB>
                      <a:noFill/>
                    </a:lnB>
                    <a:solidFill>
                      <a:srgbClr val="467E97"/>
                    </a:solidFill>
                  </a:tcPr>
                </a:tc>
                <a:tc>
                  <a:txBody>
                    <a:bodyPr/>
                    <a:lstStyle/>
                    <a:p>
                      <a:pPr algn="ctr" fontAlgn="b"/>
                      <a:r>
                        <a:rPr lang="en-US" sz="1000" b="0" i="0" u="none" strike="noStrike">
                          <a:solidFill>
                            <a:srgbClr val="FFFFFF"/>
                          </a:solidFill>
                          <a:effectLst/>
                          <a:highlight>
                            <a:srgbClr val="156082"/>
                          </a:highlight>
                          <a:latin typeface="Aptos Narrow" panose="020B0004020202020204" pitchFamily="34" charset="0"/>
                        </a:rPr>
                        <a:t>100</a:t>
                      </a:r>
                    </a:p>
                  </a:txBody>
                  <a:tcPr marL="8152" marR="8152" marT="8152" marB="0" anchor="b">
                    <a:lnL>
                      <a:noFill/>
                    </a:lnL>
                    <a:lnR>
                      <a:noFill/>
                    </a:lnR>
                    <a:lnT>
                      <a:noFill/>
                    </a:lnT>
                    <a:lnB>
                      <a:noFill/>
                    </a:lnB>
                    <a:solidFill>
                      <a:srgbClr val="156082"/>
                    </a:solidFill>
                  </a:tcPr>
                </a:tc>
                <a:tc>
                  <a:txBody>
                    <a:bodyPr/>
                    <a:lstStyle/>
                    <a:p>
                      <a:pPr algn="ctr" fontAlgn="b"/>
                      <a:r>
                        <a:rPr lang="en-US" sz="1000" b="0" i="0" u="none" strike="noStrike" dirty="0">
                          <a:solidFill>
                            <a:srgbClr val="FFFFFF"/>
                          </a:solidFill>
                          <a:effectLst/>
                          <a:highlight>
                            <a:srgbClr val="367490"/>
                          </a:highlight>
                          <a:latin typeface="Aptos Narrow" panose="020B0004020202020204" pitchFamily="34" charset="0"/>
                        </a:rPr>
                        <a:t>82</a:t>
                      </a:r>
                    </a:p>
                  </a:txBody>
                  <a:tcPr marL="8152" marR="8152" marT="8152" marB="0" anchor="b">
                    <a:lnL>
                      <a:noFill/>
                    </a:lnL>
                    <a:lnR>
                      <a:noFill/>
                    </a:lnR>
                    <a:lnT>
                      <a:noFill/>
                    </a:lnT>
                    <a:lnB>
                      <a:noFill/>
                    </a:lnB>
                    <a:solidFill>
                      <a:srgbClr val="367490"/>
                    </a:solidFill>
                  </a:tcPr>
                </a:tc>
                <a:tc>
                  <a:txBody>
                    <a:bodyPr/>
                    <a:lstStyle/>
                    <a:p>
                      <a:pPr algn="ctr" fontAlgn="b"/>
                      <a:r>
                        <a:rPr lang="en-US" sz="1000" b="0" i="0" u="none" strike="noStrike">
                          <a:solidFill>
                            <a:srgbClr val="FFFFFF"/>
                          </a:solidFill>
                          <a:effectLst/>
                          <a:highlight>
                            <a:srgbClr val="226888"/>
                          </a:highlight>
                          <a:latin typeface="Aptos Narrow" panose="020B0004020202020204" pitchFamily="34" charset="0"/>
                        </a:rPr>
                        <a:t>94</a:t>
                      </a:r>
                    </a:p>
                  </a:txBody>
                  <a:tcPr marL="8152" marR="8152" marT="8152" marB="0" anchor="b">
                    <a:lnL>
                      <a:noFill/>
                    </a:lnL>
                    <a:lnR>
                      <a:noFill/>
                    </a:lnR>
                    <a:lnT>
                      <a:noFill/>
                    </a:lnT>
                    <a:lnB>
                      <a:noFill/>
                    </a:lnB>
                    <a:solidFill>
                      <a:srgbClr val="226888"/>
                    </a:solidFill>
                  </a:tcPr>
                </a:tc>
                <a:tc>
                  <a:txBody>
                    <a:bodyPr/>
                    <a:lstStyle/>
                    <a:p>
                      <a:pPr algn="ctr" fontAlgn="b"/>
                      <a:r>
                        <a:rPr lang="en-US" sz="1000" b="0" i="0" u="none" strike="noStrike" dirty="0">
                          <a:solidFill>
                            <a:srgbClr val="FFFFFF"/>
                          </a:solidFill>
                          <a:effectLst/>
                          <a:highlight>
                            <a:srgbClr val="39728D"/>
                          </a:highlight>
                          <a:latin typeface="Aptos Narrow" panose="020B0004020202020204" pitchFamily="34" charset="0"/>
                        </a:rPr>
                        <a:t>70</a:t>
                      </a:r>
                    </a:p>
                  </a:txBody>
                  <a:tcPr marL="8152" marR="8152" marT="8152" marB="0" anchor="b">
                    <a:lnL>
                      <a:noFill/>
                    </a:lnL>
                    <a:lnR>
                      <a:noFill/>
                    </a:lnR>
                    <a:lnT>
                      <a:noFill/>
                    </a:lnT>
                    <a:lnB>
                      <a:noFill/>
                    </a:lnB>
                    <a:solidFill>
                      <a:srgbClr val="39728D"/>
                    </a:solidFill>
                  </a:tcPr>
                </a:tc>
                <a:extLst>
                  <a:ext uri="{0D108BD9-81ED-4DB2-BD59-A6C34878D82A}">
                    <a16:rowId xmlns:a16="http://schemas.microsoft.com/office/drawing/2014/main" val="4192249912"/>
                  </a:ext>
                </a:extLst>
              </a:tr>
              <a:tr h="181807">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Inland Hospital</a:t>
                      </a:r>
                    </a:p>
                  </a:txBody>
                  <a:tcPr marL="8152" marR="8152" marT="8152" marB="0" anchor="b">
                    <a:lnL>
                      <a:noFill/>
                    </a:lnL>
                    <a:lnR>
                      <a:noFill/>
                    </a:lnR>
                    <a:lnT>
                      <a:noFill/>
                    </a:lnT>
                    <a:lnB>
                      <a:noFill/>
                    </a:lnB>
                    <a:solidFill>
                      <a:srgbClr val="259AA2"/>
                    </a:solidFill>
                  </a:tcPr>
                </a:tc>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Health</a:t>
                      </a:r>
                    </a:p>
                  </a:txBody>
                  <a:tcPr marL="8152" marR="8152" marT="8152" marB="0" anchor="b">
                    <a:lnL>
                      <a:noFill/>
                    </a:lnL>
                    <a:lnR>
                      <a:noFill/>
                    </a:lnR>
                    <a:lnT>
                      <a:noFill/>
                    </a:lnT>
                    <a:lnB>
                      <a:noFill/>
                    </a:lnB>
                    <a:solidFill>
                      <a:srgbClr val="259AA2"/>
                    </a:solidFill>
                  </a:tcPr>
                </a:tc>
                <a:tc>
                  <a:txBody>
                    <a:bodyPr/>
                    <a:lstStyle/>
                    <a:p>
                      <a:pPr algn="ctr" fontAlgn="b"/>
                      <a:r>
                        <a:rPr lang="en-US" sz="1000" b="0" i="0" u="none" strike="noStrike">
                          <a:solidFill>
                            <a:srgbClr val="FFFFFF"/>
                          </a:solidFill>
                          <a:effectLst/>
                          <a:highlight>
                            <a:srgbClr val="4C8199"/>
                          </a:highlight>
                          <a:latin typeface="Aptos Narrow" panose="020B0004020202020204" pitchFamily="34" charset="0"/>
                        </a:rPr>
                        <a:t>71</a:t>
                      </a:r>
                    </a:p>
                  </a:txBody>
                  <a:tcPr marL="8152" marR="8152" marT="8152" marB="0" anchor="b">
                    <a:lnL>
                      <a:noFill/>
                    </a:lnL>
                    <a:lnR>
                      <a:noFill/>
                    </a:lnR>
                    <a:lnT>
                      <a:noFill/>
                    </a:lnT>
                    <a:lnB>
                      <a:noFill/>
                    </a:lnB>
                    <a:solidFill>
                      <a:srgbClr val="4C8199"/>
                    </a:solidFill>
                  </a:tcPr>
                </a:tc>
                <a:tc>
                  <a:txBody>
                    <a:bodyPr/>
                    <a:lstStyle/>
                    <a:p>
                      <a:pPr algn="ctr" fontAlgn="b"/>
                      <a:r>
                        <a:rPr lang="en-US" sz="1000" b="0" i="0" u="none" strike="noStrike">
                          <a:solidFill>
                            <a:srgbClr val="FFFFFF"/>
                          </a:solidFill>
                          <a:effectLst/>
                          <a:highlight>
                            <a:srgbClr val="99AFB9"/>
                          </a:highlight>
                          <a:latin typeface="Aptos Narrow" panose="020B0004020202020204" pitchFamily="34" charset="0"/>
                        </a:rPr>
                        <a:t>30</a:t>
                      </a:r>
                    </a:p>
                  </a:txBody>
                  <a:tcPr marL="8152" marR="8152" marT="8152" marB="0" anchor="b">
                    <a:lnL>
                      <a:noFill/>
                    </a:lnL>
                    <a:lnR>
                      <a:noFill/>
                    </a:lnR>
                    <a:lnT>
                      <a:noFill/>
                    </a:lnT>
                    <a:lnB>
                      <a:noFill/>
                    </a:lnB>
                    <a:solidFill>
                      <a:srgbClr val="99AFB9"/>
                    </a:solidFill>
                  </a:tcPr>
                </a:tc>
                <a:tc>
                  <a:txBody>
                    <a:bodyPr/>
                    <a:lstStyle/>
                    <a:p>
                      <a:pPr algn="ctr" fontAlgn="b"/>
                      <a:r>
                        <a:rPr lang="en-US" sz="1000" b="0" i="0" u="none" strike="noStrike">
                          <a:solidFill>
                            <a:srgbClr val="FFFFFF"/>
                          </a:solidFill>
                          <a:effectLst/>
                          <a:highlight>
                            <a:srgbClr val="6791A4"/>
                          </a:highlight>
                          <a:latin typeface="Aptos Narrow" panose="020B0004020202020204" pitchFamily="34" charset="0"/>
                        </a:rPr>
                        <a:t>57</a:t>
                      </a:r>
                    </a:p>
                  </a:txBody>
                  <a:tcPr marL="8152" marR="8152" marT="8152" marB="0" anchor="b">
                    <a:lnL>
                      <a:noFill/>
                    </a:lnL>
                    <a:lnR>
                      <a:noFill/>
                    </a:lnR>
                    <a:lnT>
                      <a:noFill/>
                    </a:lnT>
                    <a:lnB>
                      <a:noFill/>
                    </a:lnB>
                    <a:solidFill>
                      <a:srgbClr val="6791A4"/>
                    </a:solidFill>
                  </a:tcPr>
                </a:tc>
                <a:tc>
                  <a:txBody>
                    <a:bodyPr/>
                    <a:lstStyle/>
                    <a:p>
                      <a:pPr algn="ctr" fontAlgn="b"/>
                      <a:r>
                        <a:rPr lang="en-US" sz="1000" b="0" i="0" u="none" strike="noStrike">
                          <a:solidFill>
                            <a:srgbClr val="FFFFFF"/>
                          </a:solidFill>
                          <a:effectLst/>
                          <a:highlight>
                            <a:srgbClr val="53859C"/>
                          </a:highlight>
                          <a:latin typeface="Aptos Narrow" panose="020B0004020202020204" pitchFamily="34" charset="0"/>
                        </a:rPr>
                        <a:t>67</a:t>
                      </a:r>
                    </a:p>
                  </a:txBody>
                  <a:tcPr marL="8152" marR="8152" marT="8152" marB="0" anchor="b">
                    <a:lnL>
                      <a:noFill/>
                    </a:lnL>
                    <a:lnR>
                      <a:noFill/>
                    </a:lnR>
                    <a:lnT>
                      <a:noFill/>
                    </a:lnT>
                    <a:lnB>
                      <a:noFill/>
                    </a:lnB>
                    <a:solidFill>
                      <a:srgbClr val="53859C"/>
                    </a:solidFill>
                  </a:tcPr>
                </a:tc>
                <a:tc>
                  <a:txBody>
                    <a:bodyPr/>
                    <a:lstStyle/>
                    <a:p>
                      <a:pPr algn="ctr" fontAlgn="b"/>
                      <a:r>
                        <a:rPr lang="en-US" sz="1000" b="0" i="0" u="none" strike="noStrike">
                          <a:solidFill>
                            <a:srgbClr val="FFFFFF"/>
                          </a:solidFill>
                          <a:effectLst/>
                          <a:highlight>
                            <a:srgbClr val="43788F"/>
                          </a:highlight>
                          <a:latin typeface="Aptos Narrow" panose="020B0004020202020204" pitchFamily="34" charset="0"/>
                        </a:rPr>
                        <a:t>68</a:t>
                      </a:r>
                    </a:p>
                  </a:txBody>
                  <a:tcPr marL="8152" marR="8152" marT="8152" marB="0" anchor="b">
                    <a:lnL>
                      <a:noFill/>
                    </a:lnL>
                    <a:lnR>
                      <a:noFill/>
                    </a:lnR>
                    <a:lnT>
                      <a:noFill/>
                    </a:lnT>
                    <a:lnB>
                      <a:noFill/>
                    </a:lnB>
                    <a:solidFill>
                      <a:srgbClr val="43788F"/>
                    </a:solidFill>
                  </a:tcPr>
                </a:tc>
                <a:extLst>
                  <a:ext uri="{0D108BD9-81ED-4DB2-BD59-A6C34878D82A}">
                    <a16:rowId xmlns:a16="http://schemas.microsoft.com/office/drawing/2014/main" val="4089223840"/>
                  </a:ext>
                </a:extLst>
              </a:tr>
              <a:tr h="181807">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Memorial Hospital, The</a:t>
                      </a:r>
                    </a:p>
                  </a:txBody>
                  <a:tcPr marL="8152" marR="8152" marT="8152" marB="0" anchor="b">
                    <a:lnL>
                      <a:noFill/>
                    </a:lnL>
                    <a:lnR>
                      <a:noFill/>
                    </a:lnR>
                    <a:lnT>
                      <a:noFill/>
                    </a:lnT>
                    <a:lnB>
                      <a:noFill/>
                    </a:lnB>
                    <a:solidFill>
                      <a:srgbClr val="E23440"/>
                    </a:solidFill>
                  </a:tcPr>
                </a:tc>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Mainehealth</a:t>
                      </a:r>
                    </a:p>
                  </a:txBody>
                  <a:tcPr marL="8152" marR="8152" marT="8152" marB="0" anchor="b">
                    <a:lnL>
                      <a:noFill/>
                    </a:lnL>
                    <a:lnR>
                      <a:noFill/>
                    </a:lnR>
                    <a:lnT>
                      <a:noFill/>
                    </a:lnT>
                    <a:lnB>
                      <a:noFill/>
                    </a:lnB>
                    <a:solidFill>
                      <a:srgbClr val="E23440"/>
                    </a:solidFill>
                  </a:tcPr>
                </a:tc>
                <a:tc>
                  <a:txBody>
                    <a:bodyPr/>
                    <a:lstStyle/>
                    <a:p>
                      <a:pPr algn="ctr" fontAlgn="b"/>
                      <a:r>
                        <a:rPr lang="en-US" sz="1000" b="0" i="0" u="none" strike="noStrike">
                          <a:solidFill>
                            <a:srgbClr val="FFFFFF"/>
                          </a:solidFill>
                          <a:effectLst/>
                          <a:highlight>
                            <a:srgbClr val="6792A5"/>
                          </a:highlight>
                          <a:latin typeface="Aptos Narrow" panose="020B0004020202020204" pitchFamily="34" charset="0"/>
                        </a:rPr>
                        <a:t>56</a:t>
                      </a:r>
                    </a:p>
                  </a:txBody>
                  <a:tcPr marL="8152" marR="8152" marT="8152" marB="0" anchor="b">
                    <a:lnL>
                      <a:noFill/>
                    </a:lnL>
                    <a:lnR>
                      <a:noFill/>
                    </a:lnR>
                    <a:lnT>
                      <a:noFill/>
                    </a:lnT>
                    <a:lnB>
                      <a:noFill/>
                    </a:lnB>
                    <a:solidFill>
                      <a:srgbClr val="6792A5"/>
                    </a:solidFill>
                  </a:tcPr>
                </a:tc>
                <a:tc>
                  <a:txBody>
                    <a:bodyPr/>
                    <a:lstStyle/>
                    <a:p>
                      <a:pPr algn="ctr" fontAlgn="b"/>
                      <a:r>
                        <a:rPr lang="en-US" sz="1000" b="0" i="0" u="none" strike="noStrike">
                          <a:solidFill>
                            <a:srgbClr val="FFFFFF"/>
                          </a:solidFill>
                          <a:effectLst/>
                          <a:highlight>
                            <a:srgbClr val="648FA3"/>
                          </a:highlight>
                          <a:latin typeface="Aptos Narrow" panose="020B0004020202020204" pitchFamily="34" charset="0"/>
                        </a:rPr>
                        <a:t>58</a:t>
                      </a:r>
                    </a:p>
                  </a:txBody>
                  <a:tcPr marL="8152" marR="8152" marT="8152" marB="0" anchor="b">
                    <a:lnL>
                      <a:noFill/>
                    </a:lnL>
                    <a:lnR>
                      <a:noFill/>
                    </a:lnR>
                    <a:lnT>
                      <a:noFill/>
                    </a:lnT>
                    <a:lnB>
                      <a:noFill/>
                    </a:lnB>
                    <a:solidFill>
                      <a:srgbClr val="648FA3"/>
                    </a:solidFill>
                  </a:tcPr>
                </a:tc>
                <a:tc>
                  <a:txBody>
                    <a:bodyPr/>
                    <a:lstStyle/>
                    <a:p>
                      <a:pPr algn="ctr" fontAlgn="b"/>
                      <a:r>
                        <a:rPr lang="en-US" sz="1000" b="0" i="0" u="none" strike="noStrike" dirty="0">
                          <a:solidFill>
                            <a:srgbClr val="FFFFFF"/>
                          </a:solidFill>
                          <a:effectLst/>
                          <a:highlight>
                            <a:srgbClr val="33728F"/>
                          </a:highlight>
                          <a:latin typeface="Aptos Narrow" panose="020B0004020202020204" pitchFamily="34" charset="0"/>
                        </a:rPr>
                        <a:t>84</a:t>
                      </a:r>
                    </a:p>
                  </a:txBody>
                  <a:tcPr marL="8152" marR="8152" marT="8152" marB="0" anchor="b">
                    <a:lnL>
                      <a:noFill/>
                    </a:lnL>
                    <a:lnR>
                      <a:noFill/>
                    </a:lnR>
                    <a:lnT>
                      <a:noFill/>
                    </a:lnT>
                    <a:lnB>
                      <a:noFill/>
                    </a:lnB>
                    <a:solidFill>
                      <a:srgbClr val="33728F"/>
                    </a:solidFill>
                  </a:tcPr>
                </a:tc>
                <a:tc>
                  <a:txBody>
                    <a:bodyPr/>
                    <a:lstStyle/>
                    <a:p>
                      <a:pPr algn="ctr" fontAlgn="b"/>
                      <a:r>
                        <a:rPr lang="en-US" sz="1000" b="0" i="0" u="none" strike="noStrike">
                          <a:solidFill>
                            <a:srgbClr val="FFFFFF"/>
                          </a:solidFill>
                          <a:effectLst/>
                          <a:highlight>
                            <a:srgbClr val="638FA3"/>
                          </a:highlight>
                          <a:latin typeface="Aptos Narrow" panose="020B0004020202020204" pitchFamily="34" charset="0"/>
                        </a:rPr>
                        <a:t>59</a:t>
                      </a:r>
                    </a:p>
                  </a:txBody>
                  <a:tcPr marL="8152" marR="8152" marT="8152" marB="0" anchor="b">
                    <a:lnL>
                      <a:noFill/>
                    </a:lnL>
                    <a:lnR>
                      <a:noFill/>
                    </a:lnR>
                    <a:lnT>
                      <a:noFill/>
                    </a:lnT>
                    <a:lnB>
                      <a:noFill/>
                    </a:lnB>
                    <a:solidFill>
                      <a:srgbClr val="638FA3"/>
                    </a:solidFill>
                  </a:tcPr>
                </a:tc>
                <a:tc>
                  <a:txBody>
                    <a:bodyPr/>
                    <a:lstStyle/>
                    <a:p>
                      <a:pPr algn="ctr" fontAlgn="b"/>
                      <a:r>
                        <a:rPr lang="en-US" sz="1000" b="0" i="0" u="none" strike="noStrike">
                          <a:solidFill>
                            <a:srgbClr val="FFFFFF"/>
                          </a:solidFill>
                          <a:effectLst/>
                          <a:highlight>
                            <a:srgbClr val="527F94"/>
                          </a:highlight>
                          <a:latin typeface="Aptos Narrow" panose="020B0004020202020204" pitchFamily="34" charset="0"/>
                        </a:rPr>
                        <a:t>65</a:t>
                      </a:r>
                    </a:p>
                  </a:txBody>
                  <a:tcPr marL="8152" marR="8152" marT="8152" marB="0" anchor="b">
                    <a:lnL>
                      <a:noFill/>
                    </a:lnL>
                    <a:lnR>
                      <a:noFill/>
                    </a:lnR>
                    <a:lnT>
                      <a:noFill/>
                    </a:lnT>
                    <a:lnB>
                      <a:noFill/>
                    </a:lnB>
                    <a:solidFill>
                      <a:srgbClr val="527F94"/>
                    </a:solidFill>
                  </a:tcPr>
                </a:tc>
                <a:extLst>
                  <a:ext uri="{0D108BD9-81ED-4DB2-BD59-A6C34878D82A}">
                    <a16:rowId xmlns:a16="http://schemas.microsoft.com/office/drawing/2014/main" val="1832481307"/>
                  </a:ext>
                </a:extLst>
              </a:tr>
              <a:tr h="181807">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Waldo County General Hospital</a:t>
                      </a:r>
                    </a:p>
                  </a:txBody>
                  <a:tcPr marL="8152" marR="8152" marT="8152" marB="0" anchor="b">
                    <a:lnL>
                      <a:noFill/>
                    </a:lnL>
                    <a:lnR>
                      <a:noFill/>
                    </a:lnR>
                    <a:lnT>
                      <a:noFill/>
                    </a:lnT>
                    <a:lnB>
                      <a:noFill/>
                    </a:lnB>
                    <a:solidFill>
                      <a:srgbClr val="E23440"/>
                    </a:solidFill>
                  </a:tcPr>
                </a:tc>
                <a:tc>
                  <a:txBody>
                    <a:bodyPr/>
                    <a:lstStyle/>
                    <a:p>
                      <a:pPr algn="l" fontAlgn="b"/>
                      <a:r>
                        <a:rPr lang="en-US" sz="1000" b="0" i="0" u="none" strike="noStrike" dirty="0" err="1">
                          <a:solidFill>
                            <a:srgbClr val="FFFFFF"/>
                          </a:solidFill>
                          <a:effectLst/>
                          <a:highlight>
                            <a:srgbClr val="E23440"/>
                          </a:highlight>
                          <a:latin typeface="Aptos Narrow" panose="020B0004020202020204" pitchFamily="34" charset="0"/>
                        </a:rPr>
                        <a:t>Mainehealth</a:t>
                      </a:r>
                      <a:endParaRPr lang="en-US" sz="1000" b="0" i="0" u="none" strike="noStrike" dirty="0">
                        <a:solidFill>
                          <a:srgbClr val="FFFFFF"/>
                        </a:solidFill>
                        <a:effectLst/>
                        <a:highlight>
                          <a:srgbClr val="E23440"/>
                        </a:highlight>
                        <a:latin typeface="Aptos Narrow" panose="020B0004020202020204" pitchFamily="34" charset="0"/>
                      </a:endParaRPr>
                    </a:p>
                  </a:txBody>
                  <a:tcPr marL="8152" marR="8152" marT="8152" marB="0" anchor="b">
                    <a:lnL>
                      <a:noFill/>
                    </a:lnL>
                    <a:lnR>
                      <a:noFill/>
                    </a:lnR>
                    <a:lnT>
                      <a:noFill/>
                    </a:lnT>
                    <a:lnB>
                      <a:noFill/>
                    </a:lnB>
                    <a:solidFill>
                      <a:srgbClr val="E23440"/>
                    </a:solidFill>
                  </a:tcPr>
                </a:tc>
                <a:tc>
                  <a:txBody>
                    <a:bodyPr/>
                    <a:lstStyle/>
                    <a:p>
                      <a:pPr algn="ctr" fontAlgn="b"/>
                      <a:r>
                        <a:rPr lang="en-US" sz="1000" b="0" i="0" u="none" strike="noStrike">
                          <a:solidFill>
                            <a:srgbClr val="FFFFFF"/>
                          </a:solidFill>
                          <a:effectLst/>
                          <a:highlight>
                            <a:srgbClr val="6E96A8"/>
                          </a:highlight>
                          <a:latin typeface="Aptos Narrow" panose="020B0004020202020204" pitchFamily="34" charset="0"/>
                        </a:rPr>
                        <a:t>53</a:t>
                      </a:r>
                    </a:p>
                  </a:txBody>
                  <a:tcPr marL="8152" marR="8152" marT="8152" marB="0" anchor="b">
                    <a:lnL>
                      <a:noFill/>
                    </a:lnL>
                    <a:lnR>
                      <a:noFill/>
                    </a:lnR>
                    <a:lnT>
                      <a:noFill/>
                    </a:lnT>
                    <a:lnB>
                      <a:noFill/>
                    </a:lnB>
                    <a:solidFill>
                      <a:srgbClr val="6E96A8"/>
                    </a:solidFill>
                  </a:tcPr>
                </a:tc>
                <a:tc>
                  <a:txBody>
                    <a:bodyPr/>
                    <a:lstStyle/>
                    <a:p>
                      <a:pPr algn="ctr" fontAlgn="b"/>
                      <a:r>
                        <a:rPr lang="en-US" sz="1000" b="0" i="0" u="none" strike="noStrike">
                          <a:solidFill>
                            <a:srgbClr val="FFFFFF"/>
                          </a:solidFill>
                          <a:effectLst/>
                          <a:highlight>
                            <a:srgbClr val="648FA3"/>
                          </a:highlight>
                          <a:latin typeface="Aptos Narrow" panose="020B0004020202020204" pitchFamily="34" charset="0"/>
                        </a:rPr>
                        <a:t>58</a:t>
                      </a:r>
                    </a:p>
                  </a:txBody>
                  <a:tcPr marL="8152" marR="8152" marT="8152" marB="0" anchor="b">
                    <a:lnL>
                      <a:noFill/>
                    </a:lnL>
                    <a:lnR>
                      <a:noFill/>
                    </a:lnR>
                    <a:lnT>
                      <a:noFill/>
                    </a:lnT>
                    <a:lnB>
                      <a:noFill/>
                    </a:lnB>
                    <a:solidFill>
                      <a:srgbClr val="648FA3"/>
                    </a:solidFill>
                  </a:tcPr>
                </a:tc>
                <a:tc>
                  <a:txBody>
                    <a:bodyPr/>
                    <a:lstStyle/>
                    <a:p>
                      <a:pPr algn="ctr" fontAlgn="b"/>
                      <a:r>
                        <a:rPr lang="en-US" sz="1000" b="0" i="0" u="none" strike="noStrike" dirty="0">
                          <a:solidFill>
                            <a:srgbClr val="000000"/>
                          </a:solidFill>
                          <a:effectLst/>
                          <a:latin typeface="Aptos Narrow" panose="020B0004020202020204" pitchFamily="34" charset="0"/>
                        </a:rPr>
                        <a:t>NA</a:t>
                      </a:r>
                    </a:p>
                  </a:txBody>
                  <a:tcPr marL="8152" marR="8152" marT="8152" marB="0" anchor="b">
                    <a:lnL>
                      <a:noFill/>
                    </a:lnL>
                    <a:lnR>
                      <a:noFill/>
                    </a:lnR>
                    <a:lnT>
                      <a:noFill/>
                    </a:lnT>
                    <a:lnB>
                      <a:noFill/>
                    </a:lnB>
                    <a:noFill/>
                  </a:tcPr>
                </a:tc>
                <a:tc>
                  <a:txBody>
                    <a:bodyPr/>
                    <a:lstStyle/>
                    <a:p>
                      <a:pPr algn="ctr" fontAlgn="b"/>
                      <a:r>
                        <a:rPr lang="en-US" sz="1000" b="0" i="0" u="none" strike="noStrike">
                          <a:solidFill>
                            <a:srgbClr val="FFFFFF"/>
                          </a:solidFill>
                          <a:effectLst/>
                          <a:highlight>
                            <a:srgbClr val="447C96"/>
                          </a:highlight>
                          <a:latin typeface="Aptos Narrow" panose="020B0004020202020204" pitchFamily="34" charset="0"/>
                        </a:rPr>
                        <a:t>75</a:t>
                      </a:r>
                    </a:p>
                  </a:txBody>
                  <a:tcPr marL="8152" marR="8152" marT="8152" marB="0" anchor="b">
                    <a:lnL>
                      <a:noFill/>
                    </a:lnL>
                    <a:lnR>
                      <a:noFill/>
                    </a:lnR>
                    <a:lnT>
                      <a:noFill/>
                    </a:lnT>
                    <a:lnB>
                      <a:noFill/>
                    </a:lnB>
                    <a:solidFill>
                      <a:srgbClr val="447C96"/>
                    </a:solidFill>
                  </a:tcPr>
                </a:tc>
                <a:tc>
                  <a:txBody>
                    <a:bodyPr/>
                    <a:lstStyle/>
                    <a:p>
                      <a:pPr algn="ctr" fontAlgn="b"/>
                      <a:r>
                        <a:rPr lang="en-US" sz="1000" b="0" i="0" u="none" strike="noStrike">
                          <a:solidFill>
                            <a:srgbClr val="FFFFFF"/>
                          </a:solidFill>
                          <a:effectLst/>
                          <a:highlight>
                            <a:srgbClr val="578295"/>
                          </a:highlight>
                          <a:latin typeface="Aptos Narrow" panose="020B0004020202020204" pitchFamily="34" charset="0"/>
                        </a:rPr>
                        <a:t>64</a:t>
                      </a:r>
                    </a:p>
                  </a:txBody>
                  <a:tcPr marL="8152" marR="8152" marT="8152" marB="0" anchor="b">
                    <a:lnL>
                      <a:noFill/>
                    </a:lnL>
                    <a:lnR>
                      <a:noFill/>
                    </a:lnR>
                    <a:lnT>
                      <a:noFill/>
                    </a:lnT>
                    <a:lnB>
                      <a:noFill/>
                    </a:lnB>
                    <a:solidFill>
                      <a:srgbClr val="578295"/>
                    </a:solidFill>
                  </a:tcPr>
                </a:tc>
                <a:extLst>
                  <a:ext uri="{0D108BD9-81ED-4DB2-BD59-A6C34878D82A}">
                    <a16:rowId xmlns:a16="http://schemas.microsoft.com/office/drawing/2014/main" val="3010622522"/>
                  </a:ext>
                </a:extLst>
              </a:tr>
              <a:tr h="181807">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Franklin Memorial Hospital</a:t>
                      </a:r>
                    </a:p>
                  </a:txBody>
                  <a:tcPr marL="8152" marR="8152" marT="8152" marB="0" anchor="b">
                    <a:lnL>
                      <a:noFill/>
                    </a:lnL>
                    <a:lnR>
                      <a:noFill/>
                    </a:lnR>
                    <a:lnT>
                      <a:noFill/>
                    </a:lnT>
                    <a:lnB>
                      <a:noFill/>
                    </a:lnB>
                    <a:solidFill>
                      <a:srgbClr val="E23440"/>
                    </a:solidFill>
                  </a:tcPr>
                </a:tc>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Mainehealth</a:t>
                      </a:r>
                    </a:p>
                  </a:txBody>
                  <a:tcPr marL="8152" marR="8152" marT="8152" marB="0" anchor="b">
                    <a:lnL>
                      <a:noFill/>
                    </a:lnL>
                    <a:lnR>
                      <a:noFill/>
                    </a:lnR>
                    <a:lnT>
                      <a:noFill/>
                    </a:lnT>
                    <a:lnB>
                      <a:noFill/>
                    </a:lnB>
                    <a:solidFill>
                      <a:srgbClr val="E23440"/>
                    </a:solidFill>
                  </a:tcPr>
                </a:tc>
                <a:tc>
                  <a:txBody>
                    <a:bodyPr/>
                    <a:lstStyle/>
                    <a:p>
                      <a:pPr algn="ctr" fontAlgn="b"/>
                      <a:r>
                        <a:rPr lang="en-US" sz="1000" b="0" i="0" u="none" strike="noStrike">
                          <a:solidFill>
                            <a:srgbClr val="FFFFFF"/>
                          </a:solidFill>
                          <a:effectLst/>
                          <a:highlight>
                            <a:srgbClr val="82A1B0"/>
                          </a:highlight>
                          <a:latin typeface="Aptos Narrow" panose="020B0004020202020204" pitchFamily="34" charset="0"/>
                        </a:rPr>
                        <a:t>42</a:t>
                      </a:r>
                    </a:p>
                  </a:txBody>
                  <a:tcPr marL="8152" marR="8152" marT="8152" marB="0" anchor="b">
                    <a:lnL>
                      <a:noFill/>
                    </a:lnL>
                    <a:lnR>
                      <a:noFill/>
                    </a:lnR>
                    <a:lnT>
                      <a:noFill/>
                    </a:lnT>
                    <a:lnB>
                      <a:noFill/>
                    </a:lnB>
                    <a:solidFill>
                      <a:srgbClr val="82A1B0"/>
                    </a:solidFill>
                  </a:tcPr>
                </a:tc>
                <a:tc>
                  <a:txBody>
                    <a:bodyPr/>
                    <a:lstStyle/>
                    <a:p>
                      <a:pPr algn="ctr" fontAlgn="b"/>
                      <a:r>
                        <a:rPr lang="en-US" sz="1000" b="0" i="0" u="none" strike="noStrike">
                          <a:solidFill>
                            <a:srgbClr val="FFFFFF"/>
                          </a:solidFill>
                          <a:effectLst/>
                          <a:highlight>
                            <a:srgbClr val="648FA3"/>
                          </a:highlight>
                          <a:latin typeface="Aptos Narrow" panose="020B0004020202020204" pitchFamily="34" charset="0"/>
                        </a:rPr>
                        <a:t>58</a:t>
                      </a:r>
                    </a:p>
                  </a:txBody>
                  <a:tcPr marL="8152" marR="8152" marT="8152" marB="0" anchor="b">
                    <a:lnL>
                      <a:noFill/>
                    </a:lnL>
                    <a:lnR>
                      <a:noFill/>
                    </a:lnR>
                    <a:lnT>
                      <a:noFill/>
                    </a:lnT>
                    <a:lnB>
                      <a:noFill/>
                    </a:lnB>
                    <a:solidFill>
                      <a:srgbClr val="648FA3"/>
                    </a:solidFill>
                  </a:tcPr>
                </a:tc>
                <a:tc>
                  <a:txBody>
                    <a:bodyPr/>
                    <a:lstStyle/>
                    <a:p>
                      <a:pPr algn="ctr" fontAlgn="b"/>
                      <a:r>
                        <a:rPr lang="en-US" sz="1000" b="0" i="0" u="none" strike="noStrike" dirty="0">
                          <a:solidFill>
                            <a:srgbClr val="FFFFFF"/>
                          </a:solidFill>
                          <a:effectLst/>
                          <a:highlight>
                            <a:srgbClr val="58889E"/>
                          </a:highlight>
                          <a:latin typeface="Aptos Narrow" panose="020B0004020202020204" pitchFamily="34" charset="0"/>
                        </a:rPr>
                        <a:t>65</a:t>
                      </a:r>
                    </a:p>
                  </a:txBody>
                  <a:tcPr marL="8152" marR="8152" marT="8152" marB="0" anchor="b">
                    <a:lnL>
                      <a:noFill/>
                    </a:lnL>
                    <a:lnR>
                      <a:noFill/>
                    </a:lnR>
                    <a:lnT>
                      <a:noFill/>
                    </a:lnT>
                    <a:lnB>
                      <a:noFill/>
                    </a:lnB>
                    <a:solidFill>
                      <a:srgbClr val="58889E"/>
                    </a:solidFill>
                  </a:tcPr>
                </a:tc>
                <a:tc>
                  <a:txBody>
                    <a:bodyPr/>
                    <a:lstStyle/>
                    <a:p>
                      <a:pPr algn="ctr" fontAlgn="b"/>
                      <a:r>
                        <a:rPr lang="en-US" sz="1000" b="0" i="0" u="none" strike="noStrike">
                          <a:solidFill>
                            <a:srgbClr val="FFFFFF"/>
                          </a:solidFill>
                          <a:effectLst/>
                          <a:highlight>
                            <a:srgbClr val="5B8A9F"/>
                          </a:highlight>
                          <a:latin typeface="Aptos Narrow" panose="020B0004020202020204" pitchFamily="34" charset="0"/>
                        </a:rPr>
                        <a:t>63</a:t>
                      </a:r>
                    </a:p>
                  </a:txBody>
                  <a:tcPr marL="8152" marR="8152" marT="8152" marB="0" anchor="b">
                    <a:lnL>
                      <a:noFill/>
                    </a:lnL>
                    <a:lnR>
                      <a:noFill/>
                    </a:lnR>
                    <a:lnT>
                      <a:noFill/>
                    </a:lnT>
                    <a:lnB>
                      <a:noFill/>
                    </a:lnB>
                    <a:solidFill>
                      <a:srgbClr val="5B8A9F"/>
                    </a:solidFill>
                  </a:tcPr>
                </a:tc>
                <a:tc>
                  <a:txBody>
                    <a:bodyPr/>
                    <a:lstStyle/>
                    <a:p>
                      <a:pPr algn="ctr" fontAlgn="b"/>
                      <a:r>
                        <a:rPr lang="en-US" sz="1000" b="0" i="0" u="none" strike="noStrike" dirty="0">
                          <a:solidFill>
                            <a:srgbClr val="FFFFFF"/>
                          </a:solidFill>
                          <a:effectLst/>
                          <a:highlight>
                            <a:srgbClr val="678A99"/>
                          </a:highlight>
                          <a:latin typeface="Aptos Narrow" panose="020B0004020202020204" pitchFamily="34" charset="0"/>
                        </a:rPr>
                        <a:t>61</a:t>
                      </a:r>
                    </a:p>
                  </a:txBody>
                  <a:tcPr marL="8152" marR="8152" marT="8152" marB="0" anchor="b">
                    <a:lnL>
                      <a:noFill/>
                    </a:lnL>
                    <a:lnR>
                      <a:noFill/>
                    </a:lnR>
                    <a:lnT>
                      <a:noFill/>
                    </a:lnT>
                    <a:lnB>
                      <a:noFill/>
                    </a:lnB>
                    <a:solidFill>
                      <a:srgbClr val="678A99"/>
                    </a:solidFill>
                  </a:tcPr>
                </a:tc>
                <a:extLst>
                  <a:ext uri="{0D108BD9-81ED-4DB2-BD59-A6C34878D82A}">
                    <a16:rowId xmlns:a16="http://schemas.microsoft.com/office/drawing/2014/main" val="3295092250"/>
                  </a:ext>
                </a:extLst>
              </a:tr>
              <a:tr h="181807">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Penobscot Bay Medical Center</a:t>
                      </a:r>
                    </a:p>
                  </a:txBody>
                  <a:tcPr marL="8152" marR="8152" marT="8152" marB="0" anchor="b">
                    <a:lnL>
                      <a:noFill/>
                    </a:lnL>
                    <a:lnR>
                      <a:noFill/>
                    </a:lnR>
                    <a:lnT>
                      <a:noFill/>
                    </a:lnT>
                    <a:lnB>
                      <a:noFill/>
                    </a:lnB>
                    <a:solidFill>
                      <a:srgbClr val="E23440"/>
                    </a:solidFill>
                  </a:tcPr>
                </a:tc>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Mainehealth</a:t>
                      </a:r>
                    </a:p>
                  </a:txBody>
                  <a:tcPr marL="8152" marR="8152" marT="8152" marB="0" anchor="b">
                    <a:lnL>
                      <a:noFill/>
                    </a:lnL>
                    <a:lnR>
                      <a:noFill/>
                    </a:lnR>
                    <a:lnT>
                      <a:noFill/>
                    </a:lnT>
                    <a:lnB>
                      <a:noFill/>
                    </a:lnB>
                    <a:solidFill>
                      <a:srgbClr val="E23440"/>
                    </a:solidFill>
                  </a:tcPr>
                </a:tc>
                <a:tc>
                  <a:txBody>
                    <a:bodyPr/>
                    <a:lstStyle/>
                    <a:p>
                      <a:pPr algn="ctr" fontAlgn="b"/>
                      <a:r>
                        <a:rPr lang="en-US" sz="1000" b="0" i="0" u="none" strike="noStrike">
                          <a:solidFill>
                            <a:srgbClr val="FFFFFF"/>
                          </a:solidFill>
                          <a:effectLst/>
                          <a:highlight>
                            <a:srgbClr val="7C9EAD"/>
                          </a:highlight>
                          <a:latin typeface="Aptos Narrow" panose="020B0004020202020204" pitchFamily="34" charset="0"/>
                        </a:rPr>
                        <a:t>45</a:t>
                      </a:r>
                    </a:p>
                  </a:txBody>
                  <a:tcPr marL="8152" marR="8152" marT="8152" marB="0" anchor="b">
                    <a:lnL>
                      <a:noFill/>
                    </a:lnL>
                    <a:lnR>
                      <a:noFill/>
                    </a:lnR>
                    <a:lnT>
                      <a:noFill/>
                    </a:lnT>
                    <a:lnB>
                      <a:noFill/>
                    </a:lnB>
                    <a:solidFill>
                      <a:srgbClr val="7C9EAD"/>
                    </a:solidFill>
                  </a:tcPr>
                </a:tc>
                <a:tc>
                  <a:txBody>
                    <a:bodyPr/>
                    <a:lstStyle/>
                    <a:p>
                      <a:pPr algn="ctr" fontAlgn="b"/>
                      <a:r>
                        <a:rPr lang="en-US" sz="1000" b="0" i="0" u="none" strike="noStrike">
                          <a:solidFill>
                            <a:srgbClr val="FFFFFF"/>
                          </a:solidFill>
                          <a:effectLst/>
                          <a:highlight>
                            <a:srgbClr val="33728F"/>
                          </a:highlight>
                          <a:latin typeface="Aptos Narrow" panose="020B0004020202020204" pitchFamily="34" charset="0"/>
                        </a:rPr>
                        <a:t>84</a:t>
                      </a:r>
                    </a:p>
                  </a:txBody>
                  <a:tcPr marL="8152" marR="8152" marT="8152" marB="0" anchor="b">
                    <a:lnL>
                      <a:noFill/>
                    </a:lnL>
                    <a:lnR>
                      <a:noFill/>
                    </a:lnR>
                    <a:lnT>
                      <a:noFill/>
                    </a:lnT>
                    <a:lnB>
                      <a:noFill/>
                    </a:lnB>
                    <a:solidFill>
                      <a:srgbClr val="33728F"/>
                    </a:solidFill>
                  </a:tcPr>
                </a:tc>
                <a:tc>
                  <a:txBody>
                    <a:bodyPr/>
                    <a:lstStyle/>
                    <a:p>
                      <a:pPr algn="ctr" fontAlgn="b"/>
                      <a:r>
                        <a:rPr lang="en-US" sz="1000" b="0" i="0" u="none" strike="noStrike">
                          <a:solidFill>
                            <a:srgbClr val="FFFFFF"/>
                          </a:solidFill>
                          <a:effectLst/>
                          <a:highlight>
                            <a:srgbClr val="4E839A"/>
                          </a:highlight>
                          <a:latin typeface="Aptos Narrow" panose="020B0004020202020204" pitchFamily="34" charset="0"/>
                        </a:rPr>
                        <a:t>70</a:t>
                      </a:r>
                    </a:p>
                  </a:txBody>
                  <a:tcPr marL="8152" marR="8152" marT="8152" marB="0" anchor="b">
                    <a:lnL>
                      <a:noFill/>
                    </a:lnL>
                    <a:lnR>
                      <a:noFill/>
                    </a:lnR>
                    <a:lnT>
                      <a:noFill/>
                    </a:lnT>
                    <a:lnB>
                      <a:noFill/>
                    </a:lnB>
                    <a:solidFill>
                      <a:srgbClr val="4E839A"/>
                    </a:solidFill>
                  </a:tcPr>
                </a:tc>
                <a:tc>
                  <a:txBody>
                    <a:bodyPr/>
                    <a:lstStyle/>
                    <a:p>
                      <a:pPr algn="ctr" fontAlgn="b"/>
                      <a:r>
                        <a:rPr lang="en-US" sz="1000" b="0" i="0" u="none" strike="noStrike" dirty="0">
                          <a:solidFill>
                            <a:srgbClr val="FFFFFF"/>
                          </a:solidFill>
                          <a:effectLst/>
                          <a:highlight>
                            <a:srgbClr val="6791A5"/>
                          </a:highlight>
                          <a:latin typeface="Aptos Narrow" panose="020B0004020202020204" pitchFamily="34" charset="0"/>
                        </a:rPr>
                        <a:t>56</a:t>
                      </a:r>
                    </a:p>
                  </a:txBody>
                  <a:tcPr marL="8152" marR="8152" marT="8152" marB="0" anchor="b">
                    <a:lnL>
                      <a:noFill/>
                    </a:lnL>
                    <a:lnR>
                      <a:noFill/>
                    </a:lnR>
                    <a:lnT>
                      <a:noFill/>
                    </a:lnT>
                    <a:lnB>
                      <a:noFill/>
                    </a:lnB>
                    <a:solidFill>
                      <a:srgbClr val="6791A5"/>
                    </a:solidFill>
                  </a:tcPr>
                </a:tc>
                <a:tc>
                  <a:txBody>
                    <a:bodyPr/>
                    <a:lstStyle/>
                    <a:p>
                      <a:pPr algn="ctr" fontAlgn="b"/>
                      <a:r>
                        <a:rPr lang="en-US" sz="1000" b="0" i="0" u="none" strike="noStrike" dirty="0">
                          <a:solidFill>
                            <a:srgbClr val="FFFFFF"/>
                          </a:solidFill>
                          <a:effectLst/>
                          <a:highlight>
                            <a:srgbClr val="678A99"/>
                          </a:highlight>
                          <a:latin typeface="Aptos Narrow" panose="020B0004020202020204" pitchFamily="34" charset="0"/>
                        </a:rPr>
                        <a:t>61</a:t>
                      </a:r>
                    </a:p>
                  </a:txBody>
                  <a:tcPr marL="8152" marR="8152" marT="8152" marB="0" anchor="b">
                    <a:lnL>
                      <a:noFill/>
                    </a:lnL>
                    <a:lnR>
                      <a:noFill/>
                    </a:lnR>
                    <a:lnT>
                      <a:noFill/>
                    </a:lnT>
                    <a:lnB>
                      <a:noFill/>
                    </a:lnB>
                    <a:solidFill>
                      <a:srgbClr val="678A99"/>
                    </a:solidFill>
                  </a:tcPr>
                </a:tc>
                <a:extLst>
                  <a:ext uri="{0D108BD9-81ED-4DB2-BD59-A6C34878D82A}">
                    <a16:rowId xmlns:a16="http://schemas.microsoft.com/office/drawing/2014/main" val="2768258507"/>
                  </a:ext>
                </a:extLst>
              </a:tr>
              <a:tr h="181807">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Mid Coast Hospital</a:t>
                      </a:r>
                    </a:p>
                  </a:txBody>
                  <a:tcPr marL="8152" marR="8152" marT="8152" marB="0" anchor="b">
                    <a:lnL>
                      <a:noFill/>
                    </a:lnL>
                    <a:lnR>
                      <a:noFill/>
                    </a:lnR>
                    <a:lnT>
                      <a:noFill/>
                    </a:lnT>
                    <a:lnB>
                      <a:noFill/>
                    </a:lnB>
                    <a:solidFill>
                      <a:srgbClr val="E23440"/>
                    </a:solidFill>
                  </a:tcPr>
                </a:tc>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Mainehealth</a:t>
                      </a:r>
                    </a:p>
                  </a:txBody>
                  <a:tcPr marL="8152" marR="8152" marT="8152" marB="0" anchor="b">
                    <a:lnL>
                      <a:noFill/>
                    </a:lnL>
                    <a:lnR>
                      <a:noFill/>
                    </a:lnR>
                    <a:lnT>
                      <a:noFill/>
                    </a:lnT>
                    <a:lnB>
                      <a:noFill/>
                    </a:lnB>
                    <a:solidFill>
                      <a:srgbClr val="E23440"/>
                    </a:solidFill>
                  </a:tcPr>
                </a:tc>
                <a:tc>
                  <a:txBody>
                    <a:bodyPr/>
                    <a:lstStyle/>
                    <a:p>
                      <a:pPr algn="ctr" fontAlgn="b"/>
                      <a:r>
                        <a:rPr lang="en-US" sz="1000" b="0" i="0" u="none" strike="noStrike">
                          <a:solidFill>
                            <a:srgbClr val="FFFFFF"/>
                          </a:solidFill>
                          <a:effectLst/>
                          <a:highlight>
                            <a:srgbClr val="82A1B0"/>
                          </a:highlight>
                          <a:latin typeface="Aptos Narrow" panose="020B0004020202020204" pitchFamily="34" charset="0"/>
                        </a:rPr>
                        <a:t>42</a:t>
                      </a:r>
                    </a:p>
                  </a:txBody>
                  <a:tcPr marL="8152" marR="8152" marT="8152" marB="0" anchor="b">
                    <a:lnL>
                      <a:noFill/>
                    </a:lnL>
                    <a:lnR>
                      <a:noFill/>
                    </a:lnR>
                    <a:lnT>
                      <a:noFill/>
                    </a:lnT>
                    <a:lnB>
                      <a:noFill/>
                    </a:lnB>
                    <a:solidFill>
                      <a:srgbClr val="82A1B0"/>
                    </a:solidFill>
                  </a:tcPr>
                </a:tc>
                <a:tc>
                  <a:txBody>
                    <a:bodyPr/>
                    <a:lstStyle/>
                    <a:p>
                      <a:pPr algn="ctr" fontAlgn="b"/>
                      <a:r>
                        <a:rPr lang="en-US" sz="1000" b="0" i="0" u="none" strike="noStrike">
                          <a:solidFill>
                            <a:srgbClr val="FFFFFF"/>
                          </a:solidFill>
                          <a:effectLst/>
                          <a:highlight>
                            <a:srgbClr val="648FA3"/>
                          </a:highlight>
                          <a:latin typeface="Aptos Narrow" panose="020B0004020202020204" pitchFamily="34" charset="0"/>
                        </a:rPr>
                        <a:t>58</a:t>
                      </a:r>
                    </a:p>
                  </a:txBody>
                  <a:tcPr marL="8152" marR="8152" marT="8152" marB="0" anchor="b">
                    <a:lnL>
                      <a:noFill/>
                    </a:lnL>
                    <a:lnR>
                      <a:noFill/>
                    </a:lnR>
                    <a:lnT>
                      <a:noFill/>
                    </a:lnT>
                    <a:lnB>
                      <a:noFill/>
                    </a:lnB>
                    <a:solidFill>
                      <a:srgbClr val="648FA3"/>
                    </a:solidFill>
                  </a:tcPr>
                </a:tc>
                <a:tc>
                  <a:txBody>
                    <a:bodyPr/>
                    <a:lstStyle/>
                    <a:p>
                      <a:pPr algn="ctr" fontAlgn="b"/>
                      <a:r>
                        <a:rPr lang="en-US" sz="1000" b="0" i="0" u="none" strike="noStrike">
                          <a:solidFill>
                            <a:srgbClr val="FFFFFF"/>
                          </a:solidFill>
                          <a:effectLst/>
                          <a:highlight>
                            <a:srgbClr val="50849B"/>
                          </a:highlight>
                          <a:latin typeface="Aptos Narrow" panose="020B0004020202020204" pitchFamily="34" charset="0"/>
                        </a:rPr>
                        <a:t>69</a:t>
                      </a:r>
                    </a:p>
                  </a:txBody>
                  <a:tcPr marL="8152" marR="8152" marT="8152" marB="0" anchor="b">
                    <a:lnL>
                      <a:noFill/>
                    </a:lnL>
                    <a:lnR>
                      <a:noFill/>
                    </a:lnR>
                    <a:lnT>
                      <a:noFill/>
                    </a:lnT>
                    <a:lnB>
                      <a:noFill/>
                    </a:lnB>
                    <a:solidFill>
                      <a:srgbClr val="50849B"/>
                    </a:solidFill>
                  </a:tcPr>
                </a:tc>
                <a:tc>
                  <a:txBody>
                    <a:bodyPr/>
                    <a:lstStyle/>
                    <a:p>
                      <a:pPr algn="ctr" fontAlgn="b"/>
                      <a:r>
                        <a:rPr lang="en-US" sz="1000" b="0" i="0" u="none" strike="noStrike" dirty="0">
                          <a:solidFill>
                            <a:srgbClr val="FFFFFF"/>
                          </a:solidFill>
                          <a:effectLst/>
                          <a:highlight>
                            <a:srgbClr val="4E829A"/>
                          </a:highlight>
                          <a:latin typeface="Aptos Narrow" panose="020B0004020202020204" pitchFamily="34" charset="0"/>
                        </a:rPr>
                        <a:t>70</a:t>
                      </a:r>
                    </a:p>
                  </a:txBody>
                  <a:tcPr marL="8152" marR="8152" marT="8152" marB="0" anchor="b">
                    <a:lnL>
                      <a:noFill/>
                    </a:lnL>
                    <a:lnR>
                      <a:noFill/>
                    </a:lnR>
                    <a:lnT>
                      <a:noFill/>
                    </a:lnT>
                    <a:lnB>
                      <a:noFill/>
                    </a:lnB>
                    <a:solidFill>
                      <a:srgbClr val="4E829A"/>
                    </a:solidFill>
                  </a:tcPr>
                </a:tc>
                <a:tc>
                  <a:txBody>
                    <a:bodyPr/>
                    <a:lstStyle/>
                    <a:p>
                      <a:pPr algn="ctr" fontAlgn="b"/>
                      <a:r>
                        <a:rPr lang="en-US" sz="1000" b="0" i="0" u="none" strike="noStrike" dirty="0">
                          <a:solidFill>
                            <a:srgbClr val="FFFFFF"/>
                          </a:solidFill>
                          <a:effectLst/>
                          <a:highlight>
                            <a:srgbClr val="6C8C9B"/>
                          </a:highlight>
                          <a:latin typeface="Aptos Narrow" panose="020B0004020202020204" pitchFamily="34" charset="0"/>
                        </a:rPr>
                        <a:t>60</a:t>
                      </a:r>
                    </a:p>
                  </a:txBody>
                  <a:tcPr marL="8152" marR="8152" marT="8152" marB="0" anchor="b">
                    <a:lnL>
                      <a:noFill/>
                    </a:lnL>
                    <a:lnR>
                      <a:noFill/>
                    </a:lnR>
                    <a:lnT>
                      <a:noFill/>
                    </a:lnT>
                    <a:lnB>
                      <a:noFill/>
                    </a:lnB>
                    <a:solidFill>
                      <a:srgbClr val="6C8C9B"/>
                    </a:solidFill>
                  </a:tcPr>
                </a:tc>
                <a:extLst>
                  <a:ext uri="{0D108BD9-81ED-4DB2-BD59-A6C34878D82A}">
                    <a16:rowId xmlns:a16="http://schemas.microsoft.com/office/drawing/2014/main" val="778216602"/>
                  </a:ext>
                </a:extLst>
              </a:tr>
              <a:tr h="181807">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AR Gould Hospital</a:t>
                      </a:r>
                    </a:p>
                  </a:txBody>
                  <a:tcPr marL="8152" marR="8152" marT="8152" marB="0" anchor="b">
                    <a:lnL>
                      <a:noFill/>
                    </a:lnL>
                    <a:lnR>
                      <a:noFill/>
                    </a:lnR>
                    <a:lnT>
                      <a:noFill/>
                    </a:lnT>
                    <a:lnB>
                      <a:noFill/>
                    </a:lnB>
                    <a:solidFill>
                      <a:srgbClr val="259AA2"/>
                    </a:solidFill>
                  </a:tcPr>
                </a:tc>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Health</a:t>
                      </a:r>
                    </a:p>
                  </a:txBody>
                  <a:tcPr marL="8152" marR="8152" marT="8152" marB="0" anchor="b">
                    <a:lnL>
                      <a:noFill/>
                    </a:lnL>
                    <a:lnR>
                      <a:noFill/>
                    </a:lnR>
                    <a:lnT>
                      <a:noFill/>
                    </a:lnT>
                    <a:lnB>
                      <a:noFill/>
                    </a:lnB>
                    <a:solidFill>
                      <a:srgbClr val="259AA2"/>
                    </a:solidFill>
                  </a:tcPr>
                </a:tc>
                <a:tc>
                  <a:txBody>
                    <a:bodyPr/>
                    <a:lstStyle/>
                    <a:p>
                      <a:pPr algn="ctr" fontAlgn="b"/>
                      <a:r>
                        <a:rPr lang="en-US" sz="1000" b="0" i="0" u="none" strike="noStrike">
                          <a:solidFill>
                            <a:srgbClr val="FFFFFF"/>
                          </a:solidFill>
                          <a:effectLst/>
                          <a:highlight>
                            <a:srgbClr val="95ADB8"/>
                          </a:highlight>
                          <a:latin typeface="Aptos Narrow" panose="020B0004020202020204" pitchFamily="34" charset="0"/>
                        </a:rPr>
                        <a:t>32</a:t>
                      </a:r>
                    </a:p>
                  </a:txBody>
                  <a:tcPr marL="8152" marR="8152" marT="8152" marB="0" anchor="b">
                    <a:lnL>
                      <a:noFill/>
                    </a:lnL>
                    <a:lnR>
                      <a:noFill/>
                    </a:lnR>
                    <a:lnT>
                      <a:noFill/>
                    </a:lnT>
                    <a:lnB>
                      <a:noFill/>
                    </a:lnB>
                    <a:solidFill>
                      <a:srgbClr val="95ADB8"/>
                    </a:solidFill>
                  </a:tcPr>
                </a:tc>
                <a:tc>
                  <a:txBody>
                    <a:bodyPr/>
                    <a:lstStyle/>
                    <a:p>
                      <a:pPr algn="ctr" fontAlgn="b"/>
                      <a:r>
                        <a:rPr lang="en-US" sz="1000" b="0" i="0" u="none" strike="noStrike">
                          <a:solidFill>
                            <a:srgbClr val="FFFFFF"/>
                          </a:solidFill>
                          <a:effectLst/>
                          <a:highlight>
                            <a:srgbClr val="648FA3"/>
                          </a:highlight>
                          <a:latin typeface="Aptos Narrow" panose="020B0004020202020204" pitchFamily="34" charset="0"/>
                        </a:rPr>
                        <a:t>58</a:t>
                      </a:r>
                    </a:p>
                  </a:txBody>
                  <a:tcPr marL="8152" marR="8152" marT="8152" marB="0" anchor="b">
                    <a:lnL>
                      <a:noFill/>
                    </a:lnL>
                    <a:lnR>
                      <a:noFill/>
                    </a:lnR>
                    <a:lnT>
                      <a:noFill/>
                    </a:lnT>
                    <a:lnB>
                      <a:noFill/>
                    </a:lnB>
                    <a:solidFill>
                      <a:srgbClr val="648FA3"/>
                    </a:solidFill>
                  </a:tcPr>
                </a:tc>
                <a:tc>
                  <a:txBody>
                    <a:bodyPr/>
                    <a:lstStyle/>
                    <a:p>
                      <a:pPr algn="ctr" fontAlgn="b"/>
                      <a:r>
                        <a:rPr lang="en-US" sz="1000" b="0" i="0" u="none" strike="noStrike">
                          <a:solidFill>
                            <a:srgbClr val="FFFFFF"/>
                          </a:solidFill>
                          <a:effectLst/>
                          <a:highlight>
                            <a:srgbClr val="56879D"/>
                          </a:highlight>
                          <a:latin typeface="Aptos Narrow" panose="020B0004020202020204" pitchFamily="34" charset="0"/>
                        </a:rPr>
                        <a:t>66</a:t>
                      </a:r>
                    </a:p>
                  </a:txBody>
                  <a:tcPr marL="8152" marR="8152" marT="8152" marB="0" anchor="b">
                    <a:lnL>
                      <a:noFill/>
                    </a:lnL>
                    <a:lnR>
                      <a:noFill/>
                    </a:lnR>
                    <a:lnT>
                      <a:noFill/>
                    </a:lnT>
                    <a:lnB>
                      <a:noFill/>
                    </a:lnB>
                    <a:solidFill>
                      <a:srgbClr val="56879D"/>
                    </a:solidFill>
                  </a:tcPr>
                </a:tc>
                <a:tc>
                  <a:txBody>
                    <a:bodyPr/>
                    <a:lstStyle/>
                    <a:p>
                      <a:pPr algn="ctr" fontAlgn="b"/>
                      <a:r>
                        <a:rPr lang="en-US" sz="1000" b="0" i="0" u="none" strike="noStrike" dirty="0">
                          <a:solidFill>
                            <a:srgbClr val="FFFFFF"/>
                          </a:solidFill>
                          <a:effectLst/>
                          <a:highlight>
                            <a:srgbClr val="5B8A9F"/>
                          </a:highlight>
                          <a:latin typeface="Aptos Narrow" panose="020B0004020202020204" pitchFamily="34" charset="0"/>
                        </a:rPr>
                        <a:t>63</a:t>
                      </a:r>
                    </a:p>
                  </a:txBody>
                  <a:tcPr marL="8152" marR="8152" marT="8152" marB="0" anchor="b">
                    <a:lnL>
                      <a:noFill/>
                    </a:lnL>
                    <a:lnR>
                      <a:noFill/>
                    </a:lnR>
                    <a:lnT>
                      <a:noFill/>
                    </a:lnT>
                    <a:lnB>
                      <a:noFill/>
                    </a:lnB>
                    <a:solidFill>
                      <a:srgbClr val="5B8A9F"/>
                    </a:solidFill>
                  </a:tcPr>
                </a:tc>
                <a:tc>
                  <a:txBody>
                    <a:bodyPr/>
                    <a:lstStyle/>
                    <a:p>
                      <a:pPr algn="ctr" fontAlgn="b"/>
                      <a:r>
                        <a:rPr lang="en-US" sz="1000" b="0" i="0" u="none" strike="noStrike">
                          <a:solidFill>
                            <a:srgbClr val="FFFFFF"/>
                          </a:solidFill>
                          <a:effectLst/>
                          <a:highlight>
                            <a:srgbClr val="7B949F"/>
                          </a:highlight>
                          <a:latin typeface="Aptos Narrow" panose="020B0004020202020204" pitchFamily="34" charset="0"/>
                        </a:rPr>
                        <a:t>57</a:t>
                      </a:r>
                    </a:p>
                  </a:txBody>
                  <a:tcPr marL="8152" marR="8152" marT="8152" marB="0" anchor="b">
                    <a:lnL>
                      <a:noFill/>
                    </a:lnL>
                    <a:lnR>
                      <a:noFill/>
                    </a:lnR>
                    <a:lnT>
                      <a:noFill/>
                    </a:lnT>
                    <a:lnB>
                      <a:noFill/>
                    </a:lnB>
                    <a:solidFill>
                      <a:srgbClr val="7B949F"/>
                    </a:solidFill>
                  </a:tcPr>
                </a:tc>
                <a:extLst>
                  <a:ext uri="{0D108BD9-81ED-4DB2-BD59-A6C34878D82A}">
                    <a16:rowId xmlns:a16="http://schemas.microsoft.com/office/drawing/2014/main" val="2060529339"/>
                  </a:ext>
                </a:extLst>
              </a:tr>
              <a:tr h="181807">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Blue Hill Memorial Hospital</a:t>
                      </a:r>
                    </a:p>
                  </a:txBody>
                  <a:tcPr marL="8152" marR="8152" marT="8152" marB="0" anchor="b">
                    <a:lnL>
                      <a:noFill/>
                    </a:lnL>
                    <a:lnR>
                      <a:noFill/>
                    </a:lnR>
                    <a:lnT>
                      <a:noFill/>
                    </a:lnT>
                    <a:lnB>
                      <a:noFill/>
                    </a:lnB>
                    <a:solidFill>
                      <a:srgbClr val="259AA2"/>
                    </a:solidFill>
                  </a:tcPr>
                </a:tc>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Health</a:t>
                      </a:r>
                    </a:p>
                  </a:txBody>
                  <a:tcPr marL="8152" marR="8152" marT="8152" marB="0" anchor="b">
                    <a:lnL>
                      <a:noFill/>
                    </a:lnL>
                    <a:lnR>
                      <a:noFill/>
                    </a:lnR>
                    <a:lnT>
                      <a:noFill/>
                    </a:lnT>
                    <a:lnB>
                      <a:noFill/>
                    </a:lnB>
                    <a:solidFill>
                      <a:srgbClr val="259AA2"/>
                    </a:solidFill>
                  </a:tcPr>
                </a:tc>
                <a:tc>
                  <a:txBody>
                    <a:bodyPr/>
                    <a:lstStyle/>
                    <a:p>
                      <a:pPr algn="ctr" fontAlgn="b"/>
                      <a:r>
                        <a:rPr lang="en-US" sz="1000" b="0" i="0" u="none" strike="noStrike">
                          <a:solidFill>
                            <a:srgbClr val="FFFFFF"/>
                          </a:solidFill>
                          <a:effectLst/>
                          <a:highlight>
                            <a:srgbClr val="95ADB8"/>
                          </a:highlight>
                          <a:latin typeface="Aptos Narrow" panose="020B0004020202020204" pitchFamily="34" charset="0"/>
                        </a:rPr>
                        <a:t>32</a:t>
                      </a:r>
                    </a:p>
                  </a:txBody>
                  <a:tcPr marL="8152" marR="8152" marT="8152" marB="0" anchor="b">
                    <a:lnL>
                      <a:noFill/>
                    </a:lnL>
                    <a:lnR>
                      <a:noFill/>
                    </a:lnR>
                    <a:lnT>
                      <a:noFill/>
                    </a:lnT>
                    <a:lnB>
                      <a:noFill/>
                    </a:lnB>
                    <a:solidFill>
                      <a:srgbClr val="95ADB8"/>
                    </a:solidFill>
                  </a:tcPr>
                </a:tc>
                <a:tc>
                  <a:txBody>
                    <a:bodyPr/>
                    <a:lstStyle/>
                    <a:p>
                      <a:pPr algn="ctr" fontAlgn="b"/>
                      <a:r>
                        <a:rPr lang="en-US" sz="1000" b="0" i="0" u="none" strike="noStrike">
                          <a:solidFill>
                            <a:srgbClr val="000000"/>
                          </a:solidFill>
                          <a:effectLst/>
                          <a:latin typeface="Aptos Narrow" panose="020B0004020202020204" pitchFamily="34" charset="0"/>
                        </a:rPr>
                        <a:t>NA</a:t>
                      </a:r>
                    </a:p>
                  </a:txBody>
                  <a:tcPr marL="8152" marR="8152" marT="8152" marB="0" anchor="b">
                    <a:lnL>
                      <a:noFill/>
                    </a:lnL>
                    <a:lnR>
                      <a:noFill/>
                    </a:lnR>
                    <a:lnT>
                      <a:noFill/>
                    </a:lnT>
                    <a:lnB>
                      <a:noFill/>
                    </a:lnB>
                    <a:noFill/>
                  </a:tcPr>
                </a:tc>
                <a:tc>
                  <a:txBody>
                    <a:bodyPr/>
                    <a:lstStyle/>
                    <a:p>
                      <a:pPr algn="ctr" fontAlgn="b"/>
                      <a:r>
                        <a:rPr lang="en-US" sz="1000" b="0" i="0" u="none" strike="noStrike">
                          <a:solidFill>
                            <a:srgbClr val="000000"/>
                          </a:solidFill>
                          <a:effectLst/>
                          <a:latin typeface="Aptos Narrow" panose="020B0004020202020204" pitchFamily="34" charset="0"/>
                        </a:rPr>
                        <a:t>NA</a:t>
                      </a:r>
                    </a:p>
                  </a:txBody>
                  <a:tcPr marL="8152" marR="8152" marT="8152" marB="0" anchor="b">
                    <a:lnL>
                      <a:noFill/>
                    </a:lnL>
                    <a:lnR>
                      <a:noFill/>
                    </a:lnR>
                    <a:lnT>
                      <a:noFill/>
                    </a:lnT>
                    <a:lnB>
                      <a:noFill/>
                    </a:lnB>
                    <a:noFill/>
                  </a:tcPr>
                </a:tc>
                <a:tc>
                  <a:txBody>
                    <a:bodyPr/>
                    <a:lstStyle/>
                    <a:p>
                      <a:pPr algn="ctr" fontAlgn="b"/>
                      <a:r>
                        <a:rPr lang="en-US" sz="1000" b="0" i="0" u="none" strike="noStrike" dirty="0">
                          <a:solidFill>
                            <a:srgbClr val="FFFFFF"/>
                          </a:solidFill>
                          <a:effectLst/>
                          <a:highlight>
                            <a:srgbClr val="2B6D8B"/>
                          </a:highlight>
                          <a:latin typeface="Aptos Narrow" panose="020B0004020202020204" pitchFamily="34" charset="0"/>
                        </a:rPr>
                        <a:t>89</a:t>
                      </a:r>
                    </a:p>
                  </a:txBody>
                  <a:tcPr marL="8152" marR="8152" marT="8152" marB="0" anchor="b">
                    <a:lnL>
                      <a:noFill/>
                    </a:lnL>
                    <a:lnR>
                      <a:noFill/>
                    </a:lnR>
                    <a:lnT>
                      <a:noFill/>
                    </a:lnT>
                    <a:lnB>
                      <a:noFill/>
                    </a:lnB>
                    <a:solidFill>
                      <a:srgbClr val="2B6D8B"/>
                    </a:solidFill>
                  </a:tcPr>
                </a:tc>
                <a:tc>
                  <a:txBody>
                    <a:bodyPr/>
                    <a:lstStyle/>
                    <a:p>
                      <a:pPr algn="ctr" fontAlgn="b"/>
                      <a:r>
                        <a:rPr lang="en-US" sz="1000" b="0" i="0" u="none" strike="noStrike" dirty="0">
                          <a:solidFill>
                            <a:srgbClr val="FFFFFF"/>
                          </a:solidFill>
                          <a:effectLst/>
                          <a:highlight>
                            <a:srgbClr val="94A1A6"/>
                          </a:highlight>
                          <a:latin typeface="Aptos Narrow" panose="020B0004020202020204" pitchFamily="34" charset="0"/>
                        </a:rPr>
                        <a:t>52</a:t>
                      </a:r>
                    </a:p>
                  </a:txBody>
                  <a:tcPr marL="8152" marR="8152" marT="8152" marB="0" anchor="b">
                    <a:lnL>
                      <a:noFill/>
                    </a:lnL>
                    <a:lnR>
                      <a:noFill/>
                    </a:lnR>
                    <a:lnT>
                      <a:noFill/>
                    </a:lnT>
                    <a:lnB>
                      <a:noFill/>
                    </a:lnB>
                    <a:solidFill>
                      <a:srgbClr val="94A1A6"/>
                    </a:solidFill>
                  </a:tcPr>
                </a:tc>
                <a:extLst>
                  <a:ext uri="{0D108BD9-81ED-4DB2-BD59-A6C34878D82A}">
                    <a16:rowId xmlns:a16="http://schemas.microsoft.com/office/drawing/2014/main" val="4148148716"/>
                  </a:ext>
                </a:extLst>
              </a:tr>
              <a:tr h="181807">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Eastern Maine Medical Center</a:t>
                      </a:r>
                    </a:p>
                  </a:txBody>
                  <a:tcPr marL="8152" marR="8152" marT="8152" marB="0" anchor="b">
                    <a:lnL>
                      <a:noFill/>
                    </a:lnL>
                    <a:lnR>
                      <a:noFill/>
                    </a:lnR>
                    <a:lnT>
                      <a:noFill/>
                    </a:lnT>
                    <a:lnB>
                      <a:noFill/>
                    </a:lnB>
                    <a:solidFill>
                      <a:srgbClr val="259AA2"/>
                    </a:solidFill>
                  </a:tcPr>
                </a:tc>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Health</a:t>
                      </a:r>
                    </a:p>
                  </a:txBody>
                  <a:tcPr marL="8152" marR="8152" marT="8152" marB="0" anchor="b">
                    <a:lnL>
                      <a:noFill/>
                    </a:lnL>
                    <a:lnR>
                      <a:noFill/>
                    </a:lnR>
                    <a:lnT>
                      <a:noFill/>
                    </a:lnT>
                    <a:lnB>
                      <a:noFill/>
                    </a:lnB>
                    <a:solidFill>
                      <a:srgbClr val="259AA2"/>
                    </a:solidFill>
                  </a:tcPr>
                </a:tc>
                <a:tc>
                  <a:txBody>
                    <a:bodyPr/>
                    <a:lstStyle/>
                    <a:p>
                      <a:pPr algn="ctr" fontAlgn="b"/>
                      <a:r>
                        <a:rPr lang="en-US" sz="1000" b="0" i="0" u="none" strike="noStrike">
                          <a:solidFill>
                            <a:srgbClr val="FFFFFF"/>
                          </a:solidFill>
                          <a:effectLst/>
                          <a:highlight>
                            <a:srgbClr val="A0B4BC"/>
                          </a:highlight>
                          <a:latin typeface="Aptos Narrow" panose="020B0004020202020204" pitchFamily="34" charset="0"/>
                        </a:rPr>
                        <a:t>26</a:t>
                      </a:r>
                    </a:p>
                  </a:txBody>
                  <a:tcPr marL="8152" marR="8152" marT="8152" marB="0" anchor="b">
                    <a:lnL>
                      <a:noFill/>
                    </a:lnL>
                    <a:lnR>
                      <a:noFill/>
                    </a:lnR>
                    <a:lnT>
                      <a:noFill/>
                    </a:lnT>
                    <a:lnB>
                      <a:noFill/>
                    </a:lnB>
                    <a:solidFill>
                      <a:srgbClr val="A0B4BC"/>
                    </a:solidFill>
                  </a:tcPr>
                </a:tc>
                <a:tc>
                  <a:txBody>
                    <a:bodyPr/>
                    <a:lstStyle/>
                    <a:p>
                      <a:pPr algn="ctr" fontAlgn="b"/>
                      <a:r>
                        <a:rPr lang="en-US" sz="1000" b="0" i="0" u="none" strike="noStrike">
                          <a:solidFill>
                            <a:srgbClr val="FFFFFF"/>
                          </a:solidFill>
                          <a:effectLst/>
                          <a:highlight>
                            <a:srgbClr val="33728F"/>
                          </a:highlight>
                          <a:latin typeface="Aptos Narrow" panose="020B0004020202020204" pitchFamily="34" charset="0"/>
                        </a:rPr>
                        <a:t>84</a:t>
                      </a:r>
                    </a:p>
                  </a:txBody>
                  <a:tcPr marL="8152" marR="8152" marT="8152" marB="0" anchor="b">
                    <a:lnL>
                      <a:noFill/>
                    </a:lnL>
                    <a:lnR>
                      <a:noFill/>
                    </a:lnR>
                    <a:lnT>
                      <a:noFill/>
                    </a:lnT>
                    <a:lnB>
                      <a:noFill/>
                    </a:lnB>
                    <a:solidFill>
                      <a:srgbClr val="33728F"/>
                    </a:solidFill>
                  </a:tcPr>
                </a:tc>
                <a:tc>
                  <a:txBody>
                    <a:bodyPr/>
                    <a:lstStyle/>
                    <a:p>
                      <a:pPr algn="ctr" fontAlgn="b"/>
                      <a:r>
                        <a:rPr lang="en-US" sz="1000" b="0" i="0" u="none" strike="noStrike">
                          <a:solidFill>
                            <a:srgbClr val="FFFFFF"/>
                          </a:solidFill>
                          <a:effectLst/>
                          <a:highlight>
                            <a:srgbClr val="3F7994"/>
                          </a:highlight>
                          <a:latin typeface="Aptos Narrow" panose="020B0004020202020204" pitchFamily="34" charset="0"/>
                        </a:rPr>
                        <a:t>78</a:t>
                      </a:r>
                    </a:p>
                  </a:txBody>
                  <a:tcPr marL="8152" marR="8152" marT="8152" marB="0" anchor="b">
                    <a:lnL>
                      <a:noFill/>
                    </a:lnL>
                    <a:lnR>
                      <a:noFill/>
                    </a:lnR>
                    <a:lnT>
                      <a:noFill/>
                    </a:lnT>
                    <a:lnB>
                      <a:noFill/>
                    </a:lnB>
                    <a:solidFill>
                      <a:srgbClr val="3F7994"/>
                    </a:solidFill>
                  </a:tcPr>
                </a:tc>
                <a:tc>
                  <a:txBody>
                    <a:bodyPr/>
                    <a:lstStyle/>
                    <a:p>
                      <a:pPr algn="ctr" fontAlgn="b"/>
                      <a:r>
                        <a:rPr lang="en-US" sz="1000" b="0" i="0" u="none" strike="noStrike">
                          <a:solidFill>
                            <a:srgbClr val="FFFFFF"/>
                          </a:solidFill>
                          <a:effectLst/>
                          <a:highlight>
                            <a:srgbClr val="276B8A"/>
                          </a:highlight>
                          <a:latin typeface="Aptos Narrow" panose="020B0004020202020204" pitchFamily="34" charset="0"/>
                        </a:rPr>
                        <a:t>91</a:t>
                      </a:r>
                    </a:p>
                  </a:txBody>
                  <a:tcPr marL="8152" marR="8152" marT="8152" marB="0" anchor="b">
                    <a:lnL>
                      <a:noFill/>
                    </a:lnL>
                    <a:lnR>
                      <a:noFill/>
                    </a:lnR>
                    <a:lnT>
                      <a:noFill/>
                    </a:lnT>
                    <a:lnB>
                      <a:noFill/>
                    </a:lnB>
                    <a:solidFill>
                      <a:srgbClr val="276B8A"/>
                    </a:solidFill>
                  </a:tcPr>
                </a:tc>
                <a:tc>
                  <a:txBody>
                    <a:bodyPr/>
                    <a:lstStyle/>
                    <a:p>
                      <a:pPr algn="ctr" fontAlgn="b"/>
                      <a:r>
                        <a:rPr lang="en-US" sz="1000" b="0" i="0" u="none" strike="noStrike">
                          <a:solidFill>
                            <a:srgbClr val="FFFFFF"/>
                          </a:solidFill>
                          <a:effectLst/>
                          <a:highlight>
                            <a:srgbClr val="94A1A6"/>
                          </a:highlight>
                          <a:latin typeface="Aptos Narrow" panose="020B0004020202020204" pitchFamily="34" charset="0"/>
                        </a:rPr>
                        <a:t>52</a:t>
                      </a:r>
                    </a:p>
                  </a:txBody>
                  <a:tcPr marL="8152" marR="8152" marT="8152" marB="0" anchor="b">
                    <a:lnL>
                      <a:noFill/>
                    </a:lnL>
                    <a:lnR>
                      <a:noFill/>
                    </a:lnR>
                    <a:lnT>
                      <a:noFill/>
                    </a:lnT>
                    <a:lnB>
                      <a:noFill/>
                    </a:lnB>
                    <a:solidFill>
                      <a:srgbClr val="94A1A6"/>
                    </a:solidFill>
                  </a:tcPr>
                </a:tc>
                <a:extLst>
                  <a:ext uri="{0D108BD9-81ED-4DB2-BD59-A6C34878D82A}">
                    <a16:rowId xmlns:a16="http://schemas.microsoft.com/office/drawing/2014/main" val="787373290"/>
                  </a:ext>
                </a:extLst>
              </a:tr>
              <a:tr h="181807">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Mayo Hospital</a:t>
                      </a:r>
                    </a:p>
                  </a:txBody>
                  <a:tcPr marL="8152" marR="8152" marT="8152" marB="0" anchor="b">
                    <a:lnL>
                      <a:noFill/>
                    </a:lnL>
                    <a:lnR>
                      <a:noFill/>
                    </a:lnR>
                    <a:lnT>
                      <a:noFill/>
                    </a:lnT>
                    <a:lnB>
                      <a:noFill/>
                    </a:lnB>
                    <a:solidFill>
                      <a:srgbClr val="259AA2"/>
                    </a:solidFill>
                  </a:tcPr>
                </a:tc>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Health</a:t>
                      </a:r>
                    </a:p>
                  </a:txBody>
                  <a:tcPr marL="8152" marR="8152" marT="8152" marB="0" anchor="b">
                    <a:lnL>
                      <a:noFill/>
                    </a:lnL>
                    <a:lnR>
                      <a:noFill/>
                    </a:lnR>
                    <a:lnT>
                      <a:noFill/>
                    </a:lnT>
                    <a:lnB>
                      <a:noFill/>
                    </a:lnB>
                    <a:solidFill>
                      <a:srgbClr val="259AA2"/>
                    </a:solidFill>
                  </a:tcPr>
                </a:tc>
                <a:tc>
                  <a:txBody>
                    <a:bodyPr/>
                    <a:lstStyle/>
                    <a:p>
                      <a:pPr algn="ctr" fontAlgn="b"/>
                      <a:r>
                        <a:rPr lang="en-US" sz="1000" b="0" i="0" u="none" strike="noStrike">
                          <a:solidFill>
                            <a:srgbClr val="FFFFFF"/>
                          </a:solidFill>
                          <a:effectLst/>
                          <a:highlight>
                            <a:srgbClr val="AABAC1"/>
                          </a:highlight>
                          <a:latin typeface="Aptos Narrow" panose="020B0004020202020204" pitchFamily="34" charset="0"/>
                        </a:rPr>
                        <a:t>20</a:t>
                      </a:r>
                    </a:p>
                  </a:txBody>
                  <a:tcPr marL="8152" marR="8152" marT="8152" marB="0" anchor="b">
                    <a:lnL>
                      <a:noFill/>
                    </a:lnL>
                    <a:lnR>
                      <a:noFill/>
                    </a:lnR>
                    <a:lnT>
                      <a:noFill/>
                    </a:lnT>
                    <a:lnB>
                      <a:noFill/>
                    </a:lnB>
                    <a:solidFill>
                      <a:srgbClr val="AABAC1"/>
                    </a:solidFill>
                  </a:tcPr>
                </a:tc>
                <a:tc>
                  <a:txBody>
                    <a:bodyPr/>
                    <a:lstStyle/>
                    <a:p>
                      <a:pPr algn="ctr" fontAlgn="b"/>
                      <a:r>
                        <a:rPr lang="en-US" sz="1000" b="0" i="0" u="none" strike="noStrike">
                          <a:solidFill>
                            <a:srgbClr val="FFFFFF"/>
                          </a:solidFill>
                          <a:effectLst/>
                          <a:highlight>
                            <a:srgbClr val="99AFB9"/>
                          </a:highlight>
                          <a:latin typeface="Aptos Narrow" panose="020B0004020202020204" pitchFamily="34" charset="0"/>
                        </a:rPr>
                        <a:t>30</a:t>
                      </a:r>
                    </a:p>
                  </a:txBody>
                  <a:tcPr marL="8152" marR="8152" marT="8152" marB="0" anchor="b">
                    <a:lnL>
                      <a:noFill/>
                    </a:lnL>
                    <a:lnR>
                      <a:noFill/>
                    </a:lnR>
                    <a:lnT>
                      <a:noFill/>
                    </a:lnT>
                    <a:lnB>
                      <a:noFill/>
                    </a:lnB>
                    <a:solidFill>
                      <a:srgbClr val="99AFB9"/>
                    </a:solidFill>
                  </a:tcPr>
                </a:tc>
                <a:tc>
                  <a:txBody>
                    <a:bodyPr/>
                    <a:lstStyle/>
                    <a:p>
                      <a:pPr algn="ctr" fontAlgn="b"/>
                      <a:r>
                        <a:rPr lang="en-US" sz="1000" b="0" i="0" u="none" strike="noStrike">
                          <a:solidFill>
                            <a:srgbClr val="000000"/>
                          </a:solidFill>
                          <a:effectLst/>
                          <a:latin typeface="Aptos Narrow" panose="020B0004020202020204" pitchFamily="34" charset="0"/>
                        </a:rPr>
                        <a:t>NA</a:t>
                      </a:r>
                    </a:p>
                  </a:txBody>
                  <a:tcPr marL="8152" marR="8152" marT="8152" marB="0" anchor="b">
                    <a:lnL>
                      <a:noFill/>
                    </a:lnL>
                    <a:lnR>
                      <a:noFill/>
                    </a:lnR>
                    <a:lnT>
                      <a:noFill/>
                    </a:lnT>
                    <a:lnB>
                      <a:noFill/>
                    </a:lnB>
                    <a:noFill/>
                  </a:tcPr>
                </a:tc>
                <a:tc>
                  <a:txBody>
                    <a:bodyPr/>
                    <a:lstStyle/>
                    <a:p>
                      <a:pPr algn="ctr" fontAlgn="b"/>
                      <a:r>
                        <a:rPr lang="en-US" sz="1000" b="0" i="0" u="none" strike="noStrike" dirty="0">
                          <a:solidFill>
                            <a:srgbClr val="FFFFFF"/>
                          </a:solidFill>
                          <a:effectLst/>
                          <a:highlight>
                            <a:srgbClr val="6490A3"/>
                          </a:highlight>
                          <a:latin typeface="Aptos Narrow" panose="020B0004020202020204" pitchFamily="34" charset="0"/>
                        </a:rPr>
                        <a:t>58</a:t>
                      </a:r>
                    </a:p>
                  </a:txBody>
                  <a:tcPr marL="8152" marR="8152" marT="8152" marB="0" anchor="b">
                    <a:lnL>
                      <a:noFill/>
                    </a:lnL>
                    <a:lnR>
                      <a:noFill/>
                    </a:lnR>
                    <a:lnT>
                      <a:noFill/>
                    </a:lnT>
                    <a:lnB>
                      <a:noFill/>
                    </a:lnB>
                    <a:solidFill>
                      <a:srgbClr val="6490A3"/>
                    </a:solidFill>
                  </a:tcPr>
                </a:tc>
                <a:tc>
                  <a:txBody>
                    <a:bodyPr/>
                    <a:lstStyle/>
                    <a:p>
                      <a:pPr algn="ctr" fontAlgn="b"/>
                      <a:r>
                        <a:rPr lang="en-US" sz="1000" b="0" i="0" u="none" strike="noStrike" dirty="0">
                          <a:solidFill>
                            <a:srgbClr val="FFFFFF"/>
                          </a:solidFill>
                          <a:effectLst/>
                          <a:highlight>
                            <a:srgbClr val="94A1A6"/>
                          </a:highlight>
                          <a:latin typeface="Aptos Narrow" panose="020B0004020202020204" pitchFamily="34" charset="0"/>
                        </a:rPr>
                        <a:t>52</a:t>
                      </a:r>
                    </a:p>
                  </a:txBody>
                  <a:tcPr marL="8152" marR="8152" marT="8152" marB="0" anchor="b">
                    <a:lnL>
                      <a:noFill/>
                    </a:lnL>
                    <a:lnR>
                      <a:noFill/>
                    </a:lnR>
                    <a:lnT>
                      <a:noFill/>
                    </a:lnT>
                    <a:lnB>
                      <a:noFill/>
                    </a:lnB>
                    <a:solidFill>
                      <a:srgbClr val="94A1A6"/>
                    </a:solidFill>
                  </a:tcPr>
                </a:tc>
                <a:extLst>
                  <a:ext uri="{0D108BD9-81ED-4DB2-BD59-A6C34878D82A}">
                    <a16:rowId xmlns:a16="http://schemas.microsoft.com/office/drawing/2014/main" val="1323618996"/>
                  </a:ext>
                </a:extLst>
              </a:tr>
              <a:tr h="181807">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Sebasticook Valley Hospital</a:t>
                      </a:r>
                    </a:p>
                  </a:txBody>
                  <a:tcPr marL="8152" marR="8152" marT="8152" marB="0" anchor="b">
                    <a:lnL>
                      <a:noFill/>
                    </a:lnL>
                    <a:lnR>
                      <a:noFill/>
                    </a:lnR>
                    <a:lnT>
                      <a:noFill/>
                    </a:lnT>
                    <a:lnB>
                      <a:noFill/>
                    </a:lnB>
                    <a:solidFill>
                      <a:srgbClr val="259AA2"/>
                    </a:solidFill>
                  </a:tcPr>
                </a:tc>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Health</a:t>
                      </a:r>
                    </a:p>
                  </a:txBody>
                  <a:tcPr marL="8152" marR="8152" marT="8152" marB="0" anchor="b">
                    <a:lnL>
                      <a:noFill/>
                    </a:lnL>
                    <a:lnR>
                      <a:noFill/>
                    </a:lnR>
                    <a:lnT>
                      <a:noFill/>
                    </a:lnT>
                    <a:lnB>
                      <a:noFill/>
                    </a:lnB>
                    <a:solidFill>
                      <a:srgbClr val="259AA2"/>
                    </a:solidFill>
                  </a:tcPr>
                </a:tc>
                <a:tc>
                  <a:txBody>
                    <a:bodyPr/>
                    <a:lstStyle/>
                    <a:p>
                      <a:pPr algn="ctr" fontAlgn="b"/>
                      <a:r>
                        <a:rPr lang="en-US" sz="1000" b="0" i="0" u="none" strike="noStrike">
                          <a:solidFill>
                            <a:srgbClr val="FFFFFF"/>
                          </a:solidFill>
                          <a:effectLst/>
                          <a:highlight>
                            <a:srgbClr val="A0B4BC"/>
                          </a:highlight>
                          <a:latin typeface="Aptos Narrow" panose="020B0004020202020204" pitchFamily="34" charset="0"/>
                        </a:rPr>
                        <a:t>26</a:t>
                      </a:r>
                    </a:p>
                  </a:txBody>
                  <a:tcPr marL="8152" marR="8152" marT="8152" marB="0" anchor="b">
                    <a:lnL>
                      <a:noFill/>
                    </a:lnL>
                    <a:lnR>
                      <a:noFill/>
                    </a:lnR>
                    <a:lnT>
                      <a:noFill/>
                    </a:lnT>
                    <a:lnB>
                      <a:noFill/>
                    </a:lnB>
                    <a:solidFill>
                      <a:srgbClr val="A0B4BC"/>
                    </a:solidFill>
                  </a:tcPr>
                </a:tc>
                <a:tc>
                  <a:txBody>
                    <a:bodyPr/>
                    <a:lstStyle/>
                    <a:p>
                      <a:pPr algn="ctr" fontAlgn="b"/>
                      <a:r>
                        <a:rPr lang="en-US" sz="1000" b="0" i="0" u="none" strike="noStrike">
                          <a:solidFill>
                            <a:srgbClr val="000000"/>
                          </a:solidFill>
                          <a:effectLst/>
                          <a:latin typeface="Aptos Narrow" panose="020B0004020202020204" pitchFamily="34" charset="0"/>
                        </a:rPr>
                        <a:t>NA</a:t>
                      </a:r>
                    </a:p>
                  </a:txBody>
                  <a:tcPr marL="8152" marR="8152" marT="8152" marB="0" anchor="b">
                    <a:lnL>
                      <a:noFill/>
                    </a:lnL>
                    <a:lnR>
                      <a:noFill/>
                    </a:lnR>
                    <a:lnT>
                      <a:noFill/>
                    </a:lnT>
                    <a:lnB>
                      <a:noFill/>
                    </a:lnB>
                    <a:noFill/>
                  </a:tcPr>
                </a:tc>
                <a:tc>
                  <a:txBody>
                    <a:bodyPr/>
                    <a:lstStyle/>
                    <a:p>
                      <a:pPr algn="ctr" fontAlgn="b"/>
                      <a:r>
                        <a:rPr lang="en-US" sz="1000" b="0" i="0" u="none" strike="noStrike">
                          <a:solidFill>
                            <a:srgbClr val="000000"/>
                          </a:solidFill>
                          <a:effectLst/>
                          <a:latin typeface="Aptos Narrow" panose="020B0004020202020204" pitchFamily="34" charset="0"/>
                        </a:rPr>
                        <a:t>NA</a:t>
                      </a:r>
                    </a:p>
                  </a:txBody>
                  <a:tcPr marL="8152" marR="8152" marT="8152" marB="0" anchor="b">
                    <a:lnL>
                      <a:noFill/>
                    </a:lnL>
                    <a:lnR>
                      <a:noFill/>
                    </a:lnR>
                    <a:lnT>
                      <a:noFill/>
                    </a:lnT>
                    <a:lnB>
                      <a:noFill/>
                    </a:lnB>
                    <a:noFill/>
                  </a:tcPr>
                </a:tc>
                <a:tc>
                  <a:txBody>
                    <a:bodyPr/>
                    <a:lstStyle/>
                    <a:p>
                      <a:pPr algn="ctr" fontAlgn="b"/>
                      <a:r>
                        <a:rPr lang="en-US" sz="1000" b="0" i="0" u="none" strike="noStrike">
                          <a:solidFill>
                            <a:srgbClr val="FFFFFF"/>
                          </a:solidFill>
                          <a:effectLst/>
                          <a:highlight>
                            <a:srgbClr val="477E97"/>
                          </a:highlight>
                          <a:latin typeface="Aptos Narrow" panose="020B0004020202020204" pitchFamily="34" charset="0"/>
                        </a:rPr>
                        <a:t>74</a:t>
                      </a:r>
                    </a:p>
                  </a:txBody>
                  <a:tcPr marL="8152" marR="8152" marT="8152" marB="0" anchor="b">
                    <a:lnL>
                      <a:noFill/>
                    </a:lnL>
                    <a:lnR>
                      <a:noFill/>
                    </a:lnR>
                    <a:lnT>
                      <a:noFill/>
                    </a:lnT>
                    <a:lnB>
                      <a:noFill/>
                    </a:lnB>
                    <a:solidFill>
                      <a:srgbClr val="477E97"/>
                    </a:solidFill>
                  </a:tcPr>
                </a:tc>
                <a:tc>
                  <a:txBody>
                    <a:bodyPr/>
                    <a:lstStyle/>
                    <a:p>
                      <a:pPr algn="ctr" fontAlgn="b"/>
                      <a:r>
                        <a:rPr lang="en-US" sz="1000" b="0" i="0" u="none" strike="noStrike" dirty="0">
                          <a:solidFill>
                            <a:srgbClr val="FFFFFF"/>
                          </a:solidFill>
                          <a:effectLst/>
                          <a:highlight>
                            <a:srgbClr val="99A3A8"/>
                          </a:highlight>
                          <a:latin typeface="Aptos Narrow" panose="020B0004020202020204" pitchFamily="34" charset="0"/>
                        </a:rPr>
                        <a:t>51</a:t>
                      </a:r>
                    </a:p>
                  </a:txBody>
                  <a:tcPr marL="8152" marR="8152" marT="8152" marB="0" anchor="b">
                    <a:lnL>
                      <a:noFill/>
                    </a:lnL>
                    <a:lnR>
                      <a:noFill/>
                    </a:lnR>
                    <a:lnT>
                      <a:noFill/>
                    </a:lnT>
                    <a:lnB>
                      <a:noFill/>
                    </a:lnB>
                    <a:solidFill>
                      <a:srgbClr val="99A3A8"/>
                    </a:solidFill>
                  </a:tcPr>
                </a:tc>
                <a:extLst>
                  <a:ext uri="{0D108BD9-81ED-4DB2-BD59-A6C34878D82A}">
                    <a16:rowId xmlns:a16="http://schemas.microsoft.com/office/drawing/2014/main" val="2812415000"/>
                  </a:ext>
                </a:extLst>
              </a:tr>
              <a:tr h="181807">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Maine Coast Hospital</a:t>
                      </a:r>
                    </a:p>
                  </a:txBody>
                  <a:tcPr marL="8152" marR="8152" marT="8152" marB="0" anchor="b">
                    <a:lnL>
                      <a:noFill/>
                    </a:lnL>
                    <a:lnR>
                      <a:noFill/>
                    </a:lnR>
                    <a:lnT>
                      <a:noFill/>
                    </a:lnT>
                    <a:lnB>
                      <a:noFill/>
                    </a:lnB>
                    <a:solidFill>
                      <a:srgbClr val="259AA2"/>
                    </a:solidFill>
                  </a:tcPr>
                </a:tc>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Health</a:t>
                      </a:r>
                    </a:p>
                  </a:txBody>
                  <a:tcPr marL="8152" marR="8152" marT="8152" marB="0" anchor="b">
                    <a:lnL>
                      <a:noFill/>
                    </a:lnL>
                    <a:lnR>
                      <a:noFill/>
                    </a:lnR>
                    <a:lnT>
                      <a:noFill/>
                    </a:lnT>
                    <a:lnB>
                      <a:noFill/>
                    </a:lnB>
                    <a:solidFill>
                      <a:srgbClr val="259AA2"/>
                    </a:solidFill>
                  </a:tcPr>
                </a:tc>
                <a:tc>
                  <a:txBody>
                    <a:bodyPr/>
                    <a:lstStyle/>
                    <a:p>
                      <a:pPr algn="ctr" fontAlgn="b"/>
                      <a:r>
                        <a:rPr lang="en-US" sz="1000" b="0" i="0" u="none" strike="noStrike">
                          <a:solidFill>
                            <a:srgbClr val="FFFFFF"/>
                          </a:solidFill>
                          <a:effectLst/>
                          <a:highlight>
                            <a:srgbClr val="BBC4C8"/>
                          </a:highlight>
                          <a:latin typeface="Aptos Narrow" panose="020B0004020202020204" pitchFamily="34" charset="0"/>
                        </a:rPr>
                        <a:t>12</a:t>
                      </a:r>
                    </a:p>
                  </a:txBody>
                  <a:tcPr marL="8152" marR="8152" marT="8152" marB="0" anchor="b">
                    <a:lnL>
                      <a:noFill/>
                    </a:lnL>
                    <a:lnR>
                      <a:noFill/>
                    </a:lnR>
                    <a:lnT>
                      <a:noFill/>
                    </a:lnT>
                    <a:lnB>
                      <a:noFill/>
                    </a:lnB>
                    <a:solidFill>
                      <a:srgbClr val="BBC4C8"/>
                    </a:solidFill>
                  </a:tcPr>
                </a:tc>
                <a:tc>
                  <a:txBody>
                    <a:bodyPr/>
                    <a:lstStyle/>
                    <a:p>
                      <a:pPr algn="ctr" fontAlgn="b"/>
                      <a:r>
                        <a:rPr lang="en-US" sz="1000" b="0" i="0" u="none" strike="noStrike">
                          <a:solidFill>
                            <a:srgbClr val="FFFFFF"/>
                          </a:solidFill>
                          <a:effectLst/>
                          <a:highlight>
                            <a:srgbClr val="648FA3"/>
                          </a:highlight>
                          <a:latin typeface="Aptos Narrow" panose="020B0004020202020204" pitchFamily="34" charset="0"/>
                        </a:rPr>
                        <a:t>58</a:t>
                      </a:r>
                    </a:p>
                  </a:txBody>
                  <a:tcPr marL="8152" marR="8152" marT="8152" marB="0" anchor="b">
                    <a:lnL>
                      <a:noFill/>
                    </a:lnL>
                    <a:lnR>
                      <a:noFill/>
                    </a:lnR>
                    <a:lnT>
                      <a:noFill/>
                    </a:lnT>
                    <a:lnB>
                      <a:noFill/>
                    </a:lnB>
                    <a:solidFill>
                      <a:srgbClr val="648FA3"/>
                    </a:solidFill>
                  </a:tcPr>
                </a:tc>
                <a:tc>
                  <a:txBody>
                    <a:bodyPr/>
                    <a:lstStyle/>
                    <a:p>
                      <a:pPr algn="ctr" fontAlgn="b"/>
                      <a:r>
                        <a:rPr lang="en-US" sz="1000" b="0" i="0" u="none" strike="noStrike">
                          <a:solidFill>
                            <a:srgbClr val="FFFFFF"/>
                          </a:solidFill>
                          <a:effectLst/>
                          <a:highlight>
                            <a:srgbClr val="628EA2"/>
                          </a:highlight>
                          <a:latin typeface="Aptos Narrow" panose="020B0004020202020204" pitchFamily="34" charset="0"/>
                        </a:rPr>
                        <a:t>59</a:t>
                      </a:r>
                    </a:p>
                  </a:txBody>
                  <a:tcPr marL="8152" marR="8152" marT="8152" marB="0" anchor="b">
                    <a:lnL>
                      <a:noFill/>
                    </a:lnL>
                    <a:lnR>
                      <a:noFill/>
                    </a:lnR>
                    <a:lnT>
                      <a:noFill/>
                    </a:lnT>
                    <a:lnB>
                      <a:noFill/>
                    </a:lnB>
                    <a:solidFill>
                      <a:srgbClr val="628EA2"/>
                    </a:solidFill>
                  </a:tcPr>
                </a:tc>
                <a:tc>
                  <a:txBody>
                    <a:bodyPr/>
                    <a:lstStyle/>
                    <a:p>
                      <a:pPr algn="ctr" fontAlgn="b"/>
                      <a:r>
                        <a:rPr lang="en-US" sz="1000" b="0" i="0" u="none" strike="noStrike" dirty="0">
                          <a:solidFill>
                            <a:srgbClr val="FFFFFF"/>
                          </a:solidFill>
                          <a:effectLst/>
                          <a:highlight>
                            <a:srgbClr val="608DA2"/>
                          </a:highlight>
                          <a:latin typeface="Aptos Narrow" panose="020B0004020202020204" pitchFamily="34" charset="0"/>
                        </a:rPr>
                        <a:t>60</a:t>
                      </a:r>
                    </a:p>
                  </a:txBody>
                  <a:tcPr marL="8152" marR="8152" marT="8152" marB="0" anchor="b">
                    <a:lnL>
                      <a:noFill/>
                    </a:lnL>
                    <a:lnR>
                      <a:noFill/>
                    </a:lnR>
                    <a:lnT>
                      <a:noFill/>
                    </a:lnT>
                    <a:lnB>
                      <a:noFill/>
                    </a:lnB>
                    <a:solidFill>
                      <a:srgbClr val="608DA2"/>
                    </a:solidFill>
                  </a:tcPr>
                </a:tc>
                <a:tc>
                  <a:txBody>
                    <a:bodyPr/>
                    <a:lstStyle/>
                    <a:p>
                      <a:pPr algn="ctr" fontAlgn="b"/>
                      <a:r>
                        <a:rPr lang="en-US" sz="1000" b="0" i="0" u="none" strike="noStrike">
                          <a:solidFill>
                            <a:srgbClr val="FFFFFF"/>
                          </a:solidFill>
                          <a:effectLst/>
                          <a:highlight>
                            <a:srgbClr val="A3A8AB"/>
                          </a:highlight>
                          <a:latin typeface="Aptos Narrow" panose="020B0004020202020204" pitchFamily="34" charset="0"/>
                        </a:rPr>
                        <a:t>49</a:t>
                      </a:r>
                    </a:p>
                  </a:txBody>
                  <a:tcPr marL="8152" marR="8152" marT="8152" marB="0" anchor="b">
                    <a:lnL>
                      <a:noFill/>
                    </a:lnL>
                    <a:lnR>
                      <a:noFill/>
                    </a:lnR>
                    <a:lnT>
                      <a:noFill/>
                    </a:lnT>
                    <a:lnB>
                      <a:noFill/>
                    </a:lnB>
                    <a:solidFill>
                      <a:srgbClr val="A3A8AB"/>
                    </a:solidFill>
                  </a:tcPr>
                </a:tc>
                <a:extLst>
                  <a:ext uri="{0D108BD9-81ED-4DB2-BD59-A6C34878D82A}">
                    <a16:rowId xmlns:a16="http://schemas.microsoft.com/office/drawing/2014/main" val="1197716380"/>
                  </a:ext>
                </a:extLst>
              </a:tr>
              <a:tr h="181807">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Southern Maine Health Care</a:t>
                      </a:r>
                    </a:p>
                  </a:txBody>
                  <a:tcPr marL="8152" marR="8152" marT="8152" marB="0" anchor="b">
                    <a:lnL>
                      <a:noFill/>
                    </a:lnL>
                    <a:lnR>
                      <a:noFill/>
                    </a:lnR>
                    <a:lnT>
                      <a:noFill/>
                    </a:lnT>
                    <a:lnB>
                      <a:noFill/>
                    </a:lnB>
                    <a:solidFill>
                      <a:srgbClr val="E23440"/>
                    </a:solidFill>
                  </a:tcPr>
                </a:tc>
                <a:tc>
                  <a:txBody>
                    <a:bodyPr/>
                    <a:lstStyle/>
                    <a:p>
                      <a:pPr algn="l" fontAlgn="b"/>
                      <a:r>
                        <a:rPr lang="en-US" sz="1000" b="0" i="0" u="none" strike="noStrike">
                          <a:solidFill>
                            <a:srgbClr val="FFFFFF"/>
                          </a:solidFill>
                          <a:effectLst/>
                          <a:highlight>
                            <a:srgbClr val="E23440"/>
                          </a:highlight>
                          <a:latin typeface="Aptos Narrow" panose="020B0004020202020204" pitchFamily="34" charset="0"/>
                        </a:rPr>
                        <a:t>Mainehealth</a:t>
                      </a:r>
                    </a:p>
                  </a:txBody>
                  <a:tcPr marL="8152" marR="8152" marT="8152" marB="0" anchor="b">
                    <a:lnL>
                      <a:noFill/>
                    </a:lnL>
                    <a:lnR>
                      <a:noFill/>
                    </a:lnR>
                    <a:lnT>
                      <a:noFill/>
                    </a:lnT>
                    <a:lnB>
                      <a:noFill/>
                    </a:lnB>
                    <a:solidFill>
                      <a:srgbClr val="E23440"/>
                    </a:solidFill>
                  </a:tcPr>
                </a:tc>
                <a:tc>
                  <a:txBody>
                    <a:bodyPr/>
                    <a:lstStyle/>
                    <a:p>
                      <a:pPr algn="ctr" fontAlgn="b"/>
                      <a:r>
                        <a:rPr lang="en-US" sz="1000" b="0" i="0" u="none" strike="noStrike">
                          <a:solidFill>
                            <a:srgbClr val="FFFFFF"/>
                          </a:solidFill>
                          <a:effectLst/>
                          <a:highlight>
                            <a:srgbClr val="B8C2C6"/>
                          </a:highlight>
                          <a:latin typeface="Aptos Narrow" panose="020B0004020202020204" pitchFamily="34" charset="0"/>
                        </a:rPr>
                        <a:t>13</a:t>
                      </a:r>
                    </a:p>
                  </a:txBody>
                  <a:tcPr marL="8152" marR="8152" marT="8152" marB="0" anchor="b">
                    <a:lnL>
                      <a:noFill/>
                    </a:lnL>
                    <a:lnR>
                      <a:noFill/>
                    </a:lnR>
                    <a:lnT>
                      <a:noFill/>
                    </a:lnT>
                    <a:lnB>
                      <a:noFill/>
                    </a:lnB>
                    <a:solidFill>
                      <a:srgbClr val="B8C2C6"/>
                    </a:solidFill>
                  </a:tcPr>
                </a:tc>
                <a:tc>
                  <a:txBody>
                    <a:bodyPr/>
                    <a:lstStyle/>
                    <a:p>
                      <a:pPr algn="ctr" fontAlgn="b"/>
                      <a:r>
                        <a:rPr lang="en-US" sz="1000" b="0" i="0" u="none" strike="noStrike">
                          <a:solidFill>
                            <a:srgbClr val="FFFFFF"/>
                          </a:solidFill>
                          <a:effectLst/>
                          <a:highlight>
                            <a:srgbClr val="99AFB9"/>
                          </a:highlight>
                          <a:latin typeface="Aptos Narrow" panose="020B0004020202020204" pitchFamily="34" charset="0"/>
                        </a:rPr>
                        <a:t>30</a:t>
                      </a:r>
                    </a:p>
                  </a:txBody>
                  <a:tcPr marL="8152" marR="8152" marT="8152" marB="0" anchor="b">
                    <a:lnL>
                      <a:noFill/>
                    </a:lnL>
                    <a:lnR>
                      <a:noFill/>
                    </a:lnR>
                    <a:lnT>
                      <a:noFill/>
                    </a:lnT>
                    <a:lnB>
                      <a:noFill/>
                    </a:lnB>
                    <a:solidFill>
                      <a:srgbClr val="99AFB9"/>
                    </a:solidFill>
                  </a:tcPr>
                </a:tc>
                <a:tc>
                  <a:txBody>
                    <a:bodyPr/>
                    <a:lstStyle/>
                    <a:p>
                      <a:pPr algn="ctr" fontAlgn="b"/>
                      <a:r>
                        <a:rPr lang="en-US" sz="1000" b="0" i="0" u="none" strike="noStrike">
                          <a:solidFill>
                            <a:srgbClr val="FFFFFF"/>
                          </a:solidFill>
                          <a:effectLst/>
                          <a:highlight>
                            <a:srgbClr val="5C8BA0"/>
                          </a:highlight>
                          <a:latin typeface="Aptos Narrow" panose="020B0004020202020204" pitchFamily="34" charset="0"/>
                        </a:rPr>
                        <a:t>62</a:t>
                      </a:r>
                    </a:p>
                  </a:txBody>
                  <a:tcPr marL="8152" marR="8152" marT="8152" marB="0" anchor="b">
                    <a:lnL>
                      <a:noFill/>
                    </a:lnL>
                    <a:lnR>
                      <a:noFill/>
                    </a:lnR>
                    <a:lnT>
                      <a:noFill/>
                    </a:lnT>
                    <a:lnB>
                      <a:noFill/>
                    </a:lnB>
                    <a:solidFill>
                      <a:srgbClr val="5C8BA0"/>
                    </a:solidFill>
                  </a:tcPr>
                </a:tc>
                <a:tc>
                  <a:txBody>
                    <a:bodyPr/>
                    <a:lstStyle/>
                    <a:p>
                      <a:pPr algn="ctr" fontAlgn="b"/>
                      <a:r>
                        <a:rPr lang="en-US" sz="1000" b="0" i="0" u="none" strike="noStrike" dirty="0">
                          <a:solidFill>
                            <a:srgbClr val="FFFFFF"/>
                          </a:solidFill>
                          <a:effectLst/>
                          <a:highlight>
                            <a:srgbClr val="226888"/>
                          </a:highlight>
                          <a:latin typeface="Aptos Narrow" panose="020B0004020202020204" pitchFamily="34" charset="0"/>
                        </a:rPr>
                        <a:t>93</a:t>
                      </a:r>
                    </a:p>
                  </a:txBody>
                  <a:tcPr marL="8152" marR="8152" marT="8152" marB="0" anchor="b">
                    <a:lnL>
                      <a:noFill/>
                    </a:lnL>
                    <a:lnR>
                      <a:noFill/>
                    </a:lnR>
                    <a:lnT>
                      <a:noFill/>
                    </a:lnT>
                    <a:lnB>
                      <a:noFill/>
                    </a:lnB>
                    <a:solidFill>
                      <a:srgbClr val="226888"/>
                    </a:solidFill>
                  </a:tcPr>
                </a:tc>
                <a:tc>
                  <a:txBody>
                    <a:bodyPr/>
                    <a:lstStyle/>
                    <a:p>
                      <a:pPr algn="ctr" fontAlgn="b"/>
                      <a:r>
                        <a:rPr lang="en-US" sz="1000" b="0" i="0" u="none" strike="noStrike" dirty="0">
                          <a:solidFill>
                            <a:srgbClr val="FFFFFF"/>
                          </a:solidFill>
                          <a:effectLst/>
                          <a:highlight>
                            <a:srgbClr val="ADADAD"/>
                          </a:highlight>
                          <a:latin typeface="Aptos Narrow" panose="020B0004020202020204" pitchFamily="34" charset="0"/>
                        </a:rPr>
                        <a:t>47</a:t>
                      </a:r>
                    </a:p>
                  </a:txBody>
                  <a:tcPr marL="8152" marR="8152" marT="8152" marB="0" anchor="b">
                    <a:lnL>
                      <a:noFill/>
                    </a:lnL>
                    <a:lnR>
                      <a:noFill/>
                    </a:lnR>
                    <a:lnT>
                      <a:noFill/>
                    </a:lnT>
                    <a:lnB>
                      <a:noFill/>
                    </a:lnB>
                    <a:solidFill>
                      <a:srgbClr val="ADADAD"/>
                    </a:solidFill>
                  </a:tcPr>
                </a:tc>
                <a:extLst>
                  <a:ext uri="{0D108BD9-81ED-4DB2-BD59-A6C34878D82A}">
                    <a16:rowId xmlns:a16="http://schemas.microsoft.com/office/drawing/2014/main" val="647253379"/>
                  </a:ext>
                </a:extLst>
              </a:tr>
              <a:tr h="181807">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CA Dean Hospital</a:t>
                      </a:r>
                    </a:p>
                  </a:txBody>
                  <a:tcPr marL="8152" marR="8152" marT="8152" marB="0" anchor="b">
                    <a:lnL>
                      <a:noFill/>
                    </a:lnL>
                    <a:lnR>
                      <a:noFill/>
                    </a:lnR>
                    <a:lnT>
                      <a:noFill/>
                    </a:lnT>
                    <a:lnB>
                      <a:noFill/>
                    </a:lnB>
                    <a:solidFill>
                      <a:srgbClr val="259AA2"/>
                    </a:solidFill>
                  </a:tcPr>
                </a:tc>
                <a:tc>
                  <a:txBody>
                    <a:bodyPr/>
                    <a:lstStyle/>
                    <a:p>
                      <a:pPr algn="l" fontAlgn="b"/>
                      <a:r>
                        <a:rPr lang="en-US" sz="1000" b="0" i="0" u="none" strike="noStrike">
                          <a:solidFill>
                            <a:srgbClr val="FFFFFF"/>
                          </a:solidFill>
                          <a:effectLst/>
                          <a:highlight>
                            <a:srgbClr val="259AA2"/>
                          </a:highlight>
                          <a:latin typeface="Aptos Narrow" panose="020B0004020202020204" pitchFamily="34" charset="0"/>
                        </a:rPr>
                        <a:t>Northern Light Health</a:t>
                      </a:r>
                    </a:p>
                  </a:txBody>
                  <a:tcPr marL="8152" marR="8152" marT="8152" marB="0" anchor="b">
                    <a:lnL>
                      <a:noFill/>
                    </a:lnL>
                    <a:lnR>
                      <a:noFill/>
                    </a:lnR>
                    <a:lnT>
                      <a:noFill/>
                    </a:lnT>
                    <a:lnB>
                      <a:noFill/>
                    </a:lnB>
                    <a:solidFill>
                      <a:srgbClr val="259AA2"/>
                    </a:solidFill>
                  </a:tcPr>
                </a:tc>
                <a:tc>
                  <a:txBody>
                    <a:bodyPr/>
                    <a:lstStyle/>
                    <a:p>
                      <a:pPr algn="ctr" fontAlgn="b"/>
                      <a:r>
                        <a:rPr lang="en-US" sz="1000" b="0" i="0" u="none" strike="noStrike">
                          <a:solidFill>
                            <a:srgbClr val="000000"/>
                          </a:solidFill>
                          <a:effectLst/>
                          <a:latin typeface="Aptos Narrow" panose="020B0004020202020204" pitchFamily="34" charset="0"/>
                        </a:rPr>
                        <a:t>NA</a:t>
                      </a:r>
                    </a:p>
                  </a:txBody>
                  <a:tcPr marL="8152" marR="8152" marT="8152" marB="0" anchor="b">
                    <a:lnL>
                      <a:noFill/>
                    </a:lnL>
                    <a:lnR>
                      <a:noFill/>
                    </a:lnR>
                    <a:lnT>
                      <a:noFill/>
                    </a:lnT>
                    <a:lnB>
                      <a:noFill/>
                    </a:lnB>
                    <a:noFill/>
                  </a:tcPr>
                </a:tc>
                <a:tc>
                  <a:txBody>
                    <a:bodyPr/>
                    <a:lstStyle/>
                    <a:p>
                      <a:pPr algn="ctr" fontAlgn="b"/>
                      <a:r>
                        <a:rPr lang="en-US" sz="1000" b="0" i="0" u="none" strike="noStrike">
                          <a:solidFill>
                            <a:srgbClr val="000000"/>
                          </a:solidFill>
                          <a:effectLst/>
                          <a:latin typeface="Aptos Narrow" panose="020B0004020202020204" pitchFamily="34" charset="0"/>
                        </a:rPr>
                        <a:t>NA</a:t>
                      </a:r>
                    </a:p>
                  </a:txBody>
                  <a:tcPr marL="8152" marR="8152" marT="8152" marB="0" anchor="b">
                    <a:lnL>
                      <a:noFill/>
                    </a:lnL>
                    <a:lnR>
                      <a:noFill/>
                    </a:lnR>
                    <a:lnT>
                      <a:noFill/>
                    </a:lnT>
                    <a:lnB>
                      <a:noFill/>
                    </a:lnB>
                    <a:noFill/>
                  </a:tcPr>
                </a:tc>
                <a:tc>
                  <a:txBody>
                    <a:bodyPr/>
                    <a:lstStyle/>
                    <a:p>
                      <a:pPr algn="ctr" fontAlgn="b"/>
                      <a:r>
                        <a:rPr lang="en-US" sz="1000" b="0" i="0" u="none" strike="noStrike">
                          <a:solidFill>
                            <a:srgbClr val="000000"/>
                          </a:solidFill>
                          <a:effectLst/>
                          <a:latin typeface="Aptos Narrow" panose="020B0004020202020204" pitchFamily="34" charset="0"/>
                        </a:rPr>
                        <a:t>NA</a:t>
                      </a:r>
                    </a:p>
                  </a:txBody>
                  <a:tcPr marL="8152" marR="8152" marT="8152" marB="0" anchor="b">
                    <a:lnL>
                      <a:noFill/>
                    </a:lnL>
                    <a:lnR>
                      <a:noFill/>
                    </a:lnR>
                    <a:lnT>
                      <a:noFill/>
                    </a:lnT>
                    <a:lnB>
                      <a:noFill/>
                    </a:lnB>
                    <a:noFill/>
                  </a:tcPr>
                </a:tc>
                <a:tc>
                  <a:txBody>
                    <a:bodyPr/>
                    <a:lstStyle/>
                    <a:p>
                      <a:pPr algn="ctr" fontAlgn="b"/>
                      <a:r>
                        <a:rPr lang="en-US" sz="1000" b="0" i="0" u="none" strike="noStrike">
                          <a:solidFill>
                            <a:srgbClr val="000000"/>
                          </a:solidFill>
                          <a:effectLst/>
                          <a:latin typeface="Aptos Narrow" panose="020B0004020202020204" pitchFamily="34" charset="0"/>
                        </a:rPr>
                        <a:t>NA</a:t>
                      </a:r>
                    </a:p>
                  </a:txBody>
                  <a:tcPr marL="8152" marR="8152" marT="8152" marB="0" anchor="b">
                    <a:lnL>
                      <a:noFill/>
                    </a:lnL>
                    <a:lnR>
                      <a:noFill/>
                    </a:lnR>
                    <a:lnT>
                      <a:noFill/>
                    </a:lnT>
                    <a:lnB>
                      <a:noFill/>
                    </a:lnB>
                    <a:noFill/>
                  </a:tcPr>
                </a:tc>
                <a:tc>
                  <a:txBody>
                    <a:bodyPr/>
                    <a:lstStyle/>
                    <a:p>
                      <a:pPr algn="ctr" fontAlgn="b"/>
                      <a:r>
                        <a:rPr lang="en-US" sz="1000" b="0" i="0" u="none" strike="noStrike" dirty="0">
                          <a:solidFill>
                            <a:srgbClr val="000000"/>
                          </a:solidFill>
                          <a:effectLst/>
                          <a:latin typeface="Aptos Narrow" panose="020B0004020202020204" pitchFamily="34" charset="0"/>
                        </a:rPr>
                        <a:t>NA</a:t>
                      </a:r>
                    </a:p>
                  </a:txBody>
                  <a:tcPr marL="8152" marR="8152" marT="8152" marB="0" anchor="b">
                    <a:lnL>
                      <a:noFill/>
                    </a:lnL>
                    <a:lnR>
                      <a:noFill/>
                    </a:lnR>
                    <a:lnT>
                      <a:noFill/>
                    </a:lnT>
                    <a:lnB>
                      <a:noFill/>
                    </a:lnB>
                    <a:noFill/>
                  </a:tcPr>
                </a:tc>
                <a:extLst>
                  <a:ext uri="{0D108BD9-81ED-4DB2-BD59-A6C34878D82A}">
                    <a16:rowId xmlns:a16="http://schemas.microsoft.com/office/drawing/2014/main" val="3251915586"/>
                  </a:ext>
                </a:extLst>
              </a:tr>
            </a:tbl>
          </a:graphicData>
        </a:graphic>
      </p:graphicFrame>
      <p:sp>
        <p:nvSpPr>
          <p:cNvPr id="13" name="Rectangle 12">
            <a:extLst>
              <a:ext uri="{FF2B5EF4-FFF2-40B4-BE49-F238E27FC236}">
                <a16:creationId xmlns:a16="http://schemas.microsoft.com/office/drawing/2014/main" id="{69AC6A65-9627-A5F8-EB1A-58EC39D247BD}"/>
              </a:ext>
            </a:extLst>
          </p:cNvPr>
          <p:cNvSpPr/>
          <p:nvPr/>
        </p:nvSpPr>
        <p:spPr>
          <a:xfrm>
            <a:off x="2628900" y="6058201"/>
            <a:ext cx="8562975" cy="657225"/>
          </a:xfrm>
          <a:prstGeom prst="rect">
            <a:avLst/>
          </a:prstGeom>
          <a:ln>
            <a:solidFill>
              <a:srgbClr val="4468A5"/>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a:t>KBA heavily weights the HCAHPS recommendation rate in our brand quality rating as it comes from patients. </a:t>
            </a:r>
          </a:p>
          <a:p>
            <a:pPr algn="ctr"/>
            <a:r>
              <a:rPr lang="en-US" sz="1400" dirty="0"/>
              <a:t>Northern Light low HCAHPS recommendation rates are concerning for the establishment of a DTE network</a:t>
            </a:r>
          </a:p>
        </p:txBody>
      </p:sp>
    </p:spTree>
    <p:extLst>
      <p:ext uri="{BB962C8B-B14F-4D97-AF65-F5344CB8AC3E}">
        <p14:creationId xmlns:p14="http://schemas.microsoft.com/office/powerpoint/2010/main" val="2494354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NLH’s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Northern Light Health’s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Northern Light Health</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800" cap="all" spc="-150" dirty="0">
                <a:solidFill>
                  <a:schemeClr val="bg1"/>
                </a:solidFill>
              </a:rPr>
              <a:t>NLH N</a:t>
            </a:r>
            <a:r>
              <a:rPr lang="en-US" sz="2800" spc="-150" dirty="0">
                <a:solidFill>
                  <a:schemeClr val="bg1"/>
                </a:solidFill>
              </a:rPr>
              <a:t>ETWORK</a:t>
            </a:r>
            <a:r>
              <a:rPr lang="en-US" sz="28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2" descr="Home - Northern Light Health">
            <a:extLst>
              <a:ext uri="{FF2B5EF4-FFF2-40B4-BE49-F238E27FC236}">
                <a16:creationId xmlns:a16="http://schemas.microsoft.com/office/drawing/2014/main" id="{6E3F9065-54C9-26C9-650E-26D1FF4195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61747" y="4034290"/>
            <a:ext cx="1010684" cy="566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14</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BENEFIT PLAN DESIGNS THAT OPTIMIZE STEERAGE TO NLH</a:t>
            </a:r>
          </a:p>
        </p:txBody>
      </p:sp>
      <p:pic>
        <p:nvPicPr>
          <p:cNvPr id="2" name="Picture 2" descr="Home - Northern Light Health">
            <a:extLst>
              <a:ext uri="{FF2B5EF4-FFF2-40B4-BE49-F238E27FC236}">
                <a16:creationId xmlns:a16="http://schemas.microsoft.com/office/drawing/2014/main" id="{1709EC83-8332-AD8D-6042-A183A46FA0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62047" y="4956859"/>
            <a:ext cx="2481203" cy="1391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0" y="5162550"/>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NOTE:  Please see detailed financial analysis and assumptions used starting on page 23.  </a:t>
            </a:r>
          </a:p>
          <a:p>
            <a:pPr marL="285750" indent="-285750">
              <a:buFont typeface="Arial" panose="020B0604020202020204" pitchFamily="34" charset="0"/>
              <a:buChar char="•"/>
            </a:pPr>
            <a:r>
              <a:rPr lang="en-US" sz="1600" dirty="0"/>
              <a:t>Financial projections do not include 340B contribution margin, which could represent $136 PMPM by optimizing 340B through Rx plan design, NLH’s approved site(s) with network integration, and development of NLH’s proprietary PBM program.</a:t>
            </a:r>
            <a:r>
              <a:rPr lang="en-US" sz="1600" dirty="0">
                <a:highlight>
                  <a:srgbClr val="FFFF00"/>
                </a:highlight>
              </a:rPr>
              <a:t>   </a:t>
            </a:r>
          </a:p>
        </p:txBody>
      </p:sp>
      <p:graphicFrame>
        <p:nvGraphicFramePr>
          <p:cNvPr id="10" name="Content Placeholder 2">
            <a:extLst>
              <a:ext uri="{FF2B5EF4-FFF2-40B4-BE49-F238E27FC236}">
                <a16:creationId xmlns:a16="http://schemas.microsoft.com/office/drawing/2014/main" id="{758F6CA4-031B-A360-9D62-DBD9E50CE9CA}"/>
              </a:ext>
            </a:extLst>
          </p:cNvPr>
          <p:cNvGraphicFramePr>
            <a:graphicFrameLocks noGrp="1"/>
          </p:cNvGraphicFramePr>
          <p:nvPr>
            <p:extLst>
              <p:ext uri="{D42A27DB-BD31-4B8C-83A1-F6EECF244321}">
                <p14:modId xmlns:p14="http://schemas.microsoft.com/office/powerpoint/2010/main" val="2543078722"/>
              </p:ext>
            </p:extLst>
          </p:nvPr>
        </p:nvGraphicFramePr>
        <p:xfrm>
          <a:off x="2005977" y="335314"/>
          <a:ext cx="9052560" cy="47650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lang="en-US" sz="1400" b="1" i="0" u="none" cap="none" dirty="0">
                          <a:solidFill>
                            <a:srgbClr val="FFFFFF">
                              <a:alpha val="100000"/>
                            </a:srgbClr>
                          </a:solidFill>
                          <a:latin typeface="Arial"/>
                          <a:cs typeface="Arial"/>
                          <a:sym typeface="Arial"/>
                        </a:rPr>
                        <a:t>Target estimate (see slide 9 for assumptions).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7,821K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$ 4,767K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$ 7,634K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$ 19,552K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$11,919K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$ 3,768K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$ 1,615K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$30,535K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$ 7,412K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$ 78,210K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$47,675K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$ 7,662K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$ 7,452K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$61,070K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$14,824K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$156,419K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$95,350K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$30,148K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$15,324K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$15,234K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r h="0">
                <a:tc gridSpan="8">
                  <a:txBody>
                    <a:bodyPr/>
                    <a:lstStyle/>
                    <a:p>
                      <a:pPr marL="127000" marR="127000" algn="l">
                        <a:lnSpc>
                          <a:spcPct val="100000"/>
                        </a:lnSpc>
                        <a:spcBef>
                          <a:spcPts val="1000"/>
                        </a:spcBef>
                        <a:spcAft>
                          <a:spcPts val="1000"/>
                        </a:spcAft>
                        <a:buNone/>
                      </a:pPr>
                      <a:endParaRPr sz="1000" b="0" i="0" u="none" cap="none" dirty="0">
                        <a:solidFill>
                          <a:srgbClr val="000000">
                            <a:alpha val="100000"/>
                          </a:srgbClr>
                        </a:solidFill>
                        <a:latin typeface="Arial"/>
                        <a:cs typeface="Arial"/>
                        <a:sym typeface="Arial"/>
                      </a:endParaRP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16</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NLH’s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NLH to dramatically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NLH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NLH’s managed care processes to KBA’s patented care management programs will turbocharge results – Positioning NLH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4368882" y="5369550"/>
            <a:ext cx="7292541"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NLH </a:t>
            </a:r>
            <a:r>
              <a:rPr lang="en-US" sz="2400" b="1" cap="small" dirty="0">
                <a:solidFill>
                  <a:srgbClr val="000B2E"/>
                </a:solidFill>
              </a:rPr>
              <a:t>CAN PROMOTE THESE RESULTS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17</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477328"/>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NLH’s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NLH’s 340B drug pricing program</a:t>
            </a:r>
          </a:p>
          <a:p>
            <a:pPr marL="285753" indent="-285753">
              <a:spcBef>
                <a:spcPts val="600"/>
              </a:spcBef>
              <a:buFont typeface="Wingdings" panose="05000000000000000000" pitchFamily="2" charset="2"/>
              <a:buChar char="§"/>
            </a:pPr>
            <a:r>
              <a:rPr lang="en-US" sz="2000" dirty="0">
                <a:solidFill>
                  <a:schemeClr val="bg1"/>
                </a:solidFill>
              </a:rPr>
              <a:t>Allows NLH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19</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20</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1073886606"/>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21</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22</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5232400" y="1367673"/>
            <a:ext cx="6124575" cy="2665509"/>
          </a:xfrm>
        </p:spPr>
        <p:txBody>
          <a:bodyPr vert="horz" lIns="91440" tIns="45720" rIns="91440" bIns="45720" rtlCol="0" anchor="b">
            <a:normAutofit/>
          </a:bodyPr>
          <a:lstStyle/>
          <a:p>
            <a:pPr algn="r" defTabSz="914400"/>
            <a:r>
              <a:rPr lang="en-US" sz="6100" kern="1200" dirty="0">
                <a:solidFill>
                  <a:srgbClr val="244F9A"/>
                </a:solidFill>
                <a:latin typeface="+mj-lt"/>
                <a:ea typeface="+mj-ea"/>
                <a:cs typeface="+mj-cs"/>
              </a:rPr>
              <a:t>FINANCIAL PROJECTIONS &amp; ASSUMPTIONS</a:t>
            </a:r>
          </a:p>
        </p:txBody>
      </p:sp>
      <p:grpSp>
        <p:nvGrpSpPr>
          <p:cNvPr id="28" name="Group 27">
            <a:extLst>
              <a:ext uri="{FF2B5EF4-FFF2-40B4-BE49-F238E27FC236}">
                <a16:creationId xmlns:a16="http://schemas.microsoft.com/office/drawing/2014/main" id="{0DBA5192-D1D6-4385-9B20-7991E99218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9" name="Group 28">
              <a:extLst>
                <a:ext uri="{FF2B5EF4-FFF2-40B4-BE49-F238E27FC236}">
                  <a16:creationId xmlns:a16="http://schemas.microsoft.com/office/drawing/2014/main" id="{49CFA8C3-E4AC-4EF8-8986-83C92DBF583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7" name="Freeform: Shape 36">
                <a:extLst>
                  <a:ext uri="{FF2B5EF4-FFF2-40B4-BE49-F238E27FC236}">
                    <a16:creationId xmlns:a16="http://schemas.microsoft.com/office/drawing/2014/main" id="{C939349E-97F2-4F20-99B2-B5BABDD5E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6DF4F205-369D-432D-BE06-61DCFE9AB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0" name="Group 29">
              <a:extLst>
                <a:ext uri="{FF2B5EF4-FFF2-40B4-BE49-F238E27FC236}">
                  <a16:creationId xmlns:a16="http://schemas.microsoft.com/office/drawing/2014/main" id="{1658D615-89F8-4EE3-A5C2-8B57E48744C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31" name="Group 30">
                <a:extLst>
                  <a:ext uri="{FF2B5EF4-FFF2-40B4-BE49-F238E27FC236}">
                    <a16:creationId xmlns:a16="http://schemas.microsoft.com/office/drawing/2014/main" id="{4529F45F-9E0D-4469-B6FE-BFA23DC316E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5" name="Freeform: Shape 34">
                  <a:extLst>
                    <a:ext uri="{FF2B5EF4-FFF2-40B4-BE49-F238E27FC236}">
                      <a16:creationId xmlns:a16="http://schemas.microsoft.com/office/drawing/2014/main" id="{4D258C8B-77B4-43BA-8B2F-AB7C96C39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67E9E24-BE8C-47FF-BCF1-3E4BDF64D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BDD9DC28-AE74-45F4-8F16-49C6A59604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33" name="Freeform: Shape 32">
                  <a:extLst>
                    <a:ext uri="{FF2B5EF4-FFF2-40B4-BE49-F238E27FC236}">
                      <a16:creationId xmlns:a16="http://schemas.microsoft.com/office/drawing/2014/main" id="{6DDBBC55-F5AB-4776-B58D-648EECAB5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30F7ABFF-600B-4509-83F7-177A4FE3D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8737600" y="466933"/>
            <a:ext cx="2635250" cy="707886"/>
          </a:xfrm>
        </p:spPr>
        <p:txBody>
          <a:bodyPr vert="horz" lIns="91440" tIns="45720" rIns="91440" bIns="45720" rtlCol="0" anchor="ctr">
            <a:normAutofit/>
          </a:bodyPr>
          <a:lstStyle/>
          <a:p>
            <a:pPr defTabSz="914400">
              <a:lnSpc>
                <a:spcPct val="90000"/>
              </a:lnSpc>
              <a:spcAft>
                <a:spcPts val="600"/>
              </a:spcAft>
            </a:pPr>
            <a:fld id="{3AFC719D-C4A7-4544-876E-D411D11AF6C9}" type="slidenum">
              <a:rPr lang="en-US" sz="4400">
                <a:solidFill>
                  <a:schemeClr val="bg1"/>
                </a:solidFill>
              </a:rPr>
              <a:pPr defTabSz="914400">
                <a:lnSpc>
                  <a:spcPct val="90000"/>
                </a:lnSpc>
                <a:spcAft>
                  <a:spcPts val="600"/>
                </a:spcAft>
              </a:pPr>
              <a:t>23</a:t>
            </a:fld>
            <a:endParaRPr lang="en-US" sz="4400" dirty="0">
              <a:solidFill>
                <a:schemeClr val="bg1"/>
              </a:solidFill>
            </a:endParaRPr>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5024" y="2387175"/>
            <a:ext cx="2663825" cy="2663825"/>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7859713" y="6025942"/>
            <a:ext cx="3497262" cy="365125"/>
          </a:xfrm>
        </p:spPr>
        <p:txBody>
          <a:bodyPr vert="horz" lIns="91440" tIns="45720" rIns="91440" bIns="45720" rtlCol="0" anchor="ctr">
            <a:normAutofit/>
          </a:bodyPr>
          <a:lstStyle/>
          <a:p>
            <a:pPr algn="r" defTabSz="914400">
              <a:spcAft>
                <a:spcPts val="600"/>
              </a:spcAft>
            </a:pPr>
            <a:r>
              <a:rPr lang="en-US" sz="1000" kern="1200" dirty="0">
                <a:solidFill>
                  <a:schemeClr val="bg1">
                    <a:alpha val="60000"/>
                  </a:schemeClr>
                </a:solidFill>
                <a:latin typeface="+mn-lt"/>
                <a:ea typeface="+mn-ea"/>
                <a:cs typeface="+mn-cs"/>
              </a:rPr>
              <a:t>Key Benefit Administrators</a:t>
            </a:r>
          </a:p>
        </p:txBody>
      </p:sp>
    </p:spTree>
    <p:extLst>
      <p:ext uri="{BB962C8B-B14F-4D97-AF65-F5344CB8AC3E}">
        <p14:creationId xmlns:p14="http://schemas.microsoft.com/office/powerpoint/2010/main" val="2684971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latin typeface="+mn-lt"/>
                <a:cs typeface="Arial" panose="020B0604020202020204" pitchFamily="34" charset="0"/>
              </a:rPr>
              <a:t>Estimation of NLH 2021 Inpatient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963444178"/>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t>All NLH</a:t>
                      </a:r>
                    </a:p>
                  </a:txBody>
                  <a:tcPr>
                    <a:solidFill>
                      <a:schemeClr val="accent3">
                        <a:lumMod val="20000"/>
                        <a:lumOff val="80000"/>
                      </a:schemeClr>
                    </a:solidFill>
                  </a:tcPr>
                </a:tc>
                <a:tc>
                  <a:txBody>
                    <a:bodyPr/>
                    <a:lstStyle/>
                    <a:p>
                      <a:pPr algn="ctr"/>
                      <a:r>
                        <a:rPr lang="en-US" sz="1400" dirty="0">
                          <a:solidFill>
                            <a:schemeClr val="accent1">
                              <a:lumMod val="75000"/>
                            </a:schemeClr>
                          </a:solidFill>
                        </a:rPr>
                        <a:t>169,456</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$1,522,895K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49,207</a:t>
                      </a:r>
                    </a:p>
                  </a:txBody>
                  <a:tcPr anchor="ctr">
                    <a:solidFill>
                      <a:schemeClr val="accent3">
                        <a:lumMod val="20000"/>
                        <a:lumOff val="80000"/>
                      </a:schemeClr>
                    </a:solidFill>
                  </a:tcPr>
                </a:tc>
                <a:tc>
                  <a:txBody>
                    <a:bodyPr/>
                    <a:lstStyle/>
                    <a:p>
                      <a:pPr algn="ctr"/>
                      <a:r>
                        <a:rPr lang="en-US" sz="1400" dirty="0">
                          <a:solidFill>
                            <a:schemeClr val="accent6">
                              <a:lumMod val="75000"/>
                            </a:schemeClr>
                          </a:solidFill>
                        </a:rPr>
                        <a:t>$368,572K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29%</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23,048</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$186,339K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12%</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3,435</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$84,724K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algn="ctr"/>
                      <a:r>
                        <a:rPr lang="en-US" sz="1400" dirty="0">
                          <a:solidFill>
                            <a:schemeClr val="accent2">
                              <a:lumMod val="75000"/>
                            </a:schemeClr>
                          </a:solidFill>
                        </a:rPr>
                        <a:t>93,765</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$967,984</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57%</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9">
            <a:extLst>
              <a:ext uri="{FF2B5EF4-FFF2-40B4-BE49-F238E27FC236}">
                <a16:creationId xmlns:a16="http://schemas.microsoft.com/office/drawing/2014/main" id="{ED0A6F50-C6BE-E59F-38A2-EFFA0AEF9616}"/>
              </a:ext>
            </a:extLst>
          </p:cNvPr>
          <p:cNvSpPr txBox="1"/>
          <p:nvPr/>
        </p:nvSpPr>
        <p:spPr>
          <a:xfrm>
            <a:off x="6431282" y="3552478"/>
            <a:ext cx="5648960" cy="160043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Revenue by Group</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Medicaid and Other Government Pay are estimated to be paying the same rate per inpatient day as Medicare (a conservative assumption).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all revenue not known to be paid by Medicare and not assumed to be paid by Medicaid or other government pay. </a:t>
            </a:r>
          </a:p>
        </p:txBody>
      </p:sp>
      <p:sp>
        <p:nvSpPr>
          <p:cNvPr id="8" name="TextBox 10">
            <a:extLst>
              <a:ext uri="{FF2B5EF4-FFF2-40B4-BE49-F238E27FC236}">
                <a16:creationId xmlns:a16="http://schemas.microsoft.com/office/drawing/2014/main" id="{E107289D-24BF-1E88-2683-BA2979EC32B6}"/>
              </a:ext>
            </a:extLst>
          </p:cNvPr>
          <p:cNvSpPr txBox="1"/>
          <p:nvPr/>
        </p:nvSpPr>
        <p:spPr>
          <a:xfrm>
            <a:off x="6431282" y="5123627"/>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9" name="TextBox 11">
            <a:extLst>
              <a:ext uri="{FF2B5EF4-FFF2-40B4-BE49-F238E27FC236}">
                <a16:creationId xmlns:a16="http://schemas.microsoft.com/office/drawing/2014/main" id="{B06F8AA7-185E-8401-4C51-579C44EE0B64}"/>
              </a:ext>
            </a:extLst>
          </p:cNvPr>
          <p:cNvSpPr txBox="1"/>
          <p:nvPr/>
        </p:nvSpPr>
        <p:spPr>
          <a:xfrm>
            <a:off x="416560" y="4435821"/>
            <a:ext cx="5161280"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(https://data.cms.gov/provider-compliance/cost-report/hospital-provider-cost-report/data)</a:t>
            </a:r>
          </a:p>
        </p:txBody>
      </p:sp>
      <p:sp>
        <p:nvSpPr>
          <p:cNvPr id="10" name="TextBox 12">
            <a:extLst>
              <a:ext uri="{FF2B5EF4-FFF2-40B4-BE49-F238E27FC236}">
                <a16:creationId xmlns:a16="http://schemas.microsoft.com/office/drawing/2014/main" id="{CF495B2A-50EF-4B94-1C1C-99E3DB78B211}"/>
              </a:ext>
            </a:extLst>
          </p:cNvPr>
          <p:cNvSpPr txBox="1"/>
          <p:nvPr/>
        </p:nvSpPr>
        <p:spPr>
          <a:xfrm>
            <a:off x="416560" y="5085955"/>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1" name="Rectangle 16">
            <a:extLst>
              <a:ext uri="{FF2B5EF4-FFF2-40B4-BE49-F238E27FC236}">
                <a16:creationId xmlns:a16="http://schemas.microsoft.com/office/drawing/2014/main" id="{802290A3-B694-4505-9BF2-D6CD7AF07C8B}"/>
              </a:ext>
            </a:extLst>
          </p:cNvPr>
          <p:cNvSpPr/>
          <p:nvPr/>
        </p:nvSpPr>
        <p:spPr>
          <a:xfrm>
            <a:off x="1315720" y="5784630"/>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Tree>
    <p:extLst>
      <p:ext uri="{BB962C8B-B14F-4D97-AF65-F5344CB8AC3E}">
        <p14:creationId xmlns:p14="http://schemas.microsoft.com/office/powerpoint/2010/main" val="1147401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latin typeface="Arial" panose="020B0604020202020204" pitchFamily="34" charset="0"/>
                <a:cs typeface="Arial" panose="020B0604020202020204" pitchFamily="34" charset="0"/>
              </a:rPr>
              <a:t>The RAND data for NLH estimates commercial insurance reimbursements at 257%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394590464"/>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t>976,984K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dirty="0"/>
                        <a:t>257</a:t>
                      </a:r>
                      <a:r>
                        <a:rPr lang="en-US" dirty="0">
                          <a:solidFill>
                            <a:schemeClr val="tx1"/>
                          </a:solidFill>
                        </a:rPr>
                        <a:t>% current 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1,426,121K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$2,394,106K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sz="1800" dirty="0"/>
                        <a:t>1,609,283K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$784,823K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33%</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98605281"/>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Divided by 257%</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t>376,647K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$554,911K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$931,558K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$1,609,283K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2">
                              <a:lumMod val="75000"/>
                            </a:schemeClr>
                          </a:solidFill>
                        </a:rPr>
                        <a:t>$-677,724K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2">
                              <a:lumMod val="75000"/>
                            </a:schemeClr>
                          </a:solidFill>
                        </a:rPr>
                        <a:t>-73%</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lstStyle/>
          <a:p>
            <a:r>
              <a:rPr lang="en-US" b="1" dirty="0">
                <a:latin typeface="Arial" panose="020B0604020202020204" pitchFamily="34" charset="0"/>
                <a:cs typeface="Arial" panose="020B0604020202020204" pitchFamily="34" charset="0"/>
              </a:rPr>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26</a:t>
            </a:fld>
            <a:endParaRPr lang="en-US" dirty="0"/>
          </a:p>
        </p:txBody>
      </p:sp>
      <p:sp>
        <p:nvSpPr>
          <p:cNvPr id="10" name="TextBox 9">
            <a:extLst>
              <a:ext uri="{FF2B5EF4-FFF2-40B4-BE49-F238E27FC236}">
                <a16:creationId xmlns:a16="http://schemas.microsoft.com/office/drawing/2014/main" id="{DD333F58-1E5B-D213-65EE-BB627B8B12A8}"/>
              </a:ext>
            </a:extLst>
          </p:cNvPr>
          <p:cNvSpPr txBox="1"/>
          <p:nvPr/>
        </p:nvSpPr>
        <p:spPr>
          <a:xfrm>
            <a:off x="838200" y="5849910"/>
            <a:ext cx="10515600" cy="507831"/>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For outpatient market share, it is estimated that only 56%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3" name="Content Placeholder 2">
            <a:extLst>
              <a:ext uri="{FF2B5EF4-FFF2-40B4-BE49-F238E27FC236}">
                <a16:creationId xmlns:a16="http://schemas.microsoft.com/office/drawing/2014/main" id="{71E49263-5CE4-F36E-8A31-116B8138C072}"/>
              </a:ext>
            </a:extLst>
          </p:cNvPr>
          <p:cNvGraphicFramePr>
            <a:graphicFrameLocks noGrp="1"/>
          </p:cNvGraphicFramePr>
          <p:nvPr>
            <p:extLst>
              <p:ext uri="{D42A27DB-BD31-4B8C-83A1-F6EECF244321}">
                <p14:modId xmlns:p14="http://schemas.microsoft.com/office/powerpoint/2010/main" val="727647598"/>
              </p:ext>
            </p:extLst>
          </p:nvPr>
        </p:nvGraphicFramePr>
        <p:xfrm>
          <a:off x="457200" y="1140566"/>
          <a:ext cx="11315700" cy="4595986"/>
        </p:xfrm>
        <a:graphic>
          <a:graphicData uri="http://schemas.openxmlformats.org/drawingml/2006/table">
            <a:tbl>
              <a:tblPr/>
              <a:tblGrid>
                <a:gridCol w="2971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84785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1485900">
                  <a:extLst>
                    <a:ext uri="{9D8B030D-6E8A-4147-A177-3AD203B41FA5}">
                      <a16:colId xmlns:a16="http://schemas.microsoft.com/office/drawing/2014/main" val="20004"/>
                    </a:ext>
                  </a:extLst>
                </a:gridCol>
                <a:gridCol w="1962150">
                  <a:extLst>
                    <a:ext uri="{9D8B030D-6E8A-4147-A177-3AD203B41FA5}">
                      <a16:colId xmlns:a16="http://schemas.microsoft.com/office/drawing/2014/main" val="20005"/>
                    </a:ext>
                  </a:extLst>
                </a:gridCol>
              </a:tblGrid>
              <a:tr h="872938">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6836">
                <a:tc>
                  <a:txBody>
                    <a:bodyPr/>
                    <a:lstStyle/>
                    <a:p>
                      <a:pPr marL="63500" marR="63500" algn="l">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Northern Light Mercy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103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  153,661.0K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  308,495.0K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06836">
                <a:tc>
                  <a:txBody>
                    <a:bodyPr/>
                    <a:lstStyle/>
                    <a:p>
                      <a:pPr marL="63500" marR="63500" algn="l">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Northern Light AR Gould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43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   74,376.8K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  219,541.8K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06836">
                <a:tc>
                  <a:txBody>
                    <a:bodyPr/>
                    <a:lstStyle/>
                    <a:p>
                      <a:pPr marL="63500" marR="63500" algn="l">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Northern Light Eastern Maine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313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  916,981.6K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  857,538.6K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24%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10%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06836">
                <a:tc>
                  <a:txBody>
                    <a:bodyPr/>
                    <a:lstStyle/>
                    <a:p>
                      <a:pPr marL="63500" marR="63500" algn="l">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Northern Light Inland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33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   23,296.5K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   90,721.8K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06836">
                <a:tc>
                  <a:txBody>
                    <a:bodyPr/>
                    <a:lstStyle/>
                    <a:p>
                      <a:pPr marL="63500" marR="63500" algn="l">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Northern Light Maine Coast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48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   44,644.0K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  119,228.6K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06836">
                <a:tc>
                  <a:txBody>
                    <a:bodyPr/>
                    <a:lstStyle/>
                    <a:p>
                      <a:pPr marL="63500" marR="63500" algn="l">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Northern Light Blue Hill Memorial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25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    7,301.3K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   41,411.4K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lang="en-US" sz="1000" b="0" i="0" u="none" cap="none" dirty="0">
                          <a:solidFill>
                            <a:schemeClr val="accent1">
                              <a:lumMod val="75000"/>
                            </a:schemeClr>
                          </a:solidFill>
                          <a:latin typeface="Arial"/>
                          <a:cs typeface="Arial"/>
                          <a:sym typeface="Arial"/>
                        </a:rPr>
                        <a:t>&lt;.5</a:t>
                      </a:r>
                      <a:r>
                        <a:rPr sz="1000" b="0" i="0" u="none" cap="none" dirty="0">
                          <a:solidFill>
                            <a:schemeClr val="accent1">
                              <a:lumMod val="75000"/>
                            </a:schemeClr>
                          </a:solidFill>
                          <a:latin typeface="Arial"/>
                          <a:cs typeface="Arial"/>
                          <a:sym typeface="Arial"/>
                        </a:rPr>
                        <a:t>%</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lang="en-US" sz="1000" b="0" i="0" u="none" cap="none" dirty="0">
                          <a:solidFill>
                            <a:schemeClr val="accent1">
                              <a:lumMod val="75000"/>
                            </a:schemeClr>
                          </a:solidFill>
                          <a:latin typeface="Arial"/>
                          <a:cs typeface="Arial"/>
                          <a:sym typeface="Arial"/>
                        </a:rPr>
                        <a:t>&lt;.5%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06836">
                <a:tc>
                  <a:txBody>
                    <a:bodyPr/>
                    <a:lstStyle/>
                    <a:p>
                      <a:pPr marL="63500" marR="63500" algn="l">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Northern Light CA Dean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25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    3,952.2K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   14,201.2K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lang="en-US" sz="1000" b="0" i="0" u="none" cap="none" dirty="0">
                          <a:solidFill>
                            <a:schemeClr val="accent1">
                              <a:lumMod val="75000"/>
                            </a:schemeClr>
                          </a:solidFill>
                          <a:latin typeface="Arial"/>
                          <a:cs typeface="Arial"/>
                          <a:sym typeface="Arial"/>
                        </a:rPr>
                        <a:t>&lt;.5%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lang="en-US" sz="1000" b="0" i="0" u="none" cap="none" dirty="0">
                          <a:solidFill>
                            <a:schemeClr val="accent1">
                              <a:lumMod val="75000"/>
                            </a:schemeClr>
                          </a:solidFill>
                          <a:latin typeface="Arial"/>
                          <a:cs typeface="Arial"/>
                          <a:sym typeface="Arial"/>
                        </a:rPr>
                        <a:t>&lt;.5%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06836">
                <a:tc>
                  <a:txBody>
                    <a:bodyPr/>
                    <a:lstStyle/>
                    <a:p>
                      <a:pPr marL="63500" marR="63500" algn="l">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Northern Light Mayo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25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   12,750.2K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   71,815.5K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lang="en-US" sz="1000" b="0" i="0" u="none" cap="none" dirty="0">
                          <a:solidFill>
                            <a:schemeClr val="accent1">
                              <a:lumMod val="75000"/>
                            </a:schemeClr>
                          </a:solidFill>
                          <a:latin typeface="Arial"/>
                          <a:cs typeface="Arial"/>
                          <a:sym typeface="Arial"/>
                        </a:rPr>
                        <a:t>&lt;.5%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06836">
                <a:tc>
                  <a:txBody>
                    <a:bodyPr/>
                    <a:lstStyle/>
                    <a:p>
                      <a:pPr marL="63500" marR="63500" algn="l">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Northern Light Sebasticook Valley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chemeClr val="accent1">
                              <a:lumMod val="75000"/>
                            </a:schemeClr>
                          </a:solidFill>
                          <a:latin typeface="Arial"/>
                          <a:cs typeface="Arial"/>
                          <a:sym typeface="Arial"/>
                        </a:rPr>
                        <a:t>25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   10,867.4K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   55,534.3K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lang="en-US" sz="1000" b="0" i="0" u="none" cap="none" dirty="0">
                          <a:solidFill>
                            <a:schemeClr val="accent1">
                              <a:lumMod val="75000"/>
                            </a:schemeClr>
                          </a:solidFill>
                          <a:latin typeface="Arial"/>
                          <a:cs typeface="Arial"/>
                          <a:sym typeface="Arial"/>
                        </a:rPr>
                        <a:t>&lt;.5%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chemeClr val="accent1">
                              <a:lumMod val="75000"/>
                            </a:scheme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068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Joseph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99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  127,117.8K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  214,953.4K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068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Maine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575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$1,655,416.3K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$1,054,868.7K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44%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068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Southern Maine Health Care</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140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148,221.2K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  341,286.8K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068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Southern Maine Health Care</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140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   46,923.0K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108,565.2K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068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Mid Coast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92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  129,846.2K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  305,575.7K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2068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Cary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49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   30,373.1K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   93,252.9K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2068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Maine General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182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  362,416.6K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  652,596.8K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2068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Mount Desert Island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25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   16,379.1K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   60,587.7K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lang="en-US" sz="1000" b="0" i="0" u="none" cap="none" dirty="0">
                          <a:solidFill>
                            <a:srgbClr val="000000">
                              <a:alpha val="100000"/>
                            </a:srgbClr>
                          </a:solidFill>
                          <a:latin typeface="Arial"/>
                          <a:cs typeface="Arial"/>
                          <a:sym typeface="Arial"/>
                        </a:rPr>
                        <a:t>&lt;.5</a:t>
                      </a:r>
                      <a:r>
                        <a:rPr sz="1000" b="0" i="0" u="none" cap="none" dirty="0">
                          <a:solidFill>
                            <a:srgbClr val="000000">
                              <a:alpha val="100000"/>
                            </a:srgbClr>
                          </a:solidFill>
                          <a:latin typeface="Arial"/>
                          <a:cs typeface="Arial"/>
                          <a:sym typeface="Arial"/>
                        </a:rPr>
                        <a:t>%</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2068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Redington Fairview General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25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   19,054.8K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  112,758.5K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a:extLst>
              <a:ext uri="{FF2B5EF4-FFF2-40B4-BE49-F238E27FC236}">
                <a16:creationId xmlns:a16="http://schemas.microsoft.com/office/drawing/2014/main" id="{EEBFD6E2-D120-80F9-F6FD-256849FF3F01}"/>
              </a:ext>
            </a:extLst>
          </p:cNvPr>
          <p:cNvGraphicFramePr>
            <a:graphicFrameLocks noGrp="1"/>
          </p:cNvGraphicFramePr>
          <p:nvPr>
            <p:extLst>
              <p:ext uri="{D42A27DB-BD31-4B8C-83A1-F6EECF244321}">
                <p14:modId xmlns:p14="http://schemas.microsoft.com/office/powerpoint/2010/main" val="3345866915"/>
              </p:ext>
            </p:extLst>
          </p:nvPr>
        </p:nvGraphicFramePr>
        <p:xfrm>
          <a:off x="1" y="2"/>
          <a:ext cx="12192001" cy="6772656"/>
        </p:xfrm>
        <a:graphic>
          <a:graphicData uri="http://schemas.openxmlformats.org/drawingml/2006/table">
            <a:tbl>
              <a:tblPr/>
              <a:tblGrid>
                <a:gridCol w="1460515">
                  <a:extLst>
                    <a:ext uri="{9D8B030D-6E8A-4147-A177-3AD203B41FA5}">
                      <a16:colId xmlns:a16="http://schemas.microsoft.com/office/drawing/2014/main" val="20000"/>
                    </a:ext>
                  </a:extLst>
                </a:gridCol>
                <a:gridCol w="1018104">
                  <a:extLst>
                    <a:ext uri="{9D8B030D-6E8A-4147-A177-3AD203B41FA5}">
                      <a16:colId xmlns:a16="http://schemas.microsoft.com/office/drawing/2014/main" val="20001"/>
                    </a:ext>
                  </a:extLst>
                </a:gridCol>
                <a:gridCol w="1021513">
                  <a:extLst>
                    <a:ext uri="{9D8B030D-6E8A-4147-A177-3AD203B41FA5}">
                      <a16:colId xmlns:a16="http://schemas.microsoft.com/office/drawing/2014/main" val="20002"/>
                    </a:ext>
                  </a:extLst>
                </a:gridCol>
                <a:gridCol w="1127222">
                  <a:extLst>
                    <a:ext uri="{9D8B030D-6E8A-4147-A177-3AD203B41FA5}">
                      <a16:colId xmlns:a16="http://schemas.microsoft.com/office/drawing/2014/main" val="20003"/>
                    </a:ext>
                  </a:extLst>
                </a:gridCol>
                <a:gridCol w="1384712">
                  <a:extLst>
                    <a:ext uri="{9D8B030D-6E8A-4147-A177-3AD203B41FA5}">
                      <a16:colId xmlns:a16="http://schemas.microsoft.com/office/drawing/2014/main" val="20004"/>
                    </a:ext>
                  </a:extLst>
                </a:gridCol>
                <a:gridCol w="1465946">
                  <a:extLst>
                    <a:ext uri="{9D8B030D-6E8A-4147-A177-3AD203B41FA5}">
                      <a16:colId xmlns:a16="http://schemas.microsoft.com/office/drawing/2014/main" val="20005"/>
                    </a:ext>
                  </a:extLst>
                </a:gridCol>
                <a:gridCol w="996882">
                  <a:extLst>
                    <a:ext uri="{9D8B030D-6E8A-4147-A177-3AD203B41FA5}">
                      <a16:colId xmlns:a16="http://schemas.microsoft.com/office/drawing/2014/main" val="20006"/>
                    </a:ext>
                  </a:extLst>
                </a:gridCol>
                <a:gridCol w="1409560">
                  <a:extLst>
                    <a:ext uri="{9D8B030D-6E8A-4147-A177-3AD203B41FA5}">
                      <a16:colId xmlns:a16="http://schemas.microsoft.com/office/drawing/2014/main" val="20007"/>
                    </a:ext>
                  </a:extLst>
                </a:gridCol>
                <a:gridCol w="1208426">
                  <a:extLst>
                    <a:ext uri="{9D8B030D-6E8A-4147-A177-3AD203B41FA5}">
                      <a16:colId xmlns:a16="http://schemas.microsoft.com/office/drawing/2014/main" val="20008"/>
                    </a:ext>
                  </a:extLst>
                </a:gridCol>
                <a:gridCol w="1099121">
                  <a:extLst>
                    <a:ext uri="{9D8B030D-6E8A-4147-A177-3AD203B41FA5}">
                      <a16:colId xmlns:a16="http://schemas.microsoft.com/office/drawing/2014/main" val="20009"/>
                    </a:ext>
                  </a:extLst>
                </a:gridCol>
              </a:tblGrid>
              <a:tr h="488877">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Metric</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Northern Light Mercy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Northern Light Inland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Northern Light AR Gould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Northern Light Blue Hill Memorial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Northern Light Eastern Maine Medical Center</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Northern Light Mayo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Northern Light Sebasticook Valley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Northern Light Maine Coast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Northern Light CA Dean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4580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Hospital Days</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14,367</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5,054</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10,021</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3,645</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112,753</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3,891</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4,978</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8,836</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5,911</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14580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Medicare Days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3,578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1,120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3,318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1,669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32,517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1,413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1,461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3,719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412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14580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Medicaid Days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3,107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673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996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512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12,734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697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581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728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3,020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27445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Other Government Payer Days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27445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Inpatient Patient Revenue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$133,993.4K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$25,272.92K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$84,165.53K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$7,352.108K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$1,185,587K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$16,502.5K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$16,206.84K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$49,579.37K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$4,236.422K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7445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Outpatient Patient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$445,267.7K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$127,080.8K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$325,472.4K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$56,989.68K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$1,210,900K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$87,144.04K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$73,781.01K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$173,021.5K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$21,768.19K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14580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Medicare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$37,498.24K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$6,727.206K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$27,961.62K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$2,918.322K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$265,908.8K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$4,054.869K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$3,915.934K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$18,970.64K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$616.455K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403109">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Medicaid and Other Government-Pay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$36,384.87K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$5,313.432K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$9,769.386K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$935.2766K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$119,430.5K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$2,472.086K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$1,599.628K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$5,512.144K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$4,921.815K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27445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Commercial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$60,110.27K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$13,232.28K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$46,434.51K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$3,498.509K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$800,247.5K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$9,975.543K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$10,691.28K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$25,096.59K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$-1,301.848K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27445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Uncompensated Care</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$15,090.03K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$6,658.221K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$6,784.308K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$406.581K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$40,431.37K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$4,573.786K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$286.656K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$9,252.063K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$1,241.946K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14580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Inpatient Costs</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$140,092.3K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$28,173.83K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$89,897.6K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$7,231.986K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$1,252,709K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$17,106.69K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$15,879.5K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$53,705.65K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$4,486.95K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27445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Outpatient Costs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$465,534.7K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$141,667.5K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$347,638.6K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$56,058.56K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$1,279,455K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$90,334.55K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$72,290.79K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$187,421.4K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$23,055.48K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14580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Total Costs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$605,627.1K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$169,841.3K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$437,536.2K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$63,290.54K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$2,532,163K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$107,441.2K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$88,170.29K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$241,127K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$27,542.43K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14580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Net Income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$-11,275.96K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$-10,829.44K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$-21,113.99K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$1,457.827K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$-95,245.22K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$779.09K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$2,104.22K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$-9,274.07K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$-295.879K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27445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Payer Mix Percent Medicare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24.9%</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22.2%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33.1%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45.8%</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28.8%</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36.3%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29.3%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42.1%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7.0%</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27445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Payer Mix Percent Medicaid</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21.6%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13.3%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 9.9%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11.3%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17.9%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11.7%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8.2%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51.1%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403109">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Payer Mix Percent Other Government-Pay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27445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Payer Mix Percent No 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2.5%</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0.3%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4.0%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4.6%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27445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Payer Mix Percent Commerical</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50.9%</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60.3%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55.3%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39.5%</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58.2%</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41.5%</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58.7%</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45.7%</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37.4%</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27445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Inpatient Commercial Profit Margin</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44.0%</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36.2%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37.3%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46.0%</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30.0%</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36.0%</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36.1%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39.0%</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65.3%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27445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Inpatient Market Share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0.6%</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2.0%</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24.2%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0.3%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0.1%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2"/>
                  </a:ext>
                </a:extLst>
              </a:tr>
              <a:tr h="27445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Outpatient Market Share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0.5%</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10.2%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0.7%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1.4%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0.2%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117216">
                <a:tc gridSpan="10">
                  <a:txBody>
                    <a:bodyPr/>
                    <a:lstStyle/>
                    <a:p>
                      <a:pPr marL="63500" marR="63500" algn="l">
                        <a:lnSpc>
                          <a:spcPct val="100000"/>
                        </a:lnSpc>
                        <a:spcBef>
                          <a:spcPts val="500"/>
                        </a:spcBef>
                        <a:spcAft>
                          <a:spcPts val="500"/>
                        </a:spcAft>
                        <a:buNone/>
                      </a:pPr>
                      <a:r>
                        <a:rPr sz="700" b="0" i="0" u="none" cap="none" dirty="0">
                          <a:solidFill>
                            <a:srgbClr val="666666">
                              <a:alpha val="100000"/>
                            </a:srgbClr>
                          </a:solidFill>
                          <a:latin typeface="Arial"/>
                          <a:cs typeface="Arial"/>
                          <a:sym typeface="Arial"/>
                        </a:rPr>
                        <a:t>1. Most data is taken from the CMS provider cost report</a:t>
                      </a:r>
                    </a:p>
                  </a:txBody>
                  <a:tcPr marL="0" marR="0" marT="9144" marB="9144"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117216">
                <a:tc gridSpan="10">
                  <a:txBody>
                    <a:bodyPr/>
                    <a:lstStyle/>
                    <a:p>
                      <a:pPr marL="63500" marR="63500" algn="l">
                        <a:lnSpc>
                          <a:spcPct val="100000"/>
                        </a:lnSpc>
                        <a:spcBef>
                          <a:spcPts val="500"/>
                        </a:spcBef>
                        <a:spcAft>
                          <a:spcPts val="500"/>
                        </a:spcAft>
                        <a:buNone/>
                      </a:pPr>
                      <a:r>
                        <a:rPr sz="700" b="0" i="0" u="none" cap="none" dirty="0">
                          <a:solidFill>
                            <a:srgbClr val="666666">
                              <a:alpha val="100000"/>
                            </a:srgbClr>
                          </a:solidFill>
                          <a:latin typeface="Arial"/>
                          <a:cs typeface="Arial"/>
                          <a:sym typeface="Arial"/>
                        </a:rPr>
                        <a:t>2. Medicare costs are taken from the Medicare Provider Analysis and Review (</a:t>
                      </a:r>
                      <a:r>
                        <a:rPr sz="700" b="0" i="0" u="none" cap="none" dirty="0" err="1">
                          <a:solidFill>
                            <a:srgbClr val="666666">
                              <a:alpha val="100000"/>
                            </a:srgbClr>
                          </a:solidFill>
                          <a:latin typeface="Arial"/>
                          <a:cs typeface="Arial"/>
                          <a:sym typeface="Arial"/>
                        </a:rPr>
                        <a:t>MedPAR</a:t>
                      </a:r>
                      <a:r>
                        <a:rPr sz="700" b="0" i="0" u="none" cap="none" dirty="0">
                          <a:solidFill>
                            <a:srgbClr val="666666">
                              <a:alpha val="100000"/>
                            </a:srgbClr>
                          </a:solidFill>
                          <a:latin typeface="Arial"/>
                          <a:cs typeface="Arial"/>
                          <a:sym typeface="Arial"/>
                        </a:rPr>
                        <a:t>)</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117216">
                <a:tc gridSpan="10">
                  <a:txBody>
                    <a:bodyPr/>
                    <a:lstStyle/>
                    <a:p>
                      <a:pPr marL="63500" marR="63500" algn="l">
                        <a:lnSpc>
                          <a:spcPct val="100000"/>
                        </a:lnSpc>
                        <a:spcBef>
                          <a:spcPts val="500"/>
                        </a:spcBef>
                        <a:spcAft>
                          <a:spcPts val="500"/>
                        </a:spcAft>
                        <a:buNone/>
                      </a:pPr>
                      <a:r>
                        <a:rPr sz="700" b="0" i="0" u="none" cap="none" dirty="0">
                          <a:solidFill>
                            <a:srgbClr val="666666">
                              <a:alpha val="100000"/>
                            </a:srgbClr>
                          </a:solidFill>
                          <a:latin typeface="Arial"/>
                          <a:cs typeface="Arial"/>
                          <a:sym typeface="Arial"/>
                        </a:rPr>
                        <a:t>3. Data with 'Estimated' in the title are derived from other data points.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117216">
                <a:tc gridSpan="10">
                  <a:txBody>
                    <a:bodyPr/>
                    <a:lstStyle/>
                    <a:p>
                      <a:pPr marL="63500" marR="63500" algn="l">
                        <a:lnSpc>
                          <a:spcPct val="100000"/>
                        </a:lnSpc>
                        <a:spcBef>
                          <a:spcPts val="500"/>
                        </a:spcBef>
                        <a:spcAft>
                          <a:spcPts val="500"/>
                        </a:spcAft>
                        <a:buNone/>
                      </a:pPr>
                      <a:r>
                        <a:rPr sz="7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251018468"/>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to Portland ME Healthcare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$ 2,755</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$ 5,008</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$ 2,339</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28</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29</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2552478786"/>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77.42%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Oval 6">
            <a:extLst>
              <a:ext uri="{FF2B5EF4-FFF2-40B4-BE49-F238E27FC236}">
                <a16:creationId xmlns:a16="http://schemas.microsoft.com/office/drawing/2014/main" id="{C6C12282-6958-DC81-53E7-8B55DA976476}"/>
              </a:ext>
            </a:extLst>
          </p:cNvPr>
          <p:cNvSpPr/>
          <p:nvPr/>
        </p:nvSpPr>
        <p:spPr>
          <a:xfrm>
            <a:off x="7338974" y="3119767"/>
            <a:ext cx="814428" cy="390525"/>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allout: Line 7">
            <a:extLst>
              <a:ext uri="{FF2B5EF4-FFF2-40B4-BE49-F238E27FC236}">
                <a16:creationId xmlns:a16="http://schemas.microsoft.com/office/drawing/2014/main" id="{C48E1780-AC25-9BD2-86FC-FF9298ADEAFD}"/>
              </a:ext>
            </a:extLst>
          </p:cNvPr>
          <p:cNvSpPr/>
          <p:nvPr/>
        </p:nvSpPr>
        <p:spPr>
          <a:xfrm>
            <a:off x="10022411" y="3047196"/>
            <a:ext cx="1863635" cy="1123406"/>
          </a:xfrm>
          <a:prstGeom prst="borderCallout1">
            <a:avLst>
              <a:gd name="adj1" fmla="val 10057"/>
              <a:gd name="adj2" fmla="val -3093"/>
              <a:gd name="adj3" fmla="val 17609"/>
              <a:gd name="adj4" fmla="val -95140"/>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DTE Steerage Impact on an EPO Plan Structure</a:t>
            </a:r>
          </a:p>
        </p:txBody>
      </p:sp>
    </p:spTree>
    <p:extLst>
      <p:ext uri="{BB962C8B-B14F-4D97-AF65-F5344CB8AC3E}">
        <p14:creationId xmlns:p14="http://schemas.microsoft.com/office/powerpoint/2010/main" val="36165022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30</a:t>
            </a:fld>
            <a:endParaRPr lang="en-US" dirty="0">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1305417917"/>
              </p:ext>
            </p:extLst>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$ 4,543,019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$ 8,258,236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$ 2,466,195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$ 15,267,450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$ 1,102,751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$ 2,004,566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$ 598,633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$ 3,705,950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14"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2152618637"/>
              </p:ext>
            </p:extLst>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$ 3,830,936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$ 3,890,936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t>Minus Implementation Fee (One 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$ 3,560,936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16"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482592291"/>
              </p:ext>
            </p:extLst>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$ 10,664,605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$ 19,385,968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$ 9,054,269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$ 39,104,842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$ 2,055,447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$ 3,736,362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$ 1,745,078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$ 7,536,886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2" name="TextBox 1">
            <a:extLst>
              <a:ext uri="{FF2B5EF4-FFF2-40B4-BE49-F238E27FC236}">
                <a16:creationId xmlns:a16="http://schemas.microsoft.com/office/drawing/2014/main" id="{60820A86-1B9D-21A4-BBB6-DDFB73605882}"/>
              </a:ext>
            </a:extLst>
          </p:cNvPr>
          <p:cNvSpPr txBox="1"/>
          <p:nvPr/>
        </p:nvSpPr>
        <p:spPr>
          <a:xfrm>
            <a:off x="7772647" y="875949"/>
            <a:ext cx="431800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Assuming proportional revenues from market shares of 32% (inpatient) and 21% (outpatient)</a:t>
            </a:r>
          </a:p>
        </p:txBody>
      </p:sp>
      <p:sp>
        <p:nvSpPr>
          <p:cNvPr id="3"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24% (75% of the estimated commercial margin)</a:t>
            </a:r>
          </a:p>
        </p:txBody>
      </p:sp>
      <p:sp>
        <p:nvSpPr>
          <p:cNvPr id="7"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77.42% market share based on KBA narrow network DTE experience</a:t>
            </a:r>
          </a:p>
        </p:txBody>
      </p:sp>
      <p:sp>
        <p:nvSpPr>
          <p:cNvPr id="8" name="TextBox 7">
            <a:extLst>
              <a:ext uri="{FF2B5EF4-FFF2-40B4-BE49-F238E27FC236}">
                <a16:creationId xmlns:a16="http://schemas.microsoft.com/office/drawing/2014/main" id="{A897897D-C568-B204-6568-514AD4B71A5C}"/>
              </a:ext>
            </a:extLst>
          </p:cNvPr>
          <p:cNvSpPr txBox="1"/>
          <p:nvPr/>
        </p:nvSpPr>
        <p:spPr>
          <a:xfrm>
            <a:off x="7772646" y="2690336"/>
            <a:ext cx="4318001"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19%, with a 10 percentage-point reduction to reflect competitive-edge rates and a 5 percentage-point increase to reflect lower billing costs.  </a:t>
            </a:r>
          </a:p>
        </p:txBody>
      </p:sp>
    </p:spTree>
    <p:extLst>
      <p:ext uri="{BB962C8B-B14F-4D97-AF65-F5344CB8AC3E}">
        <p14:creationId xmlns:p14="http://schemas.microsoft.com/office/powerpoint/2010/main" val="1419816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365244518"/>
              </p:ext>
            </p:extLst>
          </p:nvPr>
        </p:nvGraphicFramePr>
        <p:xfrm>
          <a:off x="0" y="0"/>
          <a:ext cx="12192002" cy="63804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Expected Estimate</a:t>
                      </a:r>
                      <a:r>
                        <a:rPr lang="en-US" sz="2000" b="1" i="0" u="none" cap="none" dirty="0">
                          <a:solidFill>
                            <a:srgbClr val="FFFFFF">
                              <a:alpha val="100000"/>
                            </a:srgbClr>
                          </a:solidFill>
                          <a:latin typeface="Arial"/>
                          <a:cs typeface="Arial"/>
                          <a:sym typeface="Arial"/>
                        </a:rPr>
                        <a:t>:</a:t>
                      </a:r>
                      <a:r>
                        <a:rPr sz="2000" b="1" i="0" u="none" cap="none" dirty="0">
                          <a:solidFill>
                            <a:srgbClr val="FFFFFF">
                              <a:alpha val="100000"/>
                            </a:srgbClr>
                          </a:solidFill>
                          <a:latin typeface="Arial"/>
                          <a:cs typeface="Arial"/>
                          <a:sym typeface="Arial"/>
                        </a:rPr>
                        <a:t> Within-Plan Steerage </a:t>
                      </a:r>
                      <a:r>
                        <a:rPr lang="en-US" sz="2000" b="1" i="0" u="none" cap="none" dirty="0">
                          <a:solidFill>
                            <a:srgbClr val="FFFFFF">
                              <a:alpha val="100000"/>
                            </a:srgbClr>
                          </a:solidFill>
                          <a:latin typeface="Arial"/>
                          <a:cs typeface="Arial"/>
                          <a:sym typeface="Arial"/>
                        </a:rPr>
                        <a:t>of 77.4% </a:t>
                      </a:r>
                      <a:r>
                        <a:rPr sz="2000" b="1" i="0" u="none" cap="none" dirty="0">
                          <a:solidFill>
                            <a:srgbClr val="FFFFFF">
                              <a:alpha val="100000"/>
                            </a:srgbClr>
                          </a:solidFill>
                          <a:latin typeface="Arial"/>
                          <a:cs typeface="Arial"/>
                          <a:sym typeface="Arial"/>
                        </a:rPr>
                        <a:t>and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77.4%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77.4%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77.4%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77.4%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77.4%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$1,526.7</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$3,053.5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$15,267.4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$30,534.9</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$61,069.8</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$370.6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$741.2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$3,706.0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$7,411.9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$14,823.8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$3,910.5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$7,821.0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$39,104.8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$78,209.7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$156,419.4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$2,383.7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$4,767.5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$23,837.4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$47,674.8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$95,349.6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$753.7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$1,507.4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$7,536.9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$15,073.8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$30,147.5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$383.1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$766.2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$3,830.9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$7,661.9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$15,323.7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$59.1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$448.2</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$3,560.9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$7,451.9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$15,233.7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852108613"/>
              </p:ext>
            </p:extLst>
          </p:nvPr>
        </p:nvGraphicFramePr>
        <p:xfrm>
          <a:off x="0" y="0"/>
          <a:ext cx="12192002" cy="681126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Expected Estimate</a:t>
                      </a:r>
                      <a:r>
                        <a:rPr lang="en-US" sz="2000" b="1" i="0" u="none" cap="none" dirty="0">
                          <a:solidFill>
                            <a:srgbClr val="FFFFFF">
                              <a:alpha val="100000"/>
                            </a:srgbClr>
                          </a:solidFill>
                          <a:latin typeface="Arial"/>
                          <a:cs typeface="Arial"/>
                          <a:sym typeface="Arial"/>
                        </a:rPr>
                        <a:t>:</a:t>
                      </a:r>
                      <a:r>
                        <a:rPr sz="2000" b="1" i="0" u="none" cap="none" dirty="0">
                          <a:solidFill>
                            <a:srgbClr val="FFFFFF">
                              <a:alpha val="100000"/>
                            </a:srgbClr>
                          </a:solidFill>
                          <a:latin typeface="Arial"/>
                          <a:cs typeface="Arial"/>
                          <a:sym typeface="Arial"/>
                        </a:rPr>
                        <a:t> Within-Plan Steerage </a:t>
                      </a:r>
                      <a:r>
                        <a:rPr lang="en-US" sz="2000" b="1" i="0" u="none" cap="none" dirty="0">
                          <a:solidFill>
                            <a:srgbClr val="FFFFFF">
                              <a:alpha val="100000"/>
                            </a:srgbClr>
                          </a:solidFill>
                          <a:latin typeface="Arial"/>
                          <a:cs typeface="Arial"/>
                          <a:sym typeface="Arial"/>
                        </a:rPr>
                        <a:t>of 77.4% </a:t>
                      </a:r>
                      <a:r>
                        <a:rPr sz="2000" b="1" i="0" u="none" cap="none" dirty="0">
                          <a:solidFill>
                            <a:srgbClr val="FFFFFF">
                              <a:alpha val="100000"/>
                            </a:srgbClr>
                          </a:solidFill>
                          <a:latin typeface="Arial"/>
                          <a:cs typeface="Arial"/>
                          <a:sym typeface="Arial"/>
                        </a:rPr>
                        <a:t>and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77.4%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77.4%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77.4%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77.4%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77.4%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$908.6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$4,543.0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$9,086.0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$18,172.1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$2,205.5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$4,411.0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$1,066.5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$2,132.9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$10,664.6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$21,329.2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$42,658.4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$4,110.9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$8,221.8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$612.2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$1,224.3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$6,121.6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$12,243.2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$24,486.3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$95.3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$190.5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$952.7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$1,905.4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$3,810.8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$825.8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$1,651.6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$8,258.2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$16,516.5</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$33,032.9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$400.9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$2,004.6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$4,009.1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$8,018.3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$1,938.6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$3,877.2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$19,386.0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$38,771.9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$77,543.9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$373.6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$747.3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$3,736.4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$7,472.7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$14,945.4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$1,112.8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$2,225.5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$11,127.7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$22,255.5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$44,510.9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$173.2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$346.4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$1,731.8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$3,463.6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$6,927.2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$2,466.2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$4,932.4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$9,864.8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$59.9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$119.7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$598.6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$1,197.3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$2,394.5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$1,810.9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$9,054.3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$18,108.5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$36,217.1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$174.5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$349.0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$1,745.1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$3,490.2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$6,980.3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$6,588.1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$13,176.1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$26,352.3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$1,146.4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$2,292.9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$4,585.8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3282655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383496890"/>
              </p:ext>
            </p:extLst>
          </p:nvPr>
        </p:nvGraphicFramePr>
        <p:xfrm>
          <a:off x="0" y="0"/>
          <a:ext cx="12192002" cy="63804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High Estimate</a:t>
                      </a:r>
                      <a:r>
                        <a:rPr lang="en-US" sz="2000" b="1" i="0" u="none" cap="none" dirty="0">
                          <a:solidFill>
                            <a:srgbClr val="FFFFFF">
                              <a:alpha val="100000"/>
                            </a:srgbClr>
                          </a:solidFill>
                          <a:latin typeface="Arial"/>
                          <a:cs typeface="Arial"/>
                          <a:sym typeface="Arial"/>
                        </a:rPr>
                        <a:t>:</a:t>
                      </a:r>
                      <a:r>
                        <a:rPr sz="2000" b="1" i="0" u="none" cap="none" dirty="0">
                          <a:solidFill>
                            <a:srgbClr val="FFFFFF">
                              <a:alpha val="100000"/>
                            </a:srgbClr>
                          </a:solidFill>
                          <a:latin typeface="Arial"/>
                          <a:cs typeface="Arial"/>
                          <a:sym typeface="Arial"/>
                        </a:rPr>
                        <a:t> Within-Plan Steerage </a:t>
                      </a:r>
                      <a:r>
                        <a:rPr lang="en-US" sz="2000" b="1" i="0" u="none" cap="none" dirty="0">
                          <a:solidFill>
                            <a:srgbClr val="FFFFFF">
                              <a:alpha val="100000"/>
                            </a:srgbClr>
                          </a:solidFill>
                          <a:latin typeface="Arial"/>
                          <a:cs typeface="Arial"/>
                          <a:sym typeface="Arial"/>
                        </a:rPr>
                        <a:t>of 85% </a:t>
                      </a:r>
                      <a:r>
                        <a:rPr sz="2000" b="1" i="0" u="none" cap="none" dirty="0">
                          <a:solidFill>
                            <a:srgbClr val="FFFFFF">
                              <a:alpha val="100000"/>
                            </a:srgbClr>
                          </a:solidFill>
                          <a:latin typeface="Arial"/>
                          <a:cs typeface="Arial"/>
                          <a:sym typeface="Arial"/>
                        </a:rPr>
                        <a:t>and Commercial Margin of 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85% Within-Plan Steerage and a Commercial Margin of 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85% Within-Plan Steerage and a Commercial Margin of 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85% Within-Plan Steerage and a Commercial Margin of 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85% Within-Plan Steerage and a Commercial Margin of 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85% Within-Plan Steerage and a Commercial Margin of 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$1,526.7</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$3,053.5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$15,267.4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$30,534.9</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$61,069.8</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$494.1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$988.3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$4,941.3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$9,882.5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$19,765.1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$4,293.4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$8,586.7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$42,933.5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$85,867.0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$171,734.0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$2,766.6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$5,533.2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$27,666.1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$55,332.1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$110,664.2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$1,174.9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$2,349.7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$11,748.6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$23,497.3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$46,994.5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$680.7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$1,361.5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$6,807.4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$13,614.7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$27,229.5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$356.7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$1,043.5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$6,537.4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$13,404.7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$27,139.5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802357021"/>
              </p:ext>
            </p:extLst>
          </p:nvPr>
        </p:nvGraphicFramePr>
        <p:xfrm>
          <a:off x="0" y="0"/>
          <a:ext cx="12192002" cy="681126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High Estimate</a:t>
                      </a:r>
                      <a:r>
                        <a:rPr lang="en-US" sz="2000" b="1" i="0" u="none" cap="none" dirty="0">
                          <a:solidFill>
                            <a:srgbClr val="FFFFFF">
                              <a:alpha val="100000"/>
                            </a:srgbClr>
                          </a:solidFill>
                          <a:latin typeface="Arial"/>
                          <a:cs typeface="Arial"/>
                          <a:sym typeface="Arial"/>
                        </a:rPr>
                        <a:t>:</a:t>
                      </a:r>
                      <a:r>
                        <a:rPr sz="2000" b="1" i="0" u="none" cap="none" dirty="0">
                          <a:solidFill>
                            <a:srgbClr val="FFFFFF">
                              <a:alpha val="100000"/>
                            </a:srgbClr>
                          </a:solidFill>
                          <a:latin typeface="Arial"/>
                          <a:cs typeface="Arial"/>
                          <a:sym typeface="Arial"/>
                        </a:rPr>
                        <a:t> Within-Plan Steerage </a:t>
                      </a:r>
                      <a:r>
                        <a:rPr lang="en-US" sz="2000" b="1" i="0" u="none" cap="none" dirty="0">
                          <a:solidFill>
                            <a:srgbClr val="FFFFFF">
                              <a:alpha val="100000"/>
                            </a:srgbClr>
                          </a:solidFill>
                          <a:latin typeface="Arial"/>
                          <a:cs typeface="Arial"/>
                          <a:sym typeface="Arial"/>
                        </a:rPr>
                        <a:t>of 85% </a:t>
                      </a:r>
                      <a:r>
                        <a:rPr sz="2000" b="1" i="0" u="none" cap="none" dirty="0">
                          <a:solidFill>
                            <a:srgbClr val="FFFFFF">
                              <a:alpha val="100000"/>
                            </a:srgbClr>
                          </a:solidFill>
                          <a:latin typeface="Arial"/>
                          <a:cs typeface="Arial"/>
                          <a:sym typeface="Arial"/>
                        </a:rPr>
                        <a:t>and Commercial Margin of 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85% Within-Plan Steerage and a Commercial Margin of 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85% Within-Plan Steerage and a Commercial Margin of 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85% Within-Plan Steerage and a Commercial Margin of 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85% Within-Plan Steerage and a Commercial Margin of 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85% Within-Plan Steerage and a Commercial Margin of 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$908.6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$4,543.0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$9,086.0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$18,172.1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$1,470.3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$2,940.7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$5,881.3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$1,170.9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$11,708.8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$23,417.5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$46,835.0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$320.4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$640.8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$3,204.1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$6,408.1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$12,816.3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$716.6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$1,433.1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$7,165.7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$14,331.5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$28,662.9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$173.4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$346.7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$1,733.7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$3,467.5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$6,934.9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$825.8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$1,651.6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$8,258.2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$16,516.5</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$33,032.9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$267.3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$534.6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$2,672.8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$5,345.5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$10,691.0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$2,128.4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$4,256.8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$21,284.0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$42,568.0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$85,136.0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$1,164.9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$5,824.3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$11,648.6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$23,297.2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$1,302.6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$2,605.2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$13,025.8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$26,051.5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$52,103.1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$315.2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$630.3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$3,151.6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$6,303.1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$12,606.2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$2,466.2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$4,932.4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$9,864.8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$79.8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$798.2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$1,596.4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$3,192.7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$994.1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$1,988.2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$9,940.8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$19,881.5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$39,763.0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$2,720.3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$5,440.5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$10,881.0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$747.5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$1,494.9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$7,474.6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$14,949.1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$29,898.2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$192.2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$384.4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$1,922.1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$3,844.2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$7,688.3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1671789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613498259"/>
              </p:ext>
            </p:extLst>
          </p:nvPr>
        </p:nvGraphicFramePr>
        <p:xfrm>
          <a:off x="0" y="0"/>
          <a:ext cx="12192002" cy="63804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Low Estimate</a:t>
                      </a:r>
                      <a:r>
                        <a:rPr lang="en-US" sz="2000" b="1" i="0" u="none" cap="none" dirty="0">
                          <a:solidFill>
                            <a:srgbClr val="FFFFFF">
                              <a:alpha val="100000"/>
                            </a:srgbClr>
                          </a:solidFill>
                          <a:latin typeface="Arial"/>
                          <a:cs typeface="Arial"/>
                          <a:sym typeface="Arial"/>
                        </a:rPr>
                        <a:t>:</a:t>
                      </a:r>
                      <a:r>
                        <a:rPr sz="2000" b="1" i="0" u="none" cap="none" dirty="0">
                          <a:solidFill>
                            <a:srgbClr val="FFFFFF">
                              <a:alpha val="100000"/>
                            </a:srgbClr>
                          </a:solidFill>
                          <a:latin typeface="Arial"/>
                          <a:cs typeface="Arial"/>
                          <a:sym typeface="Arial"/>
                        </a:rPr>
                        <a:t> Within-Plan Steerage </a:t>
                      </a:r>
                      <a:r>
                        <a:rPr lang="en-US" sz="2000" b="1" i="0" u="none" cap="none" dirty="0">
                          <a:solidFill>
                            <a:srgbClr val="FFFFFF">
                              <a:alpha val="100000"/>
                            </a:srgbClr>
                          </a:solidFill>
                          <a:latin typeface="Arial"/>
                          <a:cs typeface="Arial"/>
                          <a:sym typeface="Arial"/>
                        </a:rPr>
                        <a:t>of 65% </a:t>
                      </a:r>
                      <a:r>
                        <a:rPr sz="2000" b="1" i="0" u="none" cap="none" dirty="0">
                          <a:solidFill>
                            <a:srgbClr val="FFFFFF">
                              <a:alpha val="100000"/>
                            </a:srgbClr>
                          </a:solidFill>
                          <a:latin typeface="Arial"/>
                          <a:cs typeface="Arial"/>
                          <a:sym typeface="Arial"/>
                        </a:rPr>
                        <a:t>and Commercial Margin of 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65% Within-Plan Steerage and a Commercial Margin of 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65% Within-Plan Steerage and a Commercial Margin of 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65% Within-Plan Steerage and a Commercial Margin of 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65% Within-Plan Steerage and a Commercial Margin of 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65% Within-Plan Steerage and a Commercial Margin of 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$1,526.7</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$3,053.5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$15,267.4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$30,534.9</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$61,069.8</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$296.5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$593.0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$2,964.8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$5,929.5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$11,859.0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$3,283.2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$6,566.3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$32,831.5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$65,663.0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$131,326.0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$1,756.4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$3,512.8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$17,564.1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$35,128.1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$70,256.2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$473.4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$946.8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$4,733.9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$9,467.8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$18,935.7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$176.9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$353.8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$1,769.2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$3,538.3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$7,076.6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$-147.1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$35.8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$1,499.2</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$3,328.3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$6,986.6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2481551499"/>
              </p:ext>
            </p:extLst>
          </p:nvPr>
        </p:nvGraphicFramePr>
        <p:xfrm>
          <a:off x="0" y="0"/>
          <a:ext cx="12192002" cy="681126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Low Estimate</a:t>
                      </a:r>
                      <a:r>
                        <a:rPr lang="en-US" sz="2000" b="1" i="0" u="none" cap="none" dirty="0">
                          <a:solidFill>
                            <a:srgbClr val="FFFFFF">
                              <a:alpha val="100000"/>
                            </a:srgbClr>
                          </a:solidFill>
                          <a:latin typeface="Arial"/>
                          <a:cs typeface="Arial"/>
                          <a:sym typeface="Arial"/>
                        </a:rPr>
                        <a:t>:</a:t>
                      </a:r>
                      <a:r>
                        <a:rPr sz="2000" b="1" i="0" u="none" cap="none" dirty="0">
                          <a:solidFill>
                            <a:srgbClr val="FFFFFF">
                              <a:alpha val="100000"/>
                            </a:srgbClr>
                          </a:solidFill>
                          <a:latin typeface="Arial"/>
                          <a:cs typeface="Arial"/>
                          <a:sym typeface="Arial"/>
                        </a:rPr>
                        <a:t> Within-Plan Steerage </a:t>
                      </a:r>
                      <a:r>
                        <a:rPr lang="en-US" sz="2000" b="1" i="0" u="none" cap="none" dirty="0">
                          <a:solidFill>
                            <a:srgbClr val="FFFFFF">
                              <a:alpha val="100000"/>
                            </a:srgbClr>
                          </a:solidFill>
                          <a:latin typeface="Arial"/>
                          <a:cs typeface="Arial"/>
                          <a:sym typeface="Arial"/>
                        </a:rPr>
                        <a:t>of 65% </a:t>
                      </a:r>
                      <a:r>
                        <a:rPr sz="2000" b="1" i="0" u="none" cap="none" dirty="0">
                          <a:solidFill>
                            <a:srgbClr val="FFFFFF">
                              <a:alpha val="100000"/>
                            </a:srgbClr>
                          </a:solidFill>
                          <a:latin typeface="Arial"/>
                          <a:cs typeface="Arial"/>
                          <a:sym typeface="Arial"/>
                        </a:rPr>
                        <a:t>and Commercial Margin of 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65% Within-Plan Steerage and a Commercial Margin of 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65% Within-Plan Steerage and a Commercial Margin of 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65% Within-Plan Steerage and a Commercial Margin of 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65% Within-Plan Steerage and a Commercial Margin of 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65% Within-Plan Steerage and a Commercial Margin of 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$908.6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$4,543.0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$9,086.0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$18,172.1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$176.4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$882.2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$1,764.4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$3,528.8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$895.4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$1,790.8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$8,953.8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$17,907.5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$35,815.0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$258.2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$1,291.0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$2,582.1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$5,164.1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$4,410.7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$8,821.5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$17,642.9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$81.8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$408.8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$817.6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$1,635.3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$825.8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$1,651.6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$8,258.2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$16,516.5</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$33,032.9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$160.4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$320.7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$1,603.7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$3,207.3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$6,414.6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$3,255.2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$32,552.0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$65,104.0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$2,346.8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$4,693.6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$9,387.2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$1,603.6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$8,017.8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$16,035.5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$32,071.1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$74.3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$148.6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$743.2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$1,486.3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$2,972.6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$2,466.2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$4,932.4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$9,864.8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$478.9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$957.8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$1,915.6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$760.2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$1,520.3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$7,601.8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$15,203.5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$30,407.0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$109.6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$219.2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$1,096.1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$2,192.2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$4,384.3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$513.6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$5,135.6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$20,542.2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$617.2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$1,234.4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$2,468.7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42257668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NLH’s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NLH</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Complete Transparency</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Benefit Plan 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37</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2852506373"/>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NLH</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NLH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38</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39</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3490029158"/>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41</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42</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3">
      <a:dk1>
        <a:srgbClr val="5B5B5B"/>
      </a:dk1>
      <a:lt1>
        <a:sysClr val="window" lastClr="FFFFFF"/>
      </a:lt1>
      <a:dk2>
        <a:srgbClr val="323F4F"/>
      </a:dk2>
      <a:lt2>
        <a:srgbClr val="E7E6E6"/>
      </a:lt2>
      <a:accent1>
        <a:srgbClr val="DBA660"/>
      </a:accent1>
      <a:accent2>
        <a:srgbClr val="44A1C4"/>
      </a:accent2>
      <a:accent3>
        <a:srgbClr val="FFE699"/>
      </a:accent3>
      <a:accent4>
        <a:srgbClr val="935E1B"/>
      </a:accent4>
      <a:accent5>
        <a:srgbClr val="2D6B83"/>
      </a:accent5>
      <a:accent6>
        <a:srgbClr val="80734D"/>
      </a:accent6>
      <a:hlink>
        <a:srgbClr val="9FA0A6"/>
      </a:hlink>
      <a:folHlink>
        <a:srgbClr val="A4CD88"/>
      </a:folHlink>
    </a:clrScheme>
    <a:fontScheme name="Custom 1">
      <a:majorFont>
        <a:latin typeface="Aileron"/>
        <a:ea typeface=""/>
        <a:cs typeface=""/>
      </a:majorFont>
      <a:minorFont>
        <a:latin typeface="Aileron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44961</TotalTime>
  <Words>6029</Words>
  <Application>Microsoft Office PowerPoint</Application>
  <PresentationFormat>Widescreen</PresentationFormat>
  <Paragraphs>1847</Paragraphs>
  <Slides>42</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42</vt:i4>
      </vt:variant>
    </vt:vector>
  </HeadingPairs>
  <TitlesOfParts>
    <vt:vector size="53" baseType="lpstr">
      <vt:lpstr>Aileron</vt:lpstr>
      <vt:lpstr>Aileron Light</vt:lpstr>
      <vt:lpstr>Aptos Narrow</vt:lpstr>
      <vt:lpstr>Arial</vt:lpstr>
      <vt:lpstr>Arial Black</vt:lpstr>
      <vt:lpstr>Calibri</vt:lpstr>
      <vt:lpstr>Calibri Light</vt:lpstr>
      <vt:lpstr>Century Gothic</vt:lpstr>
      <vt:lpstr>Wingdings</vt:lpstr>
      <vt:lpstr>Office Theme</vt:lpstr>
      <vt:lpstr>2_Office Theme</vt:lpstr>
      <vt:lpstr>PowerPoint Presentation</vt:lpstr>
      <vt:lpstr>Market Leader in Private Labeled DTE Plans</vt:lpstr>
      <vt:lpstr>Direct-to-Employer (DTE)  Your health plan focused on a direct relationship with self-funded employers in Your market</vt:lpstr>
      <vt:lpstr>DTE Keys to Success for Northern Light Health</vt:lpstr>
      <vt:lpstr>Every $1 of Care</vt:lpstr>
      <vt:lpstr>Direct-to-Employer Strategy: Increased Capture of Commercial Market Share</vt:lpstr>
      <vt:lpstr>Direct-to-Employer Strategy: Powerful Employer Value</vt:lpstr>
      <vt:lpstr>Mapping Opportunity for Northern Light Health</vt:lpstr>
      <vt:lpstr>Estimated Financial Returns and Assumptions</vt:lpstr>
      <vt:lpstr>FOUR-YEAR PROJECTIONS</vt:lpstr>
      <vt:lpstr>Direct-to-Employer Strategy: Only Available to Premier Health Systems</vt:lpstr>
      <vt:lpstr>DTE Network Concern: Northern Light Health Brand Quality</vt:lpstr>
      <vt:lpstr>NLH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vt:lpstr>
      <vt:lpstr>Estimation of NLH 2021 Inpatient Payer Mix</vt:lpstr>
      <vt:lpstr>Estimation of Margin for Commercial vs. Government Pay</vt:lpstr>
      <vt:lpstr>Estimating Market Share</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105</cp:revision>
  <cp:lastPrinted>2023-07-13T10:24:43Z</cp:lastPrinted>
  <dcterms:created xsi:type="dcterms:W3CDTF">2021-01-20T14:12:11Z</dcterms:created>
  <dcterms:modified xsi:type="dcterms:W3CDTF">2024-08-01T05:15:58Z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