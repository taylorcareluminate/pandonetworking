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577" r:id="rId5"/>
    <p:sldId id="549" r:id="rId6"/>
    <p:sldId id="487" r:id="rId7"/>
    <p:sldId id="452" r:id="rId8"/>
    <p:sldId id="518" r:id="rId9"/>
    <p:sldId id="466" r:id="rId10"/>
    <p:sldId id="559" r:id="rId11"/>
    <p:sldId id="558" r:id="rId12"/>
    <p:sldId id="548" r:id="rId13"/>
    <p:sldId id="521" r:id="rId14"/>
    <p:sldId id="564" r:id="rId15"/>
    <p:sldId id="456" r:id="rId16"/>
    <p:sldId id="489" r:id="rId17"/>
    <p:sldId id="499" r:id="rId18"/>
    <p:sldId id="458" r:id="rId19"/>
    <p:sldId id="446" r:id="rId20"/>
    <p:sldId id="461" r:id="rId21"/>
    <p:sldId id="462" r:id="rId22"/>
    <p:sldId id="469" r:id="rId23"/>
    <p:sldId id="336" r:id="rId24"/>
    <p:sldId id="337" r:id="rId25"/>
    <p:sldId id="578" r:id="rId26"/>
    <p:sldId id="524" r:id="rId27"/>
    <p:sldId id="525" r:id="rId28"/>
    <p:sldId id="527" r:id="rId29"/>
    <p:sldId id="571" r:id="rId30"/>
    <p:sldId id="546" r:id="rId31"/>
    <p:sldId id="570" r:id="rId32"/>
    <p:sldId id="547" r:id="rId33"/>
    <p:sldId id="536" r:id="rId34"/>
    <p:sldId id="256" r:id="rId35"/>
    <p:sldId id="574" r:id="rId36"/>
    <p:sldId id="572" r:id="rId37"/>
    <p:sldId id="575" r:id="rId38"/>
    <p:sldId id="573" r:id="rId39"/>
    <p:sldId id="576" r:id="rId40"/>
    <p:sldId id="498" r:id="rId41"/>
    <p:sldId id="325" r:id="rId42"/>
    <p:sldId id="326" r:id="rId43"/>
    <p:sldId id="491" r:id="rId44"/>
    <p:sldId id="454"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7587"/>
    <a:srgbClr val="7F7F7F"/>
    <a:srgbClr val="00467F"/>
    <a:srgbClr val="58A5DA"/>
    <a:srgbClr val="30589B"/>
    <a:srgbClr val="4468A5"/>
    <a:srgbClr val="E23440"/>
    <a:srgbClr val="59CAE8"/>
    <a:srgbClr val="259AA2"/>
    <a:srgbClr val="FCD8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81BD0-E4CD-436F-A8BC-3F6E58051DAD}" v="77" dt="2024-08-09T22:56:51.333"/>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5" d="100"/>
          <a:sy n="95" d="100"/>
        </p:scale>
        <p:origin x="870" y="1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26081BD0-E4CD-436F-A8BC-3F6E58051DAD}"/>
    <pc:docChg chg="undo redo custSel addSld delSld modSld">
      <pc:chgData name="Taylor Davis" userId="5c9e72a0-c39f-4aa1-9d7d-64125e78cbe6" providerId="ADAL" clId="{26081BD0-E4CD-436F-A8BC-3F6E58051DAD}" dt="2024-08-11T01:50:23.982" v="1120" actId="20577"/>
      <pc:docMkLst>
        <pc:docMk/>
      </pc:docMkLst>
      <pc:sldChg chg="modSp add del mod">
        <pc:chgData name="Taylor Davis" userId="5c9e72a0-c39f-4aa1-9d7d-64125e78cbe6" providerId="ADAL" clId="{26081BD0-E4CD-436F-A8BC-3F6E58051DAD}" dt="2024-08-09T04:14:09.137" v="364" actId="403"/>
        <pc:sldMkLst>
          <pc:docMk/>
          <pc:sldMk cId="0" sldId="256"/>
        </pc:sldMkLst>
        <pc:graphicFrameChg chg="mod modGraphic">
          <ac:chgData name="Taylor Davis" userId="5c9e72a0-c39f-4aa1-9d7d-64125e78cbe6" providerId="ADAL" clId="{26081BD0-E4CD-436F-A8BC-3F6E58051DAD}" dt="2024-08-09T04:14:09.137" v="364" actId="403"/>
          <ac:graphicFrameMkLst>
            <pc:docMk/>
            <pc:sldMk cId="0" sldId="256"/>
            <ac:graphicFrameMk id="2" creationId="{00000000-0000-0000-0000-000000000000}"/>
          </ac:graphicFrameMkLst>
        </pc:graphicFrameChg>
      </pc:sldChg>
      <pc:sldChg chg="modSp mod">
        <pc:chgData name="Taylor Davis" userId="5c9e72a0-c39f-4aa1-9d7d-64125e78cbe6" providerId="ADAL" clId="{26081BD0-E4CD-436F-A8BC-3F6E58051DAD}" dt="2024-08-09T19:40:54.420" v="801"/>
        <pc:sldMkLst>
          <pc:docMk/>
          <pc:sldMk cId="211951504" sldId="325"/>
        </pc:sldMkLst>
        <pc:graphicFrameChg chg="mod modGraphic">
          <ac:chgData name="Taylor Davis" userId="5c9e72a0-c39f-4aa1-9d7d-64125e78cbe6" providerId="ADAL" clId="{26081BD0-E4CD-436F-A8BC-3F6E58051DAD}" dt="2024-08-09T19:40:54.420" v="801"/>
          <ac:graphicFrameMkLst>
            <pc:docMk/>
            <pc:sldMk cId="211951504" sldId="325"/>
            <ac:graphicFrameMk id="5" creationId="{3DE2040A-C011-4979-87CF-A22C198DE3CA}"/>
          </ac:graphicFrameMkLst>
        </pc:graphicFrameChg>
      </pc:sldChg>
      <pc:sldChg chg="modSp">
        <pc:chgData name="Taylor Davis" userId="5c9e72a0-c39f-4aa1-9d7d-64125e78cbe6" providerId="ADAL" clId="{26081BD0-E4CD-436F-A8BC-3F6E58051DAD}" dt="2024-08-09T19:40:54.420" v="801"/>
        <pc:sldMkLst>
          <pc:docMk/>
          <pc:sldMk cId="225422285" sldId="326"/>
        </pc:sldMkLst>
        <pc:graphicFrameChg chg="mod">
          <ac:chgData name="Taylor Davis" userId="5c9e72a0-c39f-4aa1-9d7d-64125e78cbe6" providerId="ADAL" clId="{26081BD0-E4CD-436F-A8BC-3F6E58051DAD}" dt="2024-08-09T19:40:54.420" v="801"/>
          <ac:graphicFrameMkLst>
            <pc:docMk/>
            <pc:sldMk cId="225422285" sldId="326"/>
            <ac:graphicFrameMk id="4" creationId="{84E03A31-9E21-4107-85E9-ECD8397925B4}"/>
          </ac:graphicFrameMkLst>
        </pc:graphicFrameChg>
      </pc:sldChg>
      <pc:sldChg chg="modSp">
        <pc:chgData name="Taylor Davis" userId="5c9e72a0-c39f-4aa1-9d7d-64125e78cbe6" providerId="ADAL" clId="{26081BD0-E4CD-436F-A8BC-3F6E58051DAD}" dt="2024-08-09T19:40:54.420" v="801"/>
        <pc:sldMkLst>
          <pc:docMk/>
          <pc:sldMk cId="619324413" sldId="336"/>
        </pc:sldMkLst>
        <pc:graphicFrameChg chg="mod">
          <ac:chgData name="Taylor Davis" userId="5c9e72a0-c39f-4aa1-9d7d-64125e78cbe6" providerId="ADAL" clId="{26081BD0-E4CD-436F-A8BC-3F6E58051DAD}" dt="2024-08-09T19:40:54.420" v="801"/>
          <ac:graphicFrameMkLst>
            <pc:docMk/>
            <pc:sldMk cId="619324413" sldId="336"/>
            <ac:graphicFrameMk id="7" creationId="{9538C73A-9FA7-458F-A114-0449E816E242}"/>
          </ac:graphicFrameMkLst>
        </pc:graphicFrameChg>
      </pc:sldChg>
      <pc:sldChg chg="delSp modSp mod">
        <pc:chgData name="Taylor Davis" userId="5c9e72a0-c39f-4aa1-9d7d-64125e78cbe6" providerId="ADAL" clId="{26081BD0-E4CD-436F-A8BC-3F6E58051DAD}" dt="2024-08-09T22:56:51.333" v="1114" actId="165"/>
        <pc:sldMkLst>
          <pc:docMk/>
          <pc:sldMk cId="4059548579" sldId="452"/>
        </pc:sldMkLst>
        <pc:spChg chg="mod">
          <ac:chgData name="Taylor Davis" userId="5c9e72a0-c39f-4aa1-9d7d-64125e78cbe6" providerId="ADAL" clId="{26081BD0-E4CD-436F-A8BC-3F6E58051DAD}" dt="2024-08-09T19:40:54.420" v="801"/>
          <ac:spMkLst>
            <pc:docMk/>
            <pc:sldMk cId="4059548579" sldId="452"/>
            <ac:spMk id="2" creationId="{7B4D036B-CF91-40EF-88B5-63D0260D0147}"/>
          </ac:spMkLst>
        </pc:spChg>
        <pc:spChg chg="mod topLvl">
          <ac:chgData name="Taylor Davis" userId="5c9e72a0-c39f-4aa1-9d7d-64125e78cbe6" providerId="ADAL" clId="{26081BD0-E4CD-436F-A8BC-3F6E58051DAD}" dt="2024-08-09T22:56:51.333" v="1114" actId="165"/>
          <ac:spMkLst>
            <pc:docMk/>
            <pc:sldMk cId="4059548579" sldId="452"/>
            <ac:spMk id="6" creationId="{869C0219-52DA-48A1-B7B2-E6F8C4FBD3C3}"/>
          </ac:spMkLst>
        </pc:spChg>
        <pc:spChg chg="mod topLvl">
          <ac:chgData name="Taylor Davis" userId="5c9e72a0-c39f-4aa1-9d7d-64125e78cbe6" providerId="ADAL" clId="{26081BD0-E4CD-436F-A8BC-3F6E58051DAD}" dt="2024-08-09T22:56:51.333" v="1114" actId="165"/>
          <ac:spMkLst>
            <pc:docMk/>
            <pc:sldMk cId="4059548579" sldId="452"/>
            <ac:spMk id="7" creationId="{8FCD729A-32AD-4303-8BA6-9EBD13F93D1C}"/>
          </ac:spMkLst>
        </pc:spChg>
        <pc:grpChg chg="del">
          <ac:chgData name="Taylor Davis" userId="5c9e72a0-c39f-4aa1-9d7d-64125e78cbe6" providerId="ADAL" clId="{26081BD0-E4CD-436F-A8BC-3F6E58051DAD}" dt="2024-08-09T22:56:51.333" v="1114" actId="165"/>
          <ac:grpSpMkLst>
            <pc:docMk/>
            <pc:sldMk cId="4059548579" sldId="452"/>
            <ac:grpSpMk id="12" creationId="{757FA25C-8EB6-4C31-9C3C-8A0215C1E657}"/>
          </ac:grpSpMkLst>
        </pc:grpChg>
      </pc:sldChg>
      <pc:sldChg chg="modSp mod">
        <pc:chgData name="Taylor Davis" userId="5c9e72a0-c39f-4aa1-9d7d-64125e78cbe6" providerId="ADAL" clId="{26081BD0-E4CD-436F-A8BC-3F6E58051DAD}" dt="2024-08-09T19:40:54.420" v="801"/>
        <pc:sldMkLst>
          <pc:docMk/>
          <pc:sldMk cId="1700621358" sldId="456"/>
        </pc:sldMkLst>
        <pc:spChg chg="mod">
          <ac:chgData name="Taylor Davis" userId="5c9e72a0-c39f-4aa1-9d7d-64125e78cbe6" providerId="ADAL" clId="{26081BD0-E4CD-436F-A8BC-3F6E58051DAD}" dt="2024-08-09T19:40:54.420" v="801"/>
          <ac:spMkLst>
            <pc:docMk/>
            <pc:sldMk cId="1700621358" sldId="456"/>
            <ac:spMk id="5" creationId="{3E6586F0-A9B4-4F4A-B94E-351404883741}"/>
          </ac:spMkLst>
        </pc:spChg>
        <pc:spChg chg="mod">
          <ac:chgData name="Taylor Davis" userId="5c9e72a0-c39f-4aa1-9d7d-64125e78cbe6" providerId="ADAL" clId="{26081BD0-E4CD-436F-A8BC-3F6E58051DAD}" dt="2024-08-09T19:40:54.420" v="801"/>
          <ac:spMkLst>
            <pc:docMk/>
            <pc:sldMk cId="1700621358" sldId="456"/>
            <ac:spMk id="15" creationId="{A044C7C1-57D3-4F0B-A71A-0CA303FF3DB8}"/>
          </ac:spMkLst>
        </pc:spChg>
      </pc:sldChg>
      <pc:sldChg chg="modSp mod">
        <pc:chgData name="Taylor Davis" userId="5c9e72a0-c39f-4aa1-9d7d-64125e78cbe6" providerId="ADAL" clId="{26081BD0-E4CD-436F-A8BC-3F6E58051DAD}" dt="2024-08-09T20:05:15.758" v="973" actId="14100"/>
        <pc:sldMkLst>
          <pc:docMk/>
          <pc:sldMk cId="3958060990" sldId="458"/>
        </pc:sldMkLst>
        <pc:spChg chg="mod">
          <ac:chgData name="Taylor Davis" userId="5c9e72a0-c39f-4aa1-9d7d-64125e78cbe6" providerId="ADAL" clId="{26081BD0-E4CD-436F-A8BC-3F6E58051DAD}" dt="2024-08-09T19:40:54.420" v="801"/>
          <ac:spMkLst>
            <pc:docMk/>
            <pc:sldMk cId="3958060990" sldId="458"/>
            <ac:spMk id="5" creationId="{F78CFBEA-CEF2-471A-842D-8314716A34E9}"/>
          </ac:spMkLst>
        </pc:spChg>
        <pc:spChg chg="mod">
          <ac:chgData name="Taylor Davis" userId="5c9e72a0-c39f-4aa1-9d7d-64125e78cbe6" providerId="ADAL" clId="{26081BD0-E4CD-436F-A8BC-3F6E58051DAD}" dt="2024-08-09T20:05:15.758" v="973" actId="14100"/>
          <ac:spMkLst>
            <pc:docMk/>
            <pc:sldMk cId="3958060990" sldId="458"/>
            <ac:spMk id="7" creationId="{F35A72B5-FEF9-458B-B242-8157703AFF9D}"/>
          </ac:spMkLst>
        </pc:spChg>
      </pc:sldChg>
      <pc:sldChg chg="modSp mod">
        <pc:chgData name="Taylor Davis" userId="5c9e72a0-c39f-4aa1-9d7d-64125e78cbe6" providerId="ADAL" clId="{26081BD0-E4CD-436F-A8BC-3F6E58051DAD}" dt="2024-08-09T19:40:54.420" v="801"/>
        <pc:sldMkLst>
          <pc:docMk/>
          <pc:sldMk cId="902706633" sldId="461"/>
        </pc:sldMkLst>
        <pc:spChg chg="mod">
          <ac:chgData name="Taylor Davis" userId="5c9e72a0-c39f-4aa1-9d7d-64125e78cbe6" providerId="ADAL" clId="{26081BD0-E4CD-436F-A8BC-3F6E58051DAD}" dt="2024-08-09T19:40:54.420" v="801"/>
          <ac:spMkLst>
            <pc:docMk/>
            <pc:sldMk cId="902706633" sldId="461"/>
            <ac:spMk id="7" creationId="{8AFDC632-7C4B-44BF-B435-0CED1B7481B2}"/>
          </ac:spMkLst>
        </pc:spChg>
      </pc:sldChg>
      <pc:sldChg chg="modSp mod">
        <pc:chgData name="Taylor Davis" userId="5c9e72a0-c39f-4aa1-9d7d-64125e78cbe6" providerId="ADAL" clId="{26081BD0-E4CD-436F-A8BC-3F6E58051DAD}" dt="2024-08-09T19:40:54.420" v="801"/>
        <pc:sldMkLst>
          <pc:docMk/>
          <pc:sldMk cId="1714126014" sldId="466"/>
        </pc:sldMkLst>
        <pc:spChg chg="mod">
          <ac:chgData name="Taylor Davis" userId="5c9e72a0-c39f-4aa1-9d7d-64125e78cbe6" providerId="ADAL" clId="{26081BD0-E4CD-436F-A8BC-3F6E58051DAD}" dt="2024-08-09T19:40:54.420" v="801"/>
          <ac:spMkLst>
            <pc:docMk/>
            <pc:sldMk cId="1714126014" sldId="466"/>
            <ac:spMk id="6" creationId="{4579F9FC-9C26-4EE8-993C-4E9774C6CB61}"/>
          </ac:spMkLst>
        </pc:spChg>
      </pc:sldChg>
      <pc:sldChg chg="modSp mod">
        <pc:chgData name="Taylor Davis" userId="5c9e72a0-c39f-4aa1-9d7d-64125e78cbe6" providerId="ADAL" clId="{26081BD0-E4CD-436F-A8BC-3F6E58051DAD}" dt="2024-08-09T20:19:25.660" v="1110" actId="21"/>
        <pc:sldMkLst>
          <pc:docMk/>
          <pc:sldMk cId="1552833548" sldId="487"/>
        </pc:sldMkLst>
        <pc:spChg chg="mod">
          <ac:chgData name="Taylor Davis" userId="5c9e72a0-c39f-4aa1-9d7d-64125e78cbe6" providerId="ADAL" clId="{26081BD0-E4CD-436F-A8BC-3F6E58051DAD}" dt="2024-08-09T20:19:25.660" v="1110" actId="21"/>
          <ac:spMkLst>
            <pc:docMk/>
            <pc:sldMk cId="1552833548" sldId="487"/>
            <ac:spMk id="2" creationId="{215F9CFB-714A-4CB7-9915-2C74E697A7F1}"/>
          </ac:spMkLst>
        </pc:spChg>
      </pc:sldChg>
      <pc:sldChg chg="addSp delSp modSp del mod">
        <pc:chgData name="Taylor Davis" userId="5c9e72a0-c39f-4aa1-9d7d-64125e78cbe6" providerId="ADAL" clId="{26081BD0-E4CD-436F-A8BC-3F6E58051DAD}" dt="2024-08-09T19:53:04.091" v="815" actId="47"/>
        <pc:sldMkLst>
          <pc:docMk/>
          <pc:sldMk cId="3100464503" sldId="488"/>
        </pc:sldMkLst>
        <pc:picChg chg="del">
          <ac:chgData name="Taylor Davis" userId="5c9e72a0-c39f-4aa1-9d7d-64125e78cbe6" providerId="ADAL" clId="{26081BD0-E4CD-436F-A8BC-3F6E58051DAD}" dt="2024-08-09T03:25:53.498" v="0" actId="478"/>
          <ac:picMkLst>
            <pc:docMk/>
            <pc:sldMk cId="3100464503" sldId="488"/>
            <ac:picMk id="2" creationId="{4702B835-52ED-39D9-75FD-BBFA5B35345D}"/>
          </ac:picMkLst>
        </pc:picChg>
        <pc:picChg chg="add mod">
          <ac:chgData name="Taylor Davis" userId="5c9e72a0-c39f-4aa1-9d7d-64125e78cbe6" providerId="ADAL" clId="{26081BD0-E4CD-436F-A8BC-3F6E58051DAD}" dt="2024-08-09T03:25:57.524" v="2" actId="1076"/>
          <ac:picMkLst>
            <pc:docMk/>
            <pc:sldMk cId="3100464503" sldId="488"/>
            <ac:picMk id="3" creationId="{0BE8887C-953F-080F-B109-2F5B8F57E7E9}"/>
          </ac:picMkLst>
        </pc:picChg>
        <pc:picChg chg="del">
          <ac:chgData name="Taylor Davis" userId="5c9e72a0-c39f-4aa1-9d7d-64125e78cbe6" providerId="ADAL" clId="{26081BD0-E4CD-436F-A8BC-3F6E58051DAD}" dt="2024-08-09T03:26:50.431" v="7" actId="478"/>
          <ac:picMkLst>
            <pc:docMk/>
            <pc:sldMk cId="3100464503" sldId="488"/>
            <ac:picMk id="1028" creationId="{2F8C84CE-AC25-FA0A-814C-BA1A27046FF9}"/>
          </ac:picMkLst>
        </pc:picChg>
        <pc:picChg chg="add mod">
          <ac:chgData name="Taylor Davis" userId="5c9e72a0-c39f-4aa1-9d7d-64125e78cbe6" providerId="ADAL" clId="{26081BD0-E4CD-436F-A8BC-3F6E58051DAD}" dt="2024-08-09T03:28:13.104" v="13" actId="732"/>
          <ac:picMkLst>
            <pc:docMk/>
            <pc:sldMk cId="3100464503" sldId="488"/>
            <ac:picMk id="1030" creationId="{62B86929-6340-4CAF-4560-4CAA1ADE3B25}"/>
          </ac:picMkLst>
        </pc:picChg>
      </pc:sldChg>
      <pc:sldChg chg="modSp mod">
        <pc:chgData name="Taylor Davis" userId="5c9e72a0-c39f-4aa1-9d7d-64125e78cbe6" providerId="ADAL" clId="{26081BD0-E4CD-436F-A8BC-3F6E58051DAD}" dt="2024-08-11T01:50:23.982" v="1120" actId="20577"/>
        <pc:sldMkLst>
          <pc:docMk/>
          <pc:sldMk cId="3325436177" sldId="489"/>
        </pc:sldMkLst>
        <pc:spChg chg="mod">
          <ac:chgData name="Taylor Davis" userId="5c9e72a0-c39f-4aa1-9d7d-64125e78cbe6" providerId="ADAL" clId="{26081BD0-E4CD-436F-A8BC-3F6E58051DAD}" dt="2024-08-11T01:50:23.982" v="1120" actId="20577"/>
          <ac:spMkLst>
            <pc:docMk/>
            <pc:sldMk cId="3325436177" sldId="489"/>
            <ac:spMk id="17" creationId="{F2E566E5-041D-4247-A79E-A185C1420D0E}"/>
          </ac:spMkLst>
        </pc:spChg>
      </pc:sldChg>
      <pc:sldChg chg="modSp mod">
        <pc:chgData name="Taylor Davis" userId="5c9e72a0-c39f-4aa1-9d7d-64125e78cbe6" providerId="ADAL" clId="{26081BD0-E4CD-436F-A8BC-3F6E58051DAD}" dt="2024-08-09T19:40:54.420" v="801"/>
        <pc:sldMkLst>
          <pc:docMk/>
          <pc:sldMk cId="3144192130" sldId="498"/>
        </pc:sldMkLst>
        <pc:spChg chg="mod">
          <ac:chgData name="Taylor Davis" userId="5c9e72a0-c39f-4aa1-9d7d-64125e78cbe6" providerId="ADAL" clId="{26081BD0-E4CD-436F-A8BC-3F6E58051DAD}" dt="2024-08-09T19:40:54.420" v="801"/>
          <ac:spMkLst>
            <pc:docMk/>
            <pc:sldMk cId="3144192130" sldId="498"/>
            <ac:spMk id="15" creationId="{A3776881-4D82-4E5B-9D20-1D9004AEFF9F}"/>
          </ac:spMkLst>
        </pc:spChg>
        <pc:spChg chg="mod">
          <ac:chgData name="Taylor Davis" userId="5c9e72a0-c39f-4aa1-9d7d-64125e78cbe6" providerId="ADAL" clId="{26081BD0-E4CD-436F-A8BC-3F6E58051DAD}" dt="2024-08-09T19:40:54.420" v="801"/>
          <ac:spMkLst>
            <pc:docMk/>
            <pc:sldMk cId="3144192130" sldId="498"/>
            <ac:spMk id="19" creationId="{E603E0FD-1B79-43C3-ABAE-5EA24846155A}"/>
          </ac:spMkLst>
        </pc:spChg>
      </pc:sldChg>
      <pc:sldChg chg="addSp delSp modSp mod">
        <pc:chgData name="Taylor Davis" userId="5c9e72a0-c39f-4aa1-9d7d-64125e78cbe6" providerId="ADAL" clId="{26081BD0-E4CD-436F-A8BC-3F6E58051DAD}" dt="2024-08-09T19:40:54.420" v="801"/>
        <pc:sldMkLst>
          <pc:docMk/>
          <pc:sldMk cId="2203540903" sldId="499"/>
        </pc:sldMkLst>
        <pc:spChg chg="mod">
          <ac:chgData name="Taylor Davis" userId="5c9e72a0-c39f-4aa1-9d7d-64125e78cbe6" providerId="ADAL" clId="{26081BD0-E4CD-436F-A8BC-3F6E58051DAD}" dt="2024-08-09T19:40:54.420" v="801"/>
          <ac:spMkLst>
            <pc:docMk/>
            <pc:sldMk cId="2203540903" sldId="499"/>
            <ac:spMk id="9" creationId="{AB8821D0-DEDE-002D-E87D-13E033D5D75F}"/>
          </ac:spMkLst>
        </pc:spChg>
        <pc:graphicFrameChg chg="del">
          <ac:chgData name="Taylor Davis" userId="5c9e72a0-c39f-4aa1-9d7d-64125e78cbe6" providerId="ADAL" clId="{26081BD0-E4CD-436F-A8BC-3F6E58051DAD}" dt="2024-08-09T03:54:38.254" v="125" actId="478"/>
          <ac:graphicFrameMkLst>
            <pc:docMk/>
            <pc:sldMk cId="2203540903" sldId="499"/>
            <ac:graphicFrameMk id="12" creationId="{B312E458-55D7-5B72-B01F-FB00363F05BF}"/>
          </ac:graphicFrameMkLst>
        </pc:graphicFrameChg>
        <pc:graphicFrameChg chg="add mod">
          <ac:chgData name="Taylor Davis" userId="5c9e72a0-c39f-4aa1-9d7d-64125e78cbe6" providerId="ADAL" clId="{26081BD0-E4CD-436F-A8BC-3F6E58051DAD}" dt="2024-08-09T03:54:42.683" v="127" actId="1076"/>
          <ac:graphicFrameMkLst>
            <pc:docMk/>
            <pc:sldMk cId="2203540903" sldId="499"/>
            <ac:graphicFrameMk id="13" creationId="{6DB82FE6-A016-1888-B4EA-C2A4CE0391A4}"/>
          </ac:graphicFrameMkLst>
        </pc:graphicFrameChg>
      </pc:sldChg>
      <pc:sldChg chg="del">
        <pc:chgData name="Taylor Davis" userId="5c9e72a0-c39f-4aa1-9d7d-64125e78cbe6" providerId="ADAL" clId="{26081BD0-E4CD-436F-A8BC-3F6E58051DAD}" dt="2024-08-09T20:06:50.554" v="975" actId="47"/>
        <pc:sldMkLst>
          <pc:docMk/>
          <pc:sldMk cId="2684971926" sldId="501"/>
        </pc:sldMkLst>
      </pc:sldChg>
      <pc:sldChg chg="addSp delSp modSp del mod">
        <pc:chgData name="Taylor Davis" userId="5c9e72a0-c39f-4aa1-9d7d-64125e78cbe6" providerId="ADAL" clId="{26081BD0-E4CD-436F-A8BC-3F6E58051DAD}" dt="2024-08-09T19:58:31.884" v="819" actId="47"/>
        <pc:sldMkLst>
          <pc:docMk/>
          <pc:sldMk cId="3680080401" sldId="517"/>
        </pc:sldMkLst>
        <pc:spChg chg="mod">
          <ac:chgData name="Taylor Davis" userId="5c9e72a0-c39f-4aa1-9d7d-64125e78cbe6" providerId="ADAL" clId="{26081BD0-E4CD-436F-A8BC-3F6E58051DAD}" dt="2024-08-09T05:01:29.989" v="764" actId="20577"/>
          <ac:spMkLst>
            <pc:docMk/>
            <pc:sldMk cId="3680080401" sldId="517"/>
            <ac:spMk id="6" creationId="{C9963971-9E27-D1D8-44A6-33EAA3782592}"/>
          </ac:spMkLst>
        </pc:spChg>
        <pc:spChg chg="add mod">
          <ac:chgData name="Taylor Davis" userId="5c9e72a0-c39f-4aa1-9d7d-64125e78cbe6" providerId="ADAL" clId="{26081BD0-E4CD-436F-A8BC-3F6E58051DAD}" dt="2024-08-09T05:05:34.734" v="795" actId="1076"/>
          <ac:spMkLst>
            <pc:docMk/>
            <pc:sldMk cId="3680080401" sldId="517"/>
            <ac:spMk id="14" creationId="{4A943FBC-F646-4D8D-7012-9A24D6FF5E84}"/>
          </ac:spMkLst>
        </pc:spChg>
        <pc:spChg chg="mod">
          <ac:chgData name="Taylor Davis" userId="5c9e72a0-c39f-4aa1-9d7d-64125e78cbe6" providerId="ADAL" clId="{26081BD0-E4CD-436F-A8BC-3F6E58051DAD}" dt="2024-08-09T05:04:16.600" v="782" actId="20577"/>
          <ac:spMkLst>
            <pc:docMk/>
            <pc:sldMk cId="3680080401" sldId="517"/>
            <ac:spMk id="16" creationId="{012C7A76-8C4C-0C17-C582-24A807F19DA5}"/>
          </ac:spMkLst>
        </pc:spChg>
        <pc:spChg chg="add mod">
          <ac:chgData name="Taylor Davis" userId="5c9e72a0-c39f-4aa1-9d7d-64125e78cbe6" providerId="ADAL" clId="{26081BD0-E4CD-436F-A8BC-3F6E58051DAD}" dt="2024-08-09T05:05:52.799" v="800" actId="1076"/>
          <ac:spMkLst>
            <pc:docMk/>
            <pc:sldMk cId="3680080401" sldId="517"/>
            <ac:spMk id="17" creationId="{7679934B-C66F-3B45-7008-601AE76CFD06}"/>
          </ac:spMkLst>
        </pc:spChg>
        <pc:graphicFrameChg chg="mod modGraphic">
          <ac:chgData name="Taylor Davis" userId="5c9e72a0-c39f-4aa1-9d7d-64125e78cbe6" providerId="ADAL" clId="{26081BD0-E4CD-436F-A8BC-3F6E58051DAD}" dt="2024-08-09T19:42:26.201" v="813" actId="20577"/>
          <ac:graphicFrameMkLst>
            <pc:docMk/>
            <pc:sldMk cId="3680080401" sldId="517"/>
            <ac:graphicFrameMk id="13" creationId="{C5BE1B27-9F04-9265-C933-6FD598A73DFA}"/>
          </ac:graphicFrameMkLst>
        </pc:graphicFrameChg>
        <pc:picChg chg="add mod">
          <ac:chgData name="Taylor Davis" userId="5c9e72a0-c39f-4aa1-9d7d-64125e78cbe6" providerId="ADAL" clId="{26081BD0-E4CD-436F-A8BC-3F6E58051DAD}" dt="2024-08-09T19:57:14.261" v="817"/>
          <ac:picMkLst>
            <pc:docMk/>
            <pc:sldMk cId="3680080401" sldId="517"/>
            <ac:picMk id="2" creationId="{D973CC2F-CA99-866B-3FE7-FC64E0F06A52}"/>
          </ac:picMkLst>
        </pc:picChg>
        <pc:picChg chg="del">
          <ac:chgData name="Taylor Davis" userId="5c9e72a0-c39f-4aa1-9d7d-64125e78cbe6" providerId="ADAL" clId="{26081BD0-E4CD-436F-A8BC-3F6E58051DAD}" dt="2024-08-09T04:17:32.984" v="471" actId="478"/>
          <ac:picMkLst>
            <pc:docMk/>
            <pc:sldMk cId="3680080401" sldId="517"/>
            <ac:picMk id="5" creationId="{67B9B0B2-9074-A0D9-39BC-764913776305}"/>
          </ac:picMkLst>
        </pc:picChg>
        <pc:picChg chg="add mod">
          <ac:chgData name="Taylor Davis" userId="5c9e72a0-c39f-4aa1-9d7d-64125e78cbe6" providerId="ADAL" clId="{26081BD0-E4CD-436F-A8BC-3F6E58051DAD}" dt="2024-08-09T04:35:46.955" v="748" actId="1076"/>
          <ac:picMkLst>
            <pc:docMk/>
            <pc:sldMk cId="3680080401" sldId="517"/>
            <ac:picMk id="7" creationId="{1D559771-FFA2-8422-2FBC-334EBEE63AE1}"/>
          </ac:picMkLst>
        </pc:picChg>
        <pc:picChg chg="add del mod modCrop">
          <ac:chgData name="Taylor Davis" userId="5c9e72a0-c39f-4aa1-9d7d-64125e78cbe6" providerId="ADAL" clId="{26081BD0-E4CD-436F-A8BC-3F6E58051DAD}" dt="2024-08-09T19:57:13.378" v="816" actId="478"/>
          <ac:picMkLst>
            <pc:docMk/>
            <pc:sldMk cId="3680080401" sldId="517"/>
            <ac:picMk id="11" creationId="{7CB2EC54-AB5F-C18F-3291-990A004ED6B4}"/>
          </ac:picMkLst>
        </pc:picChg>
      </pc:sldChg>
      <pc:sldChg chg="addSp delSp modSp mod">
        <pc:chgData name="Taylor Davis" userId="5c9e72a0-c39f-4aa1-9d7d-64125e78cbe6" providerId="ADAL" clId="{26081BD0-E4CD-436F-A8BC-3F6E58051DAD}" dt="2024-08-09T20:20:32.800" v="1111"/>
        <pc:sldMkLst>
          <pc:docMk/>
          <pc:sldMk cId="3348736581" sldId="518"/>
        </pc:sldMkLst>
        <pc:spChg chg="mod">
          <ac:chgData name="Taylor Davis" userId="5c9e72a0-c39f-4aa1-9d7d-64125e78cbe6" providerId="ADAL" clId="{26081BD0-E4CD-436F-A8BC-3F6E58051DAD}" dt="2024-08-09T20:20:32.800" v="1111"/>
          <ac:spMkLst>
            <pc:docMk/>
            <pc:sldMk cId="3348736581" sldId="518"/>
            <ac:spMk id="7" creationId="{820D1BA4-6D19-00FD-17FF-A0AD0AAAF7EE}"/>
          </ac:spMkLst>
        </pc:spChg>
        <pc:spChg chg="mod">
          <ac:chgData name="Taylor Davis" userId="5c9e72a0-c39f-4aa1-9d7d-64125e78cbe6" providerId="ADAL" clId="{26081BD0-E4CD-436F-A8BC-3F6E58051DAD}" dt="2024-08-09T04:06:15.841" v="272" actId="20577"/>
          <ac:spMkLst>
            <pc:docMk/>
            <pc:sldMk cId="3348736581" sldId="518"/>
            <ac:spMk id="13" creationId="{061C4F0D-14E1-8EB9-6313-04B404BF313E}"/>
          </ac:spMkLst>
        </pc:spChg>
        <pc:spChg chg="mod">
          <ac:chgData name="Taylor Davis" userId="5c9e72a0-c39f-4aa1-9d7d-64125e78cbe6" providerId="ADAL" clId="{26081BD0-E4CD-436F-A8BC-3F6E58051DAD}" dt="2024-08-09T04:06:17.811" v="273" actId="20577"/>
          <ac:spMkLst>
            <pc:docMk/>
            <pc:sldMk cId="3348736581" sldId="518"/>
            <ac:spMk id="17" creationId="{32EE0BDF-0BD6-C413-7373-07B39FBF0CAC}"/>
          </ac:spMkLst>
        </pc:spChg>
        <pc:picChg chg="del">
          <ac:chgData name="Taylor Davis" userId="5c9e72a0-c39f-4aa1-9d7d-64125e78cbe6" providerId="ADAL" clId="{26081BD0-E4CD-436F-A8BC-3F6E58051DAD}" dt="2024-08-09T03:26:17.346" v="3" actId="478"/>
          <ac:picMkLst>
            <pc:docMk/>
            <pc:sldMk cId="3348736581" sldId="518"/>
            <ac:picMk id="3" creationId="{13892008-615C-6402-6A47-49C39A801914}"/>
          </ac:picMkLst>
        </pc:picChg>
        <pc:picChg chg="add mod">
          <ac:chgData name="Taylor Davis" userId="5c9e72a0-c39f-4aa1-9d7d-64125e78cbe6" providerId="ADAL" clId="{26081BD0-E4CD-436F-A8BC-3F6E58051DAD}" dt="2024-08-09T03:26:22.509" v="6" actId="1076"/>
          <ac:picMkLst>
            <pc:docMk/>
            <pc:sldMk cId="3348736581" sldId="518"/>
            <ac:picMk id="8" creationId="{5468667F-1FD9-12EC-7DC9-7C56ACCACCE8}"/>
          </ac:picMkLst>
        </pc:picChg>
      </pc:sldChg>
      <pc:sldChg chg="modSp mod">
        <pc:chgData name="Taylor Davis" userId="5c9e72a0-c39f-4aa1-9d7d-64125e78cbe6" providerId="ADAL" clId="{26081BD0-E4CD-436F-A8BC-3F6E58051DAD}" dt="2024-08-09T19:40:54.420" v="801"/>
        <pc:sldMkLst>
          <pc:docMk/>
          <pc:sldMk cId="1147401429" sldId="524"/>
        </pc:sldMkLst>
        <pc:spChg chg="mod">
          <ac:chgData name="Taylor Davis" userId="5c9e72a0-c39f-4aa1-9d7d-64125e78cbe6" providerId="ADAL" clId="{26081BD0-E4CD-436F-A8BC-3F6E58051DAD}" dt="2024-08-09T19:40:54.420" v="801"/>
          <ac:spMkLst>
            <pc:docMk/>
            <pc:sldMk cId="1147401429" sldId="524"/>
            <ac:spMk id="2" creationId="{748BE3BD-F9EE-3EE4-860C-3826F1F8465B}"/>
          </ac:spMkLst>
        </pc:spChg>
        <pc:graphicFrameChg chg="mod modGraphic">
          <ac:chgData name="Taylor Davis" userId="5c9e72a0-c39f-4aa1-9d7d-64125e78cbe6" providerId="ADAL" clId="{26081BD0-E4CD-436F-A8BC-3F6E58051DAD}" dt="2024-08-09T19:40:54.420" v="801"/>
          <ac:graphicFrameMkLst>
            <pc:docMk/>
            <pc:sldMk cId="1147401429" sldId="524"/>
            <ac:graphicFrameMk id="5" creationId="{713AD275-CC86-F2BC-8594-AECC0B66117F}"/>
          </ac:graphicFrameMkLst>
        </pc:graphicFrameChg>
      </pc:sldChg>
      <pc:sldChg chg="addSp delSp modSp mod">
        <pc:chgData name="Taylor Davis" userId="5c9e72a0-c39f-4aa1-9d7d-64125e78cbe6" providerId="ADAL" clId="{26081BD0-E4CD-436F-A8BC-3F6E58051DAD}" dt="2024-08-09T19:40:54.420" v="801"/>
        <pc:sldMkLst>
          <pc:docMk/>
          <pc:sldMk cId="36791873" sldId="525"/>
        </pc:sldMkLst>
        <pc:spChg chg="mod">
          <ac:chgData name="Taylor Davis" userId="5c9e72a0-c39f-4aa1-9d7d-64125e78cbe6" providerId="ADAL" clId="{26081BD0-E4CD-436F-A8BC-3F6E58051DAD}" dt="2024-08-09T19:40:54.420" v="801"/>
          <ac:spMkLst>
            <pc:docMk/>
            <pc:sldMk cId="36791873" sldId="525"/>
            <ac:spMk id="3" creationId="{47D333E6-57DF-6C19-7BCA-1AE47F6C6568}"/>
          </ac:spMkLst>
        </pc:spChg>
        <pc:graphicFrameChg chg="mod modGraphic">
          <ac:chgData name="Taylor Davis" userId="5c9e72a0-c39f-4aa1-9d7d-64125e78cbe6" providerId="ADAL" clId="{26081BD0-E4CD-436F-A8BC-3F6E58051DAD}" dt="2024-08-09T04:05:08.743" v="262" actId="20577"/>
          <ac:graphicFrameMkLst>
            <pc:docMk/>
            <pc:sldMk cId="36791873" sldId="525"/>
            <ac:graphicFrameMk id="9" creationId="{30CE50B1-E66B-B63F-C96E-A434E7ECFB6C}"/>
          </ac:graphicFrameMkLst>
        </pc:graphicFrameChg>
        <pc:graphicFrameChg chg="mod modGraphic">
          <ac:chgData name="Taylor Davis" userId="5c9e72a0-c39f-4aa1-9d7d-64125e78cbe6" providerId="ADAL" clId="{26081BD0-E4CD-436F-A8BC-3F6E58051DAD}" dt="2024-08-09T04:05:56.437" v="270" actId="20577"/>
          <ac:graphicFrameMkLst>
            <pc:docMk/>
            <pc:sldMk cId="36791873" sldId="525"/>
            <ac:graphicFrameMk id="10" creationId="{BB254502-CBB2-8520-631D-31E05AB0F371}"/>
          </ac:graphicFrameMkLst>
        </pc:graphicFrameChg>
        <pc:picChg chg="add del">
          <ac:chgData name="Taylor Davis" userId="5c9e72a0-c39f-4aa1-9d7d-64125e78cbe6" providerId="ADAL" clId="{26081BD0-E4CD-436F-A8BC-3F6E58051DAD}" dt="2024-08-09T04:04:58.308" v="259" actId="478"/>
          <ac:picMkLst>
            <pc:docMk/>
            <pc:sldMk cId="36791873" sldId="525"/>
            <ac:picMk id="12" creationId="{6DFD09D6-6E65-6A85-12E1-E5349702D5D9}"/>
          </ac:picMkLst>
        </pc:picChg>
        <pc:picChg chg="add del">
          <ac:chgData name="Taylor Davis" userId="5c9e72a0-c39f-4aa1-9d7d-64125e78cbe6" providerId="ADAL" clId="{26081BD0-E4CD-436F-A8BC-3F6E58051DAD}" dt="2024-08-09T04:04:57.377" v="258" actId="478"/>
          <ac:picMkLst>
            <pc:docMk/>
            <pc:sldMk cId="36791873" sldId="525"/>
            <ac:picMk id="14" creationId="{B78AF1DE-AC8A-BB4D-AA83-B9E3CCAAD219}"/>
          </ac:picMkLst>
        </pc:picChg>
      </pc:sldChg>
      <pc:sldChg chg="modSp mod">
        <pc:chgData name="Taylor Davis" userId="5c9e72a0-c39f-4aa1-9d7d-64125e78cbe6" providerId="ADAL" clId="{26081BD0-E4CD-436F-A8BC-3F6E58051DAD}" dt="2024-08-09T20:08:38.947" v="1066" actId="20577"/>
        <pc:sldMkLst>
          <pc:docMk/>
          <pc:sldMk cId="3034923006" sldId="527"/>
        </pc:sldMkLst>
        <pc:spChg chg="mod">
          <ac:chgData name="Taylor Davis" userId="5c9e72a0-c39f-4aa1-9d7d-64125e78cbe6" providerId="ADAL" clId="{26081BD0-E4CD-436F-A8BC-3F6E58051DAD}" dt="2024-08-09T04:16:51.885" v="388" actId="403"/>
          <ac:spMkLst>
            <pc:docMk/>
            <pc:sldMk cId="3034923006" sldId="527"/>
            <ac:spMk id="2" creationId="{BDC7C8AA-0E66-B861-59D6-F381D95EE319}"/>
          </ac:spMkLst>
        </pc:spChg>
        <pc:spChg chg="mod">
          <ac:chgData name="Taylor Davis" userId="5c9e72a0-c39f-4aa1-9d7d-64125e78cbe6" providerId="ADAL" clId="{26081BD0-E4CD-436F-A8BC-3F6E58051DAD}" dt="2024-08-09T20:08:38.947" v="1066" actId="20577"/>
          <ac:spMkLst>
            <pc:docMk/>
            <pc:sldMk cId="3034923006" sldId="527"/>
            <ac:spMk id="10" creationId="{DD333F58-1E5B-D213-65EE-BB627B8B12A8}"/>
          </ac:spMkLst>
        </pc:spChg>
      </pc:sldChg>
      <pc:sldChg chg="delSp del mod">
        <pc:chgData name="Taylor Davis" userId="5c9e72a0-c39f-4aa1-9d7d-64125e78cbe6" providerId="ADAL" clId="{26081BD0-E4CD-436F-A8BC-3F6E58051DAD}" dt="2024-08-09T04:07:03.820" v="276" actId="47"/>
        <pc:sldMkLst>
          <pc:docMk/>
          <pc:sldMk cId="0" sldId="535"/>
        </pc:sldMkLst>
        <pc:graphicFrameChg chg="del">
          <ac:chgData name="Taylor Davis" userId="5c9e72a0-c39f-4aa1-9d7d-64125e78cbe6" providerId="ADAL" clId="{26081BD0-E4CD-436F-A8BC-3F6E58051DAD}" dt="2024-08-09T04:06:45.819" v="274" actId="478"/>
          <ac:graphicFrameMkLst>
            <pc:docMk/>
            <pc:sldMk cId="0" sldId="535"/>
            <ac:graphicFrameMk id="3" creationId="{9C2E0371-3206-ADF6-8A60-C76B67B59562}"/>
          </ac:graphicFrameMkLst>
        </pc:graphicFrameChg>
      </pc:sldChg>
      <pc:sldChg chg="modSp mod">
        <pc:chgData name="Taylor Davis" userId="5c9e72a0-c39f-4aa1-9d7d-64125e78cbe6" providerId="ADAL" clId="{26081BD0-E4CD-436F-A8BC-3F6E58051DAD}" dt="2024-08-09T04:11:49.461" v="343" actId="20577"/>
        <pc:sldMkLst>
          <pc:docMk/>
          <pc:sldMk cId="1419816550" sldId="536"/>
        </pc:sldMkLst>
        <pc:graphicFrameChg chg="mod">
          <ac:chgData name="Taylor Davis" userId="5c9e72a0-c39f-4aa1-9d7d-64125e78cbe6" providerId="ADAL" clId="{26081BD0-E4CD-436F-A8BC-3F6E58051DAD}" dt="2024-08-09T04:09:27.482" v="288"/>
          <ac:graphicFrameMkLst>
            <pc:docMk/>
            <pc:sldMk cId="1419816550" sldId="536"/>
            <ac:graphicFrameMk id="6" creationId="{176BAF2A-5136-E457-9AAC-D0878752F10C}"/>
          </ac:graphicFrameMkLst>
        </pc:graphicFrameChg>
        <pc:graphicFrameChg chg="modGraphic">
          <ac:chgData name="Taylor Davis" userId="5c9e72a0-c39f-4aa1-9d7d-64125e78cbe6" providerId="ADAL" clId="{26081BD0-E4CD-436F-A8BC-3F6E58051DAD}" dt="2024-08-09T04:11:49.461" v="343" actId="20577"/>
          <ac:graphicFrameMkLst>
            <pc:docMk/>
            <pc:sldMk cId="1419816550" sldId="536"/>
            <ac:graphicFrameMk id="15" creationId="{FF3ACACB-7F38-7EAA-4BDF-1A816CA00AAE}"/>
          </ac:graphicFrameMkLst>
        </pc:graphicFrameChg>
        <pc:graphicFrameChg chg="mod">
          <ac:chgData name="Taylor Davis" userId="5c9e72a0-c39f-4aa1-9d7d-64125e78cbe6" providerId="ADAL" clId="{26081BD0-E4CD-436F-A8BC-3F6E58051DAD}" dt="2024-08-09T04:10:21.037" v="292"/>
          <ac:graphicFrameMkLst>
            <pc:docMk/>
            <pc:sldMk cId="1419816550" sldId="536"/>
            <ac:graphicFrameMk id="16" creationId="{32A51F3A-032C-30E2-F635-DD59B5A29A34}"/>
          </ac:graphicFrameMkLst>
        </pc:graphicFrameChg>
      </pc:sldChg>
      <pc:sldChg chg="modSp mod">
        <pc:chgData name="Taylor Davis" userId="5c9e72a0-c39f-4aa1-9d7d-64125e78cbe6" providerId="ADAL" clId="{26081BD0-E4CD-436F-A8BC-3F6E58051DAD}" dt="2024-08-09T20:09:08.163" v="1078" actId="20577"/>
        <pc:sldMkLst>
          <pc:docMk/>
          <pc:sldMk cId="94944115" sldId="546"/>
        </pc:sldMkLst>
        <pc:graphicFrameChg chg="modGraphic">
          <ac:chgData name="Taylor Davis" userId="5c9e72a0-c39f-4aa1-9d7d-64125e78cbe6" providerId="ADAL" clId="{26081BD0-E4CD-436F-A8BC-3F6E58051DAD}" dt="2024-08-09T20:09:08.163" v="1078" actId="20577"/>
          <ac:graphicFrameMkLst>
            <pc:docMk/>
            <pc:sldMk cId="94944115" sldId="546"/>
            <ac:graphicFrameMk id="6" creationId="{3C07E302-CC45-B04C-2C2D-C436C7863084}"/>
          </ac:graphicFrameMkLst>
        </pc:graphicFrameChg>
      </pc:sldChg>
      <pc:sldChg chg="modSp mod">
        <pc:chgData name="Taylor Davis" userId="5c9e72a0-c39f-4aa1-9d7d-64125e78cbe6" providerId="ADAL" clId="{26081BD0-E4CD-436F-A8BC-3F6E58051DAD}" dt="2024-08-09T20:09:54.386" v="1101" actId="20577"/>
        <pc:sldMkLst>
          <pc:docMk/>
          <pc:sldMk cId="3616502281" sldId="547"/>
        </pc:sldMkLst>
        <pc:spChg chg="mod">
          <ac:chgData name="Taylor Davis" userId="5c9e72a0-c39f-4aa1-9d7d-64125e78cbe6" providerId="ADAL" clId="{26081BD0-E4CD-436F-A8BC-3F6E58051DAD}" dt="2024-08-09T20:09:54.386" v="1101" actId="20577"/>
          <ac:spMkLst>
            <pc:docMk/>
            <pc:sldMk cId="3616502281" sldId="547"/>
            <ac:spMk id="11" creationId="{19A2854E-BB8B-2CAE-F670-0D2E7447BA42}"/>
          </ac:spMkLst>
        </pc:spChg>
      </pc:sldChg>
      <pc:sldChg chg="addSp delSp modSp mod">
        <pc:chgData name="Taylor Davis" userId="5c9e72a0-c39f-4aa1-9d7d-64125e78cbe6" providerId="ADAL" clId="{26081BD0-E4CD-436F-A8BC-3F6E58051DAD}" dt="2024-08-09T03:55:41.938" v="138" actId="962"/>
        <pc:sldMkLst>
          <pc:docMk/>
          <pc:sldMk cId="315794589" sldId="548"/>
        </pc:sldMkLst>
        <pc:picChg chg="del">
          <ac:chgData name="Taylor Davis" userId="5c9e72a0-c39f-4aa1-9d7d-64125e78cbe6" providerId="ADAL" clId="{26081BD0-E4CD-436F-A8BC-3F6E58051DAD}" dt="2024-08-09T03:55:35.610" v="134" actId="478"/>
          <ac:picMkLst>
            <pc:docMk/>
            <pc:sldMk cId="315794589" sldId="548"/>
            <ac:picMk id="13" creationId="{A72FF743-3300-9475-A54D-0D949C3CB804}"/>
          </ac:picMkLst>
        </pc:picChg>
        <pc:picChg chg="add mod">
          <ac:chgData name="Taylor Davis" userId="5c9e72a0-c39f-4aa1-9d7d-64125e78cbe6" providerId="ADAL" clId="{26081BD0-E4CD-436F-A8BC-3F6E58051DAD}" dt="2024-08-09T03:55:41.938" v="138" actId="962"/>
          <ac:picMkLst>
            <pc:docMk/>
            <pc:sldMk cId="315794589" sldId="548"/>
            <ac:picMk id="16" creationId="{FA9F5E61-C0A7-B133-24A6-E0FF9307F614}"/>
          </ac:picMkLst>
        </pc:picChg>
      </pc:sldChg>
      <pc:sldChg chg="addSp delSp modSp mod">
        <pc:chgData name="Taylor Davis" userId="5c9e72a0-c39f-4aa1-9d7d-64125e78cbe6" providerId="ADAL" clId="{26081BD0-E4CD-436F-A8BC-3F6E58051DAD}" dt="2024-08-09T19:40:54.420" v="801"/>
        <pc:sldMkLst>
          <pc:docMk/>
          <pc:sldMk cId="3470905217" sldId="558"/>
        </pc:sldMkLst>
        <pc:spChg chg="mod">
          <ac:chgData name="Taylor Davis" userId="5c9e72a0-c39f-4aa1-9d7d-64125e78cbe6" providerId="ADAL" clId="{26081BD0-E4CD-436F-A8BC-3F6E58051DAD}" dt="2024-08-09T19:40:54.420" v="801"/>
          <ac:spMkLst>
            <pc:docMk/>
            <pc:sldMk cId="3470905217" sldId="558"/>
            <ac:spMk id="13" creationId="{025AE6BF-C458-13D4-626E-DAD4C1439055}"/>
          </ac:spMkLst>
        </pc:spChg>
        <pc:spChg chg="mod">
          <ac:chgData name="Taylor Davis" userId="5c9e72a0-c39f-4aa1-9d7d-64125e78cbe6" providerId="ADAL" clId="{26081BD0-E4CD-436F-A8BC-3F6E58051DAD}" dt="2024-08-09T05:02:06.578" v="772" actId="20577"/>
          <ac:spMkLst>
            <pc:docMk/>
            <pc:sldMk cId="3470905217" sldId="558"/>
            <ac:spMk id="17" creationId="{19FEE2C1-9161-C3CD-EE7F-6727C796DF0D}"/>
          </ac:spMkLst>
        </pc:spChg>
        <pc:spChg chg="mod">
          <ac:chgData name="Taylor Davis" userId="5c9e72a0-c39f-4aa1-9d7d-64125e78cbe6" providerId="ADAL" clId="{26081BD0-E4CD-436F-A8BC-3F6E58051DAD}" dt="2024-08-09T03:57:06.605" v="154" actId="20577"/>
          <ac:spMkLst>
            <pc:docMk/>
            <pc:sldMk cId="3470905217" sldId="558"/>
            <ac:spMk id="18" creationId="{1CC51BEE-0560-3D56-4AE8-86D704578774}"/>
          </ac:spMkLst>
        </pc:spChg>
        <pc:spChg chg="mod">
          <ac:chgData name="Taylor Davis" userId="5c9e72a0-c39f-4aa1-9d7d-64125e78cbe6" providerId="ADAL" clId="{26081BD0-E4CD-436F-A8BC-3F6E58051DAD}" dt="2024-08-09T05:02:00.173" v="768" actId="20577"/>
          <ac:spMkLst>
            <pc:docMk/>
            <pc:sldMk cId="3470905217" sldId="558"/>
            <ac:spMk id="19" creationId="{A17D3C89-20DF-71B2-E5D8-1DA9D1F926E7}"/>
          </ac:spMkLst>
        </pc:spChg>
        <pc:spChg chg="mod">
          <ac:chgData name="Taylor Davis" userId="5c9e72a0-c39f-4aa1-9d7d-64125e78cbe6" providerId="ADAL" clId="{26081BD0-E4CD-436F-A8BC-3F6E58051DAD}" dt="2024-08-09T19:40:54.420" v="801"/>
          <ac:spMkLst>
            <pc:docMk/>
            <pc:sldMk cId="3470905217" sldId="558"/>
            <ac:spMk id="25" creationId="{32C9D62D-25B0-6CD9-8AD7-E6855B1B1B26}"/>
          </ac:spMkLst>
        </pc:spChg>
        <pc:spChg chg="mod">
          <ac:chgData name="Taylor Davis" userId="5c9e72a0-c39f-4aa1-9d7d-64125e78cbe6" providerId="ADAL" clId="{26081BD0-E4CD-436F-A8BC-3F6E58051DAD}" dt="2024-08-09T03:57:24.520" v="159" actId="20577"/>
          <ac:spMkLst>
            <pc:docMk/>
            <pc:sldMk cId="3470905217" sldId="558"/>
            <ac:spMk id="29" creationId="{2C03026B-6D1E-F7B1-9995-7D9DC1019C60}"/>
          </ac:spMkLst>
        </pc:spChg>
        <pc:spChg chg="mod">
          <ac:chgData name="Taylor Davis" userId="5c9e72a0-c39f-4aa1-9d7d-64125e78cbe6" providerId="ADAL" clId="{26081BD0-E4CD-436F-A8BC-3F6E58051DAD}" dt="2024-08-09T03:57:21.940" v="158" actId="20577"/>
          <ac:spMkLst>
            <pc:docMk/>
            <pc:sldMk cId="3470905217" sldId="558"/>
            <ac:spMk id="30" creationId="{9C64CEEB-E16A-926D-5DF0-DC8275443A40}"/>
          </ac:spMkLst>
        </pc:spChg>
        <pc:spChg chg="mod">
          <ac:chgData name="Taylor Davis" userId="5c9e72a0-c39f-4aa1-9d7d-64125e78cbe6" providerId="ADAL" clId="{26081BD0-E4CD-436F-A8BC-3F6E58051DAD}" dt="2024-08-09T03:57:19.802" v="157" actId="20577"/>
          <ac:spMkLst>
            <pc:docMk/>
            <pc:sldMk cId="3470905217" sldId="558"/>
            <ac:spMk id="31" creationId="{716000A2-AFB1-117D-BFF0-2BDA3EA8A77D}"/>
          </ac:spMkLst>
        </pc:spChg>
        <pc:spChg chg="add del mod">
          <ac:chgData name="Taylor Davis" userId="5c9e72a0-c39f-4aa1-9d7d-64125e78cbe6" providerId="ADAL" clId="{26081BD0-E4CD-436F-A8BC-3F6E58051DAD}" dt="2024-08-09T03:55:15.458" v="129"/>
          <ac:spMkLst>
            <pc:docMk/>
            <pc:sldMk cId="3470905217" sldId="558"/>
            <ac:spMk id="43" creationId="{2E3B9C34-C42E-496F-FB9B-B739EDFC3465}"/>
          </ac:spMkLst>
        </pc:spChg>
        <pc:picChg chg="del">
          <ac:chgData name="Taylor Davis" userId="5c9e72a0-c39f-4aa1-9d7d-64125e78cbe6" providerId="ADAL" clId="{26081BD0-E4CD-436F-A8BC-3F6E58051DAD}" dt="2024-08-09T03:55:13.224" v="128" actId="478"/>
          <ac:picMkLst>
            <pc:docMk/>
            <pc:sldMk cId="3470905217" sldId="558"/>
            <ac:picMk id="41" creationId="{FC19FEA2-3F67-BDE0-5916-619DB6B88779}"/>
          </ac:picMkLst>
        </pc:picChg>
        <pc:picChg chg="add mod">
          <ac:chgData name="Taylor Davis" userId="5c9e72a0-c39f-4aa1-9d7d-64125e78cbe6" providerId="ADAL" clId="{26081BD0-E4CD-436F-A8BC-3F6E58051DAD}" dt="2024-08-09T03:55:22.332" v="133" actId="1076"/>
          <ac:picMkLst>
            <pc:docMk/>
            <pc:sldMk cId="3470905217" sldId="558"/>
            <ac:picMk id="45" creationId="{8F49B191-28D3-ED23-5C76-27160D8959A1}"/>
          </ac:picMkLst>
        </pc:picChg>
      </pc:sldChg>
      <pc:sldChg chg="addSp delSp modSp add mod">
        <pc:chgData name="Taylor Davis" userId="5c9e72a0-c39f-4aa1-9d7d-64125e78cbe6" providerId="ADAL" clId="{26081BD0-E4CD-436F-A8BC-3F6E58051DAD}" dt="2024-08-09T20:22:53.270" v="1113"/>
        <pc:sldMkLst>
          <pc:docMk/>
          <pc:sldMk cId="1660060508" sldId="559"/>
        </pc:sldMkLst>
        <pc:spChg chg="add mod">
          <ac:chgData name="Taylor Davis" userId="5c9e72a0-c39f-4aa1-9d7d-64125e78cbe6" providerId="ADAL" clId="{26081BD0-E4CD-436F-A8BC-3F6E58051DAD}" dt="2024-08-09T20:22:53.270" v="1113"/>
          <ac:spMkLst>
            <pc:docMk/>
            <pc:sldMk cId="1660060508" sldId="559"/>
            <ac:spMk id="2" creationId="{E02DB42F-F7A9-59F6-26A7-7598B2586034}"/>
          </ac:spMkLst>
        </pc:spChg>
        <pc:spChg chg="del mod">
          <ac:chgData name="Taylor Davis" userId="5c9e72a0-c39f-4aa1-9d7d-64125e78cbe6" providerId="ADAL" clId="{26081BD0-E4CD-436F-A8BC-3F6E58051DAD}" dt="2024-08-09T20:22:52.373" v="1112" actId="478"/>
          <ac:spMkLst>
            <pc:docMk/>
            <pc:sldMk cId="1660060508" sldId="559"/>
            <ac:spMk id="17" creationId="{7679934B-C66F-3B45-7008-601AE76CFD06}"/>
          </ac:spMkLst>
        </pc:spChg>
      </pc:sldChg>
      <pc:sldChg chg="modSp mod">
        <pc:chgData name="Taylor Davis" userId="5c9e72a0-c39f-4aa1-9d7d-64125e78cbe6" providerId="ADAL" clId="{26081BD0-E4CD-436F-A8BC-3F6E58051DAD}" dt="2024-08-09T04:24:07.949" v="474" actId="207"/>
        <pc:sldMkLst>
          <pc:docMk/>
          <pc:sldMk cId="4064752386" sldId="564"/>
        </pc:sldMkLst>
        <pc:graphicFrameChg chg="modGraphic">
          <ac:chgData name="Taylor Davis" userId="5c9e72a0-c39f-4aa1-9d7d-64125e78cbe6" providerId="ADAL" clId="{26081BD0-E4CD-436F-A8BC-3F6E58051DAD}" dt="2024-08-09T04:24:07.949" v="474" actId="207"/>
          <ac:graphicFrameMkLst>
            <pc:docMk/>
            <pc:sldMk cId="4064752386" sldId="564"/>
            <ac:graphicFrameMk id="6" creationId="{DDE28063-ACC1-5927-4B16-27C42FEFE195}"/>
          </ac:graphicFrameMkLst>
        </pc:graphicFrameChg>
      </pc:sldChg>
      <pc:sldChg chg="del">
        <pc:chgData name="Taylor Davis" userId="5c9e72a0-c39f-4aa1-9d7d-64125e78cbe6" providerId="ADAL" clId="{26081BD0-E4CD-436F-A8BC-3F6E58051DAD}" dt="2024-08-09T04:12:07.737" v="344" actId="47"/>
        <pc:sldMkLst>
          <pc:docMk/>
          <pc:sldMk cId="0" sldId="565"/>
        </pc:sldMkLst>
      </pc:sldChg>
      <pc:sldChg chg="del">
        <pc:chgData name="Taylor Davis" userId="5c9e72a0-c39f-4aa1-9d7d-64125e78cbe6" providerId="ADAL" clId="{26081BD0-E4CD-436F-A8BC-3F6E58051DAD}" dt="2024-08-09T04:12:07.737" v="344" actId="47"/>
        <pc:sldMkLst>
          <pc:docMk/>
          <pc:sldMk cId="0" sldId="566"/>
        </pc:sldMkLst>
      </pc:sldChg>
      <pc:sldChg chg="del">
        <pc:chgData name="Taylor Davis" userId="5c9e72a0-c39f-4aa1-9d7d-64125e78cbe6" providerId="ADAL" clId="{26081BD0-E4CD-436F-A8BC-3F6E58051DAD}" dt="2024-08-09T04:12:07.737" v="344" actId="47"/>
        <pc:sldMkLst>
          <pc:docMk/>
          <pc:sldMk cId="3542569978" sldId="567"/>
        </pc:sldMkLst>
      </pc:sldChg>
      <pc:sldChg chg="del">
        <pc:chgData name="Taylor Davis" userId="5c9e72a0-c39f-4aa1-9d7d-64125e78cbe6" providerId="ADAL" clId="{26081BD0-E4CD-436F-A8BC-3F6E58051DAD}" dt="2024-08-09T04:12:07.737" v="344" actId="47"/>
        <pc:sldMkLst>
          <pc:docMk/>
          <pc:sldMk cId="435691800" sldId="568"/>
        </pc:sldMkLst>
      </pc:sldChg>
      <pc:sldChg chg="del">
        <pc:chgData name="Taylor Davis" userId="5c9e72a0-c39f-4aa1-9d7d-64125e78cbe6" providerId="ADAL" clId="{26081BD0-E4CD-436F-A8BC-3F6E58051DAD}" dt="2024-08-09T04:12:07.737" v="344" actId="47"/>
        <pc:sldMkLst>
          <pc:docMk/>
          <pc:sldMk cId="2359086428" sldId="569"/>
        </pc:sldMkLst>
      </pc:sldChg>
      <pc:sldChg chg="modSp add mod">
        <pc:chgData name="Taylor Davis" userId="5c9e72a0-c39f-4aa1-9d7d-64125e78cbe6" providerId="ADAL" clId="{26081BD0-E4CD-436F-A8BC-3F6E58051DAD}" dt="2024-08-09T04:08:02.057" v="284" actId="14100"/>
        <pc:sldMkLst>
          <pc:docMk/>
          <pc:sldMk cId="0" sldId="571"/>
        </pc:sldMkLst>
        <pc:graphicFrameChg chg="mod modGraphic">
          <ac:chgData name="Taylor Davis" userId="5c9e72a0-c39f-4aa1-9d7d-64125e78cbe6" providerId="ADAL" clId="{26081BD0-E4CD-436F-A8BC-3F6E58051DAD}" dt="2024-08-09T04:08:02.057" v="284" actId="14100"/>
          <ac:graphicFrameMkLst>
            <pc:docMk/>
            <pc:sldMk cId="0" sldId="571"/>
            <ac:graphicFrameMk id="2" creationId="{00000000-0000-0000-0000-000000000000}"/>
          </ac:graphicFrameMkLst>
        </pc:graphicFrameChg>
      </pc:sldChg>
      <pc:sldChg chg="modSp add del mod">
        <pc:chgData name="Taylor Davis" userId="5c9e72a0-c39f-4aa1-9d7d-64125e78cbe6" providerId="ADAL" clId="{26081BD0-E4CD-436F-A8BC-3F6E58051DAD}" dt="2024-08-09T04:14:49.150" v="372" actId="403"/>
        <pc:sldMkLst>
          <pc:docMk/>
          <pc:sldMk cId="0" sldId="572"/>
        </pc:sldMkLst>
        <pc:graphicFrameChg chg="mod modGraphic">
          <ac:chgData name="Taylor Davis" userId="5c9e72a0-c39f-4aa1-9d7d-64125e78cbe6" providerId="ADAL" clId="{26081BD0-E4CD-436F-A8BC-3F6E58051DAD}" dt="2024-08-09T04:14:49.150" v="372" actId="403"/>
          <ac:graphicFrameMkLst>
            <pc:docMk/>
            <pc:sldMk cId="0" sldId="572"/>
            <ac:graphicFrameMk id="2" creationId="{00000000-0000-0000-0000-000000000000}"/>
          </ac:graphicFrameMkLst>
        </pc:graphicFrameChg>
      </pc:sldChg>
      <pc:sldChg chg="modSp add mod">
        <pc:chgData name="Taylor Davis" userId="5c9e72a0-c39f-4aa1-9d7d-64125e78cbe6" providerId="ADAL" clId="{26081BD0-E4CD-436F-A8BC-3F6E58051DAD}" dt="2024-08-09T04:15:25.092" v="380" actId="403"/>
        <pc:sldMkLst>
          <pc:docMk/>
          <pc:sldMk cId="0" sldId="573"/>
        </pc:sldMkLst>
        <pc:graphicFrameChg chg="mod modGraphic">
          <ac:chgData name="Taylor Davis" userId="5c9e72a0-c39f-4aa1-9d7d-64125e78cbe6" providerId="ADAL" clId="{26081BD0-E4CD-436F-A8BC-3F6E58051DAD}" dt="2024-08-09T04:15:25.092" v="380" actId="403"/>
          <ac:graphicFrameMkLst>
            <pc:docMk/>
            <pc:sldMk cId="0" sldId="573"/>
            <ac:graphicFrameMk id="2" creationId="{00000000-0000-0000-0000-000000000000}"/>
          </ac:graphicFrameMkLst>
        </pc:graphicFrameChg>
      </pc:sldChg>
      <pc:sldChg chg="modSp add mod">
        <pc:chgData name="Taylor Davis" userId="5c9e72a0-c39f-4aa1-9d7d-64125e78cbe6" providerId="ADAL" clId="{26081BD0-E4CD-436F-A8BC-3F6E58051DAD}" dt="2024-08-09T04:14:32.420" v="369" actId="3064"/>
        <pc:sldMkLst>
          <pc:docMk/>
          <pc:sldMk cId="1064222983" sldId="574"/>
        </pc:sldMkLst>
        <pc:graphicFrameChg chg="modGraphic">
          <ac:chgData name="Taylor Davis" userId="5c9e72a0-c39f-4aa1-9d7d-64125e78cbe6" providerId="ADAL" clId="{26081BD0-E4CD-436F-A8BC-3F6E58051DAD}" dt="2024-08-09T04:14:32.420" v="369" actId="3064"/>
          <ac:graphicFrameMkLst>
            <pc:docMk/>
            <pc:sldMk cId="1064222983" sldId="574"/>
            <ac:graphicFrameMk id="2" creationId="{00000000-0000-0000-0000-000000000000}"/>
          </ac:graphicFrameMkLst>
        </pc:graphicFrameChg>
      </pc:sldChg>
      <pc:sldChg chg="modSp add mod">
        <pc:chgData name="Taylor Davis" userId="5c9e72a0-c39f-4aa1-9d7d-64125e78cbe6" providerId="ADAL" clId="{26081BD0-E4CD-436F-A8BC-3F6E58051DAD}" dt="2024-08-09T04:15:12.688" v="377" actId="3064"/>
        <pc:sldMkLst>
          <pc:docMk/>
          <pc:sldMk cId="3790917938" sldId="575"/>
        </pc:sldMkLst>
        <pc:graphicFrameChg chg="modGraphic">
          <ac:chgData name="Taylor Davis" userId="5c9e72a0-c39f-4aa1-9d7d-64125e78cbe6" providerId="ADAL" clId="{26081BD0-E4CD-436F-A8BC-3F6E58051DAD}" dt="2024-08-09T04:15:12.688" v="377" actId="3064"/>
          <ac:graphicFrameMkLst>
            <pc:docMk/>
            <pc:sldMk cId="3790917938" sldId="575"/>
            <ac:graphicFrameMk id="2" creationId="{00000000-0000-0000-0000-000000000000}"/>
          </ac:graphicFrameMkLst>
        </pc:graphicFrameChg>
      </pc:sldChg>
      <pc:sldChg chg="modSp add mod">
        <pc:chgData name="Taylor Davis" userId="5c9e72a0-c39f-4aa1-9d7d-64125e78cbe6" providerId="ADAL" clId="{26081BD0-E4CD-436F-A8BC-3F6E58051DAD}" dt="2024-08-09T04:15:47.988" v="385" actId="3064"/>
        <pc:sldMkLst>
          <pc:docMk/>
          <pc:sldMk cId="250010407" sldId="576"/>
        </pc:sldMkLst>
        <pc:graphicFrameChg chg="modGraphic">
          <ac:chgData name="Taylor Davis" userId="5c9e72a0-c39f-4aa1-9d7d-64125e78cbe6" providerId="ADAL" clId="{26081BD0-E4CD-436F-A8BC-3F6E58051DAD}" dt="2024-08-09T04:15:47.988" v="385" actId="3064"/>
          <ac:graphicFrameMkLst>
            <pc:docMk/>
            <pc:sldMk cId="250010407" sldId="576"/>
            <ac:graphicFrameMk id="2" creationId="{00000000-0000-0000-0000-000000000000}"/>
          </ac:graphicFrameMkLst>
        </pc:graphicFrameChg>
      </pc:sldChg>
      <pc:sldChg chg="add">
        <pc:chgData name="Taylor Davis" userId="5c9e72a0-c39f-4aa1-9d7d-64125e78cbe6" providerId="ADAL" clId="{26081BD0-E4CD-436F-A8BC-3F6E58051DAD}" dt="2024-08-09T19:53:02.560" v="814"/>
        <pc:sldMkLst>
          <pc:docMk/>
          <pc:sldMk cId="636727059" sldId="577"/>
        </pc:sldMkLst>
      </pc:sldChg>
      <pc:sldChg chg="modSp add mod">
        <pc:chgData name="Taylor Davis" userId="5c9e72a0-c39f-4aa1-9d7d-64125e78cbe6" providerId="ADAL" clId="{26081BD0-E4CD-436F-A8BC-3F6E58051DAD}" dt="2024-08-09T20:07:16.429" v="978" actId="1076"/>
        <pc:sldMkLst>
          <pc:docMk/>
          <pc:sldMk cId="3277395919" sldId="578"/>
        </pc:sldMkLst>
        <pc:spChg chg="mod">
          <ac:chgData name="Taylor Davis" userId="5c9e72a0-c39f-4aa1-9d7d-64125e78cbe6" providerId="ADAL" clId="{26081BD0-E4CD-436F-A8BC-3F6E58051DAD}" dt="2024-08-09T20:07:16.429" v="978" actId="1076"/>
          <ac:spMkLst>
            <pc:docMk/>
            <pc:sldMk cId="3277395919" sldId="578"/>
            <ac:spMk id="2" creationId="{949BBB1F-796B-4271-AAA8-C6BA52CFC027}"/>
          </ac:spMkLst>
        </pc:spChg>
        <pc:picChg chg="mod">
          <ac:chgData name="Taylor Davis" userId="5c9e72a0-c39f-4aa1-9d7d-64125e78cbe6" providerId="ADAL" clId="{26081BD0-E4CD-436F-A8BC-3F6E58051DAD}" dt="2024-08-09T20:07:14.079" v="977" actId="1076"/>
          <ac:picMkLst>
            <pc:docMk/>
            <pc:sldMk cId="3277395919" sldId="578"/>
            <ac:picMk id="10" creationId="{5AD3A551-BDF6-660B-89E2-69C3F9470378}"/>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21.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Centra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Centra’s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Centra</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Centra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Centra</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Centra’s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8/10/2024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8/10/2024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8/10/2024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8/10/2024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8/10/2024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8/10/2024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8/10/2024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8/10/2024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8/10/2024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8/10/2024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8/10/2024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8/10/2024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8/10/2024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9.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9.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image" Target="../media/image47.svg"/><Relationship Id="rId11" Type="http://schemas.openxmlformats.org/officeDocument/2006/relationships/image" Target="../media/image42.pn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August 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3" name="Picture 2">
            <a:extLst>
              <a:ext uri="{FF2B5EF4-FFF2-40B4-BE49-F238E27FC236}">
                <a16:creationId xmlns:a16="http://schemas.microsoft.com/office/drawing/2014/main" id="{0BE8887C-953F-080F-B109-2F5B8F57E7E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982201" y="748230"/>
            <a:ext cx="1807318" cy="1023421"/>
          </a:xfrm>
          <a:prstGeom prst="rect">
            <a:avLst/>
          </a:prstGeom>
        </p:spPr>
      </p:pic>
      <p:pic>
        <p:nvPicPr>
          <p:cNvPr id="1026" name="Picture 2" descr="Centra Lynchburg General Hospital | Centra Health">
            <a:extLst>
              <a:ext uri="{FF2B5EF4-FFF2-40B4-BE49-F238E27FC236}">
                <a16:creationId xmlns:a16="http://schemas.microsoft.com/office/drawing/2014/main" id="{8874B57B-E71F-8772-792C-2DC507827C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8557" b="11550"/>
          <a:stretch/>
        </p:blipFill>
        <p:spPr bwMode="auto">
          <a:xfrm>
            <a:off x="981075" y="1811995"/>
            <a:ext cx="11210925" cy="504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2" descr="2023 NCC Award Winner: Carilion Roanoke Memorial Hospital - BCEN">
            <a:extLst>
              <a:ext uri="{FF2B5EF4-FFF2-40B4-BE49-F238E27FC236}">
                <a16:creationId xmlns:a16="http://schemas.microsoft.com/office/drawing/2014/main" id="{4025CA84-96A7-8CD9-EA89-011737238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948" y="319921"/>
            <a:ext cx="2424908" cy="818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54A4E41-B7F3-7FC8-9B50-31C47A79066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82201" y="217255"/>
            <a:ext cx="1807318" cy="1023421"/>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Centra Health and Carilion</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4</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6" name="Rectangle 5">
            <a:extLst>
              <a:ext uri="{FF2B5EF4-FFF2-40B4-BE49-F238E27FC236}">
                <a16:creationId xmlns:a16="http://schemas.microsoft.com/office/drawing/2014/main" id="{869C0219-52DA-48A1-B7B2-E6F8C4FBD3C3}"/>
              </a:ext>
            </a:extLst>
          </p:cNvPr>
          <p:cNvSpPr/>
          <p:nvPr/>
        </p:nvSpPr>
        <p:spPr>
          <a:xfrm>
            <a:off x="740621"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t>Carilion Clinic and Centra Health are clear quality and access leaders in the Lynchburg and Roanoke areas. This plan will sell. </a:t>
            </a:r>
          </a:p>
        </p:txBody>
      </p:sp>
      <p:sp>
        <p:nvSpPr>
          <p:cNvPr id="7" name="Rectangle 6">
            <a:extLst>
              <a:ext uri="{FF2B5EF4-FFF2-40B4-BE49-F238E27FC236}">
                <a16:creationId xmlns:a16="http://schemas.microsoft.com/office/drawing/2014/main" id="{8FCD729A-32AD-4303-8BA6-9EBD13F93D1C}"/>
              </a:ext>
            </a:extLst>
          </p:cNvPr>
          <p:cNvSpPr/>
          <p:nvPr/>
        </p:nvSpPr>
        <p:spPr>
          <a:xfrm>
            <a:off x="6093202" y="3205513"/>
            <a:ext cx="5352581" cy="1742015"/>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(percent of care going to tier-1 Carilion Clinic and Centra Health vs. competitors). </a:t>
            </a:r>
          </a:p>
        </p:txBody>
      </p:sp>
      <p:cxnSp>
        <p:nvCxnSpPr>
          <p:cNvPr id="14"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~$.46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~$.41 of profit</a:t>
            </a:r>
          </a:p>
        </p:txBody>
      </p:sp>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8" name="Picture 7">
            <a:extLst>
              <a:ext uri="{FF2B5EF4-FFF2-40B4-BE49-F238E27FC236}">
                <a16:creationId xmlns:a16="http://schemas.microsoft.com/office/drawing/2014/main" id="{5468667F-1FD9-12EC-7DC9-7C56ACCACCE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812205" y="87025"/>
            <a:ext cx="2252229" cy="1275359"/>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Centra Health</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nvGraphicFramePr>
        <p:xfrm>
          <a:off x="4889297" y="2140949"/>
          <a:ext cx="6949427" cy="3542506"/>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Commercial Employers Headquartered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Employees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10,275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14,300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26,250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21,900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55,100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Members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16,440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12,960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15,360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22,400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22,880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51,360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67,200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88,160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Roanoke and Lynchburg Hospital Referral Regions*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D559771-FFA2-8422-2FBC-334EBEE63AE1}"/>
              </a:ext>
            </a:extLst>
          </p:cNvPr>
          <p:cNvPicPr>
            <a:picLocks noChangeAspect="1"/>
          </p:cNvPicPr>
          <p:nvPr/>
        </p:nvPicPr>
        <p:blipFill>
          <a:blip r:embed="rId2"/>
          <a:stretch>
            <a:fillRect/>
          </a:stretch>
        </p:blipFill>
        <p:spPr>
          <a:xfrm>
            <a:off x="-10805" y="3065951"/>
            <a:ext cx="4567666" cy="2270653"/>
          </a:xfrm>
          <a:prstGeom prst="rect">
            <a:avLst/>
          </a:prstGeom>
        </p:spPr>
      </p:pic>
      <p:sp>
        <p:nvSpPr>
          <p:cNvPr id="14" name="TextBox 13">
            <a:extLst>
              <a:ext uri="{FF2B5EF4-FFF2-40B4-BE49-F238E27FC236}">
                <a16:creationId xmlns:a16="http://schemas.microsoft.com/office/drawing/2014/main" id="{4A943FBC-F646-4D8D-7012-9A24D6FF5E84}"/>
              </a:ext>
            </a:extLst>
          </p:cNvPr>
          <p:cNvSpPr txBox="1"/>
          <p:nvPr/>
        </p:nvSpPr>
        <p:spPr>
          <a:xfrm>
            <a:off x="521110" y="5888661"/>
            <a:ext cx="5407742" cy="938719"/>
          </a:xfrm>
          <a:prstGeom prst="rect">
            <a:avLst/>
          </a:prstGeom>
          <a:noFill/>
        </p:spPr>
        <p:txBody>
          <a:bodyPr wrap="square">
            <a:spAutoFit/>
          </a:bodyPr>
          <a:lstStyle/>
          <a:p>
            <a:endParaRPr lang="en-US" sz="1100" dirty="0"/>
          </a:p>
          <a:p>
            <a:r>
              <a:rPr lang="en-US" sz="1100" dirty="0"/>
              <a:t>*Hospital Referral Regions (HRRs) are geographic regions in the U.S. that define healthcare markets based on patient referral patterns for major cardiovascular and neurosurgery procedures, created by the Dartmouth Atlas of Health Care.</a:t>
            </a:r>
          </a:p>
          <a:p>
            <a:endParaRPr lang="en-US" sz="1100" dirty="0"/>
          </a:p>
        </p:txBody>
      </p:sp>
      <p:pic>
        <p:nvPicPr>
          <p:cNvPr id="5" name="Picture 4">
            <a:extLst>
              <a:ext uri="{FF2B5EF4-FFF2-40B4-BE49-F238E27FC236}">
                <a16:creationId xmlns:a16="http://schemas.microsoft.com/office/drawing/2014/main" id="{C438FFB0-AF4E-9D86-DD3E-E182343B41AE}"/>
              </a:ext>
            </a:extLst>
          </p:cNvPr>
          <p:cNvPicPr>
            <a:picLocks noChangeAspect="1"/>
          </p:cNvPicPr>
          <p:nvPr/>
        </p:nvPicPr>
        <p:blipFill rotWithShape="1">
          <a:blip r:embed="rId3"/>
          <a:srcRect t="7041"/>
          <a:stretch/>
        </p:blipFill>
        <p:spPr>
          <a:xfrm>
            <a:off x="196088" y="3121819"/>
            <a:ext cx="1152525" cy="734916"/>
          </a:xfrm>
          <a:prstGeom prst="rect">
            <a:avLst/>
          </a:prstGeom>
        </p:spPr>
      </p:pic>
      <p:sp>
        <p:nvSpPr>
          <p:cNvPr id="2" name="TextBox 1">
            <a:extLst>
              <a:ext uri="{FF2B5EF4-FFF2-40B4-BE49-F238E27FC236}">
                <a16:creationId xmlns:a16="http://schemas.microsoft.com/office/drawing/2014/main" id="{E02DB42F-F7A9-59F6-26A7-7598B2586034}"/>
              </a:ext>
            </a:extLst>
          </p:cNvPr>
          <p:cNvSpPr txBox="1"/>
          <p:nvPr/>
        </p:nvSpPr>
        <p:spPr>
          <a:xfrm>
            <a:off x="6376217" y="6059880"/>
            <a:ext cx="5815783" cy="430887"/>
          </a:xfrm>
          <a:prstGeom prst="rect">
            <a:avLst/>
          </a:prstGeom>
          <a:noFill/>
        </p:spPr>
        <p:txBody>
          <a:bodyPr wrap="square">
            <a:spAutoFit/>
          </a:bodyPr>
          <a:lstStyle/>
          <a:p>
            <a:r>
              <a:rPr lang="en-US" sz="1100" dirty="0"/>
              <a:t>Centra Southside Community Hospital is not included, as it is a smaller hospital in a separate Hospital Referral Region, and its isolated location will not contribute to DTE growth in that region.</a:t>
            </a:r>
          </a:p>
        </p:txBody>
      </p:sp>
    </p:spTree>
    <p:extLst>
      <p:ext uri="{BB962C8B-B14F-4D97-AF65-F5344CB8AC3E}">
        <p14:creationId xmlns:p14="http://schemas.microsoft.com/office/powerpoint/2010/main" val="1660060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8</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t>KBA currently estimates that Centra Health has 23% inpatient market share, and 12% outpatient market compared to hospitals/clinics in the Lynchburg and Roanoke hospital referral regions. Based on other DTE networks and Centra Health being Tier 1, we expect steerage to be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072730" cy="369332"/>
          </a:xfrm>
          <a:prstGeom prst="rect">
            <a:avLst/>
          </a:prstGeom>
          <a:noFill/>
        </p:spPr>
        <p:txBody>
          <a:bodyPr wrap="none" rtlCol="0">
            <a:spAutoFit/>
          </a:bodyPr>
          <a:lstStyle/>
          <a:p>
            <a:r>
              <a:rPr lang="en-US" dirty="0"/>
              <a:t>30%/28%</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072730" cy="369332"/>
          </a:xfrm>
          <a:prstGeom prst="rect">
            <a:avLst/>
          </a:prstGeom>
          <a:noFill/>
        </p:spPr>
        <p:txBody>
          <a:bodyPr wrap="none" rtlCol="0">
            <a:spAutoFit/>
          </a:bodyPr>
          <a:lstStyle/>
          <a:p>
            <a:r>
              <a:rPr lang="en-US" dirty="0"/>
              <a:t>32%/29%</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072730" cy="369332"/>
          </a:xfrm>
          <a:prstGeom prst="rect">
            <a:avLst/>
          </a:prstGeom>
          <a:noFill/>
        </p:spPr>
        <p:txBody>
          <a:bodyPr wrap="none" rtlCol="0">
            <a:spAutoFit/>
          </a:bodyPr>
          <a:lstStyle/>
          <a:p>
            <a:r>
              <a:rPr lang="en-US" dirty="0"/>
              <a:t>33%/30%</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t>KBA observes a Centra 41% commercial margin. Conservatively, we model the DTE to be 5% below commercial (10 percentage-point price reduction with a 5 percentage-point price increase from easier billing):</a:t>
            </a: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659946" y="5559601"/>
            <a:ext cx="583814" cy="369332"/>
          </a:xfrm>
          <a:prstGeom prst="rect">
            <a:avLst/>
          </a:prstGeom>
          <a:noFill/>
        </p:spPr>
        <p:txBody>
          <a:bodyPr wrap="none" rtlCol="0">
            <a:spAutoFit/>
          </a:bodyPr>
          <a:lstStyle/>
          <a:p>
            <a:r>
              <a:rPr lang="en-US" dirty="0"/>
              <a:t>24%</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80061" y="5571573"/>
            <a:ext cx="583814" cy="369332"/>
          </a:xfrm>
          <a:prstGeom prst="rect">
            <a:avLst/>
          </a:prstGeom>
          <a:noFill/>
        </p:spPr>
        <p:txBody>
          <a:bodyPr wrap="none" rtlCol="0">
            <a:spAutoFit/>
          </a:bodyPr>
          <a:lstStyle/>
          <a:p>
            <a:r>
              <a:rPr lang="en-US" dirty="0"/>
              <a:t>30%</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389339" y="5571573"/>
            <a:ext cx="583814" cy="369332"/>
          </a:xfrm>
          <a:prstGeom prst="rect">
            <a:avLst/>
          </a:prstGeom>
          <a:noFill/>
        </p:spPr>
        <p:txBody>
          <a:bodyPr wrap="none" rtlCol="0">
            <a:spAutoFit/>
          </a:bodyPr>
          <a:lstStyle/>
          <a:p>
            <a:r>
              <a:rPr lang="en-US" dirty="0"/>
              <a:t>36%</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45" name="Content Placeholder 44" descr="A screen shot of a graph&#10;&#10;Description automatically generated">
            <a:extLst>
              <a:ext uri="{FF2B5EF4-FFF2-40B4-BE49-F238E27FC236}">
                <a16:creationId xmlns:a16="http://schemas.microsoft.com/office/drawing/2014/main" id="{8F49B191-28D3-ED23-5C76-27160D8959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9836" y="1690688"/>
            <a:ext cx="6216197" cy="4351338"/>
          </a:xfrm>
        </p:spPr>
      </p:pic>
    </p:spTree>
    <p:extLst>
      <p:ext uri="{BB962C8B-B14F-4D97-AF65-F5344CB8AC3E}">
        <p14:creationId xmlns:p14="http://schemas.microsoft.com/office/powerpoint/2010/main" val="3470905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16" name="Picture 15" descr="A graph and a chart&#10;&#10;Description automatically generated with medium confidence">
            <a:extLst>
              <a:ext uri="{FF2B5EF4-FFF2-40B4-BE49-F238E27FC236}">
                <a16:creationId xmlns:a16="http://schemas.microsoft.com/office/drawing/2014/main" id="{FA9F5E61-C0A7-B133-24A6-E0FF9307F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500" y="0"/>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2023 NCC Award Winner: Carilion Roanoke Memorial Hospital - BCEN">
            <a:extLst>
              <a:ext uri="{FF2B5EF4-FFF2-40B4-BE49-F238E27FC236}">
                <a16:creationId xmlns:a16="http://schemas.microsoft.com/office/drawing/2014/main" id="{B08B10DC-F5C8-9B5B-80DC-7BCA8F1BA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335" y="2221576"/>
            <a:ext cx="2957804" cy="9978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46A745F-B2A1-5A74-2F25-E1E3151CF13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718007" y="3709339"/>
            <a:ext cx="2596818" cy="147048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DE28063-ACC1-5927-4B16-27C42FEFE195}"/>
              </a:ext>
            </a:extLst>
          </p:cNvPr>
          <p:cNvGraphicFramePr>
            <a:graphicFrameLocks noGrp="1"/>
          </p:cNvGraphicFramePr>
          <p:nvPr>
            <p:ph idx="1"/>
            <p:extLst>
              <p:ext uri="{D42A27DB-BD31-4B8C-83A1-F6EECF244321}">
                <p14:modId xmlns:p14="http://schemas.microsoft.com/office/powerpoint/2010/main" val="287996861"/>
              </p:ext>
            </p:extLst>
          </p:nvPr>
        </p:nvGraphicFramePr>
        <p:xfrm>
          <a:off x="3576792" y="1602861"/>
          <a:ext cx="8434412" cy="4357694"/>
        </p:xfrm>
        <a:graphic>
          <a:graphicData uri="http://schemas.openxmlformats.org/drawingml/2006/table">
            <a:tbl>
              <a:tblPr/>
              <a:tblGrid>
                <a:gridCol w="2975105">
                  <a:extLst>
                    <a:ext uri="{9D8B030D-6E8A-4147-A177-3AD203B41FA5}">
                      <a16:colId xmlns:a16="http://schemas.microsoft.com/office/drawing/2014/main" val="547557959"/>
                    </a:ext>
                  </a:extLst>
                </a:gridCol>
                <a:gridCol w="525117">
                  <a:extLst>
                    <a:ext uri="{9D8B030D-6E8A-4147-A177-3AD203B41FA5}">
                      <a16:colId xmlns:a16="http://schemas.microsoft.com/office/drawing/2014/main" val="2802026810"/>
                    </a:ext>
                  </a:extLst>
                </a:gridCol>
                <a:gridCol w="1363282">
                  <a:extLst>
                    <a:ext uri="{9D8B030D-6E8A-4147-A177-3AD203B41FA5}">
                      <a16:colId xmlns:a16="http://schemas.microsoft.com/office/drawing/2014/main" val="3605343309"/>
                    </a:ext>
                  </a:extLst>
                </a:gridCol>
                <a:gridCol w="858363">
                  <a:extLst>
                    <a:ext uri="{9D8B030D-6E8A-4147-A177-3AD203B41FA5}">
                      <a16:colId xmlns:a16="http://schemas.microsoft.com/office/drawing/2014/main" val="2052090602"/>
                    </a:ext>
                  </a:extLst>
                </a:gridCol>
                <a:gridCol w="838165">
                  <a:extLst>
                    <a:ext uri="{9D8B030D-6E8A-4147-A177-3AD203B41FA5}">
                      <a16:colId xmlns:a16="http://schemas.microsoft.com/office/drawing/2014/main" val="1531687483"/>
                    </a:ext>
                  </a:extLst>
                </a:gridCol>
                <a:gridCol w="1059789">
                  <a:extLst>
                    <a:ext uri="{9D8B030D-6E8A-4147-A177-3AD203B41FA5}">
                      <a16:colId xmlns:a16="http://schemas.microsoft.com/office/drawing/2014/main" val="3458614226"/>
                    </a:ext>
                  </a:extLst>
                </a:gridCol>
                <a:gridCol w="814591">
                  <a:extLst>
                    <a:ext uri="{9D8B030D-6E8A-4147-A177-3AD203B41FA5}">
                      <a16:colId xmlns:a16="http://schemas.microsoft.com/office/drawing/2014/main" val="4099265886"/>
                    </a:ext>
                  </a:extLst>
                </a:gridCol>
              </a:tblGrid>
              <a:tr h="997004">
                <a:tc>
                  <a:txBody>
                    <a:bodyPr/>
                    <a:lstStyle/>
                    <a:p>
                      <a:pPr algn="l" fontAlgn="b"/>
                      <a:r>
                        <a:rPr lang="en-US" sz="1200" b="0" i="0" u="none" strike="noStrike" dirty="0">
                          <a:solidFill>
                            <a:schemeClr val="bg1"/>
                          </a:solidFill>
                          <a:effectLst/>
                          <a:latin typeface="Aptos Narrow" panose="020B0004020202020204" pitchFamily="34" charset="0"/>
                        </a:rPr>
                        <a:t>Hospital Name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Total Beds</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HCAHPS Recommendation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CMS Stars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Mortality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Readmission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Key Benefits Brand Quality Estimate</a:t>
                      </a:r>
                    </a:p>
                  </a:txBody>
                  <a:tcPr marL="9525" marR="9525" marT="9525" marB="0" anchor="b">
                    <a:lnL>
                      <a:noFill/>
                    </a:lnL>
                    <a:lnR>
                      <a:noFill/>
                    </a:lnR>
                    <a:lnT>
                      <a:noFill/>
                    </a:lnT>
                    <a:lnB>
                      <a:noFill/>
                    </a:lnB>
                    <a:solidFill>
                      <a:srgbClr val="30589B"/>
                    </a:solidFill>
                  </a:tcPr>
                </a:tc>
                <a:extLst>
                  <a:ext uri="{0D108BD9-81ED-4DB2-BD59-A6C34878D82A}">
                    <a16:rowId xmlns:a16="http://schemas.microsoft.com/office/drawing/2014/main" val="1688547837"/>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Franklin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37</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C"/>
                          </a:highlight>
                          <a:latin typeface="Aptos Narrow" panose="020B0004020202020204" pitchFamily="34" charset="0"/>
                        </a:rPr>
                        <a:t>63</a:t>
                      </a:r>
                    </a:p>
                  </a:txBody>
                  <a:tcPr marL="9525" marR="9525" marT="9525" marB="0" anchor="b">
                    <a:lnL>
                      <a:noFill/>
                    </a:lnL>
                    <a:lnR>
                      <a:noFill/>
                    </a:lnR>
                    <a:lnT>
                      <a:noFill/>
                    </a:lnT>
                    <a:lnB>
                      <a:noFill/>
                    </a:lnB>
                    <a:solidFill>
                      <a:srgbClr val="9CD6AC"/>
                    </a:solidFill>
                  </a:tcPr>
                </a:tc>
                <a:tc>
                  <a:txBody>
                    <a:bodyPr/>
                    <a:lstStyle/>
                    <a:p>
                      <a:pPr algn="ctr" fontAlgn="b"/>
                      <a:r>
                        <a:rPr lang="en-US" sz="1200" b="0" i="0" u="none" strike="noStrike">
                          <a:solidFill>
                            <a:srgbClr val="000000"/>
                          </a:solidFill>
                          <a:effectLst/>
                          <a:highlight>
                            <a:srgbClr val="7AC88F"/>
                          </a:highlight>
                          <a:latin typeface="Aptos Narrow" panose="020B0004020202020204" pitchFamily="34" charset="0"/>
                        </a:rPr>
                        <a:t>85</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741564775"/>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Giles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tc>
                  <a:txBody>
                    <a:bodyPr/>
                    <a:lstStyle/>
                    <a:p>
                      <a:pPr algn="ctr" fontAlgn="b"/>
                      <a:r>
                        <a:rPr lang="en-US" sz="1200" b="0" i="0" u="none" strike="noStrike" dirty="0">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23794184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Welch </a:t>
                      </a:r>
                      <a:r>
                        <a:rPr lang="en-US" sz="1200" b="0" i="0" u="none" strike="noStrike" dirty="0">
                          <a:solidFill>
                            <a:srgbClr val="7F7F7F"/>
                          </a:solidFill>
                          <a:effectLst/>
                          <a:latin typeface="Aptos Narrow" panose="020B0004020202020204" pitchFamily="34" charset="0"/>
                        </a:rPr>
                        <a:t>Community H</a:t>
                      </a:r>
                      <a:r>
                        <a:rPr lang="en-US" sz="1200" b="0" i="0" u="none" strike="noStrike" dirty="0">
                          <a:solidFill>
                            <a:schemeClr val="tx1">
                              <a:lumMod val="50000"/>
                              <a:lumOff val="50000"/>
                            </a:schemeClr>
                          </a:solidFill>
                          <a:effectLst/>
                          <a:latin typeface="Aptos Narrow" panose="020B0004020202020204" pitchFamily="34" charset="0"/>
                        </a:rPr>
                        <a:t>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49</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5CC99"/>
                          </a:highlight>
                          <a:latin typeface="Aptos Narrow" panose="020B0004020202020204" pitchFamily="34" charset="0"/>
                        </a:rPr>
                        <a:t>78</a:t>
                      </a:r>
                    </a:p>
                  </a:txBody>
                  <a:tcPr marL="9525" marR="9525" marT="9525" marB="0" anchor="b">
                    <a:lnL>
                      <a:noFill/>
                    </a:lnL>
                    <a:lnR>
                      <a:noFill/>
                    </a:lnR>
                    <a:lnT>
                      <a:noFill/>
                    </a:lnT>
                    <a:lnB>
                      <a:noFill/>
                    </a:lnB>
                    <a:solidFill>
                      <a:srgbClr val="85CC99"/>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7DAB6"/>
                          </a:highlight>
                          <a:latin typeface="Aptos Narrow" panose="020B0004020202020204" pitchFamily="34" charset="0"/>
                        </a:rPr>
                        <a:t>56</a:t>
                      </a:r>
                    </a:p>
                  </a:txBody>
                  <a:tcPr marL="9525" marR="9525" marT="9525" marB="0" anchor="b">
                    <a:lnL>
                      <a:noFill/>
                    </a:lnL>
                    <a:lnR>
                      <a:noFill/>
                    </a:lnR>
                    <a:lnT>
                      <a:noFill/>
                    </a:lnT>
                    <a:lnB>
                      <a:noFill/>
                    </a:lnB>
                    <a:solidFill>
                      <a:srgbClr val="A7DAB6"/>
                    </a:solidFill>
                  </a:tcPr>
                </a:tc>
                <a:tc>
                  <a:txBody>
                    <a:bodyPr/>
                    <a:lstStyle/>
                    <a:p>
                      <a:pPr algn="ctr" fontAlgn="b"/>
                      <a:r>
                        <a:rPr lang="en-US" sz="1200" b="0" i="0" u="none" strike="noStrike">
                          <a:solidFill>
                            <a:srgbClr val="000000"/>
                          </a:solidFill>
                          <a:effectLst/>
                          <a:highlight>
                            <a:srgbClr val="C2E5CD"/>
                          </a:highlight>
                          <a:latin typeface="Aptos Narrow" panose="020B0004020202020204" pitchFamily="34" charset="0"/>
                        </a:rPr>
                        <a:t>39</a:t>
                      </a:r>
                    </a:p>
                  </a:txBody>
                  <a:tcPr marL="9525" marR="9525" marT="9525" marB="0" anchor="b">
                    <a:lnL>
                      <a:noFill/>
                    </a:lnL>
                    <a:lnR>
                      <a:noFill/>
                    </a:lnR>
                    <a:lnT>
                      <a:noFill/>
                    </a:lnT>
                    <a:lnB>
                      <a:noFill/>
                    </a:lnB>
                    <a:solidFill>
                      <a:srgbClr val="C2E5CD"/>
                    </a:solidFill>
                  </a:tcPr>
                </a:tc>
                <a:tc>
                  <a:txBody>
                    <a:bodyPr/>
                    <a:lstStyle/>
                    <a:p>
                      <a:pPr algn="ctr" fontAlgn="b"/>
                      <a:r>
                        <a:rPr lang="en-US" sz="1200" b="0" i="0" u="none" strike="noStrike">
                          <a:solidFill>
                            <a:srgbClr val="000000"/>
                          </a:solidFill>
                          <a:effectLst/>
                          <a:highlight>
                            <a:srgbClr val="92D1A4"/>
                          </a:highlight>
                          <a:latin typeface="Aptos Narrow" panose="020B0004020202020204" pitchFamily="34" charset="0"/>
                        </a:rPr>
                        <a:t>70</a:t>
                      </a:r>
                    </a:p>
                  </a:txBody>
                  <a:tcPr marL="9525" marR="9525" marT="9525" marB="0" anchor="b">
                    <a:lnL>
                      <a:noFill/>
                    </a:lnL>
                    <a:lnR>
                      <a:noFill/>
                    </a:lnR>
                    <a:lnT>
                      <a:noFill/>
                    </a:lnT>
                    <a:lnB>
                      <a:noFill/>
                    </a:lnB>
                    <a:solidFill>
                      <a:srgbClr val="92D1A4"/>
                    </a:solidFill>
                  </a:tcPr>
                </a:tc>
                <a:extLst>
                  <a:ext uri="{0D108BD9-81ED-4DB2-BD59-A6C34878D82A}">
                    <a16:rowId xmlns:a16="http://schemas.microsoft.com/office/drawing/2014/main" val="1086663871"/>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Bedford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34</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5D2A6"/>
                          </a:highlight>
                          <a:latin typeface="Aptos Narrow" panose="020B0004020202020204" pitchFamily="34" charset="0"/>
                        </a:rPr>
                        <a:t>68</a:t>
                      </a:r>
                    </a:p>
                  </a:txBody>
                  <a:tcPr marL="9525" marR="9525" marT="9525" marB="0" anchor="b">
                    <a:lnL>
                      <a:noFill/>
                    </a:lnL>
                    <a:lnR>
                      <a:noFill/>
                    </a:lnR>
                    <a:lnT>
                      <a:noFill/>
                    </a:lnT>
                    <a:lnB>
                      <a:noFill/>
                    </a:lnB>
                    <a:solidFill>
                      <a:srgbClr val="95D2A6"/>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dirty="0">
                          <a:solidFill>
                            <a:srgbClr val="000000"/>
                          </a:solidFill>
                          <a:effectLst/>
                          <a:highlight>
                            <a:srgbClr val="9ED6AE"/>
                          </a:highlight>
                          <a:latin typeface="Aptos Narrow" panose="020B0004020202020204" pitchFamily="34" charset="0"/>
                        </a:rPr>
                        <a:t>62</a:t>
                      </a:r>
                    </a:p>
                  </a:txBody>
                  <a:tcPr marL="9525" marR="9525" marT="9525" marB="0" anchor="b">
                    <a:lnL>
                      <a:noFill/>
                    </a:lnL>
                    <a:lnR>
                      <a:noFill/>
                    </a:lnR>
                    <a:lnT>
                      <a:noFill/>
                    </a:lnT>
                    <a:lnB>
                      <a:noFill/>
                    </a:lnB>
                    <a:solidFill>
                      <a:srgbClr val="9ED6AE"/>
                    </a:solidFill>
                  </a:tcPr>
                </a:tc>
                <a:tc>
                  <a:txBody>
                    <a:bodyPr/>
                    <a:lstStyle/>
                    <a:p>
                      <a:pPr algn="ctr" fontAlgn="b"/>
                      <a:r>
                        <a:rPr lang="en-US" sz="1200" b="0" i="0" u="none" strike="noStrike">
                          <a:solidFill>
                            <a:srgbClr val="000000"/>
                          </a:solidFill>
                          <a:effectLst/>
                          <a:highlight>
                            <a:srgbClr val="94D2A5"/>
                          </a:highlight>
                          <a:latin typeface="Aptos Narrow" panose="020B0004020202020204" pitchFamily="34" charset="0"/>
                        </a:rPr>
                        <a:t>69</a:t>
                      </a:r>
                    </a:p>
                  </a:txBody>
                  <a:tcPr marL="9525" marR="9525" marT="9525" marB="0" anchor="b">
                    <a:lnL>
                      <a:noFill/>
                    </a:lnL>
                    <a:lnR>
                      <a:noFill/>
                    </a:lnR>
                    <a:lnT>
                      <a:noFill/>
                    </a:lnT>
                    <a:lnB>
                      <a:noFill/>
                    </a:lnB>
                    <a:solidFill>
                      <a:srgbClr val="94D2A5"/>
                    </a:solidFill>
                  </a:tcPr>
                </a:tc>
                <a:tc>
                  <a:txBody>
                    <a:bodyPr/>
                    <a:lstStyle/>
                    <a:p>
                      <a:pPr algn="ctr" fontAlgn="b"/>
                      <a:r>
                        <a:rPr lang="en-US" sz="1200" b="0" i="0" u="none" strike="noStrike">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93910452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Montgomery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FD0A1"/>
                          </a:highlight>
                          <a:latin typeface="Aptos Narrow" panose="020B0004020202020204" pitchFamily="34" charset="0"/>
                        </a:rPr>
                        <a:t>72</a:t>
                      </a:r>
                    </a:p>
                  </a:txBody>
                  <a:tcPr marL="9525" marR="9525" marT="9525" marB="0" anchor="b">
                    <a:lnL>
                      <a:noFill/>
                    </a:lnL>
                    <a:lnR>
                      <a:noFill/>
                    </a:lnR>
                    <a:lnT>
                      <a:noFill/>
                    </a:lnT>
                    <a:lnB>
                      <a:noFill/>
                    </a:lnB>
                    <a:solidFill>
                      <a:srgbClr val="8FD0A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EC992"/>
                          </a:highlight>
                          <a:latin typeface="Aptos Narrow" panose="020B0004020202020204" pitchFamily="34" charset="0"/>
                        </a:rPr>
                        <a:t>83</a:t>
                      </a:r>
                    </a:p>
                  </a:txBody>
                  <a:tcPr marL="9525" marR="9525" marT="9525" marB="0" anchor="b">
                    <a:lnL>
                      <a:noFill/>
                    </a:lnL>
                    <a:lnR>
                      <a:noFill/>
                    </a:lnR>
                    <a:lnT>
                      <a:noFill/>
                    </a:lnT>
                    <a:lnB>
                      <a:noFill/>
                    </a:lnB>
                    <a:solidFill>
                      <a:srgbClr val="7EC992"/>
                    </a:solidFill>
                  </a:tcPr>
                </a:tc>
                <a:tc>
                  <a:txBody>
                    <a:bodyPr/>
                    <a:lstStyle/>
                    <a:p>
                      <a:pPr algn="ctr" fontAlgn="b"/>
                      <a:r>
                        <a:rPr lang="en-US" sz="1200" b="0" i="0" u="none" strike="noStrike" dirty="0">
                          <a:solidFill>
                            <a:srgbClr val="000000"/>
                          </a:solidFill>
                          <a:effectLst/>
                          <a:highlight>
                            <a:srgbClr val="B2DEBF"/>
                          </a:highlight>
                          <a:latin typeface="Aptos Narrow" panose="020B0004020202020204" pitchFamily="34" charset="0"/>
                        </a:rPr>
                        <a:t>49</a:t>
                      </a:r>
                    </a:p>
                  </a:txBody>
                  <a:tcPr marL="9525" marR="9525" marT="9525" marB="0" anchor="b">
                    <a:lnL>
                      <a:noFill/>
                    </a:lnL>
                    <a:lnR>
                      <a:noFill/>
                    </a:lnR>
                    <a:lnT>
                      <a:noFill/>
                    </a:lnT>
                    <a:lnB>
                      <a:noFill/>
                    </a:lnB>
                    <a:solidFill>
                      <a:srgbClr val="B2DEBF"/>
                    </a:solidFill>
                  </a:tcPr>
                </a:tc>
                <a:tc>
                  <a:txBody>
                    <a:bodyPr/>
                    <a:lstStyle/>
                    <a:p>
                      <a:pPr algn="ctr" fontAlgn="b"/>
                      <a:r>
                        <a:rPr lang="en-US" sz="1200" b="0" i="0" u="none" strike="noStrike" dirty="0">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73045691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Tazewell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56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CDCBA"/>
                          </a:highlight>
                          <a:latin typeface="Aptos Narrow" panose="020B0004020202020204" pitchFamily="34" charset="0"/>
                        </a:rPr>
                        <a:t>53</a:t>
                      </a:r>
                    </a:p>
                  </a:txBody>
                  <a:tcPr marL="9525" marR="9525" marT="9525" marB="0" anchor="b">
                    <a:lnL>
                      <a:noFill/>
                    </a:lnL>
                    <a:lnR>
                      <a:noFill/>
                    </a:lnR>
                    <a:lnT>
                      <a:noFill/>
                    </a:lnT>
                    <a:lnB>
                      <a:noFill/>
                    </a:lnB>
                    <a:solidFill>
                      <a:srgbClr val="ACDCBA"/>
                    </a:solidFill>
                  </a:tcPr>
                </a:tc>
                <a:tc>
                  <a:txBody>
                    <a:bodyPr/>
                    <a:lstStyle/>
                    <a:p>
                      <a:pPr algn="ctr" fontAlgn="b"/>
                      <a:r>
                        <a:rPr lang="en-US" sz="1200" b="0" i="0" u="none" strike="noStrike" dirty="0">
                          <a:solidFill>
                            <a:srgbClr val="000000"/>
                          </a:solidFill>
                          <a:effectLst/>
                          <a:highlight>
                            <a:srgbClr val="B2DEC0"/>
                          </a:highlight>
                          <a:latin typeface="Aptos Narrow" panose="020B0004020202020204" pitchFamily="34" charset="0"/>
                        </a:rPr>
                        <a:t>49</a:t>
                      </a:r>
                    </a:p>
                  </a:txBody>
                  <a:tcPr marL="9525" marR="9525" marT="9525" marB="0" anchor="b">
                    <a:lnL>
                      <a:noFill/>
                    </a:lnL>
                    <a:lnR>
                      <a:noFill/>
                    </a:lnR>
                    <a:lnT>
                      <a:noFill/>
                    </a:lnT>
                    <a:lnB>
                      <a:noFill/>
                    </a:lnB>
                    <a:solidFill>
                      <a:srgbClr val="B2DEC0"/>
                    </a:solidFill>
                  </a:tcPr>
                </a:tc>
                <a:tc>
                  <a:txBody>
                    <a:bodyPr/>
                    <a:lstStyle/>
                    <a:p>
                      <a:pPr algn="ctr" fontAlgn="b"/>
                      <a:r>
                        <a:rPr lang="en-US" sz="1200" b="0" i="0" u="none" strike="noStrike">
                          <a:solidFill>
                            <a:srgbClr val="000000"/>
                          </a:solidFill>
                          <a:effectLst/>
                          <a:highlight>
                            <a:srgbClr val="95D3A6"/>
                          </a:highlight>
                          <a:latin typeface="Aptos Narrow" panose="020B0004020202020204" pitchFamily="34" charset="0"/>
                        </a:rPr>
                        <a:t>68</a:t>
                      </a:r>
                    </a:p>
                  </a:txBody>
                  <a:tcPr marL="9525" marR="9525" marT="9525" marB="0" anchor="b">
                    <a:lnL>
                      <a:noFill/>
                    </a:lnL>
                    <a:lnR>
                      <a:noFill/>
                    </a:lnR>
                    <a:lnT>
                      <a:noFill/>
                    </a:lnT>
                    <a:lnB>
                      <a:noFill/>
                    </a:lnB>
                    <a:solidFill>
                      <a:srgbClr val="95D3A6"/>
                    </a:solidFill>
                  </a:tcPr>
                </a:tc>
                <a:extLst>
                  <a:ext uri="{0D108BD9-81ED-4DB2-BD59-A6C34878D82A}">
                    <a16:rowId xmlns:a16="http://schemas.microsoft.com/office/drawing/2014/main" val="3215073818"/>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Roanoke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636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4D2A6"/>
                          </a:highlight>
                          <a:latin typeface="Aptos Narrow" panose="020B0004020202020204" pitchFamily="34" charset="0"/>
                        </a:rPr>
                        <a:t>69</a:t>
                      </a:r>
                    </a:p>
                  </a:txBody>
                  <a:tcPr marL="9525" marR="9525" marT="9525" marB="0" anchor="b">
                    <a:lnL>
                      <a:noFill/>
                    </a:lnL>
                    <a:lnR>
                      <a:noFill/>
                    </a:lnR>
                    <a:lnT>
                      <a:noFill/>
                    </a:lnT>
                    <a:lnB>
                      <a:noFill/>
                    </a:lnB>
                    <a:solidFill>
                      <a:srgbClr val="94D2A6"/>
                    </a:solidFill>
                  </a:tcPr>
                </a:tc>
                <a:tc>
                  <a:txBody>
                    <a:bodyPr/>
                    <a:lstStyle/>
                    <a:p>
                      <a:pPr algn="ctr" fontAlgn="b"/>
                      <a:r>
                        <a:rPr lang="en-US" sz="1200" b="0" i="0" u="none" strike="noStrike" dirty="0">
                          <a:solidFill>
                            <a:srgbClr val="000000"/>
                          </a:solidFill>
                          <a:effectLst/>
                          <a:highlight>
                            <a:srgbClr val="6AC181"/>
                          </a:highlight>
                          <a:latin typeface="Aptos Narrow" panose="020B0004020202020204" pitchFamily="34" charset="0"/>
                        </a:rPr>
                        <a:t>96</a:t>
                      </a:r>
                    </a:p>
                  </a:txBody>
                  <a:tcPr marL="9525" marR="9525" marT="9525" marB="0" anchor="b">
                    <a:lnL>
                      <a:noFill/>
                    </a:lnL>
                    <a:lnR>
                      <a:noFill/>
                    </a:lnR>
                    <a:lnT>
                      <a:noFill/>
                    </a:lnT>
                    <a:lnB>
                      <a:noFill/>
                    </a:lnB>
                    <a:solidFill>
                      <a:srgbClr val="6AC181"/>
                    </a:solidFill>
                  </a:tcPr>
                </a:tc>
                <a:tc>
                  <a:txBody>
                    <a:bodyPr/>
                    <a:lstStyle/>
                    <a:p>
                      <a:pPr algn="ctr" fontAlgn="b"/>
                      <a:r>
                        <a:rPr lang="en-US" sz="1200" b="0" i="0" u="none" strike="noStrike" dirty="0">
                          <a:solidFill>
                            <a:srgbClr val="000000"/>
                          </a:solidFill>
                          <a:effectLst/>
                          <a:highlight>
                            <a:srgbClr val="97D3A8"/>
                          </a:highlight>
                          <a:latin typeface="Aptos Narrow" panose="020B0004020202020204" pitchFamily="34" charset="0"/>
                        </a:rPr>
                        <a:t>67</a:t>
                      </a:r>
                    </a:p>
                  </a:txBody>
                  <a:tcPr marL="9525" marR="9525" marT="9525" marB="0" anchor="b">
                    <a:lnL>
                      <a:noFill/>
                    </a:lnL>
                    <a:lnR>
                      <a:noFill/>
                    </a:lnR>
                    <a:lnT>
                      <a:noFill/>
                    </a:lnT>
                    <a:lnB>
                      <a:noFill/>
                    </a:lnB>
                    <a:solidFill>
                      <a:srgbClr val="97D3A8"/>
                    </a:solidFill>
                  </a:tcPr>
                </a:tc>
                <a:extLst>
                  <a:ext uri="{0D108BD9-81ED-4DB2-BD59-A6C34878D82A}">
                    <a16:rowId xmlns:a16="http://schemas.microsoft.com/office/drawing/2014/main" val="4291813915"/>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Pulaski</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BDBB9"/>
                          </a:highlight>
                          <a:latin typeface="Aptos Narrow" panose="020B0004020202020204" pitchFamily="34" charset="0"/>
                        </a:rPr>
                        <a:t>54</a:t>
                      </a:r>
                    </a:p>
                  </a:txBody>
                  <a:tcPr marL="9525" marR="9525" marT="9525" marB="0" anchor="b">
                    <a:lnL>
                      <a:noFill/>
                    </a:lnL>
                    <a:lnR>
                      <a:noFill/>
                    </a:lnR>
                    <a:lnT>
                      <a:noFill/>
                    </a:lnT>
                    <a:lnB>
                      <a:noFill/>
                    </a:lnB>
                    <a:solidFill>
                      <a:srgbClr val="ABDBB9"/>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dirty="0">
                          <a:solidFill>
                            <a:srgbClr val="000000"/>
                          </a:solidFill>
                          <a:effectLst/>
                          <a:highlight>
                            <a:srgbClr val="9CD5AC"/>
                          </a:highlight>
                          <a:latin typeface="Aptos Narrow" panose="020B0004020202020204" pitchFamily="34" charset="0"/>
                        </a:rPr>
                        <a:t>64</a:t>
                      </a:r>
                    </a:p>
                  </a:txBody>
                  <a:tcPr marL="9525" marR="9525" marT="9525" marB="0" anchor="b">
                    <a:lnL>
                      <a:noFill/>
                    </a:lnL>
                    <a:lnR>
                      <a:noFill/>
                    </a:lnR>
                    <a:lnT>
                      <a:noFill/>
                    </a:lnT>
                    <a:lnB>
                      <a:noFill/>
                    </a:lnB>
                    <a:solidFill>
                      <a:srgbClr val="9CD5AC"/>
                    </a:solidFill>
                  </a:tcPr>
                </a:tc>
                <a:tc>
                  <a:txBody>
                    <a:bodyPr/>
                    <a:lstStyle/>
                    <a:p>
                      <a:pPr algn="ctr" fontAlgn="b"/>
                      <a:r>
                        <a:rPr lang="en-US" sz="1200" b="0" i="0" u="none" strike="noStrike" dirty="0">
                          <a:solidFill>
                            <a:srgbClr val="000000"/>
                          </a:solidFill>
                          <a:effectLst/>
                          <a:highlight>
                            <a:srgbClr val="9BD5AB"/>
                          </a:highlight>
                          <a:latin typeface="Aptos Narrow" panose="020B0004020202020204" pitchFamily="34" charset="0"/>
                        </a:rPr>
                        <a:t>64</a:t>
                      </a:r>
                    </a:p>
                  </a:txBody>
                  <a:tcPr marL="9525" marR="9525" marT="9525" marB="0" anchor="b">
                    <a:lnL>
                      <a:noFill/>
                    </a:lnL>
                    <a:lnR>
                      <a:noFill/>
                    </a:lnR>
                    <a:lnT>
                      <a:noFill/>
                    </a:lnT>
                    <a:lnB>
                      <a:noFill/>
                    </a:lnB>
                    <a:solidFill>
                      <a:srgbClr val="9BD5AB"/>
                    </a:solidFill>
                  </a:tcPr>
                </a:tc>
                <a:tc>
                  <a:txBody>
                    <a:bodyPr/>
                    <a:lstStyle/>
                    <a:p>
                      <a:pPr algn="ctr" fontAlgn="b"/>
                      <a:r>
                        <a:rPr lang="en-US" sz="1200" b="0" i="0" u="none" strike="noStrike" dirty="0">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extLst>
                  <a:ext uri="{0D108BD9-81ED-4DB2-BD59-A6C34878D82A}">
                    <a16:rowId xmlns:a16="http://schemas.microsoft.com/office/drawing/2014/main" val="967171349"/>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New River Valley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110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4D9B4"/>
                          </a:highlight>
                          <a:latin typeface="Aptos Narrow" panose="020B0004020202020204" pitchFamily="34" charset="0"/>
                        </a:rPr>
                        <a:t>58</a:t>
                      </a:r>
                    </a:p>
                  </a:txBody>
                  <a:tcPr marL="9525" marR="9525" marT="9525" marB="0" anchor="b">
                    <a:lnL>
                      <a:noFill/>
                    </a:lnL>
                    <a:lnR>
                      <a:noFill/>
                    </a:lnR>
                    <a:lnT>
                      <a:noFill/>
                    </a:lnT>
                    <a:lnB>
                      <a:noFill/>
                    </a:lnB>
                    <a:solidFill>
                      <a:srgbClr val="A4D9B4"/>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81CA95"/>
                          </a:highlight>
                          <a:latin typeface="Aptos Narrow" panose="020B0004020202020204" pitchFamily="34" charset="0"/>
                        </a:rPr>
                        <a:t>81</a:t>
                      </a:r>
                    </a:p>
                  </a:txBody>
                  <a:tcPr marL="9525" marR="9525" marT="9525" marB="0" anchor="b">
                    <a:lnL>
                      <a:noFill/>
                    </a:lnL>
                    <a:lnR>
                      <a:noFill/>
                    </a:lnR>
                    <a:lnT>
                      <a:noFill/>
                    </a:lnT>
                    <a:lnB>
                      <a:noFill/>
                    </a:lnB>
                    <a:solidFill>
                      <a:srgbClr val="81CA95"/>
                    </a:solidFill>
                  </a:tcPr>
                </a:tc>
                <a:tc>
                  <a:txBody>
                    <a:bodyPr/>
                    <a:lstStyle/>
                    <a:p>
                      <a:pPr algn="ctr" fontAlgn="b"/>
                      <a:r>
                        <a:rPr lang="en-US" sz="1200" b="0" i="0" u="none" strike="noStrike" dirty="0">
                          <a:solidFill>
                            <a:srgbClr val="000000"/>
                          </a:solidFill>
                          <a:effectLst/>
                          <a:highlight>
                            <a:srgbClr val="9AD5AA"/>
                          </a:highlight>
                          <a:latin typeface="Aptos Narrow" panose="020B0004020202020204" pitchFamily="34" charset="0"/>
                        </a:rPr>
                        <a:t>65</a:t>
                      </a:r>
                    </a:p>
                  </a:txBody>
                  <a:tcPr marL="9525" marR="9525" marT="9525" marB="0" anchor="b">
                    <a:lnL>
                      <a:noFill/>
                    </a:lnL>
                    <a:lnR>
                      <a:noFill/>
                    </a:lnR>
                    <a:lnT>
                      <a:noFill/>
                    </a:lnT>
                    <a:lnB>
                      <a:noFill/>
                    </a:lnB>
                    <a:solidFill>
                      <a:srgbClr val="9AD5AA"/>
                    </a:solidFill>
                  </a:tcPr>
                </a:tc>
                <a:tc>
                  <a:txBody>
                    <a:bodyPr/>
                    <a:lstStyle/>
                    <a:p>
                      <a:pPr algn="ctr" fontAlgn="b"/>
                      <a:r>
                        <a:rPr lang="en-US" sz="1200" b="0" i="0" u="none" strike="noStrike" dirty="0">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extLst>
                  <a:ext uri="{0D108BD9-81ED-4DB2-BD59-A6C34878D82A}">
                    <a16:rowId xmlns:a16="http://schemas.microsoft.com/office/drawing/2014/main" val="359987215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Rockbridge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B6E0C3"/>
                          </a:highlight>
                          <a:latin typeface="Aptos Narrow" panose="020B0004020202020204" pitchFamily="34" charset="0"/>
                        </a:rPr>
                        <a:t>46</a:t>
                      </a:r>
                    </a:p>
                  </a:txBody>
                  <a:tcPr marL="9525" marR="9525" marT="9525" marB="0" anchor="b">
                    <a:lnL>
                      <a:noFill/>
                    </a:lnL>
                    <a:lnR>
                      <a:noFill/>
                    </a:lnR>
                    <a:lnT>
                      <a:noFill/>
                    </a:lnT>
                    <a:lnB>
                      <a:noFill/>
                    </a:lnB>
                    <a:solidFill>
                      <a:srgbClr val="B6E0C3"/>
                    </a:solidFill>
                  </a:tcPr>
                </a:tc>
                <a:tc>
                  <a:txBody>
                    <a:bodyPr/>
                    <a:lstStyle/>
                    <a:p>
                      <a:pPr algn="ctr" fontAlgn="b"/>
                      <a:r>
                        <a:rPr lang="en-US" sz="1200" b="0" i="0" u="none" strike="noStrike">
                          <a:solidFill>
                            <a:srgbClr val="000000"/>
                          </a:solidFill>
                          <a:effectLst/>
                          <a:highlight>
                            <a:srgbClr val="CFEAD8"/>
                          </a:highlight>
                          <a:latin typeface="Aptos Narrow" panose="020B0004020202020204" pitchFamily="34" charset="0"/>
                        </a:rPr>
                        <a:t>31</a:t>
                      </a:r>
                    </a:p>
                  </a:txBody>
                  <a:tcPr marL="9525" marR="9525" marT="9525" marB="0" anchor="b">
                    <a:lnL>
                      <a:noFill/>
                    </a:lnL>
                    <a:lnR>
                      <a:noFill/>
                    </a:lnR>
                    <a:lnT>
                      <a:noFill/>
                    </a:lnT>
                    <a:lnB>
                      <a:noFill/>
                    </a:lnB>
                    <a:solidFill>
                      <a:srgbClr val="CFEAD8"/>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99D4AA"/>
                          </a:highlight>
                          <a:latin typeface="Aptos Narrow" panose="020B0004020202020204" pitchFamily="34" charset="0"/>
                        </a:rPr>
                        <a:t>65</a:t>
                      </a:r>
                    </a:p>
                  </a:txBody>
                  <a:tcPr marL="9525" marR="9525" marT="9525" marB="0" anchor="b">
                    <a:lnL>
                      <a:noFill/>
                    </a:lnL>
                    <a:lnR>
                      <a:noFill/>
                    </a:lnR>
                    <a:lnT>
                      <a:noFill/>
                    </a:lnT>
                    <a:lnB>
                      <a:noFill/>
                    </a:lnB>
                    <a:solidFill>
                      <a:srgbClr val="99D4AA"/>
                    </a:solidFill>
                  </a:tcPr>
                </a:tc>
                <a:tc>
                  <a:txBody>
                    <a:bodyPr/>
                    <a:lstStyle/>
                    <a:p>
                      <a:pPr algn="ctr" fontAlgn="b"/>
                      <a:r>
                        <a:rPr lang="en-US" sz="1200" b="0" i="0" u="none" strike="noStrike" dirty="0">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extLst>
                  <a:ext uri="{0D108BD9-81ED-4DB2-BD59-A6C34878D82A}">
                    <a16:rowId xmlns:a16="http://schemas.microsoft.com/office/drawing/2014/main" val="558741216"/>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Lynchburg General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443</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CCE9D5"/>
                          </a:highlight>
                          <a:latin typeface="Aptos Narrow" panose="020B0004020202020204" pitchFamily="34" charset="0"/>
                        </a:rPr>
                        <a:t>33</a:t>
                      </a:r>
                    </a:p>
                  </a:txBody>
                  <a:tcPr marL="9525" marR="9525" marT="9525" marB="0" anchor="b">
                    <a:lnL>
                      <a:noFill/>
                    </a:lnL>
                    <a:lnR>
                      <a:noFill/>
                    </a:lnR>
                    <a:lnT>
                      <a:noFill/>
                    </a:lnT>
                    <a:lnB>
                      <a:noFill/>
                    </a:lnB>
                    <a:solidFill>
                      <a:srgbClr val="CCE9D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A1D7B0"/>
                          </a:highlight>
                          <a:latin typeface="Aptos Narrow" panose="020B0004020202020204" pitchFamily="34" charset="0"/>
                        </a:rPr>
                        <a:t>60</a:t>
                      </a:r>
                    </a:p>
                  </a:txBody>
                  <a:tcPr marL="9525" marR="9525" marT="9525" marB="0" anchor="b">
                    <a:lnL>
                      <a:noFill/>
                    </a:lnL>
                    <a:lnR>
                      <a:noFill/>
                    </a:lnR>
                    <a:lnT>
                      <a:noFill/>
                    </a:lnT>
                    <a:lnB>
                      <a:noFill/>
                    </a:lnB>
                    <a:solidFill>
                      <a:srgbClr val="A1D7B0"/>
                    </a:solidFill>
                  </a:tcPr>
                </a:tc>
                <a:tc>
                  <a:txBody>
                    <a:bodyPr/>
                    <a:lstStyle/>
                    <a:p>
                      <a:pPr algn="ctr" fontAlgn="b"/>
                      <a:r>
                        <a:rPr lang="en-US" sz="1200" b="0" i="0" u="none" strike="noStrike" dirty="0">
                          <a:solidFill>
                            <a:srgbClr val="000000"/>
                          </a:solidFill>
                          <a:effectLst/>
                          <a:highlight>
                            <a:srgbClr val="80CA94"/>
                          </a:highlight>
                          <a:latin typeface="Aptos Narrow" panose="020B0004020202020204" pitchFamily="34" charset="0"/>
                        </a:rPr>
                        <a:t>82</a:t>
                      </a:r>
                    </a:p>
                  </a:txBody>
                  <a:tcPr marL="9525" marR="9525" marT="9525" marB="0" anchor="b">
                    <a:lnL>
                      <a:noFill/>
                    </a:lnL>
                    <a:lnR>
                      <a:noFill/>
                    </a:lnR>
                    <a:lnT>
                      <a:noFill/>
                    </a:lnT>
                    <a:lnB>
                      <a:noFill/>
                    </a:lnB>
                    <a:solidFill>
                      <a:srgbClr val="80CA94"/>
                    </a:solidFill>
                  </a:tcPr>
                </a:tc>
                <a:tc>
                  <a:txBody>
                    <a:bodyPr/>
                    <a:lstStyle/>
                    <a:p>
                      <a:pPr algn="ctr" fontAlgn="b"/>
                      <a:r>
                        <a:rPr lang="en-US" sz="1200" b="0" i="0" u="none" strike="noStrike" dirty="0">
                          <a:solidFill>
                            <a:srgbClr val="000000"/>
                          </a:solidFill>
                          <a:effectLst/>
                          <a:highlight>
                            <a:srgbClr val="A8DAB6"/>
                          </a:highlight>
                          <a:latin typeface="Aptos Narrow" panose="020B0004020202020204" pitchFamily="34" charset="0"/>
                        </a:rPr>
                        <a:t>56</a:t>
                      </a:r>
                    </a:p>
                  </a:txBody>
                  <a:tcPr marL="9525" marR="9525" marT="9525" marB="0" anchor="b">
                    <a:lnL>
                      <a:noFill/>
                    </a:lnL>
                    <a:lnR>
                      <a:noFill/>
                    </a:lnR>
                    <a:lnT>
                      <a:noFill/>
                    </a:lnT>
                    <a:lnB>
                      <a:noFill/>
                    </a:lnB>
                    <a:solidFill>
                      <a:srgbClr val="A8DAB6"/>
                    </a:solidFill>
                  </a:tcPr>
                </a:tc>
                <a:extLst>
                  <a:ext uri="{0D108BD9-81ED-4DB2-BD59-A6C34878D82A}">
                    <a16:rowId xmlns:a16="http://schemas.microsoft.com/office/drawing/2014/main" val="60409485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Wythe County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D"/>
                          </a:highlight>
                          <a:latin typeface="Aptos Narrow" panose="020B0004020202020204" pitchFamily="34" charset="0"/>
                        </a:rPr>
                        <a:t>63</a:t>
                      </a:r>
                    </a:p>
                  </a:txBody>
                  <a:tcPr marL="9525" marR="9525" marT="9525" marB="0" anchor="b">
                    <a:lnL>
                      <a:noFill/>
                    </a:lnL>
                    <a:lnR>
                      <a:noFill/>
                    </a:lnR>
                    <a:lnT>
                      <a:noFill/>
                    </a:lnT>
                    <a:lnB>
                      <a:noFill/>
                    </a:lnB>
                    <a:solidFill>
                      <a:srgbClr val="9CD6AD"/>
                    </a:solidFill>
                  </a:tcPr>
                </a:tc>
                <a:tc>
                  <a:txBody>
                    <a:bodyPr/>
                    <a:lstStyle/>
                    <a:p>
                      <a:pPr algn="ctr" fontAlgn="b"/>
                      <a:r>
                        <a:rPr lang="en-US" sz="1200" b="0" i="0" u="none" strike="noStrike" dirty="0">
                          <a:solidFill>
                            <a:srgbClr val="000000"/>
                          </a:solidFill>
                          <a:effectLst/>
                          <a:highlight>
                            <a:srgbClr val="7BC890"/>
                          </a:highlight>
                          <a:latin typeface="Aptos Narrow" panose="020B0004020202020204" pitchFamily="34" charset="0"/>
                        </a:rPr>
                        <a:t>85</a:t>
                      </a:r>
                    </a:p>
                  </a:txBody>
                  <a:tcPr marL="9525" marR="9525" marT="9525" marB="0" anchor="b">
                    <a:lnL>
                      <a:noFill/>
                    </a:lnL>
                    <a:lnR>
                      <a:noFill/>
                    </a:lnR>
                    <a:lnT>
                      <a:noFill/>
                    </a:lnT>
                    <a:lnB>
                      <a:noFill/>
                    </a:lnB>
                    <a:solidFill>
                      <a:srgbClr val="7BC890"/>
                    </a:solidFill>
                  </a:tcPr>
                </a:tc>
                <a:tc>
                  <a:txBody>
                    <a:bodyPr/>
                    <a:lstStyle/>
                    <a:p>
                      <a:pPr algn="ctr" fontAlgn="b"/>
                      <a:r>
                        <a:rPr lang="en-US" sz="1200" b="0" i="0" u="none" strike="noStrike" dirty="0">
                          <a:solidFill>
                            <a:srgbClr val="000000"/>
                          </a:solidFill>
                          <a:effectLst/>
                          <a:highlight>
                            <a:srgbClr val="AFDDBD"/>
                          </a:highlight>
                          <a:latin typeface="Aptos Narrow" panose="020B0004020202020204" pitchFamily="34" charset="0"/>
                        </a:rPr>
                        <a:t>51</a:t>
                      </a:r>
                    </a:p>
                  </a:txBody>
                  <a:tcPr marL="9525" marR="9525" marT="9525" marB="0" anchor="b">
                    <a:lnL>
                      <a:noFill/>
                    </a:lnL>
                    <a:lnR>
                      <a:noFill/>
                    </a:lnR>
                    <a:lnT>
                      <a:noFill/>
                    </a:lnT>
                    <a:lnB>
                      <a:noFill/>
                    </a:lnB>
                    <a:solidFill>
                      <a:srgbClr val="AFDDBD"/>
                    </a:solidFill>
                  </a:tcPr>
                </a:tc>
                <a:extLst>
                  <a:ext uri="{0D108BD9-81ED-4DB2-BD59-A6C34878D82A}">
                    <a16:rowId xmlns:a16="http://schemas.microsoft.com/office/drawing/2014/main" val="79611630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Alleghany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tc>
                  <a:txBody>
                    <a:bodyPr/>
                    <a:lstStyle/>
                    <a:p>
                      <a:pPr algn="ctr" fontAlgn="b"/>
                      <a:r>
                        <a:rPr lang="en-US" sz="1200" b="0" i="0" u="none" strike="noStrike" dirty="0">
                          <a:solidFill>
                            <a:srgbClr val="000000"/>
                          </a:solidFill>
                          <a:effectLst/>
                          <a:highlight>
                            <a:srgbClr val="7AC88F"/>
                          </a:highlight>
                          <a:latin typeface="Aptos Narrow" panose="020B0004020202020204" pitchFamily="34" charset="0"/>
                        </a:rPr>
                        <a:t>86</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dirty="0">
                          <a:solidFill>
                            <a:srgbClr val="000000"/>
                          </a:solidFill>
                          <a:effectLst/>
                          <a:highlight>
                            <a:srgbClr val="B1DEBE"/>
                          </a:highlight>
                          <a:latin typeface="Aptos Narrow" panose="020B0004020202020204" pitchFamily="34" charset="0"/>
                        </a:rPr>
                        <a:t>50</a:t>
                      </a:r>
                    </a:p>
                  </a:txBody>
                  <a:tcPr marL="9525" marR="9525" marT="9525" marB="0" anchor="b">
                    <a:lnL>
                      <a:noFill/>
                    </a:lnL>
                    <a:lnR>
                      <a:noFill/>
                    </a:lnR>
                    <a:lnT>
                      <a:noFill/>
                    </a:lnT>
                    <a:lnB>
                      <a:noFill/>
                    </a:lnB>
                    <a:solidFill>
                      <a:srgbClr val="B1DEBE"/>
                    </a:solidFill>
                  </a:tcPr>
                </a:tc>
                <a:extLst>
                  <a:ext uri="{0D108BD9-81ED-4DB2-BD59-A6C34878D82A}">
                    <a16:rowId xmlns:a16="http://schemas.microsoft.com/office/drawing/2014/main" val="1252248759"/>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330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BF5F1"/>
                          </a:highlight>
                          <a:latin typeface="Aptos Narrow" panose="020B0004020202020204" pitchFamily="34" charset="0"/>
                        </a:rPr>
                        <a:t>12</a:t>
                      </a:r>
                    </a:p>
                  </a:txBody>
                  <a:tcPr marL="9525" marR="9525" marT="9525" marB="0" anchor="b">
                    <a:lnL>
                      <a:noFill/>
                    </a:lnL>
                    <a:lnR>
                      <a:noFill/>
                    </a:lnR>
                    <a:lnT>
                      <a:noFill/>
                    </a:lnT>
                    <a:lnB>
                      <a:noFill/>
                    </a:lnB>
                    <a:solidFill>
                      <a:srgbClr val="EBF5F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DC992"/>
                          </a:highlight>
                          <a:latin typeface="Aptos Narrow" panose="020B0004020202020204" pitchFamily="34" charset="0"/>
                        </a:rPr>
                        <a:t>83</a:t>
                      </a:r>
                    </a:p>
                  </a:txBody>
                  <a:tcPr marL="9525" marR="9525" marT="9525" marB="0" anchor="b">
                    <a:lnL>
                      <a:noFill/>
                    </a:lnL>
                    <a:lnR>
                      <a:noFill/>
                    </a:lnR>
                    <a:lnT>
                      <a:noFill/>
                    </a:lnT>
                    <a:lnB>
                      <a:noFill/>
                    </a:lnB>
                    <a:solidFill>
                      <a:srgbClr val="7DC992"/>
                    </a:solidFill>
                  </a:tcPr>
                </a:tc>
                <a:tc>
                  <a:txBody>
                    <a:bodyPr/>
                    <a:lstStyle/>
                    <a:p>
                      <a:pPr algn="ctr" fontAlgn="b"/>
                      <a:r>
                        <a:rPr lang="en-US" sz="1200" b="0" i="0" u="none" strike="noStrike" dirty="0">
                          <a:solidFill>
                            <a:srgbClr val="000000"/>
                          </a:solidFill>
                          <a:effectLst/>
                          <a:highlight>
                            <a:srgbClr val="AADBB9"/>
                          </a:highlight>
                          <a:latin typeface="Aptos Narrow" panose="020B0004020202020204" pitchFamily="34" charset="0"/>
                        </a:rPr>
                        <a:t>54</a:t>
                      </a:r>
                    </a:p>
                  </a:txBody>
                  <a:tcPr marL="9525" marR="9525" marT="9525" marB="0" anchor="b">
                    <a:lnL>
                      <a:noFill/>
                    </a:lnL>
                    <a:lnR>
                      <a:noFill/>
                    </a:lnR>
                    <a:lnT>
                      <a:noFill/>
                    </a:lnT>
                    <a:lnB>
                      <a:noFill/>
                    </a:lnB>
                    <a:solidFill>
                      <a:srgbClr val="AADBB9"/>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92557118"/>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Princeton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88</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9F5EF"/>
                          </a:highlight>
                          <a:latin typeface="Aptos Narrow" panose="020B0004020202020204" pitchFamily="34" charset="0"/>
                        </a:rPr>
                        <a:t>14</a:t>
                      </a:r>
                    </a:p>
                  </a:txBody>
                  <a:tcPr marL="9525" marR="9525" marT="9525" marB="0" anchor="b">
                    <a:lnL>
                      <a:noFill/>
                    </a:lnL>
                    <a:lnR>
                      <a:noFill/>
                    </a:lnR>
                    <a:lnT>
                      <a:noFill/>
                    </a:lnT>
                    <a:lnB>
                      <a:noFill/>
                    </a:lnB>
                    <a:solidFill>
                      <a:srgbClr val="E9F5EF"/>
                    </a:solidFill>
                  </a:tcPr>
                </a:tc>
                <a:tc>
                  <a:txBody>
                    <a:bodyPr/>
                    <a:lstStyle/>
                    <a:p>
                      <a:pPr algn="ctr" fontAlgn="b"/>
                      <a:r>
                        <a:rPr lang="en-US" sz="1200" b="0" i="0" u="none" strike="noStrike">
                          <a:solidFill>
                            <a:srgbClr val="000000"/>
                          </a:solidFill>
                          <a:effectLst/>
                          <a:highlight>
                            <a:srgbClr val="EFF7F4"/>
                          </a:highlight>
                          <a:latin typeface="Aptos Narrow" panose="020B0004020202020204" pitchFamily="34" charset="0"/>
                        </a:rPr>
                        <a:t>10</a:t>
                      </a:r>
                    </a:p>
                  </a:txBody>
                  <a:tcPr marL="9525" marR="9525" marT="9525" marB="0" anchor="b">
                    <a:lnL>
                      <a:noFill/>
                    </a:lnL>
                    <a:lnR>
                      <a:noFill/>
                    </a:lnR>
                    <a:lnT>
                      <a:noFill/>
                    </a:lnT>
                    <a:lnB>
                      <a:noFill/>
                    </a:lnB>
                    <a:solidFill>
                      <a:srgbClr val="EFF7F4"/>
                    </a:solidFill>
                  </a:tcPr>
                </a:tc>
                <a:tc>
                  <a:txBody>
                    <a:bodyPr/>
                    <a:lstStyle/>
                    <a:p>
                      <a:pPr algn="ctr" fontAlgn="b"/>
                      <a:r>
                        <a:rPr lang="en-US" sz="1200" b="0" i="0" u="none" strike="noStrike">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597817543"/>
                  </a:ext>
                </a:extLst>
              </a:tr>
            </a:tbl>
          </a:graphicData>
        </a:graphic>
      </p:graphicFrame>
      <p:sp>
        <p:nvSpPr>
          <p:cNvPr id="4"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7"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2023 NCC Award Winner: Carilion Roanoke Memorial Hospital - BCEN">
            <a:extLst>
              <a:ext uri="{FF2B5EF4-FFF2-40B4-BE49-F238E27FC236}">
                <a16:creationId xmlns:a16="http://schemas.microsoft.com/office/drawing/2014/main" id="{E4B7BEDD-064B-3DD7-07F2-204BDEF36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116" y="2773039"/>
            <a:ext cx="1944337" cy="65596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8B1434E-18CA-717B-B598-EEEF87249A9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25413" y="4028032"/>
            <a:ext cx="1707040" cy="966637"/>
          </a:xfrm>
          <a:prstGeom prst="rect">
            <a:avLst/>
          </a:prstGeom>
        </p:spPr>
      </p:pic>
      <p:sp>
        <p:nvSpPr>
          <p:cNvPr id="12"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Critical for Success:</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Brand and 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475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Centra’s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Centra 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Centra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Centra N</a:t>
            </a:r>
            <a:r>
              <a:rPr lang="en-US" sz="2400" spc="-150" dirty="0">
                <a:solidFill>
                  <a:schemeClr val="bg1"/>
                </a:solidFill>
              </a:rPr>
              <a:t>ETWORK</a:t>
            </a:r>
            <a:r>
              <a:rPr lang="en-US" sz="24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2" descr="2023 NCC Award Winner: Carilion Roanoke Memorial Hospital - BCEN">
            <a:extLst>
              <a:ext uri="{FF2B5EF4-FFF2-40B4-BE49-F238E27FC236}">
                <a16:creationId xmlns:a16="http://schemas.microsoft.com/office/drawing/2014/main" id="{E927E762-CDF6-431D-DDFA-5B4A9A7242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93179" y="3997905"/>
            <a:ext cx="835240" cy="28178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5DA6EAC-1C16-FF88-A69C-F642146FFB3D}"/>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9914470" y="4421241"/>
            <a:ext cx="668858" cy="378751"/>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13</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a:t>
            </a:r>
            <a:r>
              <a:rPr lang="en-US" sz="2800" b="1" u="sng"/>
              <a:t>TO CENTRA</a:t>
            </a:r>
            <a:endParaRPr lang="en-US" sz="2800" b="1" u="sng" dirty="0"/>
          </a:p>
        </p:txBody>
      </p:sp>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23.  </a:t>
            </a:r>
          </a:p>
          <a:p>
            <a:pPr marL="285750" indent="-285750">
              <a:buFont typeface="Arial" panose="020B0604020202020204" pitchFamily="34" charset="0"/>
              <a:buChar char="•"/>
            </a:pPr>
            <a:r>
              <a:rPr lang="en-US" sz="1600" dirty="0"/>
              <a:t>Financial projections do not include 340B contribution margin, which could represent $136 PMPM by optimizing 340B through Rx plan design, Centra’s approved site(s) with network integration, and development of Centra’s proprietary PBM program.</a:t>
            </a:r>
            <a:r>
              <a:rPr lang="en-US" sz="1600" dirty="0">
                <a:highlight>
                  <a:srgbClr val="FFFF00"/>
                </a:highlight>
              </a:rPr>
              <a:t>   </a:t>
            </a:r>
          </a:p>
        </p:txBody>
      </p:sp>
      <p:graphicFrame>
        <p:nvGraphicFramePr>
          <p:cNvPr id="13" name="Content Placeholder 2">
            <a:extLst>
              <a:ext uri="{FF2B5EF4-FFF2-40B4-BE49-F238E27FC236}">
                <a16:creationId xmlns:a16="http://schemas.microsoft.com/office/drawing/2014/main" id="{6DB82FE6-A016-1888-B4EA-C2A4CE0391A4}"/>
              </a:ext>
            </a:extLst>
          </p:cNvPr>
          <p:cNvGraphicFramePr>
            <a:graphicFrameLocks noGrp="1"/>
          </p:cNvGraphicFramePr>
          <p:nvPr>
            <p:extLst>
              <p:ext uri="{D42A27DB-BD31-4B8C-83A1-F6EECF244321}">
                <p14:modId xmlns:p14="http://schemas.microsoft.com/office/powerpoint/2010/main" val="2960629730"/>
              </p:ext>
            </p:extLst>
          </p:nvPr>
        </p:nvGraphicFramePr>
        <p:xfrm>
          <a:off x="1828800" y="593935"/>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$ 8,262K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$22,194K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$33,046K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$2,039K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$21,704K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$4,206K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15</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Centra’s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Centra and Carilion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Carilion and Centra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Centra’s managed care processes to KBA’s patented care management programs will turbocharge results – Positioning Centra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3726818" y="5369550"/>
            <a:ext cx="7934606"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Centra </a:t>
            </a:r>
            <a:r>
              <a:rPr lang="en-US" sz="2400" b="1" cap="small" dirty="0">
                <a:solidFill>
                  <a:srgbClr val="000B2E"/>
                </a:solidFill>
              </a:rPr>
              <a:t>CAN PROMOTE THESE RESULTS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16</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Centra’s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Centra’s 340B drug pricing program</a:t>
            </a:r>
          </a:p>
          <a:p>
            <a:pPr marL="285753" indent="-285753">
              <a:spcBef>
                <a:spcPts val="600"/>
              </a:spcBef>
              <a:buFont typeface="Wingdings" panose="05000000000000000000" pitchFamily="2" charset="2"/>
              <a:buChar char="§"/>
            </a:pPr>
            <a:r>
              <a:rPr lang="en-US" sz="2000" dirty="0">
                <a:solidFill>
                  <a:schemeClr val="bg1"/>
                </a:solidFill>
              </a:rPr>
              <a:t>Allows Centra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18</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19</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2954108794"/>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20</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21</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22</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latin typeface="+mn-lt"/>
                <a:cs typeface="Arial" panose="020B0604020202020204" pitchFamily="34" charset="0"/>
              </a:rPr>
              <a:t>Estimation of Centra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06682090"/>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Centra</a:t>
                      </a:r>
                    </a:p>
                  </a:txBody>
                  <a:tcPr>
                    <a:solidFill>
                      <a:schemeClr val="accent3">
                        <a:lumMod val="20000"/>
                        <a:lumOff val="80000"/>
                      </a:schemeClr>
                    </a:solidFill>
                  </a:tcPr>
                </a:tc>
                <a:tc>
                  <a:txBody>
                    <a:bodyPr/>
                    <a:lstStyle/>
                    <a:p>
                      <a:pPr algn="ctr"/>
                      <a:r>
                        <a:rPr lang="en-US" sz="1400" dirty="0">
                          <a:solidFill>
                            <a:schemeClr val="accent1">
                              <a:lumMod val="75000"/>
                            </a:schemeClr>
                          </a:solidFill>
                        </a:rPr>
                        <a:t>151,771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$1,582,731K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55,015</a:t>
                      </a:r>
                    </a:p>
                  </a:txBody>
                  <a:tcPr anchor="ctr">
                    <a:solidFill>
                      <a:schemeClr val="accent3">
                        <a:lumMod val="20000"/>
                        <a:lumOff val="80000"/>
                      </a:schemeClr>
                    </a:solidFill>
                  </a:tcPr>
                </a:tc>
                <a:tc>
                  <a:txBody>
                    <a:bodyPr/>
                    <a:lstStyle/>
                    <a:p>
                      <a:pPr algn="ctr"/>
                      <a:r>
                        <a:rPr lang="en-US" sz="1400" dirty="0">
                          <a:solidFill>
                            <a:schemeClr val="accent6">
                              <a:lumMod val="75000"/>
                            </a:schemeClr>
                          </a:solidFill>
                        </a:rPr>
                        <a:t>$568,122K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6,054</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$81,500K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2,108</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$53,095K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88,593</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$929,508K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58%</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600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51236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latin typeface="Arial" panose="020B0604020202020204" pitchFamily="34" charset="0"/>
                <a:cs typeface="Arial" panose="020B0604020202020204" pitchFamily="34" charset="0"/>
              </a:rPr>
              <a:t>The RAND data for Centra estimates commercial insurance reimbursements at 248%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104134007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929,508K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248</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1,619,992K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2,549,501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1,505,910</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$1,043,591K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416427148"/>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248%</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374,801K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653,222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1,028,024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1,505,910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$-477,885K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-46%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25</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751573" y="5463518"/>
            <a:ext cx="10515600" cy="646331"/>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a:p>
            <a:r>
              <a:rPr lang="en-US" sz="900" dirty="0">
                <a:latin typeface="Arial" panose="020B0604020202020204" pitchFamily="34" charset="0"/>
                <a:cs typeface="Arial" panose="020B0604020202020204" pitchFamily="34" charset="0"/>
              </a:rPr>
              <a:t>Centra Southside Community Hospital is not included as it is a smaller hospital in a separate Hospital Referral Region and its isolated presence will not grow the DTE network in that area. </a:t>
            </a:r>
          </a:p>
        </p:txBody>
      </p:sp>
      <p:graphicFrame>
        <p:nvGraphicFramePr>
          <p:cNvPr id="3" name="Content Placeholder 2">
            <a:extLst>
              <a:ext uri="{FF2B5EF4-FFF2-40B4-BE49-F238E27FC236}">
                <a16:creationId xmlns:a16="http://schemas.microsoft.com/office/drawing/2014/main" id="{71E49263-5CE4-F36E-8A31-116B8138C072}"/>
              </a:ext>
            </a:extLst>
          </p:cNvPr>
          <p:cNvGraphicFramePr>
            <a:graphicFrameLocks noGrp="1"/>
          </p:cNvGraphicFramePr>
          <p:nvPr>
            <p:extLst>
              <p:ext uri="{D42A27DB-BD31-4B8C-83A1-F6EECF244321}">
                <p14:modId xmlns:p14="http://schemas.microsoft.com/office/powerpoint/2010/main" val="4040921256"/>
              </p:ext>
            </p:extLst>
          </p:nvPr>
        </p:nvGraphicFramePr>
        <p:xfrm>
          <a:off x="457200" y="1140566"/>
          <a:ext cx="11315700" cy="3975478"/>
        </p:xfrm>
        <a:graphic>
          <a:graphicData uri="http://schemas.openxmlformats.org/drawingml/2006/table">
            <a:tbl>
              <a:tblPr/>
              <a:tblGrid>
                <a:gridCol w="2971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485900">
                  <a:extLst>
                    <a:ext uri="{9D8B030D-6E8A-4147-A177-3AD203B41FA5}">
                      <a16:colId xmlns:a16="http://schemas.microsoft.com/office/drawing/2014/main" val="20004"/>
                    </a:ext>
                  </a:extLst>
                </a:gridCol>
                <a:gridCol w="1962150">
                  <a:extLst>
                    <a:ext uri="{9D8B030D-6E8A-4147-A177-3AD203B41FA5}">
                      <a16:colId xmlns:a16="http://schemas.microsoft.com/office/drawing/2014/main" val="20005"/>
                    </a:ext>
                  </a:extLst>
                </a:gridCol>
              </a:tblGrid>
              <a:tr h="872938">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a:t>
                      </a:r>
                      <a:r>
                        <a:rPr lang="en-US" sz="1100" b="1" i="0" u="none" cap="none" dirty="0">
                          <a:solidFill>
                            <a:srgbClr val="000000">
                              <a:alpha val="100000"/>
                            </a:srgbClr>
                          </a:solidFill>
                          <a:latin typeface="Arial"/>
                          <a:cs typeface="Arial"/>
                          <a:sym typeface="Arial"/>
                        </a:rPr>
                        <a:t>49</a:t>
                      </a:r>
                      <a:r>
                        <a:rPr sz="1100" b="1" i="0" u="none" cap="none" dirty="0">
                          <a:solidFill>
                            <a:srgbClr val="000000">
                              <a:alpha val="100000"/>
                            </a:srgbClr>
                          </a:solidFill>
                          <a:latin typeface="Arial"/>
                          <a:cs typeface="Arial"/>
                          <a:sym typeface="Arial"/>
                        </a:rPr>
                        <a:t>%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10000"/>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Franklin Memorial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37</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$34,745,266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$113,734,987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Giles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25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$21,073,489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$80,954,100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0.7%</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New River Valley Medical Center</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110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$257,346,953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$445,470,277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4.5%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3.7%</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Roanoke Medical Center</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636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$2,285,454,596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$1,402,732,726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40.2%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11.6%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Rockbridge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25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$24,550,377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$103,433,624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0.9%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06836">
                <a:tc>
                  <a:txBody>
                    <a:bodyPr/>
                    <a:lstStyle/>
                    <a:p>
                      <a:pPr algn="l" fontAlgn="b"/>
                      <a:r>
                        <a:rPr lang="en-US" sz="1100" b="0" i="0" u="none" strike="noStrike" dirty="0">
                          <a:solidFill>
                            <a:srgbClr val="00467F"/>
                          </a:solidFill>
                          <a:effectLst/>
                          <a:latin typeface="Arial" panose="020B0604020202020204" pitchFamily="34" charset="0"/>
                          <a:cs typeface="Arial" panose="020B0604020202020204" pitchFamily="34" charset="0"/>
                        </a:rPr>
                        <a:t>Carilion Tazewell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56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467F"/>
                          </a:solidFill>
                          <a:effectLst/>
                          <a:latin typeface="Arial" panose="020B0604020202020204" pitchFamily="34" charset="0"/>
                          <a:cs typeface="Arial" panose="020B0604020202020204" pitchFamily="34" charset="0"/>
                        </a:rPr>
                        <a:t>$12,969,712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$48,601,728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467F"/>
                          </a:solidFill>
                          <a:effectLst/>
                          <a:latin typeface="Arial" panose="020B0604020202020204" pitchFamily="34" charset="0"/>
                          <a:cs typeface="Arial" panose="020B0604020202020204" pitchFamily="34" charset="0"/>
                        </a:rPr>
                        <a:t>0.4%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06836">
                <a:tc>
                  <a:txBody>
                    <a:bodyPr/>
                    <a:lstStyle/>
                    <a:p>
                      <a:pPr algn="l" fontAlgn="b"/>
                      <a:r>
                        <a:rPr lang="en-US" sz="1100" b="0" i="0" u="none" strike="noStrike" dirty="0">
                          <a:solidFill>
                            <a:srgbClr val="027587"/>
                          </a:solidFill>
                          <a:effectLst/>
                          <a:latin typeface="Arial" panose="020B0604020202020204" pitchFamily="34" charset="0"/>
                          <a:cs typeface="Arial" panose="020B0604020202020204" pitchFamily="34" charset="0"/>
                        </a:rPr>
                        <a:t>Centra Bedford Memorial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34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$48,497,775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$91,327,607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0.9%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27587"/>
                          </a:solidFill>
                          <a:effectLst/>
                          <a:latin typeface="Arial" panose="020B0604020202020204" pitchFamily="34" charset="0"/>
                          <a:cs typeface="Arial" panose="020B0604020202020204" pitchFamily="34" charset="0"/>
                        </a:rPr>
                        <a:t>0.8%</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06836">
                <a:tc>
                  <a:txBody>
                    <a:bodyPr/>
                    <a:lstStyle/>
                    <a:p>
                      <a:pPr algn="l" fontAlgn="b"/>
                      <a:r>
                        <a:rPr lang="en-US" sz="1100" b="0" i="0" u="none" strike="noStrike" dirty="0">
                          <a:solidFill>
                            <a:srgbClr val="027587"/>
                          </a:solidFill>
                          <a:effectLst/>
                          <a:latin typeface="Arial" panose="020B0604020202020204" pitchFamily="34" charset="0"/>
                          <a:cs typeface="Arial" panose="020B0604020202020204" pitchFamily="34" charset="0"/>
                        </a:rPr>
                        <a:t>Centra Lynchburg General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443</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$1,271,422,893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$1,333,817,129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22.4%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27587"/>
                          </a:solidFill>
                          <a:effectLst/>
                          <a:latin typeface="Arial" panose="020B0604020202020204" pitchFamily="34" charset="0"/>
                          <a:cs typeface="Arial" panose="020B0604020202020204" pitchFamily="34" charset="0"/>
                        </a:rPr>
                        <a:t>11.0%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Hospital Alleghany</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$59,536,507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$152,771,394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1.3%</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Hospital Montgomery</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$191,272,314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$436,721,676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Hospital Pulaski</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$60,210,377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$286,391,773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1.1%</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2.4%</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Lewisgale Medical Center</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330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$1,164,071,515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$957,234,247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20.5%</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7.9%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Princeton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88</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$170,851,241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$266,346,025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3.0%</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2.2%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Welch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49</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$12,794,068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$29,249,224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0.2%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06836">
                <a:tc>
                  <a:txBody>
                    <a:bodyPr/>
                    <a:lstStyle/>
                    <a:p>
                      <a:pPr algn="l" fontAlgn="b"/>
                      <a:r>
                        <a:rPr lang="en-US" sz="1100" b="0" i="0" u="none" strike="noStrike">
                          <a:solidFill>
                            <a:srgbClr val="000000"/>
                          </a:solidFill>
                          <a:effectLst/>
                          <a:latin typeface="Arial" panose="020B0604020202020204" pitchFamily="34" charset="0"/>
                          <a:cs typeface="Arial" panose="020B0604020202020204" pitchFamily="34" charset="0"/>
                        </a:rPr>
                        <a:t>Wythe County Community Hospital</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92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$66,203,617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$189,499,223 </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1.2%</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1.6%</a:t>
                      </a:r>
                    </a:p>
                  </a:txBody>
                  <a:tcPr marL="9525" marR="9525" marT="9525" marB="0" anchor="b">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985979459"/>
              </p:ext>
            </p:extLst>
          </p:nvPr>
        </p:nvGraphicFramePr>
        <p:xfrm>
          <a:off x="1" y="0"/>
          <a:ext cx="12191999" cy="6857999"/>
        </p:xfrm>
        <a:graphic>
          <a:graphicData uri="http://schemas.openxmlformats.org/drawingml/2006/table">
            <a:tbl>
              <a:tblPr/>
              <a:tblGrid>
                <a:gridCol w="3532858">
                  <a:extLst>
                    <a:ext uri="{9D8B030D-6E8A-4147-A177-3AD203B41FA5}">
                      <a16:colId xmlns:a16="http://schemas.microsoft.com/office/drawing/2014/main" val="20000"/>
                    </a:ext>
                  </a:extLst>
                </a:gridCol>
                <a:gridCol w="2744265">
                  <a:extLst>
                    <a:ext uri="{9D8B030D-6E8A-4147-A177-3AD203B41FA5}">
                      <a16:colId xmlns:a16="http://schemas.microsoft.com/office/drawing/2014/main" val="20001"/>
                    </a:ext>
                  </a:extLst>
                </a:gridCol>
                <a:gridCol w="2846711">
                  <a:extLst>
                    <a:ext uri="{9D8B030D-6E8A-4147-A177-3AD203B41FA5}">
                      <a16:colId xmlns:a16="http://schemas.microsoft.com/office/drawing/2014/main" val="20002"/>
                    </a:ext>
                  </a:extLst>
                </a:gridCol>
                <a:gridCol w="3068165">
                  <a:extLst>
                    <a:ext uri="{9D8B030D-6E8A-4147-A177-3AD203B41FA5}">
                      <a16:colId xmlns:a16="http://schemas.microsoft.com/office/drawing/2014/main" val="20003"/>
                    </a:ext>
                  </a:extLst>
                </a:gridCol>
              </a:tblGrid>
              <a:tr h="267887">
                <a:tc gridSpan="4">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70478">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Centra Bedford Memorial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Centra Lynchburg General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Centra Southside Community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347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5,710</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132,193</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13,868</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534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2,749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46,637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5,629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5347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Medicaid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258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5,392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404</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5455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Other Government Payer Days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5322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Inpatient Patient Revenue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$51,107.2K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$1,403,271K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$128,353.8K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535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$115,536.4K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$1,756,437K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$271,727.6K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5322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$19,773.54K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$509,503.8K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$38,845.19K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54553">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Medicaid and Other Government-Pay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$2,971.219K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$77,794.36K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$4,334.782K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532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$28,362.45K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$815,972.5K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$85,173.84K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535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$4,652.023K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$41,870.75K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$6,572.706K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535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$48,769.98K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$1,333,519K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$123,621.9K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535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$110,252.8K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$1,669,130K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$261,710.1K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532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$159,022.7K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$3,002,649K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$385,332.1K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532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$12,272.93K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$198,929.7K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$21,322.03K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534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35.3%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534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5455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534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5451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44.6%</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54.9%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5451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41.3%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35.7%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535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535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84697">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18288"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84697">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84697">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84697">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3143114695"/>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Lynchburg VA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$ 5,380</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$ 2,512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27</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FCF19D8-545E-731D-4419-6246D4124BE3}"/>
              </a:ext>
            </a:extLst>
          </p:cNvPr>
          <p:cNvSpPr>
            <a:spLocks noGrp="1"/>
          </p:cNvSpPr>
          <p:nvPr>
            <p:ph sz="half" idx="2"/>
          </p:nvPr>
        </p:nvSpPr>
        <p:spPr>
          <a:xfrm>
            <a:off x="839789" y="3136490"/>
            <a:ext cx="5157787" cy="3053174"/>
          </a:xfrm>
        </p:spPr>
        <p:txBody>
          <a:bodyPr/>
          <a:lstStyle/>
          <a:p>
            <a:r>
              <a:rPr lang="en-US" dirty="0"/>
              <a:t>$4,831,067K in total revenue</a:t>
            </a:r>
          </a:p>
          <a:p>
            <a:r>
              <a:rPr lang="en-US" dirty="0"/>
              <a:t>Expected to take 61% of plan share increase</a:t>
            </a:r>
          </a:p>
          <a:p>
            <a:r>
              <a:rPr lang="en-US" dirty="0"/>
              <a:t>Modeled with 61% of plan costs</a:t>
            </a:r>
          </a:p>
        </p:txBody>
      </p:sp>
      <p:sp>
        <p:nvSpPr>
          <p:cNvPr id="11" name="Content Placeholder 10">
            <a:extLst>
              <a:ext uri="{FF2B5EF4-FFF2-40B4-BE49-F238E27FC236}">
                <a16:creationId xmlns:a16="http://schemas.microsoft.com/office/drawing/2014/main" id="{0F9E9F57-CB23-0765-EE62-18D1ECBC53D0}"/>
              </a:ext>
            </a:extLst>
          </p:cNvPr>
          <p:cNvSpPr>
            <a:spLocks noGrp="1"/>
          </p:cNvSpPr>
          <p:nvPr>
            <p:ph sz="quarter" idx="4"/>
          </p:nvPr>
        </p:nvSpPr>
        <p:spPr>
          <a:xfrm>
            <a:off x="6172202" y="3136490"/>
            <a:ext cx="5183188" cy="3053174"/>
          </a:xfrm>
        </p:spPr>
        <p:txBody>
          <a:bodyPr/>
          <a:lstStyle/>
          <a:p>
            <a:r>
              <a:rPr lang="en-US" dirty="0"/>
              <a:t>$3,088,577K in total revenue</a:t>
            </a:r>
          </a:p>
          <a:p>
            <a:r>
              <a:rPr lang="en-US" dirty="0"/>
              <a:t>Expected to take 39% of plan share increase</a:t>
            </a:r>
          </a:p>
          <a:p>
            <a:r>
              <a:rPr lang="en-US" dirty="0"/>
              <a:t>Modeled with 39% of plan costs</a:t>
            </a:r>
          </a:p>
          <a:p>
            <a:endParaRPr lang="en-US" dirty="0"/>
          </a:p>
        </p:txBody>
      </p:sp>
      <p:sp>
        <p:nvSpPr>
          <p:cNvPr id="4" name="Footer Placeholder 3">
            <a:extLst>
              <a:ext uri="{FF2B5EF4-FFF2-40B4-BE49-F238E27FC236}">
                <a16:creationId xmlns:a16="http://schemas.microsoft.com/office/drawing/2014/main" id="{77917137-DD66-193A-F88C-AA610A095CE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53428F11-1F41-A9D4-7679-FA155FE490AE}"/>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6" name="Title 1">
            <a:extLst>
              <a:ext uri="{FF2B5EF4-FFF2-40B4-BE49-F238E27FC236}">
                <a16:creationId xmlns:a16="http://schemas.microsoft.com/office/drawing/2014/main" id="{2FBBD74E-42C9-33E2-9991-0B7F0AA7F1B8}"/>
              </a:ext>
            </a:extLst>
          </p:cNvPr>
          <p:cNvSpPr txBox="1">
            <a:spLocks/>
          </p:cNvSpPr>
          <p:nvPr/>
        </p:nvSpPr>
        <p:spPr>
          <a:xfrm>
            <a:off x="838202" y="277119"/>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Market Share and Modeled Costs</a:t>
            </a:r>
          </a:p>
          <a:p>
            <a:r>
              <a:rPr lang="en-US" sz="2400" b="1" dirty="0">
                <a:solidFill>
                  <a:schemeClr val="tx1">
                    <a:lumMod val="85000"/>
                    <a:lumOff val="15000"/>
                  </a:schemeClr>
                </a:solidFill>
                <a:latin typeface="Arial" panose="020B0604020202020204" pitchFamily="34" charset="0"/>
                <a:cs typeface="Arial" panose="020B0604020202020204" pitchFamily="34" charset="0"/>
              </a:rPr>
              <a:t>Carilion and Centra Sharing Tier 1</a:t>
            </a:r>
          </a:p>
        </p:txBody>
      </p:sp>
      <p:pic>
        <p:nvPicPr>
          <p:cNvPr id="12" name="Picture 2" descr="2023 NCC Award Winner: Carilion Roanoke Memorial Hospital - BCEN">
            <a:extLst>
              <a:ext uri="{FF2B5EF4-FFF2-40B4-BE49-F238E27FC236}">
                <a16:creationId xmlns:a16="http://schemas.microsoft.com/office/drawing/2014/main" id="{E724960C-5080-D6D2-E7ED-74E7CA8EF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503" y="1769369"/>
            <a:ext cx="2957804" cy="99787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1D74D0C-8180-2A7D-8A9D-DD5BC998B3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86188" y="1339812"/>
            <a:ext cx="2596818" cy="1470487"/>
          </a:xfrm>
          <a:prstGeom prst="rect">
            <a:avLst/>
          </a:prstGeom>
        </p:spPr>
      </p:pic>
    </p:spTree>
    <p:extLst>
      <p:ext uri="{BB962C8B-B14F-4D97-AF65-F5344CB8AC3E}">
        <p14:creationId xmlns:p14="http://schemas.microsoft.com/office/powerpoint/2010/main" val="1842402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29</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3"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CareLuminate expects this network to have steerage in the range of 85%-90% given current market dominance of Centra and Carilion. </a:t>
            </a:r>
          </a:p>
        </p:txBody>
      </p:sp>
    </p:spTree>
    <p:extLst>
      <p:ext uri="{BB962C8B-B14F-4D97-AF65-F5344CB8AC3E}">
        <p14:creationId xmlns:p14="http://schemas.microsoft.com/office/powerpoint/2010/main" val="3616502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30</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752716152"/>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$ 3,402,850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$ 6,187,000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$ 1,507,200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$ 11,097,050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$ 1,183,004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$ 2,150,916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$ 523,979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$ 3,857,899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561716508"/>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$ 1,060,231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$ 23,400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$ 1,083,631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-$ 58,500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-$ 70,200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$ 954,931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366784248"/>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$ 4,290,550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$ 8,339,000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$ 3,893,600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$ 16,523,150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$ 1,277,086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$ 2,482,110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$ 1,158,933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$ 4,918,130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Assuming proportional revenues from market shares of 32% (inpatient) and 21%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24% (75%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77.42% market share based on KBA narrow network DTE experience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19%,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522226714"/>
              </p:ext>
            </p:extLst>
          </p:nvPr>
        </p:nvGraphicFramePr>
        <p:xfrm>
          <a:off x="0" y="0"/>
          <a:ext cx="12192002" cy="63500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$1,109.7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$2,219.4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$11,097.0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$22,194.1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$44,388.2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$385.8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$771.6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$3,857.9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$7,715.8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$15,431.6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$1,652.3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$3,304.6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$16,523.2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$33,046.3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$66,092.6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$542.6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$1,085.2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$5,426.1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$10,852.2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$21,704.4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$983.6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$4,918.1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$9,836.3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$19,672.5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$1,060.2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$2,120.5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$4,240.9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$46.8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$93.6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$88.0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$954.9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$2,038.6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$4,205.8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583254081"/>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$1,183.0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$2,366.0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$4,732.0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$8,581.1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$17,162.2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$255.4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$1,277.1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$2,554.2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$5,108.3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$3,550.8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$6,187.0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$4,301.8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$8,603.7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$1,667.8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$8,339.0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$16,678.0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$33,356.0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$2,482.1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$4,964.2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$9,928.4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$4,304.0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$8,608.0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$662.4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$1,324.8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$6,028.8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$2,095.9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$3,893.6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$7,787.2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$15,574.4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$2,317.9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$4,635.7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$2,386.4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$4,772.8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$9,545.6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$127.0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$635.0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$1,269.9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$2,539.8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3204806"/>
              </p:ext>
            </p:extLst>
          </p:nvPr>
        </p:nvGraphicFramePr>
        <p:xfrm>
          <a:off x="0" y="0"/>
          <a:ext cx="12192002" cy="63500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$1,109.7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$2,219.4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$11,097.0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$22,194.1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$44,388.2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$453.9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$907.7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$4,538.7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$9,077.4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$18,154.8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$1,746.0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$3,492.1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$17,460.3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$34,920.6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$69,841.2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$1,272.7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$6,363.2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$12,726.5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$25,453.0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$626.8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$1,253.7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$6,268.3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$12,536.5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$25,073.1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$345.9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$1,729.6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$3,459.1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$6,918.2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$23.4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$46.8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$93.6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$46.6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$221.9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$1,624.3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$3,377.2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$6,883.1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171120951"/>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of 33% Inpatient/30% Outpatient Within-Plan Steerage and a Commercial Margin of 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$340.3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$1,391.8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$5,567.1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$887.7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$8,877.0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$1,593.4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$3,186.9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$6,373.7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$1,035.7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$4,142.6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$201.7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$403.3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$806.6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$6,187.0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$12,374.0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$506.1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$2,530.5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$5,061.0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$10,122.0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$8,877.0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$17,754.0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$35,508.0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$3,186.9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$6,373.7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$12,747.4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$2,690.0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$5,380.0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$10,760.0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$656.4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$1,312.7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$2,625.5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$6,028.8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$2,465.8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$4,144.8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$8,289.6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$16,579.2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$2,976.0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$5,951.9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$5,275.2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$10,550.4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$3,486.2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89948629"/>
              </p:ext>
            </p:extLst>
          </p:nvPr>
        </p:nvGraphicFramePr>
        <p:xfrm>
          <a:off x="0" y="0"/>
          <a:ext cx="12192002" cy="63500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$1,109.7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$2,219.4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$11,097.0</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$22,194.1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$44,388.2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$317.7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$3,177.1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$6,354.2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$12,708.4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$1,598.1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$3,196.1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$15,980.6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$31,961.2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$63,922.4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$488.4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$976.7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$4,883.6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$9,767.1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$19,534.2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$755.2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$3,776.2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$7,552.5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$15,104.9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$119.8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$599.1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$1,198.3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$46.8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$93.6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$58.5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$70.2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$-66.4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$-4.2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$493.8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$1,116.4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$2,361.4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128435229"/>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of 30% Inpatient/28% Outpatient Within-Plan Steerage and a Commercial Margin of 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$3,897.0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$414.3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$4,142.6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$8,285.2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$16,570.4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$1,957.8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$3,915.6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$739.8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$0.5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$0.9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$6,187.0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$12,374.0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$24,748.0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$3,542.7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$7,085.4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$8,070.0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$16,140.0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$32,280.0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$3,813.9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$7,627.8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$7,532.0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$271.2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$542.4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$1,507.2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$3,014.4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$6,028.8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$1,726.0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$7,536.0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$15,072.0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$2,260.8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$9,043.2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$91.8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$917.7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$1,835.5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Centra’s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Centra</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Complete Transparency</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Benefit Plan 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37</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429485303"/>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Centra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Centra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055662239"/>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41</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45362</TotalTime>
  <Words>5806</Words>
  <Application>Microsoft Office PowerPoint</Application>
  <PresentationFormat>Widescreen</PresentationFormat>
  <Paragraphs>1657</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Market Leader in Private Labeled DTE Plans</vt:lpstr>
      <vt:lpstr>Direct-to-Employer (DTE)  Your Health Plan Focused on a Direct Relationship with Self-Funded Employers in Your Market</vt:lpstr>
      <vt:lpstr>DTE Keys to Success for Centra Health and Carilion</vt:lpstr>
      <vt:lpstr>Every $1 of Care</vt:lpstr>
      <vt:lpstr>Direct-to-Employer Strategy: Powerful Employer Value</vt:lpstr>
      <vt:lpstr>Significant Opportunity for Plan Growth Researched for Roanoke and Lynchburg Hospital Referral Regions*</vt:lpstr>
      <vt:lpstr>Estimated Financial Returns and Assumptions</vt:lpstr>
      <vt:lpstr>FOUR-YEAR PROJECTIONS</vt:lpstr>
      <vt:lpstr>Direct-to-Employer Strategy: Only Available to Premier Health Systems</vt:lpstr>
      <vt:lpstr>Critical for Success: Strong Brand and Care Quality</vt:lpstr>
      <vt:lpstr>Centra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Centra 2021 Inpatient Payer Mix</vt:lpstr>
      <vt:lpstr>Estimation of Margin for Commercial vs. Government Pay</vt:lpstr>
      <vt:lpstr>Estimating Market Share</vt:lpstr>
      <vt:lpstr>PowerPoint Presentation</vt:lpstr>
      <vt:lpstr>Estimating PMPY Spend (KBA Data)</vt:lpstr>
      <vt:lpstr>PowerPoint Presentation</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107</cp:revision>
  <cp:lastPrinted>2023-07-13T10:24:43Z</cp:lastPrinted>
  <dcterms:created xsi:type="dcterms:W3CDTF">2021-01-20T14:12:11Z</dcterms:created>
  <dcterms:modified xsi:type="dcterms:W3CDTF">2024-08-11T01:50:26Z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