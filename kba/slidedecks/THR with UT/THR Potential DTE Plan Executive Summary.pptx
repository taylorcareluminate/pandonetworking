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Lst>
  <p:notesMasterIdLst>
    <p:notesMasterId r:id="rId19"/>
  </p:notesMasterIdLst>
  <p:sldIdLst>
    <p:sldId id="588" r:id="rId8"/>
    <p:sldId id="454" r:id="rId9"/>
    <p:sldId id="549" r:id="rId10"/>
    <p:sldId id="456" r:id="rId11"/>
    <p:sldId id="559" r:id="rId12"/>
    <p:sldId id="580" r:id="rId13"/>
    <p:sldId id="2145726870" r:id="rId14"/>
    <p:sldId id="2145726871" r:id="rId15"/>
    <p:sldId id="285" r:id="rId16"/>
    <p:sldId id="2145726872" r:id="rId17"/>
    <p:sldId id="472" r:id="rId18"/>
  </p:sldIdLst>
  <p:sldSz cx="12192000" cy="6858000"/>
  <p:notesSz cx="7315200" cy="9601200"/>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627"/>
    <a:srgbClr val="00539F"/>
    <a:srgbClr val="244F9A"/>
    <a:srgbClr val="30589B"/>
    <a:srgbClr val="2F5597"/>
    <a:srgbClr val="6087CE"/>
    <a:srgbClr val="4468A5"/>
    <a:srgbClr val="F2F2F2"/>
    <a:srgbClr val="C55A11"/>
    <a:srgbClr val="F424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23EEAD-02FB-4F49-9B20-52C9C5F1243B}" v="3" dt="2025-04-18T18:08:46.868"/>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88609" autoAdjust="0"/>
  </p:normalViewPr>
  <p:slideViewPr>
    <p:cSldViewPr snapToGrid="0">
      <p:cViewPr varScale="1">
        <p:scale>
          <a:sx n="98" d="100"/>
          <a:sy n="98" d="100"/>
        </p:scale>
        <p:origin x="996" y="84"/>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3.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A010B9D1-4D9C-4FB0-A4D4-FD8A9EBC78C7}"/>
    <pc:docChg chg="delSld modSld delMainMaster">
      <pc:chgData name="Taylor Davis" userId="5c9e72a0-c39f-4aa1-9d7d-64125e78cbe6" providerId="ADAL" clId="{A010B9D1-4D9C-4FB0-A4D4-FD8A9EBC78C7}" dt="2025-02-25T00:23:37.141" v="7" actId="20577"/>
      <pc:docMkLst>
        <pc:docMk/>
      </pc:docMkLst>
      <pc:sldChg chg="del">
        <pc:chgData name="Taylor Davis" userId="5c9e72a0-c39f-4aa1-9d7d-64125e78cbe6" providerId="ADAL" clId="{A010B9D1-4D9C-4FB0-A4D4-FD8A9EBC78C7}" dt="2025-02-25T00:23:23.431" v="4" actId="47"/>
        <pc:sldMkLst>
          <pc:docMk/>
          <pc:sldMk cId="0" sldId="256"/>
        </pc:sldMkLst>
      </pc:sldChg>
      <pc:sldChg chg="del">
        <pc:chgData name="Taylor Davis" userId="5c9e72a0-c39f-4aa1-9d7d-64125e78cbe6" providerId="ADAL" clId="{A010B9D1-4D9C-4FB0-A4D4-FD8A9EBC78C7}" dt="2025-02-25T00:23:10.292" v="2" actId="47"/>
        <pc:sldMkLst>
          <pc:docMk/>
          <pc:sldMk cId="3543401867" sldId="281"/>
        </pc:sldMkLst>
      </pc:sldChg>
      <pc:sldChg chg="del">
        <pc:chgData name="Taylor Davis" userId="5c9e72a0-c39f-4aa1-9d7d-64125e78cbe6" providerId="ADAL" clId="{A010B9D1-4D9C-4FB0-A4D4-FD8A9EBC78C7}" dt="2025-02-25T00:23:10.292" v="2" actId="47"/>
        <pc:sldMkLst>
          <pc:docMk/>
          <pc:sldMk cId="2605732402" sldId="283"/>
        </pc:sldMkLst>
      </pc:sldChg>
      <pc:sldChg chg="modNotesTx">
        <pc:chgData name="Taylor Davis" userId="5c9e72a0-c39f-4aa1-9d7d-64125e78cbe6" providerId="ADAL" clId="{A010B9D1-4D9C-4FB0-A4D4-FD8A9EBC78C7}" dt="2025-02-25T00:23:29.087" v="5" actId="6549"/>
        <pc:sldMkLst>
          <pc:docMk/>
          <pc:sldMk cId="514031403" sldId="285"/>
        </pc:sldMkLst>
      </pc:sldChg>
      <pc:sldChg chg="del">
        <pc:chgData name="Taylor Davis" userId="5c9e72a0-c39f-4aa1-9d7d-64125e78cbe6" providerId="ADAL" clId="{A010B9D1-4D9C-4FB0-A4D4-FD8A9EBC78C7}" dt="2025-02-25T00:23:23.431" v="4" actId="47"/>
        <pc:sldMkLst>
          <pc:docMk/>
          <pc:sldMk cId="211951504" sldId="325"/>
        </pc:sldMkLst>
      </pc:sldChg>
      <pc:sldChg chg="del">
        <pc:chgData name="Taylor Davis" userId="5c9e72a0-c39f-4aa1-9d7d-64125e78cbe6" providerId="ADAL" clId="{A010B9D1-4D9C-4FB0-A4D4-FD8A9EBC78C7}" dt="2025-02-25T00:23:23.431" v="4" actId="47"/>
        <pc:sldMkLst>
          <pc:docMk/>
          <pc:sldMk cId="225422285" sldId="326"/>
        </pc:sldMkLst>
      </pc:sldChg>
      <pc:sldChg chg="del">
        <pc:chgData name="Taylor Davis" userId="5c9e72a0-c39f-4aa1-9d7d-64125e78cbe6" providerId="ADAL" clId="{A010B9D1-4D9C-4FB0-A4D4-FD8A9EBC78C7}" dt="2025-02-25T00:22:56.837" v="0" actId="47"/>
        <pc:sldMkLst>
          <pc:docMk/>
          <pc:sldMk cId="4059548579" sldId="452"/>
        </pc:sldMkLst>
      </pc:sldChg>
      <pc:sldChg chg="del">
        <pc:chgData name="Taylor Davis" userId="5c9e72a0-c39f-4aa1-9d7d-64125e78cbe6" providerId="ADAL" clId="{A010B9D1-4D9C-4FB0-A4D4-FD8A9EBC78C7}" dt="2025-02-25T00:23:10.292" v="2" actId="47"/>
        <pc:sldMkLst>
          <pc:docMk/>
          <pc:sldMk cId="3958060990" sldId="458"/>
        </pc:sldMkLst>
      </pc:sldChg>
      <pc:sldChg chg="del">
        <pc:chgData name="Taylor Davis" userId="5c9e72a0-c39f-4aa1-9d7d-64125e78cbe6" providerId="ADAL" clId="{A010B9D1-4D9C-4FB0-A4D4-FD8A9EBC78C7}" dt="2025-02-25T00:22:56.837" v="0" actId="47"/>
        <pc:sldMkLst>
          <pc:docMk/>
          <pc:sldMk cId="1714126014" sldId="466"/>
        </pc:sldMkLst>
      </pc:sldChg>
      <pc:sldChg chg="del">
        <pc:chgData name="Taylor Davis" userId="5c9e72a0-c39f-4aa1-9d7d-64125e78cbe6" providerId="ADAL" clId="{A010B9D1-4D9C-4FB0-A4D4-FD8A9EBC78C7}" dt="2025-02-25T00:23:10.292" v="2" actId="47"/>
        <pc:sldMkLst>
          <pc:docMk/>
          <pc:sldMk cId="2680122054" sldId="469"/>
        </pc:sldMkLst>
      </pc:sldChg>
      <pc:sldChg chg="del">
        <pc:chgData name="Taylor Davis" userId="5c9e72a0-c39f-4aa1-9d7d-64125e78cbe6" providerId="ADAL" clId="{A010B9D1-4D9C-4FB0-A4D4-FD8A9EBC78C7}" dt="2025-02-25T00:23:10.292" v="2" actId="47"/>
        <pc:sldMkLst>
          <pc:docMk/>
          <pc:sldMk cId="3325436177" sldId="489"/>
        </pc:sldMkLst>
      </pc:sldChg>
      <pc:sldChg chg="del">
        <pc:chgData name="Taylor Davis" userId="5c9e72a0-c39f-4aa1-9d7d-64125e78cbe6" providerId="ADAL" clId="{A010B9D1-4D9C-4FB0-A4D4-FD8A9EBC78C7}" dt="2025-02-25T00:23:23.431" v="4" actId="47"/>
        <pc:sldMkLst>
          <pc:docMk/>
          <pc:sldMk cId="2660124243" sldId="491"/>
        </pc:sldMkLst>
      </pc:sldChg>
      <pc:sldChg chg="del">
        <pc:chgData name="Taylor Davis" userId="5c9e72a0-c39f-4aa1-9d7d-64125e78cbe6" providerId="ADAL" clId="{A010B9D1-4D9C-4FB0-A4D4-FD8A9EBC78C7}" dt="2025-02-25T00:23:23.431" v="4" actId="47"/>
        <pc:sldMkLst>
          <pc:docMk/>
          <pc:sldMk cId="3144192130" sldId="498"/>
        </pc:sldMkLst>
      </pc:sldChg>
      <pc:sldChg chg="del">
        <pc:chgData name="Taylor Davis" userId="5c9e72a0-c39f-4aa1-9d7d-64125e78cbe6" providerId="ADAL" clId="{A010B9D1-4D9C-4FB0-A4D4-FD8A9EBC78C7}" dt="2025-02-25T00:23:10.292" v="2" actId="47"/>
        <pc:sldMkLst>
          <pc:docMk/>
          <pc:sldMk cId="2203540903" sldId="499"/>
        </pc:sldMkLst>
      </pc:sldChg>
      <pc:sldChg chg="del">
        <pc:chgData name="Taylor Davis" userId="5c9e72a0-c39f-4aa1-9d7d-64125e78cbe6" providerId="ADAL" clId="{A010B9D1-4D9C-4FB0-A4D4-FD8A9EBC78C7}" dt="2025-02-25T00:23:10.292" v="2" actId="47"/>
        <pc:sldMkLst>
          <pc:docMk/>
          <pc:sldMk cId="500461553" sldId="521"/>
        </pc:sldMkLst>
      </pc:sldChg>
      <pc:sldChg chg="del">
        <pc:chgData name="Taylor Davis" userId="5c9e72a0-c39f-4aa1-9d7d-64125e78cbe6" providerId="ADAL" clId="{A010B9D1-4D9C-4FB0-A4D4-FD8A9EBC78C7}" dt="2025-02-25T00:23:19.274" v="3" actId="47"/>
        <pc:sldMkLst>
          <pc:docMk/>
          <pc:sldMk cId="36791873" sldId="525"/>
        </pc:sldMkLst>
      </pc:sldChg>
      <pc:sldChg chg="modSp mod">
        <pc:chgData name="Taylor Davis" userId="5c9e72a0-c39f-4aa1-9d7d-64125e78cbe6" providerId="ADAL" clId="{A010B9D1-4D9C-4FB0-A4D4-FD8A9EBC78C7}" dt="2025-02-25T00:23:37.141" v="7" actId="20577"/>
        <pc:sldMkLst>
          <pc:docMk/>
          <pc:sldMk cId="1419816550" sldId="536"/>
        </pc:sldMkLst>
        <pc:spChg chg="mod">
          <ac:chgData name="Taylor Davis" userId="5c9e72a0-c39f-4aa1-9d7d-64125e78cbe6" providerId="ADAL" clId="{A010B9D1-4D9C-4FB0-A4D4-FD8A9EBC78C7}" dt="2025-02-25T00:23:37.141" v="7" actId="20577"/>
          <ac:spMkLst>
            <pc:docMk/>
            <pc:sldMk cId="1419816550" sldId="536"/>
            <ac:spMk id="8" creationId="{C690F22E-C9CA-61DC-5584-149573110610}"/>
          </ac:spMkLst>
        </pc:spChg>
      </pc:sldChg>
      <pc:sldChg chg="del">
        <pc:chgData name="Taylor Davis" userId="5c9e72a0-c39f-4aa1-9d7d-64125e78cbe6" providerId="ADAL" clId="{A010B9D1-4D9C-4FB0-A4D4-FD8A9EBC78C7}" dt="2025-02-25T00:23:01.515" v="1" actId="47"/>
        <pc:sldMkLst>
          <pc:docMk/>
          <pc:sldMk cId="3470905217" sldId="558"/>
        </pc:sldMkLst>
      </pc:sldChg>
      <pc:sldChg chg="del">
        <pc:chgData name="Taylor Davis" userId="5c9e72a0-c39f-4aa1-9d7d-64125e78cbe6" providerId="ADAL" clId="{A010B9D1-4D9C-4FB0-A4D4-FD8A9EBC78C7}" dt="2025-02-25T00:23:10.292" v="2" actId="47"/>
        <pc:sldMkLst>
          <pc:docMk/>
          <pc:sldMk cId="4064752386" sldId="564"/>
        </pc:sldMkLst>
      </pc:sldChg>
      <pc:sldChg chg="del">
        <pc:chgData name="Taylor Davis" userId="5c9e72a0-c39f-4aa1-9d7d-64125e78cbe6" providerId="ADAL" clId="{A010B9D1-4D9C-4FB0-A4D4-FD8A9EBC78C7}" dt="2025-02-25T00:23:19.274" v="3" actId="47"/>
        <pc:sldMkLst>
          <pc:docMk/>
          <pc:sldMk cId="0" sldId="571"/>
        </pc:sldMkLst>
      </pc:sldChg>
      <pc:sldChg chg="del">
        <pc:chgData name="Taylor Davis" userId="5c9e72a0-c39f-4aa1-9d7d-64125e78cbe6" providerId="ADAL" clId="{A010B9D1-4D9C-4FB0-A4D4-FD8A9EBC78C7}" dt="2025-02-25T00:23:23.431" v="4" actId="47"/>
        <pc:sldMkLst>
          <pc:docMk/>
          <pc:sldMk cId="0" sldId="572"/>
        </pc:sldMkLst>
      </pc:sldChg>
      <pc:sldChg chg="del">
        <pc:chgData name="Taylor Davis" userId="5c9e72a0-c39f-4aa1-9d7d-64125e78cbe6" providerId="ADAL" clId="{A010B9D1-4D9C-4FB0-A4D4-FD8A9EBC78C7}" dt="2025-02-25T00:23:23.431" v="4" actId="47"/>
        <pc:sldMkLst>
          <pc:docMk/>
          <pc:sldMk cId="1064222983" sldId="574"/>
        </pc:sldMkLst>
      </pc:sldChg>
      <pc:sldChg chg="del">
        <pc:chgData name="Taylor Davis" userId="5c9e72a0-c39f-4aa1-9d7d-64125e78cbe6" providerId="ADAL" clId="{A010B9D1-4D9C-4FB0-A4D4-FD8A9EBC78C7}" dt="2025-02-25T00:23:23.431" v="4" actId="47"/>
        <pc:sldMkLst>
          <pc:docMk/>
          <pc:sldMk cId="3790917938" sldId="575"/>
        </pc:sldMkLst>
      </pc:sldChg>
      <pc:sldChg chg="del">
        <pc:chgData name="Taylor Davis" userId="5c9e72a0-c39f-4aa1-9d7d-64125e78cbe6" providerId="ADAL" clId="{A010B9D1-4D9C-4FB0-A4D4-FD8A9EBC78C7}" dt="2025-02-25T00:23:19.274" v="3" actId="47"/>
        <pc:sldMkLst>
          <pc:docMk/>
          <pc:sldMk cId="838631500" sldId="583"/>
        </pc:sldMkLst>
      </pc:sldChg>
      <pc:sldChg chg="del">
        <pc:chgData name="Taylor Davis" userId="5c9e72a0-c39f-4aa1-9d7d-64125e78cbe6" providerId="ADAL" clId="{A010B9D1-4D9C-4FB0-A4D4-FD8A9EBC78C7}" dt="2025-02-25T00:23:19.274" v="3" actId="47"/>
        <pc:sldMkLst>
          <pc:docMk/>
          <pc:sldMk cId="2011724879" sldId="585"/>
        </pc:sldMkLst>
      </pc:sldChg>
      <pc:sldChg chg="del">
        <pc:chgData name="Taylor Davis" userId="5c9e72a0-c39f-4aa1-9d7d-64125e78cbe6" providerId="ADAL" clId="{A010B9D1-4D9C-4FB0-A4D4-FD8A9EBC78C7}" dt="2025-02-25T00:23:10.292" v="2" actId="47"/>
        <pc:sldMkLst>
          <pc:docMk/>
          <pc:sldMk cId="4042275972" sldId="613"/>
        </pc:sldMkLst>
      </pc:sldChg>
      <pc:sldChg chg="del">
        <pc:chgData name="Taylor Davis" userId="5c9e72a0-c39f-4aa1-9d7d-64125e78cbe6" providerId="ADAL" clId="{A010B9D1-4D9C-4FB0-A4D4-FD8A9EBC78C7}" dt="2025-02-25T00:23:10.292" v="2" actId="47"/>
        <pc:sldMkLst>
          <pc:docMk/>
          <pc:sldMk cId="1281542618" sldId="614"/>
        </pc:sldMkLst>
      </pc:sldChg>
      <pc:sldChg chg="del">
        <pc:chgData name="Taylor Davis" userId="5c9e72a0-c39f-4aa1-9d7d-64125e78cbe6" providerId="ADAL" clId="{A010B9D1-4D9C-4FB0-A4D4-FD8A9EBC78C7}" dt="2025-02-25T00:23:10.292" v="2" actId="47"/>
        <pc:sldMkLst>
          <pc:docMk/>
          <pc:sldMk cId="2174952421" sldId="2145726856"/>
        </pc:sldMkLst>
      </pc:sldChg>
      <pc:sldChg chg="del">
        <pc:chgData name="Taylor Davis" userId="5c9e72a0-c39f-4aa1-9d7d-64125e78cbe6" providerId="ADAL" clId="{A010B9D1-4D9C-4FB0-A4D4-FD8A9EBC78C7}" dt="2025-02-25T00:23:10.292" v="2" actId="47"/>
        <pc:sldMkLst>
          <pc:docMk/>
          <pc:sldMk cId="4161310751" sldId="2145726857"/>
        </pc:sldMkLst>
      </pc:sldChg>
      <pc:sldChg chg="del">
        <pc:chgData name="Taylor Davis" userId="5c9e72a0-c39f-4aa1-9d7d-64125e78cbe6" providerId="ADAL" clId="{A010B9D1-4D9C-4FB0-A4D4-FD8A9EBC78C7}" dt="2025-02-25T00:23:10.292" v="2" actId="47"/>
        <pc:sldMkLst>
          <pc:docMk/>
          <pc:sldMk cId="1389453819" sldId="2145726859"/>
        </pc:sldMkLst>
      </pc:sldChg>
      <pc:sldChg chg="del">
        <pc:chgData name="Taylor Davis" userId="5c9e72a0-c39f-4aa1-9d7d-64125e78cbe6" providerId="ADAL" clId="{A010B9D1-4D9C-4FB0-A4D4-FD8A9EBC78C7}" dt="2025-02-25T00:23:19.274" v="3" actId="47"/>
        <pc:sldMkLst>
          <pc:docMk/>
          <pc:sldMk cId="0" sldId="2145726864"/>
        </pc:sldMkLst>
      </pc:sldChg>
      <pc:sldChg chg="del">
        <pc:chgData name="Taylor Davis" userId="5c9e72a0-c39f-4aa1-9d7d-64125e78cbe6" providerId="ADAL" clId="{A010B9D1-4D9C-4FB0-A4D4-FD8A9EBC78C7}" dt="2025-02-25T00:23:19.274" v="3" actId="47"/>
        <pc:sldMkLst>
          <pc:docMk/>
          <pc:sldMk cId="1010235892" sldId="2145726866"/>
        </pc:sldMkLst>
      </pc:sldChg>
      <pc:sldChg chg="del">
        <pc:chgData name="Taylor Davis" userId="5c9e72a0-c39f-4aa1-9d7d-64125e78cbe6" providerId="ADAL" clId="{A010B9D1-4D9C-4FB0-A4D4-FD8A9EBC78C7}" dt="2025-02-25T00:22:56.837" v="0" actId="47"/>
        <pc:sldMkLst>
          <pc:docMk/>
          <pc:sldMk cId="0" sldId="2145726867"/>
        </pc:sldMkLst>
      </pc:sldChg>
      <pc:sldChg chg="del">
        <pc:chgData name="Taylor Davis" userId="5c9e72a0-c39f-4aa1-9d7d-64125e78cbe6" providerId="ADAL" clId="{A010B9D1-4D9C-4FB0-A4D4-FD8A9EBC78C7}" dt="2025-02-25T00:23:19.274" v="3" actId="47"/>
        <pc:sldMkLst>
          <pc:docMk/>
          <pc:sldMk cId="4087636236" sldId="2145726868"/>
        </pc:sldMkLst>
      </pc:sldChg>
      <pc:sldChg chg="del">
        <pc:chgData name="Taylor Davis" userId="5c9e72a0-c39f-4aa1-9d7d-64125e78cbe6" providerId="ADAL" clId="{A010B9D1-4D9C-4FB0-A4D4-FD8A9EBC78C7}" dt="2025-02-25T00:22:56.837" v="0" actId="47"/>
        <pc:sldMkLst>
          <pc:docMk/>
          <pc:sldMk cId="3306748702" sldId="2145726869"/>
        </pc:sldMkLst>
      </pc:sldChg>
      <pc:sldMasterChg chg="del delSldLayout">
        <pc:chgData name="Taylor Davis" userId="5c9e72a0-c39f-4aa1-9d7d-64125e78cbe6" providerId="ADAL" clId="{A010B9D1-4D9C-4FB0-A4D4-FD8A9EBC78C7}" dt="2025-02-25T00:23:10.292" v="2" actId="47"/>
        <pc:sldMasterMkLst>
          <pc:docMk/>
          <pc:sldMasterMk cId="1265540980" sldId="2147483785"/>
        </pc:sldMasterMkLst>
        <pc:sldLayoutChg chg="del">
          <pc:chgData name="Taylor Davis" userId="5c9e72a0-c39f-4aa1-9d7d-64125e78cbe6" providerId="ADAL" clId="{A010B9D1-4D9C-4FB0-A4D4-FD8A9EBC78C7}" dt="2025-02-25T00:23:10.292" v="2" actId="47"/>
          <pc:sldLayoutMkLst>
            <pc:docMk/>
            <pc:sldMasterMk cId="1265540980" sldId="2147483785"/>
            <pc:sldLayoutMk cId="2498378428" sldId="2147483786"/>
          </pc:sldLayoutMkLst>
        </pc:sldLayoutChg>
        <pc:sldLayoutChg chg="del">
          <pc:chgData name="Taylor Davis" userId="5c9e72a0-c39f-4aa1-9d7d-64125e78cbe6" providerId="ADAL" clId="{A010B9D1-4D9C-4FB0-A4D4-FD8A9EBC78C7}" dt="2025-02-25T00:23:10.292" v="2" actId="47"/>
          <pc:sldLayoutMkLst>
            <pc:docMk/>
            <pc:sldMasterMk cId="1265540980" sldId="2147483785"/>
            <pc:sldLayoutMk cId="2601881731" sldId="2147483787"/>
          </pc:sldLayoutMkLst>
        </pc:sldLayoutChg>
        <pc:sldLayoutChg chg="del">
          <pc:chgData name="Taylor Davis" userId="5c9e72a0-c39f-4aa1-9d7d-64125e78cbe6" providerId="ADAL" clId="{A010B9D1-4D9C-4FB0-A4D4-FD8A9EBC78C7}" dt="2025-02-25T00:23:10.292" v="2" actId="47"/>
          <pc:sldLayoutMkLst>
            <pc:docMk/>
            <pc:sldMasterMk cId="1265540980" sldId="2147483785"/>
            <pc:sldLayoutMk cId="1562686733" sldId="2147483788"/>
          </pc:sldLayoutMkLst>
        </pc:sldLayoutChg>
        <pc:sldLayoutChg chg="del">
          <pc:chgData name="Taylor Davis" userId="5c9e72a0-c39f-4aa1-9d7d-64125e78cbe6" providerId="ADAL" clId="{A010B9D1-4D9C-4FB0-A4D4-FD8A9EBC78C7}" dt="2025-02-25T00:23:10.292" v="2" actId="47"/>
          <pc:sldLayoutMkLst>
            <pc:docMk/>
            <pc:sldMasterMk cId="1265540980" sldId="2147483785"/>
            <pc:sldLayoutMk cId="4003081434" sldId="2147483789"/>
          </pc:sldLayoutMkLst>
        </pc:sldLayoutChg>
        <pc:sldLayoutChg chg="del">
          <pc:chgData name="Taylor Davis" userId="5c9e72a0-c39f-4aa1-9d7d-64125e78cbe6" providerId="ADAL" clId="{A010B9D1-4D9C-4FB0-A4D4-FD8A9EBC78C7}" dt="2025-02-25T00:23:10.292" v="2" actId="47"/>
          <pc:sldLayoutMkLst>
            <pc:docMk/>
            <pc:sldMasterMk cId="1265540980" sldId="2147483785"/>
            <pc:sldLayoutMk cId="1910118790" sldId="2147483790"/>
          </pc:sldLayoutMkLst>
        </pc:sldLayoutChg>
        <pc:sldLayoutChg chg="del">
          <pc:chgData name="Taylor Davis" userId="5c9e72a0-c39f-4aa1-9d7d-64125e78cbe6" providerId="ADAL" clId="{A010B9D1-4D9C-4FB0-A4D4-FD8A9EBC78C7}" dt="2025-02-25T00:23:10.292" v="2" actId="47"/>
          <pc:sldLayoutMkLst>
            <pc:docMk/>
            <pc:sldMasterMk cId="1265540980" sldId="2147483785"/>
            <pc:sldLayoutMk cId="3711328393" sldId="2147483791"/>
          </pc:sldLayoutMkLst>
        </pc:sldLayoutChg>
        <pc:sldLayoutChg chg="del">
          <pc:chgData name="Taylor Davis" userId="5c9e72a0-c39f-4aa1-9d7d-64125e78cbe6" providerId="ADAL" clId="{A010B9D1-4D9C-4FB0-A4D4-FD8A9EBC78C7}" dt="2025-02-25T00:23:10.292" v="2" actId="47"/>
          <pc:sldLayoutMkLst>
            <pc:docMk/>
            <pc:sldMasterMk cId="1265540980" sldId="2147483785"/>
            <pc:sldLayoutMk cId="1423940963" sldId="2147483792"/>
          </pc:sldLayoutMkLst>
        </pc:sldLayoutChg>
        <pc:sldLayoutChg chg="del">
          <pc:chgData name="Taylor Davis" userId="5c9e72a0-c39f-4aa1-9d7d-64125e78cbe6" providerId="ADAL" clId="{A010B9D1-4D9C-4FB0-A4D4-FD8A9EBC78C7}" dt="2025-02-25T00:23:10.292" v="2" actId="47"/>
          <pc:sldLayoutMkLst>
            <pc:docMk/>
            <pc:sldMasterMk cId="1265540980" sldId="2147483785"/>
            <pc:sldLayoutMk cId="4032606110" sldId="2147483793"/>
          </pc:sldLayoutMkLst>
        </pc:sldLayoutChg>
        <pc:sldLayoutChg chg="del">
          <pc:chgData name="Taylor Davis" userId="5c9e72a0-c39f-4aa1-9d7d-64125e78cbe6" providerId="ADAL" clId="{A010B9D1-4D9C-4FB0-A4D4-FD8A9EBC78C7}" dt="2025-02-25T00:23:10.292" v="2" actId="47"/>
          <pc:sldLayoutMkLst>
            <pc:docMk/>
            <pc:sldMasterMk cId="1265540980" sldId="2147483785"/>
            <pc:sldLayoutMk cId="2254392230" sldId="2147483794"/>
          </pc:sldLayoutMkLst>
        </pc:sldLayoutChg>
        <pc:sldLayoutChg chg="del">
          <pc:chgData name="Taylor Davis" userId="5c9e72a0-c39f-4aa1-9d7d-64125e78cbe6" providerId="ADAL" clId="{A010B9D1-4D9C-4FB0-A4D4-FD8A9EBC78C7}" dt="2025-02-25T00:23:10.292" v="2" actId="47"/>
          <pc:sldLayoutMkLst>
            <pc:docMk/>
            <pc:sldMasterMk cId="1265540980" sldId="2147483785"/>
            <pc:sldLayoutMk cId="1920540095" sldId="2147483795"/>
          </pc:sldLayoutMkLst>
        </pc:sldLayoutChg>
        <pc:sldLayoutChg chg="del">
          <pc:chgData name="Taylor Davis" userId="5c9e72a0-c39f-4aa1-9d7d-64125e78cbe6" providerId="ADAL" clId="{A010B9D1-4D9C-4FB0-A4D4-FD8A9EBC78C7}" dt="2025-02-25T00:23:10.292" v="2" actId="47"/>
          <pc:sldLayoutMkLst>
            <pc:docMk/>
            <pc:sldMasterMk cId="1265540980" sldId="2147483785"/>
            <pc:sldLayoutMk cId="4278865784" sldId="2147483796"/>
          </pc:sldLayoutMkLst>
        </pc:sldLayoutChg>
      </pc:sldMasterChg>
      <pc:sldMasterChg chg="del delSldLayout">
        <pc:chgData name="Taylor Davis" userId="5c9e72a0-c39f-4aa1-9d7d-64125e78cbe6" providerId="ADAL" clId="{A010B9D1-4D9C-4FB0-A4D4-FD8A9EBC78C7}" dt="2025-02-25T00:23:10.292" v="2" actId="47"/>
        <pc:sldMasterMkLst>
          <pc:docMk/>
          <pc:sldMasterMk cId="3563936643" sldId="2147483797"/>
        </pc:sldMasterMkLst>
        <pc:sldLayoutChg chg="del">
          <pc:chgData name="Taylor Davis" userId="5c9e72a0-c39f-4aa1-9d7d-64125e78cbe6" providerId="ADAL" clId="{A010B9D1-4D9C-4FB0-A4D4-FD8A9EBC78C7}" dt="2025-02-25T00:23:10.292" v="2" actId="47"/>
          <pc:sldLayoutMkLst>
            <pc:docMk/>
            <pc:sldMasterMk cId="3563936643" sldId="2147483797"/>
            <pc:sldLayoutMk cId="2824293841" sldId="2147483798"/>
          </pc:sldLayoutMkLst>
        </pc:sldLayoutChg>
        <pc:sldLayoutChg chg="del">
          <pc:chgData name="Taylor Davis" userId="5c9e72a0-c39f-4aa1-9d7d-64125e78cbe6" providerId="ADAL" clId="{A010B9D1-4D9C-4FB0-A4D4-FD8A9EBC78C7}" dt="2025-02-25T00:23:10.292" v="2" actId="47"/>
          <pc:sldLayoutMkLst>
            <pc:docMk/>
            <pc:sldMasterMk cId="3563936643" sldId="2147483797"/>
            <pc:sldLayoutMk cId="150421858" sldId="2147483799"/>
          </pc:sldLayoutMkLst>
        </pc:sldLayoutChg>
        <pc:sldLayoutChg chg="del">
          <pc:chgData name="Taylor Davis" userId="5c9e72a0-c39f-4aa1-9d7d-64125e78cbe6" providerId="ADAL" clId="{A010B9D1-4D9C-4FB0-A4D4-FD8A9EBC78C7}" dt="2025-02-25T00:23:10.292" v="2" actId="47"/>
          <pc:sldLayoutMkLst>
            <pc:docMk/>
            <pc:sldMasterMk cId="3563936643" sldId="2147483797"/>
            <pc:sldLayoutMk cId="2298163207" sldId="2147483800"/>
          </pc:sldLayoutMkLst>
        </pc:sldLayoutChg>
        <pc:sldLayoutChg chg="del">
          <pc:chgData name="Taylor Davis" userId="5c9e72a0-c39f-4aa1-9d7d-64125e78cbe6" providerId="ADAL" clId="{A010B9D1-4D9C-4FB0-A4D4-FD8A9EBC78C7}" dt="2025-02-25T00:23:10.292" v="2" actId="47"/>
          <pc:sldLayoutMkLst>
            <pc:docMk/>
            <pc:sldMasterMk cId="3563936643" sldId="2147483797"/>
            <pc:sldLayoutMk cId="1991304296" sldId="2147483801"/>
          </pc:sldLayoutMkLst>
        </pc:sldLayoutChg>
        <pc:sldLayoutChg chg="del">
          <pc:chgData name="Taylor Davis" userId="5c9e72a0-c39f-4aa1-9d7d-64125e78cbe6" providerId="ADAL" clId="{A010B9D1-4D9C-4FB0-A4D4-FD8A9EBC78C7}" dt="2025-02-25T00:23:10.292" v="2" actId="47"/>
          <pc:sldLayoutMkLst>
            <pc:docMk/>
            <pc:sldMasterMk cId="3563936643" sldId="2147483797"/>
            <pc:sldLayoutMk cId="1121920882" sldId="2147483802"/>
          </pc:sldLayoutMkLst>
        </pc:sldLayoutChg>
        <pc:sldLayoutChg chg="del">
          <pc:chgData name="Taylor Davis" userId="5c9e72a0-c39f-4aa1-9d7d-64125e78cbe6" providerId="ADAL" clId="{A010B9D1-4D9C-4FB0-A4D4-FD8A9EBC78C7}" dt="2025-02-25T00:23:10.292" v="2" actId="47"/>
          <pc:sldLayoutMkLst>
            <pc:docMk/>
            <pc:sldMasterMk cId="3563936643" sldId="2147483797"/>
            <pc:sldLayoutMk cId="2885874120" sldId="2147483803"/>
          </pc:sldLayoutMkLst>
        </pc:sldLayoutChg>
        <pc:sldLayoutChg chg="del">
          <pc:chgData name="Taylor Davis" userId="5c9e72a0-c39f-4aa1-9d7d-64125e78cbe6" providerId="ADAL" clId="{A010B9D1-4D9C-4FB0-A4D4-FD8A9EBC78C7}" dt="2025-02-25T00:23:10.292" v="2" actId="47"/>
          <pc:sldLayoutMkLst>
            <pc:docMk/>
            <pc:sldMasterMk cId="3563936643" sldId="2147483797"/>
            <pc:sldLayoutMk cId="1906534417" sldId="2147483804"/>
          </pc:sldLayoutMkLst>
        </pc:sldLayoutChg>
        <pc:sldLayoutChg chg="del">
          <pc:chgData name="Taylor Davis" userId="5c9e72a0-c39f-4aa1-9d7d-64125e78cbe6" providerId="ADAL" clId="{A010B9D1-4D9C-4FB0-A4D4-FD8A9EBC78C7}" dt="2025-02-25T00:23:10.292" v="2" actId="47"/>
          <pc:sldLayoutMkLst>
            <pc:docMk/>
            <pc:sldMasterMk cId="3563936643" sldId="2147483797"/>
            <pc:sldLayoutMk cId="491300616" sldId="2147483805"/>
          </pc:sldLayoutMkLst>
        </pc:sldLayoutChg>
        <pc:sldLayoutChg chg="del">
          <pc:chgData name="Taylor Davis" userId="5c9e72a0-c39f-4aa1-9d7d-64125e78cbe6" providerId="ADAL" clId="{A010B9D1-4D9C-4FB0-A4D4-FD8A9EBC78C7}" dt="2025-02-25T00:23:10.292" v="2" actId="47"/>
          <pc:sldLayoutMkLst>
            <pc:docMk/>
            <pc:sldMasterMk cId="3563936643" sldId="2147483797"/>
            <pc:sldLayoutMk cId="2921565179" sldId="2147483806"/>
          </pc:sldLayoutMkLst>
        </pc:sldLayoutChg>
        <pc:sldLayoutChg chg="del">
          <pc:chgData name="Taylor Davis" userId="5c9e72a0-c39f-4aa1-9d7d-64125e78cbe6" providerId="ADAL" clId="{A010B9D1-4D9C-4FB0-A4D4-FD8A9EBC78C7}" dt="2025-02-25T00:23:10.292" v="2" actId="47"/>
          <pc:sldLayoutMkLst>
            <pc:docMk/>
            <pc:sldMasterMk cId="3563936643" sldId="2147483797"/>
            <pc:sldLayoutMk cId="1159210513" sldId="2147483807"/>
          </pc:sldLayoutMkLst>
        </pc:sldLayoutChg>
        <pc:sldLayoutChg chg="del">
          <pc:chgData name="Taylor Davis" userId="5c9e72a0-c39f-4aa1-9d7d-64125e78cbe6" providerId="ADAL" clId="{A010B9D1-4D9C-4FB0-A4D4-FD8A9EBC78C7}" dt="2025-02-25T00:23:10.292" v="2" actId="47"/>
          <pc:sldLayoutMkLst>
            <pc:docMk/>
            <pc:sldMasterMk cId="3563936643" sldId="2147483797"/>
            <pc:sldLayoutMk cId="1217176151" sldId="2147483808"/>
          </pc:sldLayoutMkLst>
        </pc:sldLayoutChg>
        <pc:sldLayoutChg chg="del">
          <pc:chgData name="Taylor Davis" userId="5c9e72a0-c39f-4aa1-9d7d-64125e78cbe6" providerId="ADAL" clId="{A010B9D1-4D9C-4FB0-A4D4-FD8A9EBC78C7}" dt="2025-02-25T00:23:10.292" v="2" actId="47"/>
          <pc:sldLayoutMkLst>
            <pc:docMk/>
            <pc:sldMasterMk cId="3563936643" sldId="2147483797"/>
            <pc:sldLayoutMk cId="895843817" sldId="2147483809"/>
          </pc:sldLayoutMkLst>
        </pc:sldLayoutChg>
        <pc:sldLayoutChg chg="del">
          <pc:chgData name="Taylor Davis" userId="5c9e72a0-c39f-4aa1-9d7d-64125e78cbe6" providerId="ADAL" clId="{A010B9D1-4D9C-4FB0-A4D4-FD8A9EBC78C7}" dt="2025-02-25T00:23:10.292" v="2" actId="47"/>
          <pc:sldLayoutMkLst>
            <pc:docMk/>
            <pc:sldMasterMk cId="3563936643" sldId="2147483797"/>
            <pc:sldLayoutMk cId="684719445" sldId="2147483810"/>
          </pc:sldLayoutMkLst>
        </pc:sldLayoutChg>
        <pc:sldLayoutChg chg="del">
          <pc:chgData name="Taylor Davis" userId="5c9e72a0-c39f-4aa1-9d7d-64125e78cbe6" providerId="ADAL" clId="{A010B9D1-4D9C-4FB0-A4D4-FD8A9EBC78C7}" dt="2025-02-25T00:23:10.292" v="2" actId="47"/>
          <pc:sldLayoutMkLst>
            <pc:docMk/>
            <pc:sldMasterMk cId="3563936643" sldId="2147483797"/>
            <pc:sldLayoutMk cId="2530460957" sldId="2147483811"/>
          </pc:sldLayoutMkLst>
        </pc:sldLayoutChg>
      </pc:sldMasterChg>
    </pc:docChg>
  </pc:docChgLst>
  <pc:docChgLst>
    <pc:chgData name="Taylor Davis" userId="5c9e72a0-c39f-4aa1-9d7d-64125e78cbe6" providerId="ADAL" clId="{9123EEAD-02FB-4F49-9B20-52C9C5F1243B}"/>
    <pc:docChg chg="addSld delSld modSld">
      <pc:chgData name="Taylor Davis" userId="5c9e72a0-c39f-4aa1-9d7d-64125e78cbe6" providerId="ADAL" clId="{9123EEAD-02FB-4F49-9B20-52C9C5F1243B}" dt="2025-04-18T18:08:52.282" v="6" actId="20577"/>
      <pc:docMkLst>
        <pc:docMk/>
      </pc:docMkLst>
      <pc:sldChg chg="del">
        <pc:chgData name="Taylor Davis" userId="5c9e72a0-c39f-4aa1-9d7d-64125e78cbe6" providerId="ADAL" clId="{9123EEAD-02FB-4F49-9B20-52C9C5F1243B}" dt="2025-04-18T18:08:49.342" v="5" actId="47"/>
        <pc:sldMkLst>
          <pc:docMk/>
          <pc:sldMk cId="1419816550" sldId="536"/>
        </pc:sldMkLst>
      </pc:sldChg>
      <pc:sldChg chg="del">
        <pc:chgData name="Taylor Davis" userId="5c9e72a0-c39f-4aa1-9d7d-64125e78cbe6" providerId="ADAL" clId="{9123EEAD-02FB-4F49-9B20-52C9C5F1243B}" dt="2025-04-18T18:08:26.380" v="3" actId="47"/>
        <pc:sldMkLst>
          <pc:docMk/>
          <pc:sldMk cId="315794589" sldId="548"/>
        </pc:sldMkLst>
      </pc:sldChg>
      <pc:sldChg chg="del">
        <pc:chgData name="Taylor Davis" userId="5c9e72a0-c39f-4aa1-9d7d-64125e78cbe6" providerId="ADAL" clId="{9123EEAD-02FB-4F49-9B20-52C9C5F1243B}" dt="2025-04-18T18:08:20.090" v="1" actId="47"/>
        <pc:sldMkLst>
          <pc:docMk/>
          <pc:sldMk cId="4294051359" sldId="582"/>
        </pc:sldMkLst>
      </pc:sldChg>
      <pc:sldChg chg="add">
        <pc:chgData name="Taylor Davis" userId="5c9e72a0-c39f-4aa1-9d7d-64125e78cbe6" providerId="ADAL" clId="{9123EEAD-02FB-4F49-9B20-52C9C5F1243B}" dt="2025-04-18T18:08:18.502" v="0"/>
        <pc:sldMkLst>
          <pc:docMk/>
          <pc:sldMk cId="1712806109" sldId="2145726870"/>
        </pc:sldMkLst>
      </pc:sldChg>
      <pc:sldChg chg="add">
        <pc:chgData name="Taylor Davis" userId="5c9e72a0-c39f-4aa1-9d7d-64125e78cbe6" providerId="ADAL" clId="{9123EEAD-02FB-4F49-9B20-52C9C5F1243B}" dt="2025-04-18T18:08:24.861" v="2"/>
        <pc:sldMkLst>
          <pc:docMk/>
          <pc:sldMk cId="3782511129" sldId="2145726871"/>
        </pc:sldMkLst>
      </pc:sldChg>
      <pc:sldChg chg="modSp add mod">
        <pc:chgData name="Taylor Davis" userId="5c9e72a0-c39f-4aa1-9d7d-64125e78cbe6" providerId="ADAL" clId="{9123EEAD-02FB-4F49-9B20-52C9C5F1243B}" dt="2025-04-18T18:08:52.282" v="6" actId="20577"/>
        <pc:sldMkLst>
          <pc:docMk/>
          <pc:sldMk cId="2163221074" sldId="2145726872"/>
        </pc:sldMkLst>
        <pc:spChg chg="mod">
          <ac:chgData name="Taylor Davis" userId="5c9e72a0-c39f-4aa1-9d7d-64125e78cbe6" providerId="ADAL" clId="{9123EEAD-02FB-4F49-9B20-52C9C5F1243B}" dt="2025-04-18T18:08:52.282" v="6" actId="20577"/>
          <ac:spMkLst>
            <pc:docMk/>
            <pc:sldMk cId="2163221074" sldId="2145726872"/>
            <ac:spMk id="15" creationId="{D6472C71-D9E7-1084-0583-AF12F3685D0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4/18/2025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7</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4/18/2025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4/18/2025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4/18/2025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4/18/2025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4/18/2025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4/18/2025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4/18/2025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4/18/2025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4/18/2025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4/18/2025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4/18/2025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4/18/2025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4/18/2025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4/18/2025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4/18/2025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4/18/2025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4/18/2025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4/18/2025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4/18/2025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4/18/2025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4/18/2025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4/18/2025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4/18/2025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4/18/2025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4/18/2025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4/18/2025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4/18/2025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4/18/2025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4/18/2025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4/18/2025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4/18/2025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4/18/2025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4/18/2025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4/18/2025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4/18/2025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4/18/2025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Layout" Target="../diagrams/layout1.xml"/><Relationship Id="rId7" Type="http://schemas.openxmlformats.org/officeDocument/2006/relationships/image" Target="../media/image13.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28.xml"/><Relationship Id="rId6" Type="http://schemas.openxmlformats.org/officeDocument/2006/relationships/image" Target="../media/image21.emf"/><Relationship Id="rId5" Type="http://schemas.openxmlformats.org/officeDocument/2006/relationships/image" Target="../media/image20.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jpeg"/><Relationship Id="rId1" Type="http://schemas.openxmlformats.org/officeDocument/2006/relationships/slideLayout" Target="../slideLayouts/slideLayout6.xml"/><Relationship Id="rId6" Type="http://schemas.openxmlformats.org/officeDocument/2006/relationships/image" Target="../media/image26.svg"/><Relationship Id="rId11" Type="http://schemas.openxmlformats.org/officeDocument/2006/relationships/image" Target="../media/image10.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20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THR DTE Health Plan</a:t>
            </a:r>
            <a:r>
              <a:rPr lang="en-US" sz="1200" kern="0" spc="53" dirty="0">
                <a:solidFill>
                  <a:srgbClr val="FFFFFF">
                    <a:alpha val="80000"/>
                  </a:srgbClr>
                </a:solidFill>
                <a:latin typeface="Montserrat"/>
                <a:ea typeface="Jost*"/>
                <a:cs typeface="Jost*" pitchFamily="34" charset="-120"/>
              </a:rPr>
              <a:t> in Partnership With University of Texas</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269642" y="1309884"/>
            <a:ext cx="7385523" cy="5170646"/>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Tier 1: Texas health resources and </a:t>
            </a:r>
            <a:r>
              <a:rPr lang="en-US" sz="1600" b="1" cap="all" dirty="0" err="1">
                <a:solidFill>
                  <a:srgbClr val="000B2E"/>
                </a:solidFill>
                <a:latin typeface="Montserrat" panose="00000500000000000000" pitchFamily="2" charset="0"/>
              </a:rPr>
              <a:t>ut</a:t>
            </a:r>
            <a:r>
              <a:rPr lang="en-US" sz="1600" b="1" cap="all" dirty="0">
                <a:solidFill>
                  <a:srgbClr val="000B2E"/>
                </a:solidFill>
                <a:latin typeface="Montserrat" panose="00000500000000000000" pitchFamily="2" charset="0"/>
              </a:rPr>
              <a:t> </a:t>
            </a:r>
            <a:r>
              <a:rPr lang="en-US" sz="1600" b="1" cap="all" dirty="0" err="1">
                <a:solidFill>
                  <a:srgbClr val="000B2E"/>
                </a:solidFill>
                <a:latin typeface="Montserrat" panose="00000500000000000000" pitchFamily="2" charset="0"/>
              </a:rPr>
              <a:t>sOUTHWESTERN</a:t>
            </a:r>
            <a:endParaRPr lang="en-US" sz="1600" b="1" cap="all" dirty="0">
              <a:solidFill>
                <a:srgbClr val="000B2E"/>
              </a:solidFill>
              <a:latin typeface="Montserrat" panose="00000500000000000000" pitchFamily="2" charset="0"/>
            </a:endParaRP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Texas Health Resources’s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University of Texas is also included as Tier 1.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Texas Health Resources</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27691" y="3906425"/>
            <a:ext cx="1042416" cy="547989"/>
          </a:xfrm>
          <a:prstGeom prst="rect">
            <a:avLst/>
          </a:prstGeom>
        </p:spPr>
      </p:pic>
      <p:sp>
        <p:nvSpPr>
          <p:cNvPr id="9" name="Title 1">
            <a:extLst>
              <a:ext uri="{FF2B5EF4-FFF2-40B4-BE49-F238E27FC236}">
                <a16:creationId xmlns:a16="http://schemas.microsoft.com/office/drawing/2014/main" id="{13EE9124-B8B9-6B96-FA3E-8989B6CD7D09}"/>
              </a:ext>
            </a:extLst>
          </p:cNvPr>
          <p:cNvSpPr txBox="1">
            <a:spLocks/>
          </p:cNvSpPr>
          <p:nvPr/>
        </p:nvSpPr>
        <p:spPr>
          <a:xfrm>
            <a:off x="34696" y="-15679"/>
            <a:ext cx="11515725"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000" b="1" kern="1200" spc="150" baseline="0">
                <a:solidFill>
                  <a:schemeClr val="tx1"/>
                </a:solidFill>
                <a:latin typeface="Montserrat" panose="00000500000000000000" pitchFamily="2" charset="0"/>
                <a:ea typeface="+mj-ea"/>
                <a:cs typeface="Arial" panose="020B0604020202020204" pitchFamily="34" charset="0"/>
              </a:defRPr>
            </a:lvl1pPr>
          </a:lstStyle>
          <a:p>
            <a:r>
              <a:rPr lang="en-US" sz="3200" b="0" dirty="0">
                <a:solidFill>
                  <a:schemeClr val="tx1">
                    <a:lumMod val="75000"/>
                    <a:lumOff val="25000"/>
                  </a:schemeClr>
                </a:solidFill>
              </a:rPr>
              <a:t>PROPOSED NETWORK: THR AND UT</a:t>
            </a:r>
          </a:p>
        </p:txBody>
      </p:sp>
      <p:pic>
        <p:nvPicPr>
          <p:cNvPr id="1026" name="Picture 2" descr="UT Southwestern Logos | UT Southwestern ...">
            <a:extLst>
              <a:ext uri="{FF2B5EF4-FFF2-40B4-BE49-F238E27FC236}">
                <a16:creationId xmlns:a16="http://schemas.microsoft.com/office/drawing/2014/main" id="{DFF922C6-F663-F900-1A35-BA65E3F34A3B}"/>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61540" y="4441404"/>
            <a:ext cx="1196056" cy="36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126459" y="1355331"/>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        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12,000+ Employers           1.7M</a:t>
            </a:r>
            <a:r>
              <a:rPr lang="en-US" sz="1600" spc="200" dirty="0">
                <a:latin typeface="Montserrat" panose="00000500000000000000" pitchFamily="2" charset="0"/>
                <a:cs typeface="+mj-cs"/>
                <a:sym typeface="Wingdings" panose="05000000000000000000" pitchFamily="2" charset="2"/>
              </a:rPr>
              <a:t>+ Employees        3.1M+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101278616"/>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6,061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2,761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1,835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1,021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369</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302</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454,600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414,200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550,500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714,700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738,000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1,812,000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818,300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745,600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990,900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1,286,500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1,328,400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3,261,600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673763" y="1856792"/>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Texas Health Resources service area in Bosque, Collin, Comanche, Cooke, Dallas, Denton, Eastland, Ellis, Erath, Grayson, Hamilton, Henderson, Hill, Hood, Hunt, Johnson, Kaufman, Navarro, Palo Pinto, Parker, Rockwall, Somervell, Tarrant, Van Zandt, and Wise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7,606K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4,634K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3,203K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1,790K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$132.27M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$36.7M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$716.11M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$202.62M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$1386.07M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$392.98M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1712806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14,413.2K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28,826.4K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47,498.1K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71,411.0K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523.2K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13,443.8K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28,187.6K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46,996.1K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71,084.2K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19,818.2K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39,636.4K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65,350.9K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98,272.0K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478.8K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720.0K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18,888.4K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39,076.8K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64,979.7K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98,142.0K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9,008.3K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18,016.5K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29,645.4K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44,550.0K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7,999.3K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17,298.5K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29,012.6K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44,026.4K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782511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85000" lnSpcReduction="1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THR</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THR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43,600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$ 26,975,483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$ 23,078,595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$ 10,777,508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$ 60,831,586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$ 7,553,135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$ 6,462,007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$ 3,017,702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$ 17,032,844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$ 70,887,756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$ 523,200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$ 70,892,556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-$ 850,000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$ 70,560,956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$ 99,015,892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$ 146,549,079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$ 68,437,174</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$ 314,002,145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$ 27,724,450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$ 41,033,742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$ 19,162,409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$ 87,920,601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3" name="TextBox 1">
            <a:extLst>
              <a:ext uri="{FF2B5EF4-FFF2-40B4-BE49-F238E27FC236}">
                <a16:creationId xmlns:a16="http://schemas.microsoft.com/office/drawing/2014/main" id="{B6D665DB-8B39-F0ED-C30A-2A3E17066D54}"/>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17% (inpatient) and 8% (outpatient)</a:t>
            </a:r>
          </a:p>
        </p:txBody>
      </p:sp>
      <p:sp>
        <p:nvSpPr>
          <p:cNvPr id="14" name="TextBox 2">
            <a:extLst>
              <a:ext uri="{FF2B5EF4-FFF2-40B4-BE49-F238E27FC236}">
                <a16:creationId xmlns:a16="http://schemas.microsoft.com/office/drawing/2014/main" id="{019DF52F-F6A4-0684-4217-4590002FAEBC}"/>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 (80% of the estimated commercial margin)</a:t>
            </a:r>
          </a:p>
        </p:txBody>
      </p:sp>
      <p:sp>
        <p:nvSpPr>
          <p:cNvPr id="15" name="TextBox 6">
            <a:extLst>
              <a:ext uri="{FF2B5EF4-FFF2-40B4-BE49-F238E27FC236}">
                <a16:creationId xmlns:a16="http://schemas.microsoft.com/office/drawing/2014/main" id="{D6472C71-D9E7-1084-0583-AF12F3685D01}"/>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62% inpatient and 51%  market steerage based on KBA narrow network </a:t>
            </a:r>
            <a:r>
              <a:rPr lang="en-US" sz="1400">
                <a:solidFill>
                  <a:schemeClr val="accent3">
                    <a:lumMod val="75000"/>
                  </a:schemeClr>
                </a:solidFill>
                <a:latin typeface="Montserrat" panose="00000500000000000000" pitchFamily="2" charset="0"/>
                <a:cs typeface="Arial" panose="020B0604020202020204" pitchFamily="34" charset="0"/>
              </a:rPr>
              <a:t>DTE experience</a:t>
            </a:r>
            <a:endParaRPr lang="en-US" sz="1400" dirty="0">
              <a:solidFill>
                <a:schemeClr val="accent3">
                  <a:lumMod val="75000"/>
                </a:schemeClr>
              </a:solidFill>
              <a:latin typeface="Montserrat" panose="00000500000000000000" pitchFamily="2" charset="0"/>
              <a:cs typeface="Arial" panose="020B0604020202020204" pitchFamily="34" charset="0"/>
            </a:endParaRPr>
          </a:p>
        </p:txBody>
      </p:sp>
      <p:sp>
        <p:nvSpPr>
          <p:cNvPr id="16" name="TextBox 7">
            <a:extLst>
              <a:ext uri="{FF2B5EF4-FFF2-40B4-BE49-F238E27FC236}">
                <a16:creationId xmlns:a16="http://schemas.microsoft.com/office/drawing/2014/main" id="{249D3D3A-3B5D-B172-1FB2-D22441E48225}"/>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 with a 10 percentage-point reduction to reflect competitive-edge rates and a 10 percentage-point increase due to lower billing costs and higher patient responsibility collections because of the member credit card. </a:t>
            </a:r>
          </a:p>
        </p:txBody>
      </p:sp>
    </p:spTree>
    <p:extLst>
      <p:ext uri="{BB962C8B-B14F-4D97-AF65-F5344CB8AC3E}">
        <p14:creationId xmlns:p14="http://schemas.microsoft.com/office/powerpoint/2010/main" val="2163221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11</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customXml/itemProps3.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46621</TotalTime>
  <Words>971</Words>
  <Application>Microsoft Office PowerPoint</Application>
  <PresentationFormat>Widescreen</PresentationFormat>
  <Paragraphs>297</Paragraphs>
  <Slides>11</Slides>
  <Notes>3</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11</vt:i4>
      </vt:variant>
    </vt:vector>
  </HeadingPairs>
  <TitlesOfParts>
    <vt:vector size="18" baseType="lpstr">
      <vt:lpstr>Aptos Narrow</vt:lpstr>
      <vt:lpstr>Arial</vt:lpstr>
      <vt:lpstr>Montserrat</vt:lpstr>
      <vt:lpstr>Office Theme</vt:lpstr>
      <vt:lpstr>1_Office Theme</vt:lpstr>
      <vt:lpstr>2_Office Theme</vt:lpstr>
      <vt:lpstr>3_Office Theme</vt:lpstr>
      <vt:lpstr>PowerPoint Presentation</vt:lpstr>
      <vt:lpstr>PowerPoint Presentation</vt:lpstr>
      <vt:lpstr>PowerPoint Presentation</vt:lpstr>
      <vt:lpstr>PowerPoint Presentation</vt:lpstr>
      <vt:lpstr>SIGNIFICANT OPPORTUNITY FOR PLAN GROWTH Researched for the below highlighted service area</vt:lpstr>
      <vt:lpstr>PLAN POTENTIAL GROWTH PATHS</vt:lpstr>
      <vt:lpstr>GROWING POWERFUL, LASTING PROFITABILITY</vt:lpstr>
      <vt:lpstr>FOUR-YEAR PROJECTIONS</vt:lpstr>
      <vt:lpstr>PowerPoint Presentation</vt:lpstr>
      <vt:lpstr>PowerPoint Presentation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112</cp:revision>
  <cp:lastPrinted>2023-07-13T10:24:43Z</cp:lastPrinted>
  <dcterms:created xsi:type="dcterms:W3CDTF">2021-01-20T14:12:11Z</dcterms:created>
  <dcterms:modified xsi:type="dcterms:W3CDTF">2025-04-18T18:08:56Z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