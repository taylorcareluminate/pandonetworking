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18"/>
  </p:notesMasterIdLst>
  <p:sldIdLst>
    <p:sldId id="588" r:id="rId8"/>
    <p:sldId id="454" r:id="rId9"/>
    <p:sldId id="549" r:id="rId10"/>
    <p:sldId id="559" r:id="rId11"/>
    <p:sldId id="580" r:id="rId12"/>
    <p:sldId id="582" r:id="rId13"/>
    <p:sldId id="548" r:id="rId14"/>
    <p:sldId id="585" r:id="rId15"/>
    <p:sldId id="536" r:id="rId16"/>
    <p:sldId id="472" r:id="rId17"/>
  </p:sldIdLst>
  <p:sldSz cx="12192000" cy="6858000"/>
  <p:notesSz cx="7315200" cy="9601200"/>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782"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0A028635-7C46-49BF-8193-A5973839018A}"/>
    <pc:docChg chg="delSld delMainMaster">
      <pc:chgData name="Taylor Davis" userId="5c9e72a0-c39f-4aa1-9d7d-64125e78cbe6" providerId="ADAL" clId="{0A028635-7C46-49BF-8193-A5973839018A}" dt="2025-07-19T03:46:10.629" v="3" actId="47"/>
      <pc:docMkLst>
        <pc:docMk/>
      </pc:docMkLst>
      <pc:sldChg chg="del">
        <pc:chgData name="Taylor Davis" userId="5c9e72a0-c39f-4aa1-9d7d-64125e78cbe6" providerId="ADAL" clId="{0A028635-7C46-49BF-8193-A5973839018A}" dt="2025-07-19T03:46:10.629" v="3" actId="47"/>
        <pc:sldMkLst>
          <pc:docMk/>
          <pc:sldMk cId="0" sldId="256"/>
        </pc:sldMkLst>
      </pc:sldChg>
      <pc:sldChg chg="del">
        <pc:chgData name="Taylor Davis" userId="5c9e72a0-c39f-4aa1-9d7d-64125e78cbe6" providerId="ADAL" clId="{0A028635-7C46-49BF-8193-A5973839018A}" dt="2025-07-19T03:46:02.951" v="2" actId="47"/>
        <pc:sldMkLst>
          <pc:docMk/>
          <pc:sldMk cId="3543401867" sldId="281"/>
        </pc:sldMkLst>
      </pc:sldChg>
      <pc:sldChg chg="del">
        <pc:chgData name="Taylor Davis" userId="5c9e72a0-c39f-4aa1-9d7d-64125e78cbe6" providerId="ADAL" clId="{0A028635-7C46-49BF-8193-A5973839018A}" dt="2025-07-19T03:46:02.951" v="2" actId="47"/>
        <pc:sldMkLst>
          <pc:docMk/>
          <pc:sldMk cId="2605732402" sldId="283"/>
        </pc:sldMkLst>
      </pc:sldChg>
      <pc:sldChg chg="del">
        <pc:chgData name="Taylor Davis" userId="5c9e72a0-c39f-4aa1-9d7d-64125e78cbe6" providerId="ADAL" clId="{0A028635-7C46-49BF-8193-A5973839018A}" dt="2025-07-19T03:46:02.951" v="2" actId="47"/>
        <pc:sldMkLst>
          <pc:docMk/>
          <pc:sldMk cId="514031403" sldId="285"/>
        </pc:sldMkLst>
      </pc:sldChg>
      <pc:sldChg chg="del">
        <pc:chgData name="Taylor Davis" userId="5c9e72a0-c39f-4aa1-9d7d-64125e78cbe6" providerId="ADAL" clId="{0A028635-7C46-49BF-8193-A5973839018A}" dt="2025-07-19T03:46:10.629" v="3" actId="47"/>
        <pc:sldMkLst>
          <pc:docMk/>
          <pc:sldMk cId="211951504" sldId="325"/>
        </pc:sldMkLst>
      </pc:sldChg>
      <pc:sldChg chg="del">
        <pc:chgData name="Taylor Davis" userId="5c9e72a0-c39f-4aa1-9d7d-64125e78cbe6" providerId="ADAL" clId="{0A028635-7C46-49BF-8193-A5973839018A}" dt="2025-07-19T03:46:10.629" v="3" actId="47"/>
        <pc:sldMkLst>
          <pc:docMk/>
          <pc:sldMk cId="225422285" sldId="326"/>
        </pc:sldMkLst>
      </pc:sldChg>
      <pc:sldChg chg="del">
        <pc:chgData name="Taylor Davis" userId="5c9e72a0-c39f-4aa1-9d7d-64125e78cbe6" providerId="ADAL" clId="{0A028635-7C46-49BF-8193-A5973839018A}" dt="2025-07-19T03:45:43.159" v="0" actId="47"/>
        <pc:sldMkLst>
          <pc:docMk/>
          <pc:sldMk cId="4059548579" sldId="452"/>
        </pc:sldMkLst>
      </pc:sldChg>
      <pc:sldChg chg="del">
        <pc:chgData name="Taylor Davis" userId="5c9e72a0-c39f-4aa1-9d7d-64125e78cbe6" providerId="ADAL" clId="{0A028635-7C46-49BF-8193-A5973839018A}" dt="2025-07-19T03:46:02.951" v="2" actId="47"/>
        <pc:sldMkLst>
          <pc:docMk/>
          <pc:sldMk cId="3958060990" sldId="458"/>
        </pc:sldMkLst>
      </pc:sldChg>
      <pc:sldChg chg="del">
        <pc:chgData name="Taylor Davis" userId="5c9e72a0-c39f-4aa1-9d7d-64125e78cbe6" providerId="ADAL" clId="{0A028635-7C46-49BF-8193-A5973839018A}" dt="2025-07-19T03:45:43.159" v="0" actId="47"/>
        <pc:sldMkLst>
          <pc:docMk/>
          <pc:sldMk cId="1714126014" sldId="466"/>
        </pc:sldMkLst>
      </pc:sldChg>
      <pc:sldChg chg="del">
        <pc:chgData name="Taylor Davis" userId="5c9e72a0-c39f-4aa1-9d7d-64125e78cbe6" providerId="ADAL" clId="{0A028635-7C46-49BF-8193-A5973839018A}" dt="2025-07-19T03:46:02.951" v="2" actId="47"/>
        <pc:sldMkLst>
          <pc:docMk/>
          <pc:sldMk cId="2680122054" sldId="469"/>
        </pc:sldMkLst>
      </pc:sldChg>
      <pc:sldChg chg="del">
        <pc:chgData name="Taylor Davis" userId="5c9e72a0-c39f-4aa1-9d7d-64125e78cbe6" providerId="ADAL" clId="{0A028635-7C46-49BF-8193-A5973839018A}" dt="2025-07-19T03:46:10.629" v="3" actId="47"/>
        <pc:sldMkLst>
          <pc:docMk/>
          <pc:sldMk cId="2660124243" sldId="491"/>
        </pc:sldMkLst>
      </pc:sldChg>
      <pc:sldChg chg="del">
        <pc:chgData name="Taylor Davis" userId="5c9e72a0-c39f-4aa1-9d7d-64125e78cbe6" providerId="ADAL" clId="{0A028635-7C46-49BF-8193-A5973839018A}" dt="2025-07-19T03:46:10.629" v="3" actId="47"/>
        <pc:sldMkLst>
          <pc:docMk/>
          <pc:sldMk cId="3144192130" sldId="498"/>
        </pc:sldMkLst>
      </pc:sldChg>
      <pc:sldChg chg="del">
        <pc:chgData name="Taylor Davis" userId="5c9e72a0-c39f-4aa1-9d7d-64125e78cbe6" providerId="ADAL" clId="{0A028635-7C46-49BF-8193-A5973839018A}" dt="2025-07-19T03:46:02.951" v="2" actId="47"/>
        <pc:sldMkLst>
          <pc:docMk/>
          <pc:sldMk cId="2203540903" sldId="499"/>
        </pc:sldMkLst>
      </pc:sldChg>
      <pc:sldChg chg="del">
        <pc:chgData name="Taylor Davis" userId="5c9e72a0-c39f-4aa1-9d7d-64125e78cbe6" providerId="ADAL" clId="{0A028635-7C46-49BF-8193-A5973839018A}" dt="2025-07-19T03:46:02.951" v="2" actId="47"/>
        <pc:sldMkLst>
          <pc:docMk/>
          <pc:sldMk cId="500461553" sldId="521"/>
        </pc:sldMkLst>
      </pc:sldChg>
      <pc:sldChg chg="del">
        <pc:chgData name="Taylor Davis" userId="5c9e72a0-c39f-4aa1-9d7d-64125e78cbe6" providerId="ADAL" clId="{0A028635-7C46-49BF-8193-A5973839018A}" dt="2025-07-19T03:46:02.951" v="2" actId="47"/>
        <pc:sldMkLst>
          <pc:docMk/>
          <pc:sldMk cId="36791873" sldId="525"/>
        </pc:sldMkLst>
      </pc:sldChg>
      <pc:sldChg chg="del">
        <pc:chgData name="Taylor Davis" userId="5c9e72a0-c39f-4aa1-9d7d-64125e78cbe6" providerId="ADAL" clId="{0A028635-7C46-49BF-8193-A5973839018A}" dt="2025-07-19T03:45:47.507" v="1" actId="47"/>
        <pc:sldMkLst>
          <pc:docMk/>
          <pc:sldMk cId="3470905217" sldId="558"/>
        </pc:sldMkLst>
      </pc:sldChg>
      <pc:sldChg chg="del">
        <pc:chgData name="Taylor Davis" userId="5c9e72a0-c39f-4aa1-9d7d-64125e78cbe6" providerId="ADAL" clId="{0A028635-7C46-49BF-8193-A5973839018A}" dt="2025-07-19T03:46:02.951" v="2" actId="47"/>
        <pc:sldMkLst>
          <pc:docMk/>
          <pc:sldMk cId="0" sldId="571"/>
        </pc:sldMkLst>
      </pc:sldChg>
      <pc:sldChg chg="del">
        <pc:chgData name="Taylor Davis" userId="5c9e72a0-c39f-4aa1-9d7d-64125e78cbe6" providerId="ADAL" clId="{0A028635-7C46-49BF-8193-A5973839018A}" dt="2025-07-19T03:46:10.629" v="3" actId="47"/>
        <pc:sldMkLst>
          <pc:docMk/>
          <pc:sldMk cId="0" sldId="572"/>
        </pc:sldMkLst>
      </pc:sldChg>
      <pc:sldChg chg="del">
        <pc:chgData name="Taylor Davis" userId="5c9e72a0-c39f-4aa1-9d7d-64125e78cbe6" providerId="ADAL" clId="{0A028635-7C46-49BF-8193-A5973839018A}" dt="2025-07-19T03:46:10.629" v="3" actId="47"/>
        <pc:sldMkLst>
          <pc:docMk/>
          <pc:sldMk cId="1064222983" sldId="574"/>
        </pc:sldMkLst>
      </pc:sldChg>
      <pc:sldChg chg="del">
        <pc:chgData name="Taylor Davis" userId="5c9e72a0-c39f-4aa1-9d7d-64125e78cbe6" providerId="ADAL" clId="{0A028635-7C46-49BF-8193-A5973839018A}" dt="2025-07-19T03:46:10.629" v="3" actId="47"/>
        <pc:sldMkLst>
          <pc:docMk/>
          <pc:sldMk cId="3790917938" sldId="575"/>
        </pc:sldMkLst>
      </pc:sldChg>
      <pc:sldChg chg="del">
        <pc:chgData name="Taylor Davis" userId="5c9e72a0-c39f-4aa1-9d7d-64125e78cbe6" providerId="ADAL" clId="{0A028635-7C46-49BF-8193-A5973839018A}" dt="2025-07-19T03:46:02.951" v="2" actId="47"/>
        <pc:sldMkLst>
          <pc:docMk/>
          <pc:sldMk cId="838631500" sldId="583"/>
        </pc:sldMkLst>
      </pc:sldChg>
      <pc:sldChg chg="del">
        <pc:chgData name="Taylor Davis" userId="5c9e72a0-c39f-4aa1-9d7d-64125e78cbe6" providerId="ADAL" clId="{0A028635-7C46-49BF-8193-A5973839018A}" dt="2025-07-19T03:46:02.951" v="2" actId="47"/>
        <pc:sldMkLst>
          <pc:docMk/>
          <pc:sldMk cId="4042275972" sldId="613"/>
        </pc:sldMkLst>
      </pc:sldChg>
      <pc:sldChg chg="del">
        <pc:chgData name="Taylor Davis" userId="5c9e72a0-c39f-4aa1-9d7d-64125e78cbe6" providerId="ADAL" clId="{0A028635-7C46-49BF-8193-A5973839018A}" dt="2025-07-19T03:46:02.951" v="2" actId="47"/>
        <pc:sldMkLst>
          <pc:docMk/>
          <pc:sldMk cId="1281542618" sldId="614"/>
        </pc:sldMkLst>
      </pc:sldChg>
      <pc:sldChg chg="del">
        <pc:chgData name="Taylor Davis" userId="5c9e72a0-c39f-4aa1-9d7d-64125e78cbe6" providerId="ADAL" clId="{0A028635-7C46-49BF-8193-A5973839018A}" dt="2025-07-19T03:46:02.951" v="2" actId="47"/>
        <pc:sldMkLst>
          <pc:docMk/>
          <pc:sldMk cId="2174952421" sldId="2145726856"/>
        </pc:sldMkLst>
      </pc:sldChg>
      <pc:sldChg chg="del">
        <pc:chgData name="Taylor Davis" userId="5c9e72a0-c39f-4aa1-9d7d-64125e78cbe6" providerId="ADAL" clId="{0A028635-7C46-49BF-8193-A5973839018A}" dt="2025-07-19T03:46:02.951" v="2" actId="47"/>
        <pc:sldMkLst>
          <pc:docMk/>
          <pc:sldMk cId="4161310751" sldId="2145726857"/>
        </pc:sldMkLst>
      </pc:sldChg>
      <pc:sldChg chg="del">
        <pc:chgData name="Taylor Davis" userId="5c9e72a0-c39f-4aa1-9d7d-64125e78cbe6" providerId="ADAL" clId="{0A028635-7C46-49BF-8193-A5973839018A}" dt="2025-07-19T03:46:02.951" v="2" actId="47"/>
        <pc:sldMkLst>
          <pc:docMk/>
          <pc:sldMk cId="1389453819" sldId="2145726859"/>
        </pc:sldMkLst>
      </pc:sldChg>
      <pc:sldChg chg="del">
        <pc:chgData name="Taylor Davis" userId="5c9e72a0-c39f-4aa1-9d7d-64125e78cbe6" providerId="ADAL" clId="{0A028635-7C46-49BF-8193-A5973839018A}" dt="2025-07-19T03:46:02.951" v="2" actId="47"/>
        <pc:sldMkLst>
          <pc:docMk/>
          <pc:sldMk cId="0" sldId="2145726864"/>
        </pc:sldMkLst>
      </pc:sldChg>
      <pc:sldChg chg="del">
        <pc:chgData name="Taylor Davis" userId="5c9e72a0-c39f-4aa1-9d7d-64125e78cbe6" providerId="ADAL" clId="{0A028635-7C46-49BF-8193-A5973839018A}" dt="2025-07-19T03:46:02.951" v="2" actId="47"/>
        <pc:sldMkLst>
          <pc:docMk/>
          <pc:sldMk cId="1010235892" sldId="2145726866"/>
        </pc:sldMkLst>
      </pc:sldChg>
      <pc:sldChg chg="del">
        <pc:chgData name="Taylor Davis" userId="5c9e72a0-c39f-4aa1-9d7d-64125e78cbe6" providerId="ADAL" clId="{0A028635-7C46-49BF-8193-A5973839018A}" dt="2025-07-19T03:45:43.159" v="0" actId="47"/>
        <pc:sldMkLst>
          <pc:docMk/>
          <pc:sldMk cId="0" sldId="2145726867"/>
        </pc:sldMkLst>
      </pc:sldChg>
      <pc:sldChg chg="del">
        <pc:chgData name="Taylor Davis" userId="5c9e72a0-c39f-4aa1-9d7d-64125e78cbe6" providerId="ADAL" clId="{0A028635-7C46-49BF-8193-A5973839018A}" dt="2025-07-19T03:46:02.951" v="2" actId="47"/>
        <pc:sldMkLst>
          <pc:docMk/>
          <pc:sldMk cId="4087636236" sldId="2145726868"/>
        </pc:sldMkLst>
      </pc:sldChg>
      <pc:sldChg chg="del">
        <pc:chgData name="Taylor Davis" userId="5c9e72a0-c39f-4aa1-9d7d-64125e78cbe6" providerId="ADAL" clId="{0A028635-7C46-49BF-8193-A5973839018A}" dt="2025-07-19T03:45:43.159" v="0" actId="47"/>
        <pc:sldMkLst>
          <pc:docMk/>
          <pc:sldMk cId="3306748702" sldId="2145726869"/>
        </pc:sldMkLst>
      </pc:sldChg>
      <pc:sldMasterChg chg="del delSldLayout">
        <pc:chgData name="Taylor Davis" userId="5c9e72a0-c39f-4aa1-9d7d-64125e78cbe6" providerId="ADAL" clId="{0A028635-7C46-49BF-8193-A5973839018A}" dt="2025-07-19T03:46:02.951" v="2" actId="47"/>
        <pc:sldMasterMkLst>
          <pc:docMk/>
          <pc:sldMasterMk cId="1265540980" sldId="2147483785"/>
        </pc:sldMasterMkLst>
        <pc:sldLayoutChg chg="del">
          <pc:chgData name="Taylor Davis" userId="5c9e72a0-c39f-4aa1-9d7d-64125e78cbe6" providerId="ADAL" clId="{0A028635-7C46-49BF-8193-A5973839018A}" dt="2025-07-19T03:46:02.951" v="2" actId="47"/>
          <pc:sldLayoutMkLst>
            <pc:docMk/>
            <pc:sldMasterMk cId="1265540980" sldId="2147483785"/>
            <pc:sldLayoutMk cId="2498378428" sldId="2147483786"/>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2601881731" sldId="2147483787"/>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1562686733" sldId="2147483788"/>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4003081434" sldId="2147483789"/>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1910118790" sldId="2147483790"/>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3711328393" sldId="2147483791"/>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1423940963" sldId="2147483792"/>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4032606110" sldId="2147483793"/>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2254392230" sldId="2147483794"/>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1920540095" sldId="2147483795"/>
          </pc:sldLayoutMkLst>
        </pc:sldLayoutChg>
        <pc:sldLayoutChg chg="del">
          <pc:chgData name="Taylor Davis" userId="5c9e72a0-c39f-4aa1-9d7d-64125e78cbe6" providerId="ADAL" clId="{0A028635-7C46-49BF-8193-A5973839018A}" dt="2025-07-19T03:46:02.951" v="2"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0A028635-7C46-49BF-8193-A5973839018A}" dt="2025-07-19T03:46:02.951" v="2" actId="47"/>
        <pc:sldMasterMkLst>
          <pc:docMk/>
          <pc:sldMasterMk cId="3563936643" sldId="2147483797"/>
        </pc:sldMasterMkLst>
        <pc:sldLayoutChg chg="del">
          <pc:chgData name="Taylor Davis" userId="5c9e72a0-c39f-4aa1-9d7d-64125e78cbe6" providerId="ADAL" clId="{0A028635-7C46-49BF-8193-A5973839018A}" dt="2025-07-19T03:46:02.951" v="2" actId="47"/>
          <pc:sldLayoutMkLst>
            <pc:docMk/>
            <pc:sldMasterMk cId="3563936643" sldId="2147483797"/>
            <pc:sldLayoutMk cId="2824293841" sldId="2147483798"/>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150421858" sldId="2147483799"/>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2298163207" sldId="2147483800"/>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1991304296" sldId="2147483801"/>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1121920882" sldId="2147483802"/>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2885874120" sldId="2147483803"/>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1906534417" sldId="2147483804"/>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491300616" sldId="2147483805"/>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2921565179" sldId="2147483806"/>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1159210513" sldId="2147483807"/>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1217176151" sldId="2147483808"/>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895843817" sldId="2147483809"/>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684719445" sldId="2147483810"/>
          </pc:sldLayoutMkLst>
        </pc:sldLayoutChg>
        <pc:sldLayoutChg chg="del">
          <pc:chgData name="Taylor Davis" userId="5c9e72a0-c39f-4aa1-9d7d-64125e78cbe6" providerId="ADAL" clId="{0A028635-7C46-49BF-8193-A5973839018A}" dt="2025-07-19T03:46:02.951" v="2"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7/18/2025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7/18/2025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7/18/2025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7/18/2025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7/18/2025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7/18/2025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7/18/2025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7/18/2025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7/18/2025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7/18/2025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7/18/2025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7/18/2025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7/18/2025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7/18/2025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21.svg"/><Relationship Id="rId11" Type="http://schemas.openxmlformats.org/officeDocument/2006/relationships/image" Target="../media/image10.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Deaconess Health System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37390" y="1343937"/>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1,000+ Employers       220,000</a:t>
            </a:r>
            <a:r>
              <a:rPr lang="en-US" sz="1600" spc="200" dirty="0">
                <a:latin typeface="Montserrat" panose="00000500000000000000" pitchFamily="2" charset="0"/>
                <a:cs typeface="+mj-cs"/>
                <a:sym typeface="Wingdings" panose="05000000000000000000" pitchFamily="2" charset="2"/>
              </a:rPr>
              <a:t>+ Employees       410,000+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897314982"/>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586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87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13</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44,000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33,600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46,200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60,900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78,000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79,200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60,500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83,200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109,600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140,400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673763" y="1656396"/>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2444630" y="5766470"/>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Deaconess Health System service area in Alexander, Clay, Franklin, Gallatin, Hamilton, Hardin, Jackson, Jefferson, Johnson, Lawrence, Marion, Monroe, Perry, Pope, Pulaski, Randolph, St. Clair, Saline, Union, Wabash, Washington, Wayne, White, Williamson, Crawford, Daviess, Dubois, Gibson, Knox, Martin, Orange, Pike, Posey, Spencer, Vanderburgh, Warrick, Henderson, McLean, Webster, Cape Girardeau, and Ste. Genevieve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1,288K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731K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499K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295K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$16.5M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$4.5M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$99.34M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$28.12M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$204.97M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$58.16M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1,519.6K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2,935.0K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5,564.8K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8,964.6K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1,207.6K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2,789.8K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5,442.4K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8,871.0K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2,026.2K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4,048.3K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7,651.6K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12,326.3K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1,720.2K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3,916.3K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7,550.8K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12,265.1K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911.8K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1,821.8K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5,602.9K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592.6K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1,663.4K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3,334.0K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5,476.9K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Deaconess Health System has 27% inpatient market share, and 17% outpatient market compared to hospitals/clinics in the Deaconess Health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Deaconess Health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07098843"/>
              </p:ext>
            </p:extLst>
          </p:nvPr>
        </p:nvGraphicFramePr>
        <p:xfrm>
          <a:off x="660400" y="904240"/>
          <a:ext cx="7377175" cy="5258811"/>
        </p:xfrm>
        <a:graphic>
          <a:graphicData uri="http://schemas.openxmlformats.org/drawingml/2006/table">
            <a:tbl>
              <a:tblPr/>
              <a:tblGrid>
                <a:gridCol w="1475435">
                  <a:extLst>
                    <a:ext uri="{9D8B030D-6E8A-4147-A177-3AD203B41FA5}">
                      <a16:colId xmlns:a16="http://schemas.microsoft.com/office/drawing/2014/main" val="20000"/>
                    </a:ext>
                  </a:extLst>
                </a:gridCol>
                <a:gridCol w="1475435">
                  <a:extLst>
                    <a:ext uri="{9D8B030D-6E8A-4147-A177-3AD203B41FA5}">
                      <a16:colId xmlns:a16="http://schemas.microsoft.com/office/drawing/2014/main" val="20001"/>
                    </a:ext>
                  </a:extLst>
                </a:gridCol>
                <a:gridCol w="1475435">
                  <a:extLst>
                    <a:ext uri="{9D8B030D-6E8A-4147-A177-3AD203B41FA5}">
                      <a16:colId xmlns:a16="http://schemas.microsoft.com/office/drawing/2014/main" val="20002"/>
                    </a:ext>
                  </a:extLst>
                </a:gridCol>
                <a:gridCol w="1475435">
                  <a:extLst>
                    <a:ext uri="{9D8B030D-6E8A-4147-A177-3AD203B41FA5}">
                      <a16:colId xmlns:a16="http://schemas.microsoft.com/office/drawing/2014/main" val="20003"/>
                    </a:ext>
                  </a:extLst>
                </a:gridCol>
                <a:gridCol w="1475435">
                  <a:extLst>
                    <a:ext uri="{9D8B030D-6E8A-4147-A177-3AD203B41FA5}">
                      <a16:colId xmlns:a16="http://schemas.microsoft.com/office/drawing/2014/main" val="20004"/>
                    </a:ext>
                  </a:extLst>
                </a:gridCol>
              </a:tblGrid>
              <a:tr h="948311">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Deaconess Health System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Deaconess Health System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55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7,200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$ 5,655,260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$ 6,710,261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$ 3,133,635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$ 15,499,155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$ 1,583,473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$ 1,878,873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$ 877,417.7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$ 4,339,764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$ 8,878,189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$ 86,400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$ 8,882,989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$ 8,784,589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$ 14,305,377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$ 22,427,940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$ 10,473,657</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$ 47,206,974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$ 4,005,505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$ 6,279,823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$ 2,932,624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$ 13,217,953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27% (inpatient) and 17%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10</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46158</TotalTime>
  <Words>1106</Words>
  <Application>Microsoft Office PowerPoint</Application>
  <PresentationFormat>Widescreen</PresentationFormat>
  <Paragraphs>389</Paragraphs>
  <Slides>10</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10</vt:i4>
      </vt:variant>
    </vt:vector>
  </HeadingPairs>
  <TitlesOfParts>
    <vt:vector size="17"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SIGNIFICANT OPPORTUNITY FOR PLAN GROWTH Researched for the below highlighted service area</vt:lpstr>
      <vt:lpstr>PLAN POTENTIAL GROWTH PATHS</vt:lpstr>
      <vt:lpstr>GROWING POWERFUL, LASTING PROFITABILITY</vt:lpstr>
      <vt:lpstr>FOUR-YEAR PROJECTIONS</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2025-07-19T03:46:13Z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