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44" r:id="rId4"/>
  </p:sldMasterIdLst>
  <p:notesMasterIdLst>
    <p:notesMasterId r:id="rId41"/>
  </p:notesMasterIdLst>
  <p:sldIdLst>
    <p:sldId id="577" r:id="rId5"/>
    <p:sldId id="588" r:id="rId6"/>
    <p:sldId id="604" r:id="rId7"/>
    <p:sldId id="580" r:id="rId8"/>
    <p:sldId id="564" r:id="rId9"/>
    <p:sldId id="594" r:id="rId10"/>
    <p:sldId id="597" r:id="rId11"/>
    <p:sldId id="601" r:id="rId12"/>
    <p:sldId id="602" r:id="rId13"/>
    <p:sldId id="609" r:id="rId14"/>
    <p:sldId id="598" r:id="rId15"/>
    <p:sldId id="605" r:id="rId16"/>
    <p:sldId id="606" r:id="rId17"/>
    <p:sldId id="607" r:id="rId18"/>
    <p:sldId id="608" r:id="rId19"/>
    <p:sldId id="603" r:id="rId20"/>
    <p:sldId id="256" r:id="rId21"/>
    <p:sldId id="257" r:id="rId22"/>
    <p:sldId id="258" r:id="rId23"/>
    <p:sldId id="259" r:id="rId24"/>
    <p:sldId id="260" r:id="rId25"/>
    <p:sldId id="261" r:id="rId26"/>
    <p:sldId id="262" r:id="rId27"/>
    <p:sldId id="263" r:id="rId28"/>
    <p:sldId id="264" r:id="rId29"/>
    <p:sldId id="265" r:id="rId30"/>
    <p:sldId id="266" r:id="rId31"/>
    <p:sldId id="267" r:id="rId32"/>
    <p:sldId id="269" r:id="rId33"/>
    <p:sldId id="270" r:id="rId34"/>
    <p:sldId id="271" r:id="rId35"/>
    <p:sldId id="272" r:id="rId36"/>
    <p:sldId id="273" r:id="rId37"/>
    <p:sldId id="274" r:id="rId38"/>
    <p:sldId id="268" r:id="rId39"/>
    <p:sldId id="600" r:id="rId40"/>
  </p:sldIdLst>
  <p:sldSz cx="12192000" cy="6858000"/>
  <p:notesSz cx="7315200" cy="9601200"/>
  <p:custDataLst>
    <p:tags r:id="rId42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ill, Jack" initials="HJ" lastIdx="1" clrIdx="0">
    <p:extLst>
      <p:ext uri="{19B8F6BF-5375-455C-9EA6-DF929625EA0E}">
        <p15:presenceInfo xmlns:p15="http://schemas.microsoft.com/office/powerpoint/2012/main" userId="S::Jack.Hill@ahdi.com::a2532604-23e3-4156-966c-b672b0683ed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6A6A6"/>
    <a:srgbClr val="C5E0B4"/>
    <a:srgbClr val="254F96"/>
    <a:srgbClr val="59CAE8"/>
    <a:srgbClr val="2F5597"/>
    <a:srgbClr val="6087CE"/>
    <a:srgbClr val="4468A5"/>
    <a:srgbClr val="F2F2F2"/>
    <a:srgbClr val="C55A11"/>
    <a:srgbClr val="F424A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4231783-B384-4916-BEE5-1BBC2F4EE974}" v="20" dt="2024-11-07T16:02:05.258"/>
  </p1510:revLst>
</p1510:revInfo>
</file>

<file path=ppt/tableStyles.xml><?xml version="1.0" encoding="utf-8"?>
<a:tblStyleLst xmlns:a="http://schemas.openxmlformats.org/drawingml/2006/main" def="{5C22544A-7EE6-4342-B048-85BDC9FD1C3A}"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8609" autoAdjust="0"/>
  </p:normalViewPr>
  <p:slideViewPr>
    <p:cSldViewPr snapToGrid="0">
      <p:cViewPr varScale="1">
        <p:scale>
          <a:sx n="95" d="100"/>
          <a:sy n="95" d="100"/>
        </p:scale>
        <p:origin x="1110" y="9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tags" Target="tags/tag1.xml"/><Relationship Id="rId47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commentAuthors" Target="commentAuthors.xml"/><Relationship Id="rId48" Type="http://schemas.microsoft.com/office/2016/11/relationships/changesInfo" Target="changesInfos/changesInfo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theme" Target="theme/theme1.xml"/><Relationship Id="rId20" Type="http://schemas.openxmlformats.org/officeDocument/2006/relationships/slide" Target="slides/slide16.xml"/><Relationship Id="rId41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ylor Davis" userId="5c9e72a0-c39f-4aa1-9d7d-64125e78cbe6" providerId="ADAL" clId="{84231783-B384-4916-BEE5-1BBC2F4EE974}"/>
    <pc:docChg chg="undo custSel addSld modSld sldOrd">
      <pc:chgData name="Taylor Davis" userId="5c9e72a0-c39f-4aa1-9d7d-64125e78cbe6" providerId="ADAL" clId="{84231783-B384-4916-BEE5-1BBC2F4EE974}" dt="2024-11-07T16:02:34.985" v="259" actId="20577"/>
      <pc:docMkLst>
        <pc:docMk/>
      </pc:docMkLst>
      <pc:sldChg chg="modSp mod ord">
        <pc:chgData name="Taylor Davis" userId="5c9e72a0-c39f-4aa1-9d7d-64125e78cbe6" providerId="ADAL" clId="{84231783-B384-4916-BEE5-1BBC2F4EE974}" dt="2024-11-07T15:56:33.756" v="201" actId="122"/>
        <pc:sldMkLst>
          <pc:docMk/>
          <pc:sldMk cId="4064752386" sldId="564"/>
        </pc:sldMkLst>
        <pc:spChg chg="mod">
          <ac:chgData name="Taylor Davis" userId="5c9e72a0-c39f-4aa1-9d7d-64125e78cbe6" providerId="ADAL" clId="{84231783-B384-4916-BEE5-1BBC2F4EE974}" dt="2024-11-07T15:56:33.756" v="201" actId="122"/>
          <ac:spMkLst>
            <pc:docMk/>
            <pc:sldMk cId="4064752386" sldId="564"/>
            <ac:spMk id="5" creationId="{49C157AD-9D57-0448-105A-79BA8850085E}"/>
          </ac:spMkLst>
        </pc:spChg>
      </pc:sldChg>
      <pc:sldChg chg="addSp delSp modSp mod ord">
        <pc:chgData name="Taylor Davis" userId="5c9e72a0-c39f-4aa1-9d7d-64125e78cbe6" providerId="ADAL" clId="{84231783-B384-4916-BEE5-1BBC2F4EE974}" dt="2024-11-07T16:00:46.017" v="210" actId="403"/>
        <pc:sldMkLst>
          <pc:docMk/>
          <pc:sldMk cId="1082327325" sldId="580"/>
        </pc:sldMkLst>
        <pc:spChg chg="mod">
          <ac:chgData name="Taylor Davis" userId="5c9e72a0-c39f-4aa1-9d7d-64125e78cbe6" providerId="ADAL" clId="{84231783-B384-4916-BEE5-1BBC2F4EE974}" dt="2024-11-07T15:56:25.847" v="200" actId="122"/>
          <ac:spMkLst>
            <pc:docMk/>
            <pc:sldMk cId="1082327325" sldId="580"/>
            <ac:spMk id="2" creationId="{C03588DF-56D9-837C-AA1C-128F048C493A}"/>
          </ac:spMkLst>
        </pc:spChg>
        <pc:spChg chg="mod">
          <ac:chgData name="Taylor Davis" userId="5c9e72a0-c39f-4aa1-9d7d-64125e78cbe6" providerId="ADAL" clId="{84231783-B384-4916-BEE5-1BBC2F4EE974}" dt="2024-11-07T16:00:46.017" v="210" actId="403"/>
          <ac:spMkLst>
            <pc:docMk/>
            <pc:sldMk cId="1082327325" sldId="580"/>
            <ac:spMk id="6" creationId="{93706D05-011F-D6E5-AB62-168509A0E779}"/>
          </ac:spMkLst>
        </pc:spChg>
        <pc:spChg chg="del mod">
          <ac:chgData name="Taylor Davis" userId="5c9e72a0-c39f-4aa1-9d7d-64125e78cbe6" providerId="ADAL" clId="{84231783-B384-4916-BEE5-1BBC2F4EE974}" dt="2024-11-07T15:45:21.880" v="68" actId="478"/>
          <ac:spMkLst>
            <pc:docMk/>
            <pc:sldMk cId="1082327325" sldId="580"/>
            <ac:spMk id="8" creationId="{950A4F8F-8F81-73AA-A8DE-0BCD1A797173}"/>
          </ac:spMkLst>
        </pc:spChg>
        <pc:spChg chg="mod">
          <ac:chgData name="Taylor Davis" userId="5c9e72a0-c39f-4aa1-9d7d-64125e78cbe6" providerId="ADAL" clId="{84231783-B384-4916-BEE5-1BBC2F4EE974}" dt="2024-11-07T15:45:04.332" v="65"/>
          <ac:spMkLst>
            <pc:docMk/>
            <pc:sldMk cId="1082327325" sldId="580"/>
            <ac:spMk id="9" creationId="{C05F896B-9AA9-2812-7F9B-F933C5EB55E1}"/>
          </ac:spMkLst>
        </pc:spChg>
        <pc:spChg chg="mod">
          <ac:chgData name="Taylor Davis" userId="5c9e72a0-c39f-4aa1-9d7d-64125e78cbe6" providerId="ADAL" clId="{84231783-B384-4916-BEE5-1BBC2F4EE974}" dt="2024-11-07T15:45:48.918" v="77" actId="1076"/>
          <ac:spMkLst>
            <pc:docMk/>
            <pc:sldMk cId="1082327325" sldId="580"/>
            <ac:spMk id="10" creationId="{53C81E99-9231-0D26-8E55-BD45BDFCF93F}"/>
          </ac:spMkLst>
        </pc:spChg>
        <pc:spChg chg="mod">
          <ac:chgData name="Taylor Davis" userId="5c9e72a0-c39f-4aa1-9d7d-64125e78cbe6" providerId="ADAL" clId="{84231783-B384-4916-BEE5-1BBC2F4EE974}" dt="2024-11-07T15:45:04.332" v="65"/>
          <ac:spMkLst>
            <pc:docMk/>
            <pc:sldMk cId="1082327325" sldId="580"/>
            <ac:spMk id="11" creationId="{0E994EA3-C6E0-2295-83B1-0F745F39F94C}"/>
          </ac:spMkLst>
        </pc:spChg>
        <pc:spChg chg="mod">
          <ac:chgData name="Taylor Davis" userId="5c9e72a0-c39f-4aa1-9d7d-64125e78cbe6" providerId="ADAL" clId="{84231783-B384-4916-BEE5-1BBC2F4EE974}" dt="2024-11-07T15:45:04.332" v="65"/>
          <ac:spMkLst>
            <pc:docMk/>
            <pc:sldMk cId="1082327325" sldId="580"/>
            <ac:spMk id="12" creationId="{9A6925C8-CA18-3E41-98A2-59F6F912BE48}"/>
          </ac:spMkLst>
        </pc:spChg>
        <pc:spChg chg="mod">
          <ac:chgData name="Taylor Davis" userId="5c9e72a0-c39f-4aa1-9d7d-64125e78cbe6" providerId="ADAL" clId="{84231783-B384-4916-BEE5-1BBC2F4EE974}" dt="2024-11-07T15:45:04.332" v="65"/>
          <ac:spMkLst>
            <pc:docMk/>
            <pc:sldMk cId="1082327325" sldId="580"/>
            <ac:spMk id="13" creationId="{AA1C04F0-470E-E8E4-D875-ACE05E88A277}"/>
          </ac:spMkLst>
        </pc:spChg>
        <pc:spChg chg="mod">
          <ac:chgData name="Taylor Davis" userId="5c9e72a0-c39f-4aa1-9d7d-64125e78cbe6" providerId="ADAL" clId="{84231783-B384-4916-BEE5-1BBC2F4EE974}" dt="2024-11-07T15:45:04.332" v="65"/>
          <ac:spMkLst>
            <pc:docMk/>
            <pc:sldMk cId="1082327325" sldId="580"/>
            <ac:spMk id="14" creationId="{EED374D1-5EC7-E61B-D871-DB8146BABB1B}"/>
          </ac:spMkLst>
        </pc:spChg>
        <pc:spChg chg="mod">
          <ac:chgData name="Taylor Davis" userId="5c9e72a0-c39f-4aa1-9d7d-64125e78cbe6" providerId="ADAL" clId="{84231783-B384-4916-BEE5-1BBC2F4EE974}" dt="2024-11-07T15:45:04.332" v="65"/>
          <ac:spMkLst>
            <pc:docMk/>
            <pc:sldMk cId="1082327325" sldId="580"/>
            <ac:spMk id="15" creationId="{28807FD2-8661-0428-C0F7-BE64CCF67FF8}"/>
          </ac:spMkLst>
        </pc:spChg>
        <pc:spChg chg="mod">
          <ac:chgData name="Taylor Davis" userId="5c9e72a0-c39f-4aa1-9d7d-64125e78cbe6" providerId="ADAL" clId="{84231783-B384-4916-BEE5-1BBC2F4EE974}" dt="2024-11-07T15:45:04.332" v="65"/>
          <ac:spMkLst>
            <pc:docMk/>
            <pc:sldMk cId="1082327325" sldId="580"/>
            <ac:spMk id="16" creationId="{F1B6C87C-2519-F2C1-56ED-48243C30735E}"/>
          </ac:spMkLst>
        </pc:spChg>
        <pc:spChg chg="mod">
          <ac:chgData name="Taylor Davis" userId="5c9e72a0-c39f-4aa1-9d7d-64125e78cbe6" providerId="ADAL" clId="{84231783-B384-4916-BEE5-1BBC2F4EE974}" dt="2024-11-07T15:45:04.332" v="65"/>
          <ac:spMkLst>
            <pc:docMk/>
            <pc:sldMk cId="1082327325" sldId="580"/>
            <ac:spMk id="17" creationId="{BC89E6C9-D7EC-43B5-083D-A3C4B234C16D}"/>
          </ac:spMkLst>
        </pc:spChg>
        <pc:spChg chg="mod">
          <ac:chgData name="Taylor Davis" userId="5c9e72a0-c39f-4aa1-9d7d-64125e78cbe6" providerId="ADAL" clId="{84231783-B384-4916-BEE5-1BBC2F4EE974}" dt="2024-11-07T15:45:04.332" v="65"/>
          <ac:spMkLst>
            <pc:docMk/>
            <pc:sldMk cId="1082327325" sldId="580"/>
            <ac:spMk id="18" creationId="{B40BF050-6261-BD87-64DC-EDBDE1C56822}"/>
          </ac:spMkLst>
        </pc:spChg>
        <pc:spChg chg="mod">
          <ac:chgData name="Taylor Davis" userId="5c9e72a0-c39f-4aa1-9d7d-64125e78cbe6" providerId="ADAL" clId="{84231783-B384-4916-BEE5-1BBC2F4EE974}" dt="2024-11-07T15:45:04.332" v="65"/>
          <ac:spMkLst>
            <pc:docMk/>
            <pc:sldMk cId="1082327325" sldId="580"/>
            <ac:spMk id="19" creationId="{EE76D1CE-1776-27A7-E93F-486B7CFDC8F6}"/>
          </ac:spMkLst>
        </pc:spChg>
        <pc:spChg chg="mod">
          <ac:chgData name="Taylor Davis" userId="5c9e72a0-c39f-4aa1-9d7d-64125e78cbe6" providerId="ADAL" clId="{84231783-B384-4916-BEE5-1BBC2F4EE974}" dt="2024-11-07T15:45:04.332" v="65"/>
          <ac:spMkLst>
            <pc:docMk/>
            <pc:sldMk cId="1082327325" sldId="580"/>
            <ac:spMk id="20" creationId="{1BA10914-979B-F315-4D61-D9705C43C296}"/>
          </ac:spMkLst>
        </pc:spChg>
        <pc:spChg chg="mod">
          <ac:chgData name="Taylor Davis" userId="5c9e72a0-c39f-4aa1-9d7d-64125e78cbe6" providerId="ADAL" clId="{84231783-B384-4916-BEE5-1BBC2F4EE974}" dt="2024-11-07T15:45:04.332" v="65"/>
          <ac:spMkLst>
            <pc:docMk/>
            <pc:sldMk cId="1082327325" sldId="580"/>
            <ac:spMk id="21" creationId="{44257599-51FD-3316-60CB-5BC23A117393}"/>
          </ac:spMkLst>
        </pc:spChg>
        <pc:spChg chg="mod">
          <ac:chgData name="Taylor Davis" userId="5c9e72a0-c39f-4aa1-9d7d-64125e78cbe6" providerId="ADAL" clId="{84231783-B384-4916-BEE5-1BBC2F4EE974}" dt="2024-11-07T15:45:04.332" v="65"/>
          <ac:spMkLst>
            <pc:docMk/>
            <pc:sldMk cId="1082327325" sldId="580"/>
            <ac:spMk id="22" creationId="{AFFD4AAD-BA60-2909-533D-9D48DA8CF127}"/>
          </ac:spMkLst>
        </pc:spChg>
        <pc:spChg chg="mod">
          <ac:chgData name="Taylor Davis" userId="5c9e72a0-c39f-4aa1-9d7d-64125e78cbe6" providerId="ADAL" clId="{84231783-B384-4916-BEE5-1BBC2F4EE974}" dt="2024-11-07T15:45:04.332" v="65"/>
          <ac:spMkLst>
            <pc:docMk/>
            <pc:sldMk cId="1082327325" sldId="580"/>
            <ac:spMk id="23" creationId="{60D3FC80-E09D-3960-C256-0FE6C772D18F}"/>
          </ac:spMkLst>
        </pc:spChg>
        <pc:spChg chg="mod">
          <ac:chgData name="Taylor Davis" userId="5c9e72a0-c39f-4aa1-9d7d-64125e78cbe6" providerId="ADAL" clId="{84231783-B384-4916-BEE5-1BBC2F4EE974}" dt="2024-11-07T15:45:04.332" v="65"/>
          <ac:spMkLst>
            <pc:docMk/>
            <pc:sldMk cId="1082327325" sldId="580"/>
            <ac:spMk id="24" creationId="{41F461FB-7944-ABCB-09FC-2FB503E9DB26}"/>
          </ac:spMkLst>
        </pc:spChg>
        <pc:spChg chg="mod">
          <ac:chgData name="Taylor Davis" userId="5c9e72a0-c39f-4aa1-9d7d-64125e78cbe6" providerId="ADAL" clId="{84231783-B384-4916-BEE5-1BBC2F4EE974}" dt="2024-11-07T15:45:04.332" v="65"/>
          <ac:spMkLst>
            <pc:docMk/>
            <pc:sldMk cId="1082327325" sldId="580"/>
            <ac:spMk id="25" creationId="{A0D43B90-AC04-BE41-477B-CF7A53C52160}"/>
          </ac:spMkLst>
        </pc:spChg>
        <pc:spChg chg="mod">
          <ac:chgData name="Taylor Davis" userId="5c9e72a0-c39f-4aa1-9d7d-64125e78cbe6" providerId="ADAL" clId="{84231783-B384-4916-BEE5-1BBC2F4EE974}" dt="2024-11-07T15:45:04.332" v="65"/>
          <ac:spMkLst>
            <pc:docMk/>
            <pc:sldMk cId="1082327325" sldId="580"/>
            <ac:spMk id="26" creationId="{5ECD3CFB-B7B6-4377-70CE-AE7FE901FEB2}"/>
          </ac:spMkLst>
        </pc:spChg>
        <pc:spChg chg="mod">
          <ac:chgData name="Taylor Davis" userId="5c9e72a0-c39f-4aa1-9d7d-64125e78cbe6" providerId="ADAL" clId="{84231783-B384-4916-BEE5-1BBC2F4EE974}" dt="2024-11-07T15:45:04.332" v="65"/>
          <ac:spMkLst>
            <pc:docMk/>
            <pc:sldMk cId="1082327325" sldId="580"/>
            <ac:spMk id="27" creationId="{2E2A0D8B-4427-2D28-FB46-F5A513D85C74}"/>
          </ac:spMkLst>
        </pc:spChg>
        <pc:spChg chg="mod">
          <ac:chgData name="Taylor Davis" userId="5c9e72a0-c39f-4aa1-9d7d-64125e78cbe6" providerId="ADAL" clId="{84231783-B384-4916-BEE5-1BBC2F4EE974}" dt="2024-11-07T15:45:04.332" v="65"/>
          <ac:spMkLst>
            <pc:docMk/>
            <pc:sldMk cId="1082327325" sldId="580"/>
            <ac:spMk id="28" creationId="{7688EA3D-05E2-F090-E83D-21509795707F}"/>
          </ac:spMkLst>
        </pc:spChg>
        <pc:spChg chg="mod">
          <ac:chgData name="Taylor Davis" userId="5c9e72a0-c39f-4aa1-9d7d-64125e78cbe6" providerId="ADAL" clId="{84231783-B384-4916-BEE5-1BBC2F4EE974}" dt="2024-11-07T15:45:04.332" v="65"/>
          <ac:spMkLst>
            <pc:docMk/>
            <pc:sldMk cId="1082327325" sldId="580"/>
            <ac:spMk id="29" creationId="{C8C8E23D-B03B-C621-5D02-ACDDC30384D4}"/>
          </ac:spMkLst>
        </pc:spChg>
        <pc:spChg chg="mod">
          <ac:chgData name="Taylor Davis" userId="5c9e72a0-c39f-4aa1-9d7d-64125e78cbe6" providerId="ADAL" clId="{84231783-B384-4916-BEE5-1BBC2F4EE974}" dt="2024-11-07T15:45:04.332" v="65"/>
          <ac:spMkLst>
            <pc:docMk/>
            <pc:sldMk cId="1082327325" sldId="580"/>
            <ac:spMk id="30" creationId="{AA979FD0-F62E-541C-ACE3-4ACBE84D50CE}"/>
          </ac:spMkLst>
        </pc:spChg>
        <pc:spChg chg="mod">
          <ac:chgData name="Taylor Davis" userId="5c9e72a0-c39f-4aa1-9d7d-64125e78cbe6" providerId="ADAL" clId="{84231783-B384-4916-BEE5-1BBC2F4EE974}" dt="2024-11-07T15:45:04.332" v="65"/>
          <ac:spMkLst>
            <pc:docMk/>
            <pc:sldMk cId="1082327325" sldId="580"/>
            <ac:spMk id="31" creationId="{03AF02EA-77A5-B558-FD16-05D341F9DC82}"/>
          </ac:spMkLst>
        </pc:spChg>
        <pc:spChg chg="mod">
          <ac:chgData name="Taylor Davis" userId="5c9e72a0-c39f-4aa1-9d7d-64125e78cbe6" providerId="ADAL" clId="{84231783-B384-4916-BEE5-1BBC2F4EE974}" dt="2024-11-07T15:45:04.332" v="65"/>
          <ac:spMkLst>
            <pc:docMk/>
            <pc:sldMk cId="1082327325" sldId="580"/>
            <ac:spMk id="32" creationId="{2E590CC4-E8AB-EFC3-37B8-4532F8BFEF7B}"/>
          </ac:spMkLst>
        </pc:spChg>
        <pc:spChg chg="mod">
          <ac:chgData name="Taylor Davis" userId="5c9e72a0-c39f-4aa1-9d7d-64125e78cbe6" providerId="ADAL" clId="{84231783-B384-4916-BEE5-1BBC2F4EE974}" dt="2024-11-07T15:45:04.332" v="65"/>
          <ac:spMkLst>
            <pc:docMk/>
            <pc:sldMk cId="1082327325" sldId="580"/>
            <ac:spMk id="33" creationId="{C319C40D-722D-A6E7-571F-E9091B98A667}"/>
          </ac:spMkLst>
        </pc:spChg>
        <pc:spChg chg="mod">
          <ac:chgData name="Taylor Davis" userId="5c9e72a0-c39f-4aa1-9d7d-64125e78cbe6" providerId="ADAL" clId="{84231783-B384-4916-BEE5-1BBC2F4EE974}" dt="2024-11-07T15:45:04.332" v="65"/>
          <ac:spMkLst>
            <pc:docMk/>
            <pc:sldMk cId="1082327325" sldId="580"/>
            <ac:spMk id="34" creationId="{4039A644-F3E4-9B9D-6D96-0919432CB6CE}"/>
          </ac:spMkLst>
        </pc:spChg>
        <pc:spChg chg="mod">
          <ac:chgData name="Taylor Davis" userId="5c9e72a0-c39f-4aa1-9d7d-64125e78cbe6" providerId="ADAL" clId="{84231783-B384-4916-BEE5-1BBC2F4EE974}" dt="2024-11-07T15:45:04.332" v="65"/>
          <ac:spMkLst>
            <pc:docMk/>
            <pc:sldMk cId="1082327325" sldId="580"/>
            <ac:spMk id="35" creationId="{89E63593-F41D-2D97-1B87-3FC3CC5E2788}"/>
          </ac:spMkLst>
        </pc:spChg>
        <pc:spChg chg="mod">
          <ac:chgData name="Taylor Davis" userId="5c9e72a0-c39f-4aa1-9d7d-64125e78cbe6" providerId="ADAL" clId="{84231783-B384-4916-BEE5-1BBC2F4EE974}" dt="2024-11-07T15:45:04.332" v="65"/>
          <ac:spMkLst>
            <pc:docMk/>
            <pc:sldMk cId="1082327325" sldId="580"/>
            <ac:spMk id="83" creationId="{E95A8241-A23A-46F8-E43B-1EB0544F6A16}"/>
          </ac:spMkLst>
        </pc:spChg>
        <pc:spChg chg="mod">
          <ac:chgData name="Taylor Davis" userId="5c9e72a0-c39f-4aa1-9d7d-64125e78cbe6" providerId="ADAL" clId="{84231783-B384-4916-BEE5-1BBC2F4EE974}" dt="2024-11-07T15:45:04.332" v="65"/>
          <ac:spMkLst>
            <pc:docMk/>
            <pc:sldMk cId="1082327325" sldId="580"/>
            <ac:spMk id="111" creationId="{35594E09-EC42-92D4-96FA-7F984F4CFC92}"/>
          </ac:spMkLst>
        </pc:spChg>
        <pc:spChg chg="mod">
          <ac:chgData name="Taylor Davis" userId="5c9e72a0-c39f-4aa1-9d7d-64125e78cbe6" providerId="ADAL" clId="{84231783-B384-4916-BEE5-1BBC2F4EE974}" dt="2024-11-07T15:45:04.332" v="65"/>
          <ac:spMkLst>
            <pc:docMk/>
            <pc:sldMk cId="1082327325" sldId="580"/>
            <ac:spMk id="112" creationId="{98F34E55-CFA7-2E48-6AAA-DC5B3CF6AA5F}"/>
          </ac:spMkLst>
        </pc:spChg>
        <pc:spChg chg="mod">
          <ac:chgData name="Taylor Davis" userId="5c9e72a0-c39f-4aa1-9d7d-64125e78cbe6" providerId="ADAL" clId="{84231783-B384-4916-BEE5-1BBC2F4EE974}" dt="2024-11-07T15:45:04.332" v="65"/>
          <ac:spMkLst>
            <pc:docMk/>
            <pc:sldMk cId="1082327325" sldId="580"/>
            <ac:spMk id="113" creationId="{1C75449E-B730-837C-AB1C-71E916DBBC85}"/>
          </ac:spMkLst>
        </pc:spChg>
        <pc:spChg chg="mod">
          <ac:chgData name="Taylor Davis" userId="5c9e72a0-c39f-4aa1-9d7d-64125e78cbe6" providerId="ADAL" clId="{84231783-B384-4916-BEE5-1BBC2F4EE974}" dt="2024-11-07T15:45:04.332" v="65"/>
          <ac:spMkLst>
            <pc:docMk/>
            <pc:sldMk cId="1082327325" sldId="580"/>
            <ac:spMk id="114" creationId="{4D90A3CA-F759-472F-E470-68FC72B68B55}"/>
          </ac:spMkLst>
        </pc:spChg>
        <pc:spChg chg="mod">
          <ac:chgData name="Taylor Davis" userId="5c9e72a0-c39f-4aa1-9d7d-64125e78cbe6" providerId="ADAL" clId="{84231783-B384-4916-BEE5-1BBC2F4EE974}" dt="2024-11-07T15:45:04.332" v="65"/>
          <ac:spMkLst>
            <pc:docMk/>
            <pc:sldMk cId="1082327325" sldId="580"/>
            <ac:spMk id="115" creationId="{BE01F2A0-E76B-636F-58F8-B14AB11AEF01}"/>
          </ac:spMkLst>
        </pc:spChg>
        <pc:spChg chg="mod">
          <ac:chgData name="Taylor Davis" userId="5c9e72a0-c39f-4aa1-9d7d-64125e78cbe6" providerId="ADAL" clId="{84231783-B384-4916-BEE5-1BBC2F4EE974}" dt="2024-11-07T15:45:04.332" v="65"/>
          <ac:spMkLst>
            <pc:docMk/>
            <pc:sldMk cId="1082327325" sldId="580"/>
            <ac:spMk id="117" creationId="{6CD7ED6F-5514-DC66-6F2D-43FFEF5F83FB}"/>
          </ac:spMkLst>
        </pc:spChg>
        <pc:spChg chg="mod">
          <ac:chgData name="Taylor Davis" userId="5c9e72a0-c39f-4aa1-9d7d-64125e78cbe6" providerId="ADAL" clId="{84231783-B384-4916-BEE5-1BBC2F4EE974}" dt="2024-11-07T15:45:04.332" v="65"/>
          <ac:spMkLst>
            <pc:docMk/>
            <pc:sldMk cId="1082327325" sldId="580"/>
            <ac:spMk id="118" creationId="{0B98D8BF-7C0A-19DB-73DE-6A6A4FB5A89B}"/>
          </ac:spMkLst>
        </pc:spChg>
        <pc:spChg chg="mod">
          <ac:chgData name="Taylor Davis" userId="5c9e72a0-c39f-4aa1-9d7d-64125e78cbe6" providerId="ADAL" clId="{84231783-B384-4916-BEE5-1BBC2F4EE974}" dt="2024-11-07T15:45:04.332" v="65"/>
          <ac:spMkLst>
            <pc:docMk/>
            <pc:sldMk cId="1082327325" sldId="580"/>
            <ac:spMk id="119" creationId="{88E293B8-5CEA-977B-3E8A-8F44A9A659CA}"/>
          </ac:spMkLst>
        </pc:spChg>
        <pc:spChg chg="mod">
          <ac:chgData name="Taylor Davis" userId="5c9e72a0-c39f-4aa1-9d7d-64125e78cbe6" providerId="ADAL" clId="{84231783-B384-4916-BEE5-1BBC2F4EE974}" dt="2024-11-07T15:45:04.332" v="65"/>
          <ac:spMkLst>
            <pc:docMk/>
            <pc:sldMk cId="1082327325" sldId="580"/>
            <ac:spMk id="120" creationId="{A76E92A0-70D7-FCBB-2E20-7D3F45DC8A25}"/>
          </ac:spMkLst>
        </pc:spChg>
        <pc:spChg chg="mod">
          <ac:chgData name="Taylor Davis" userId="5c9e72a0-c39f-4aa1-9d7d-64125e78cbe6" providerId="ADAL" clId="{84231783-B384-4916-BEE5-1BBC2F4EE974}" dt="2024-11-07T15:45:04.332" v="65"/>
          <ac:spMkLst>
            <pc:docMk/>
            <pc:sldMk cId="1082327325" sldId="580"/>
            <ac:spMk id="121" creationId="{DB40B78D-3EAC-0018-E3E9-3F9C092EE173}"/>
          </ac:spMkLst>
        </pc:spChg>
        <pc:spChg chg="mod">
          <ac:chgData name="Taylor Davis" userId="5c9e72a0-c39f-4aa1-9d7d-64125e78cbe6" providerId="ADAL" clId="{84231783-B384-4916-BEE5-1BBC2F4EE974}" dt="2024-11-07T15:45:04.332" v="65"/>
          <ac:spMkLst>
            <pc:docMk/>
            <pc:sldMk cId="1082327325" sldId="580"/>
            <ac:spMk id="122" creationId="{926AD2D4-99BC-3E36-9B58-5E7F40376297}"/>
          </ac:spMkLst>
        </pc:spChg>
        <pc:spChg chg="mod">
          <ac:chgData name="Taylor Davis" userId="5c9e72a0-c39f-4aa1-9d7d-64125e78cbe6" providerId="ADAL" clId="{84231783-B384-4916-BEE5-1BBC2F4EE974}" dt="2024-11-07T15:45:04.332" v="65"/>
          <ac:spMkLst>
            <pc:docMk/>
            <pc:sldMk cId="1082327325" sldId="580"/>
            <ac:spMk id="123" creationId="{C07356C2-0227-10FA-A3CE-B64EEB0910FA}"/>
          </ac:spMkLst>
        </pc:spChg>
        <pc:spChg chg="mod">
          <ac:chgData name="Taylor Davis" userId="5c9e72a0-c39f-4aa1-9d7d-64125e78cbe6" providerId="ADAL" clId="{84231783-B384-4916-BEE5-1BBC2F4EE974}" dt="2024-11-07T15:45:04.332" v="65"/>
          <ac:spMkLst>
            <pc:docMk/>
            <pc:sldMk cId="1082327325" sldId="580"/>
            <ac:spMk id="124" creationId="{921B93D3-5EC3-B41A-C72A-BC8BCB31931B}"/>
          </ac:spMkLst>
        </pc:spChg>
        <pc:spChg chg="mod">
          <ac:chgData name="Taylor Davis" userId="5c9e72a0-c39f-4aa1-9d7d-64125e78cbe6" providerId="ADAL" clId="{84231783-B384-4916-BEE5-1BBC2F4EE974}" dt="2024-11-07T15:45:04.332" v="65"/>
          <ac:spMkLst>
            <pc:docMk/>
            <pc:sldMk cId="1082327325" sldId="580"/>
            <ac:spMk id="125" creationId="{3424479F-B902-86E8-60F7-4D9641C25CA0}"/>
          </ac:spMkLst>
        </pc:spChg>
        <pc:spChg chg="mod">
          <ac:chgData name="Taylor Davis" userId="5c9e72a0-c39f-4aa1-9d7d-64125e78cbe6" providerId="ADAL" clId="{84231783-B384-4916-BEE5-1BBC2F4EE974}" dt="2024-11-07T15:45:04.332" v="65"/>
          <ac:spMkLst>
            <pc:docMk/>
            <pc:sldMk cId="1082327325" sldId="580"/>
            <ac:spMk id="126" creationId="{6D333F01-0AB9-5372-0BF4-9E11EB9410D0}"/>
          </ac:spMkLst>
        </pc:spChg>
        <pc:spChg chg="mod">
          <ac:chgData name="Taylor Davis" userId="5c9e72a0-c39f-4aa1-9d7d-64125e78cbe6" providerId="ADAL" clId="{84231783-B384-4916-BEE5-1BBC2F4EE974}" dt="2024-11-07T15:45:04.332" v="65"/>
          <ac:spMkLst>
            <pc:docMk/>
            <pc:sldMk cId="1082327325" sldId="580"/>
            <ac:spMk id="127" creationId="{CD19411C-4550-A93F-4C48-5D515B2ACCD5}"/>
          </ac:spMkLst>
        </pc:spChg>
        <pc:spChg chg="mod">
          <ac:chgData name="Taylor Davis" userId="5c9e72a0-c39f-4aa1-9d7d-64125e78cbe6" providerId="ADAL" clId="{84231783-B384-4916-BEE5-1BBC2F4EE974}" dt="2024-11-07T15:45:04.332" v="65"/>
          <ac:spMkLst>
            <pc:docMk/>
            <pc:sldMk cId="1082327325" sldId="580"/>
            <ac:spMk id="128" creationId="{2607BB1F-331A-EC26-CE09-BF94EF205EF1}"/>
          </ac:spMkLst>
        </pc:spChg>
        <pc:spChg chg="mod">
          <ac:chgData name="Taylor Davis" userId="5c9e72a0-c39f-4aa1-9d7d-64125e78cbe6" providerId="ADAL" clId="{84231783-B384-4916-BEE5-1BBC2F4EE974}" dt="2024-11-07T15:45:04.332" v="65"/>
          <ac:spMkLst>
            <pc:docMk/>
            <pc:sldMk cId="1082327325" sldId="580"/>
            <ac:spMk id="129" creationId="{1C584B42-B7BE-D06F-2D2F-2D77A36D7E56}"/>
          </ac:spMkLst>
        </pc:spChg>
        <pc:spChg chg="mod">
          <ac:chgData name="Taylor Davis" userId="5c9e72a0-c39f-4aa1-9d7d-64125e78cbe6" providerId="ADAL" clId="{84231783-B384-4916-BEE5-1BBC2F4EE974}" dt="2024-11-07T15:45:04.332" v="65"/>
          <ac:spMkLst>
            <pc:docMk/>
            <pc:sldMk cId="1082327325" sldId="580"/>
            <ac:spMk id="130" creationId="{D1542726-CD34-993B-50BB-73FBABF2068B}"/>
          </ac:spMkLst>
        </pc:spChg>
        <pc:spChg chg="mod">
          <ac:chgData name="Taylor Davis" userId="5c9e72a0-c39f-4aa1-9d7d-64125e78cbe6" providerId="ADAL" clId="{84231783-B384-4916-BEE5-1BBC2F4EE974}" dt="2024-11-07T15:45:04.332" v="65"/>
          <ac:spMkLst>
            <pc:docMk/>
            <pc:sldMk cId="1082327325" sldId="580"/>
            <ac:spMk id="131" creationId="{13DB3CE1-0B27-F2DB-4DAE-A2C46069D8C9}"/>
          </ac:spMkLst>
        </pc:spChg>
        <pc:spChg chg="mod">
          <ac:chgData name="Taylor Davis" userId="5c9e72a0-c39f-4aa1-9d7d-64125e78cbe6" providerId="ADAL" clId="{84231783-B384-4916-BEE5-1BBC2F4EE974}" dt="2024-11-07T15:45:47.205" v="75" actId="1076"/>
          <ac:spMkLst>
            <pc:docMk/>
            <pc:sldMk cId="1082327325" sldId="580"/>
            <ac:spMk id="132" creationId="{84539B1A-BB65-AFD6-CBCE-EA2A8DC04BF0}"/>
          </ac:spMkLst>
        </pc:spChg>
        <pc:grpChg chg="add mod">
          <ac:chgData name="Taylor Davis" userId="5c9e72a0-c39f-4aa1-9d7d-64125e78cbe6" providerId="ADAL" clId="{84231783-B384-4916-BEE5-1BBC2F4EE974}" dt="2024-11-07T15:45:54.414" v="78" actId="1076"/>
          <ac:grpSpMkLst>
            <pc:docMk/>
            <pc:sldMk cId="1082327325" sldId="580"/>
            <ac:grpSpMk id="7" creationId="{40DC6C42-2A68-028B-C2FA-FAAA548005AE}"/>
          </ac:grpSpMkLst>
        </pc:grpChg>
        <pc:grpChg chg="del">
          <ac:chgData name="Taylor Davis" userId="5c9e72a0-c39f-4aa1-9d7d-64125e78cbe6" providerId="ADAL" clId="{84231783-B384-4916-BEE5-1BBC2F4EE974}" dt="2024-11-07T15:45:03.640" v="64" actId="478"/>
          <ac:grpSpMkLst>
            <pc:docMk/>
            <pc:sldMk cId="1082327325" sldId="580"/>
            <ac:grpSpMk id="36" creationId="{6868A298-DFB5-7850-01FC-B8512712DE1D}"/>
          </ac:grpSpMkLst>
        </pc:grpChg>
        <pc:picChg chg="mod">
          <ac:chgData name="Taylor Davis" userId="5c9e72a0-c39f-4aa1-9d7d-64125e78cbe6" providerId="ADAL" clId="{84231783-B384-4916-BEE5-1BBC2F4EE974}" dt="2024-11-07T15:45:04.332" v="65"/>
          <ac:picMkLst>
            <pc:docMk/>
            <pc:sldMk cId="1082327325" sldId="580"/>
            <ac:picMk id="116" creationId="{CF84E738-AD2C-C45B-CBAC-F7AA707A1C24}"/>
          </ac:picMkLst>
        </pc:picChg>
      </pc:sldChg>
      <pc:sldChg chg="modSp mod ord">
        <pc:chgData name="Taylor Davis" userId="5c9e72a0-c39f-4aa1-9d7d-64125e78cbe6" providerId="ADAL" clId="{84231783-B384-4916-BEE5-1BBC2F4EE974}" dt="2024-11-07T15:46:23.774" v="82" actId="114"/>
        <pc:sldMkLst>
          <pc:docMk/>
          <pc:sldMk cId="4226387632" sldId="588"/>
        </pc:sldMkLst>
        <pc:spChg chg="mod">
          <ac:chgData name="Taylor Davis" userId="5c9e72a0-c39f-4aa1-9d7d-64125e78cbe6" providerId="ADAL" clId="{84231783-B384-4916-BEE5-1BBC2F4EE974}" dt="2024-11-07T15:46:23.774" v="82" actId="114"/>
          <ac:spMkLst>
            <pc:docMk/>
            <pc:sldMk cId="4226387632" sldId="588"/>
            <ac:spMk id="6" creationId="{6086B112-27E4-3EA1-B673-36BBD6EF784A}"/>
          </ac:spMkLst>
        </pc:spChg>
      </pc:sldChg>
      <pc:sldChg chg="addSp delSp modSp mod modAnim">
        <pc:chgData name="Taylor Davis" userId="5c9e72a0-c39f-4aa1-9d7d-64125e78cbe6" providerId="ADAL" clId="{84231783-B384-4916-BEE5-1BBC2F4EE974}" dt="2024-11-07T15:44:08.328" v="61" actId="1037"/>
        <pc:sldMkLst>
          <pc:docMk/>
          <pc:sldMk cId="506321289" sldId="594"/>
        </pc:sldMkLst>
        <pc:spChg chg="add mod">
          <ac:chgData name="Taylor Davis" userId="5c9e72a0-c39f-4aa1-9d7d-64125e78cbe6" providerId="ADAL" clId="{84231783-B384-4916-BEE5-1BBC2F4EE974}" dt="2024-11-07T15:42:26.887" v="4" actId="571"/>
          <ac:spMkLst>
            <pc:docMk/>
            <pc:sldMk cId="506321289" sldId="594"/>
            <ac:spMk id="2" creationId="{D9EA3F80-CB27-6CBB-82D7-FD2A516FD9FF}"/>
          </ac:spMkLst>
        </pc:spChg>
        <pc:spChg chg="add mod">
          <ac:chgData name="Taylor Davis" userId="5c9e72a0-c39f-4aa1-9d7d-64125e78cbe6" providerId="ADAL" clId="{84231783-B384-4916-BEE5-1BBC2F4EE974}" dt="2024-11-07T15:42:26.887" v="4" actId="571"/>
          <ac:spMkLst>
            <pc:docMk/>
            <pc:sldMk cId="506321289" sldId="594"/>
            <ac:spMk id="3" creationId="{61CCEBCD-5AF3-51A1-DEB4-30EA95103A3A}"/>
          </ac:spMkLst>
        </pc:spChg>
        <pc:spChg chg="mod">
          <ac:chgData name="Taylor Davis" userId="5c9e72a0-c39f-4aa1-9d7d-64125e78cbe6" providerId="ADAL" clId="{84231783-B384-4916-BEE5-1BBC2F4EE974}" dt="2024-11-07T15:43:13.816" v="42" actId="1035"/>
          <ac:spMkLst>
            <pc:docMk/>
            <pc:sldMk cId="506321289" sldId="594"/>
            <ac:spMk id="7" creationId="{BFBC6BC2-5BF3-BF61-E867-814CA37C105F}"/>
          </ac:spMkLst>
        </pc:spChg>
        <pc:spChg chg="mod">
          <ac:chgData name="Taylor Davis" userId="5c9e72a0-c39f-4aa1-9d7d-64125e78cbe6" providerId="ADAL" clId="{84231783-B384-4916-BEE5-1BBC2F4EE974}" dt="2024-11-07T15:43:43.059" v="47" actId="1076"/>
          <ac:spMkLst>
            <pc:docMk/>
            <pc:sldMk cId="506321289" sldId="594"/>
            <ac:spMk id="8" creationId="{7DC7EB02-7599-2040-66BC-16C80D327D21}"/>
          </ac:spMkLst>
        </pc:spChg>
        <pc:spChg chg="mod">
          <ac:chgData name="Taylor Davis" userId="5c9e72a0-c39f-4aa1-9d7d-64125e78cbe6" providerId="ADAL" clId="{84231783-B384-4916-BEE5-1BBC2F4EE974}" dt="2024-11-07T15:44:02.802" v="56" actId="1076"/>
          <ac:spMkLst>
            <pc:docMk/>
            <pc:sldMk cId="506321289" sldId="594"/>
            <ac:spMk id="9" creationId="{0EA6335E-1796-95DE-CEAB-0C05F3B03A86}"/>
          </ac:spMkLst>
        </pc:spChg>
        <pc:spChg chg="mod">
          <ac:chgData name="Taylor Davis" userId="5c9e72a0-c39f-4aa1-9d7d-64125e78cbe6" providerId="ADAL" clId="{84231783-B384-4916-BEE5-1BBC2F4EE974}" dt="2024-11-07T15:42:05.994" v="0" actId="207"/>
          <ac:spMkLst>
            <pc:docMk/>
            <pc:sldMk cId="506321289" sldId="594"/>
            <ac:spMk id="13" creationId="{58DD9804-9476-00CE-F11D-E1C524E3221F}"/>
          </ac:spMkLst>
        </pc:spChg>
        <pc:spChg chg="mod">
          <ac:chgData name="Taylor Davis" userId="5c9e72a0-c39f-4aa1-9d7d-64125e78cbe6" providerId="ADAL" clId="{84231783-B384-4916-BEE5-1BBC2F4EE974}" dt="2024-11-07T15:42:14.465" v="1" actId="207"/>
          <ac:spMkLst>
            <pc:docMk/>
            <pc:sldMk cId="506321289" sldId="594"/>
            <ac:spMk id="14" creationId="{3920D1E6-4A78-6F6A-C3F3-8C4DC0150E38}"/>
          </ac:spMkLst>
        </pc:spChg>
        <pc:spChg chg="mod">
          <ac:chgData name="Taylor Davis" userId="5c9e72a0-c39f-4aa1-9d7d-64125e78cbe6" providerId="ADAL" clId="{84231783-B384-4916-BEE5-1BBC2F4EE974}" dt="2024-11-07T15:43:13.816" v="42" actId="1035"/>
          <ac:spMkLst>
            <pc:docMk/>
            <pc:sldMk cId="506321289" sldId="594"/>
            <ac:spMk id="29" creationId="{69DD2001-FAF3-1144-8AA3-35CBB7D471F4}"/>
          </ac:spMkLst>
        </pc:spChg>
        <pc:spChg chg="del">
          <ac:chgData name="Taylor Davis" userId="5c9e72a0-c39f-4aa1-9d7d-64125e78cbe6" providerId="ADAL" clId="{84231783-B384-4916-BEE5-1BBC2F4EE974}" dt="2024-11-07T15:43:49.888" v="52" actId="478"/>
          <ac:spMkLst>
            <pc:docMk/>
            <pc:sldMk cId="506321289" sldId="594"/>
            <ac:spMk id="30" creationId="{E33C94AB-1A39-7B6A-59A5-5537F2BE20F2}"/>
          </ac:spMkLst>
        </pc:spChg>
        <pc:spChg chg="del">
          <ac:chgData name="Taylor Davis" userId="5c9e72a0-c39f-4aa1-9d7d-64125e78cbe6" providerId="ADAL" clId="{84231783-B384-4916-BEE5-1BBC2F4EE974}" dt="2024-11-07T15:43:21.602" v="43" actId="478"/>
          <ac:spMkLst>
            <pc:docMk/>
            <pc:sldMk cId="506321289" sldId="594"/>
            <ac:spMk id="31" creationId="{682F6D48-0B16-EB92-AEF7-375C9A44AFD5}"/>
          </ac:spMkLst>
        </pc:spChg>
        <pc:spChg chg="add mod">
          <ac:chgData name="Taylor Davis" userId="5c9e72a0-c39f-4aa1-9d7d-64125e78cbe6" providerId="ADAL" clId="{84231783-B384-4916-BEE5-1BBC2F4EE974}" dt="2024-11-07T15:42:50.961" v="11" actId="571"/>
          <ac:spMkLst>
            <pc:docMk/>
            <pc:sldMk cId="506321289" sldId="594"/>
            <ac:spMk id="32" creationId="{6679B8AA-51B8-F714-684F-D9A34243CA15}"/>
          </ac:spMkLst>
        </pc:spChg>
        <pc:spChg chg="add mod">
          <ac:chgData name="Taylor Davis" userId="5c9e72a0-c39f-4aa1-9d7d-64125e78cbe6" providerId="ADAL" clId="{84231783-B384-4916-BEE5-1BBC2F4EE974}" dt="2024-11-07T15:42:50.961" v="11" actId="571"/>
          <ac:spMkLst>
            <pc:docMk/>
            <pc:sldMk cId="506321289" sldId="594"/>
            <ac:spMk id="33" creationId="{3FE25597-5574-E485-ED99-29D4C394C96D}"/>
          </ac:spMkLst>
        </pc:spChg>
        <pc:spChg chg="add mod">
          <ac:chgData name="Taylor Davis" userId="5c9e72a0-c39f-4aa1-9d7d-64125e78cbe6" providerId="ADAL" clId="{84231783-B384-4916-BEE5-1BBC2F4EE974}" dt="2024-11-07T15:42:50.961" v="11" actId="571"/>
          <ac:spMkLst>
            <pc:docMk/>
            <pc:sldMk cId="506321289" sldId="594"/>
            <ac:spMk id="34" creationId="{39EEBF15-B769-5BEE-3BAB-46D25F99EED6}"/>
          </ac:spMkLst>
        </pc:spChg>
        <pc:spChg chg="add mod ord">
          <ac:chgData name="Taylor Davis" userId="5c9e72a0-c39f-4aa1-9d7d-64125e78cbe6" providerId="ADAL" clId="{84231783-B384-4916-BEE5-1BBC2F4EE974}" dt="2024-11-07T15:43:46.202" v="51" actId="1036"/>
          <ac:spMkLst>
            <pc:docMk/>
            <pc:sldMk cId="506321289" sldId="594"/>
            <ac:spMk id="35" creationId="{C75E05BF-E7BA-F584-D2FB-F9A25B6DFEBC}"/>
          </ac:spMkLst>
        </pc:spChg>
        <pc:spChg chg="add mod ord">
          <ac:chgData name="Taylor Davis" userId="5c9e72a0-c39f-4aa1-9d7d-64125e78cbe6" providerId="ADAL" clId="{84231783-B384-4916-BEE5-1BBC2F4EE974}" dt="2024-11-07T15:44:08.328" v="61" actId="1037"/>
          <ac:spMkLst>
            <pc:docMk/>
            <pc:sldMk cId="506321289" sldId="594"/>
            <ac:spMk id="36" creationId="{F5CD47C0-7C74-2EAC-E7ED-2C59952511EC}"/>
          </ac:spMkLst>
        </pc:spChg>
      </pc:sldChg>
      <pc:sldChg chg="addSp delSp modSp mod">
        <pc:chgData name="Taylor Davis" userId="5c9e72a0-c39f-4aa1-9d7d-64125e78cbe6" providerId="ADAL" clId="{84231783-B384-4916-BEE5-1BBC2F4EE974}" dt="2024-11-07T15:56:42.734" v="202" actId="2711"/>
        <pc:sldMkLst>
          <pc:docMk/>
          <pc:sldMk cId="4166728828" sldId="597"/>
        </pc:sldMkLst>
        <pc:spChg chg="add mod">
          <ac:chgData name="Taylor Davis" userId="5c9e72a0-c39f-4aa1-9d7d-64125e78cbe6" providerId="ADAL" clId="{84231783-B384-4916-BEE5-1BBC2F4EE974}" dt="2024-11-07T15:50:09.847" v="97" actId="14100"/>
          <ac:spMkLst>
            <pc:docMk/>
            <pc:sldMk cId="4166728828" sldId="597"/>
            <ac:spMk id="2" creationId="{3242B65F-F983-BAE9-112C-59B9EA0096AD}"/>
          </ac:spMkLst>
        </pc:spChg>
        <pc:spChg chg="del">
          <ac:chgData name="Taylor Davis" userId="5c9e72a0-c39f-4aa1-9d7d-64125e78cbe6" providerId="ADAL" clId="{84231783-B384-4916-BEE5-1BBC2F4EE974}" dt="2024-11-07T15:48:33.129" v="87" actId="478"/>
          <ac:spMkLst>
            <pc:docMk/>
            <pc:sldMk cId="4166728828" sldId="597"/>
            <ac:spMk id="4" creationId="{525DF246-09CA-D159-F7C1-8770296C5074}"/>
          </ac:spMkLst>
        </pc:spChg>
        <pc:spChg chg="mod">
          <ac:chgData name="Taylor Davis" userId="5c9e72a0-c39f-4aa1-9d7d-64125e78cbe6" providerId="ADAL" clId="{84231783-B384-4916-BEE5-1BBC2F4EE974}" dt="2024-11-07T15:50:05.915" v="96" actId="1076"/>
          <ac:spMkLst>
            <pc:docMk/>
            <pc:sldMk cId="4166728828" sldId="597"/>
            <ac:spMk id="5" creationId="{5B3B7911-4429-5620-651D-8CF02A22EE52}"/>
          </ac:spMkLst>
        </pc:spChg>
        <pc:spChg chg="mod">
          <ac:chgData name="Taylor Davis" userId="5c9e72a0-c39f-4aa1-9d7d-64125e78cbe6" providerId="ADAL" clId="{84231783-B384-4916-BEE5-1BBC2F4EE974}" dt="2024-11-07T15:56:42.734" v="202" actId="2711"/>
          <ac:spMkLst>
            <pc:docMk/>
            <pc:sldMk cId="4166728828" sldId="597"/>
            <ac:spMk id="27" creationId="{5CB06021-EBF8-C602-9396-8BD2590988EA}"/>
          </ac:spMkLst>
        </pc:spChg>
        <pc:picChg chg="add mod">
          <ac:chgData name="Taylor Davis" userId="5c9e72a0-c39f-4aa1-9d7d-64125e78cbe6" providerId="ADAL" clId="{84231783-B384-4916-BEE5-1BBC2F4EE974}" dt="2024-11-07T15:50:14.565" v="98" actId="1076"/>
          <ac:picMkLst>
            <pc:docMk/>
            <pc:sldMk cId="4166728828" sldId="597"/>
            <ac:picMk id="1026" creationId="{E784EB8F-FE7C-3931-B3B9-745064A0584F}"/>
          </ac:picMkLst>
        </pc:picChg>
      </pc:sldChg>
      <pc:sldChg chg="addSp delSp modSp mod">
        <pc:chgData name="Taylor Davis" userId="5c9e72a0-c39f-4aa1-9d7d-64125e78cbe6" providerId="ADAL" clId="{84231783-B384-4916-BEE5-1BBC2F4EE974}" dt="2024-11-07T15:56:49.665" v="203" actId="2711"/>
        <pc:sldMkLst>
          <pc:docMk/>
          <pc:sldMk cId="1902863230" sldId="601"/>
        </pc:sldMkLst>
        <pc:spChg chg="del">
          <ac:chgData name="Taylor Davis" userId="5c9e72a0-c39f-4aa1-9d7d-64125e78cbe6" providerId="ADAL" clId="{84231783-B384-4916-BEE5-1BBC2F4EE974}" dt="2024-11-07T15:50:21.063" v="99" actId="478"/>
          <ac:spMkLst>
            <pc:docMk/>
            <pc:sldMk cId="1902863230" sldId="601"/>
            <ac:spMk id="4" creationId="{525DF246-09CA-D159-F7C1-8770296C5074}"/>
          </ac:spMkLst>
        </pc:spChg>
        <pc:spChg chg="mod">
          <ac:chgData name="Taylor Davis" userId="5c9e72a0-c39f-4aa1-9d7d-64125e78cbe6" providerId="ADAL" clId="{84231783-B384-4916-BEE5-1BBC2F4EE974}" dt="2024-11-07T15:50:25.192" v="111" actId="1035"/>
          <ac:spMkLst>
            <pc:docMk/>
            <pc:sldMk cId="1902863230" sldId="601"/>
            <ac:spMk id="5" creationId="{5B3B7911-4429-5620-651D-8CF02A22EE52}"/>
          </ac:spMkLst>
        </pc:spChg>
        <pc:spChg chg="add mod">
          <ac:chgData name="Taylor Davis" userId="5c9e72a0-c39f-4aa1-9d7d-64125e78cbe6" providerId="ADAL" clId="{84231783-B384-4916-BEE5-1BBC2F4EE974}" dt="2024-11-07T15:50:27.520" v="112"/>
          <ac:spMkLst>
            <pc:docMk/>
            <pc:sldMk cId="1902863230" sldId="601"/>
            <ac:spMk id="7" creationId="{FC744B69-5E8A-3265-EE80-940EE2968AFE}"/>
          </ac:spMkLst>
        </pc:spChg>
        <pc:spChg chg="mod">
          <ac:chgData name="Taylor Davis" userId="5c9e72a0-c39f-4aa1-9d7d-64125e78cbe6" providerId="ADAL" clId="{84231783-B384-4916-BEE5-1BBC2F4EE974}" dt="2024-11-07T15:56:49.665" v="203" actId="2711"/>
          <ac:spMkLst>
            <pc:docMk/>
            <pc:sldMk cId="1902863230" sldId="601"/>
            <ac:spMk id="27" creationId="{5CB06021-EBF8-C602-9396-8BD2590988EA}"/>
          </ac:spMkLst>
        </pc:spChg>
        <pc:picChg chg="add mod">
          <ac:chgData name="Taylor Davis" userId="5c9e72a0-c39f-4aa1-9d7d-64125e78cbe6" providerId="ADAL" clId="{84231783-B384-4916-BEE5-1BBC2F4EE974}" dt="2024-11-07T15:50:27.520" v="112"/>
          <ac:picMkLst>
            <pc:docMk/>
            <pc:sldMk cId="1902863230" sldId="601"/>
            <ac:picMk id="2" creationId="{9B558DBB-66FB-BAD0-6D55-52E6FE24BA09}"/>
          </ac:picMkLst>
        </pc:picChg>
      </pc:sldChg>
      <pc:sldChg chg="addSp delSp modSp mod">
        <pc:chgData name="Taylor Davis" userId="5c9e72a0-c39f-4aa1-9d7d-64125e78cbe6" providerId="ADAL" clId="{84231783-B384-4916-BEE5-1BBC2F4EE974}" dt="2024-11-07T15:56:55.419" v="204" actId="2711"/>
        <pc:sldMkLst>
          <pc:docMk/>
          <pc:sldMk cId="1149607862" sldId="602"/>
        </pc:sldMkLst>
        <pc:spChg chg="add mod">
          <ac:chgData name="Taylor Davis" userId="5c9e72a0-c39f-4aa1-9d7d-64125e78cbe6" providerId="ADAL" clId="{84231783-B384-4916-BEE5-1BBC2F4EE974}" dt="2024-11-07T15:50:36.451" v="126"/>
          <ac:spMkLst>
            <pc:docMk/>
            <pc:sldMk cId="1149607862" sldId="602"/>
            <ac:spMk id="3" creationId="{976FB48C-7409-C94F-1139-4E86B51326DE}"/>
          </ac:spMkLst>
        </pc:spChg>
        <pc:spChg chg="del mod">
          <ac:chgData name="Taylor Davis" userId="5c9e72a0-c39f-4aa1-9d7d-64125e78cbe6" providerId="ADAL" clId="{84231783-B384-4916-BEE5-1BBC2F4EE974}" dt="2024-11-07T15:50:31.719" v="114" actId="478"/>
          <ac:spMkLst>
            <pc:docMk/>
            <pc:sldMk cId="1149607862" sldId="602"/>
            <ac:spMk id="4" creationId="{525DF246-09CA-D159-F7C1-8770296C5074}"/>
          </ac:spMkLst>
        </pc:spChg>
        <pc:spChg chg="mod">
          <ac:chgData name="Taylor Davis" userId="5c9e72a0-c39f-4aa1-9d7d-64125e78cbe6" providerId="ADAL" clId="{84231783-B384-4916-BEE5-1BBC2F4EE974}" dt="2024-11-07T15:50:34.961" v="125" actId="1035"/>
          <ac:spMkLst>
            <pc:docMk/>
            <pc:sldMk cId="1149607862" sldId="602"/>
            <ac:spMk id="5" creationId="{5B3B7911-4429-5620-651D-8CF02A22EE52}"/>
          </ac:spMkLst>
        </pc:spChg>
        <pc:spChg chg="mod">
          <ac:chgData name="Taylor Davis" userId="5c9e72a0-c39f-4aa1-9d7d-64125e78cbe6" providerId="ADAL" clId="{84231783-B384-4916-BEE5-1BBC2F4EE974}" dt="2024-11-07T15:56:55.419" v="204" actId="2711"/>
          <ac:spMkLst>
            <pc:docMk/>
            <pc:sldMk cId="1149607862" sldId="602"/>
            <ac:spMk id="27" creationId="{5CB06021-EBF8-C602-9396-8BD2590988EA}"/>
          </ac:spMkLst>
        </pc:spChg>
        <pc:picChg chg="add mod">
          <ac:chgData name="Taylor Davis" userId="5c9e72a0-c39f-4aa1-9d7d-64125e78cbe6" providerId="ADAL" clId="{84231783-B384-4916-BEE5-1BBC2F4EE974}" dt="2024-11-07T15:50:36.451" v="126"/>
          <ac:picMkLst>
            <pc:docMk/>
            <pc:sldMk cId="1149607862" sldId="602"/>
            <ac:picMk id="2" creationId="{30397B89-52E0-5B39-B444-A2273679824C}"/>
          </ac:picMkLst>
        </pc:picChg>
      </pc:sldChg>
      <pc:sldChg chg="modSp mod ord">
        <pc:chgData name="Taylor Davis" userId="5c9e72a0-c39f-4aa1-9d7d-64125e78cbe6" providerId="ADAL" clId="{84231783-B384-4916-BEE5-1BBC2F4EE974}" dt="2024-11-07T15:55:42.158" v="144" actId="403"/>
        <pc:sldMkLst>
          <pc:docMk/>
          <pc:sldMk cId="787795134" sldId="604"/>
        </pc:sldMkLst>
        <pc:spChg chg="mod">
          <ac:chgData name="Taylor Davis" userId="5c9e72a0-c39f-4aa1-9d7d-64125e78cbe6" providerId="ADAL" clId="{84231783-B384-4916-BEE5-1BBC2F4EE974}" dt="2024-11-07T15:55:42.158" v="144" actId="403"/>
          <ac:spMkLst>
            <pc:docMk/>
            <pc:sldMk cId="787795134" sldId="604"/>
            <ac:spMk id="4" creationId="{3E6683D6-E3F8-7E6D-D3C9-14E5F9DB6EDF}"/>
          </ac:spMkLst>
        </pc:spChg>
        <pc:spChg chg="mod">
          <ac:chgData name="Taylor Davis" userId="5c9e72a0-c39f-4aa1-9d7d-64125e78cbe6" providerId="ADAL" clId="{84231783-B384-4916-BEE5-1BBC2F4EE974}" dt="2024-11-07T15:52:52.570" v="134" actId="1076"/>
          <ac:spMkLst>
            <pc:docMk/>
            <pc:sldMk cId="787795134" sldId="604"/>
            <ac:spMk id="5" creationId="{514B693F-1953-7666-8CB0-D85E90ED5D9F}"/>
          </ac:spMkLst>
        </pc:spChg>
      </pc:sldChg>
      <pc:sldChg chg="delSp modSp add mod">
        <pc:chgData name="Taylor Davis" userId="5c9e72a0-c39f-4aa1-9d7d-64125e78cbe6" providerId="ADAL" clId="{84231783-B384-4916-BEE5-1BBC2F4EE974}" dt="2024-11-07T16:02:34.985" v="259" actId="20577"/>
        <pc:sldMkLst>
          <pc:docMk/>
          <pc:sldMk cId="1361868271" sldId="609"/>
        </pc:sldMkLst>
        <pc:spChg chg="mod">
          <ac:chgData name="Taylor Davis" userId="5c9e72a0-c39f-4aa1-9d7d-64125e78cbe6" providerId="ADAL" clId="{84231783-B384-4916-BEE5-1BBC2F4EE974}" dt="2024-11-07T16:02:21.458" v="214" actId="1076"/>
          <ac:spMkLst>
            <pc:docMk/>
            <pc:sldMk cId="1361868271" sldId="609"/>
            <ac:spMk id="5" creationId="{69ACB7BA-9C15-20F8-F38F-B14116D8AB2C}"/>
          </ac:spMkLst>
        </pc:spChg>
        <pc:spChg chg="mod">
          <ac:chgData name="Taylor Davis" userId="5c9e72a0-c39f-4aa1-9d7d-64125e78cbe6" providerId="ADAL" clId="{84231783-B384-4916-BEE5-1BBC2F4EE974}" dt="2024-11-07T16:02:34.985" v="259" actId="20577"/>
          <ac:spMkLst>
            <pc:docMk/>
            <pc:sldMk cId="1361868271" sldId="609"/>
            <ac:spMk id="27" creationId="{20AA7C80-C75C-F656-2A18-BEED017FA9BB}"/>
          </ac:spMkLst>
        </pc:spChg>
        <pc:spChg chg="del">
          <ac:chgData name="Taylor Davis" userId="5c9e72a0-c39f-4aa1-9d7d-64125e78cbe6" providerId="ADAL" clId="{84231783-B384-4916-BEE5-1BBC2F4EE974}" dt="2024-11-07T16:02:18.080" v="213" actId="478"/>
          <ac:spMkLst>
            <pc:docMk/>
            <pc:sldMk cId="1361868271" sldId="609"/>
            <ac:spMk id="38" creationId="{C046B4DD-00AD-F719-8FA0-39A67ED57A0F}"/>
          </ac:spMkLst>
        </pc:spChg>
        <pc:spChg chg="del">
          <ac:chgData name="Taylor Davis" userId="5c9e72a0-c39f-4aa1-9d7d-64125e78cbe6" providerId="ADAL" clId="{84231783-B384-4916-BEE5-1BBC2F4EE974}" dt="2024-11-07T16:02:18.080" v="213" actId="478"/>
          <ac:spMkLst>
            <pc:docMk/>
            <pc:sldMk cId="1361868271" sldId="609"/>
            <ac:spMk id="39" creationId="{4B346B7C-DD1D-125C-5EDE-C8F9F3F33EDE}"/>
          </ac:spMkLst>
        </pc:spChg>
        <pc:spChg chg="del">
          <ac:chgData name="Taylor Davis" userId="5c9e72a0-c39f-4aa1-9d7d-64125e78cbe6" providerId="ADAL" clId="{84231783-B384-4916-BEE5-1BBC2F4EE974}" dt="2024-11-07T16:02:18.080" v="213" actId="478"/>
          <ac:spMkLst>
            <pc:docMk/>
            <pc:sldMk cId="1361868271" sldId="609"/>
            <ac:spMk id="40" creationId="{FC78AE82-31C4-8EC4-179C-A359D3762EBF}"/>
          </ac:spMkLst>
        </pc:spChg>
        <pc:spChg chg="del">
          <ac:chgData name="Taylor Davis" userId="5c9e72a0-c39f-4aa1-9d7d-64125e78cbe6" providerId="ADAL" clId="{84231783-B384-4916-BEE5-1BBC2F4EE974}" dt="2024-11-07T16:02:18.080" v="213" actId="478"/>
          <ac:spMkLst>
            <pc:docMk/>
            <pc:sldMk cId="1361868271" sldId="609"/>
            <ac:spMk id="41" creationId="{C619B4BA-0BDB-E1FE-2C98-D6B893D77594}"/>
          </ac:spMkLst>
        </pc:spChg>
        <pc:spChg chg="del">
          <ac:chgData name="Taylor Davis" userId="5c9e72a0-c39f-4aa1-9d7d-64125e78cbe6" providerId="ADAL" clId="{84231783-B384-4916-BEE5-1BBC2F4EE974}" dt="2024-11-07T16:02:18.080" v="213" actId="478"/>
          <ac:spMkLst>
            <pc:docMk/>
            <pc:sldMk cId="1361868271" sldId="609"/>
            <ac:spMk id="42" creationId="{8FB3081F-343E-A296-3C00-94AAF22999C6}"/>
          </ac:spMkLst>
        </pc:spChg>
        <pc:spChg chg="del">
          <ac:chgData name="Taylor Davis" userId="5c9e72a0-c39f-4aa1-9d7d-64125e78cbe6" providerId="ADAL" clId="{84231783-B384-4916-BEE5-1BBC2F4EE974}" dt="2024-11-07T16:02:18.080" v="213" actId="478"/>
          <ac:spMkLst>
            <pc:docMk/>
            <pc:sldMk cId="1361868271" sldId="609"/>
            <ac:spMk id="43" creationId="{C243DC99-26F7-A86D-2FFF-6007E84D1B0C}"/>
          </ac:spMkLst>
        </pc:spChg>
        <pc:spChg chg="del">
          <ac:chgData name="Taylor Davis" userId="5c9e72a0-c39f-4aa1-9d7d-64125e78cbe6" providerId="ADAL" clId="{84231783-B384-4916-BEE5-1BBC2F4EE974}" dt="2024-11-07T16:02:18.080" v="213" actId="478"/>
          <ac:spMkLst>
            <pc:docMk/>
            <pc:sldMk cId="1361868271" sldId="609"/>
            <ac:spMk id="44" creationId="{0574E93B-0B23-781D-7687-F6DD02986460}"/>
          </ac:spMkLst>
        </pc:spChg>
        <pc:spChg chg="del">
          <ac:chgData name="Taylor Davis" userId="5c9e72a0-c39f-4aa1-9d7d-64125e78cbe6" providerId="ADAL" clId="{84231783-B384-4916-BEE5-1BBC2F4EE974}" dt="2024-11-07T16:02:18.080" v="213" actId="478"/>
          <ac:spMkLst>
            <pc:docMk/>
            <pc:sldMk cId="1361868271" sldId="609"/>
            <ac:spMk id="45" creationId="{6596A853-B16A-C259-F486-F2F458369FD9}"/>
          </ac:spMkLst>
        </pc:spChg>
        <pc:spChg chg="del">
          <ac:chgData name="Taylor Davis" userId="5c9e72a0-c39f-4aa1-9d7d-64125e78cbe6" providerId="ADAL" clId="{84231783-B384-4916-BEE5-1BBC2F4EE974}" dt="2024-11-07T16:02:18.080" v="213" actId="478"/>
          <ac:spMkLst>
            <pc:docMk/>
            <pc:sldMk cId="1361868271" sldId="609"/>
            <ac:spMk id="46" creationId="{F8486A01-3D01-2C8C-3B71-03D88DB79E44}"/>
          </ac:spMkLst>
        </pc:spChg>
        <pc:spChg chg="del">
          <ac:chgData name="Taylor Davis" userId="5c9e72a0-c39f-4aa1-9d7d-64125e78cbe6" providerId="ADAL" clId="{84231783-B384-4916-BEE5-1BBC2F4EE974}" dt="2024-11-07T16:02:18.080" v="213" actId="478"/>
          <ac:spMkLst>
            <pc:docMk/>
            <pc:sldMk cId="1361868271" sldId="609"/>
            <ac:spMk id="47" creationId="{39B93BBF-7D59-1CFB-A1EE-258202D07061}"/>
          </ac:spMkLst>
        </pc:spChg>
        <pc:spChg chg="del">
          <ac:chgData name="Taylor Davis" userId="5c9e72a0-c39f-4aa1-9d7d-64125e78cbe6" providerId="ADAL" clId="{84231783-B384-4916-BEE5-1BBC2F4EE974}" dt="2024-11-07T16:02:18.080" v="213" actId="478"/>
          <ac:spMkLst>
            <pc:docMk/>
            <pc:sldMk cId="1361868271" sldId="609"/>
            <ac:spMk id="48" creationId="{48DF65A8-1FF2-F6F0-F8A8-ABE4D9F1F0FB}"/>
          </ac:spMkLst>
        </pc:spChg>
        <pc:spChg chg="del">
          <ac:chgData name="Taylor Davis" userId="5c9e72a0-c39f-4aa1-9d7d-64125e78cbe6" providerId="ADAL" clId="{84231783-B384-4916-BEE5-1BBC2F4EE974}" dt="2024-11-07T16:02:18.080" v="213" actId="478"/>
          <ac:spMkLst>
            <pc:docMk/>
            <pc:sldMk cId="1361868271" sldId="609"/>
            <ac:spMk id="49" creationId="{13CAFCA1-44F1-7BFB-B77E-9C2AC4C57AB8}"/>
          </ac:spMkLst>
        </pc:spChg>
        <pc:spChg chg="del">
          <ac:chgData name="Taylor Davis" userId="5c9e72a0-c39f-4aa1-9d7d-64125e78cbe6" providerId="ADAL" clId="{84231783-B384-4916-BEE5-1BBC2F4EE974}" dt="2024-11-07T16:02:18.080" v="213" actId="478"/>
          <ac:spMkLst>
            <pc:docMk/>
            <pc:sldMk cId="1361868271" sldId="609"/>
            <ac:spMk id="50" creationId="{D1C7AAE5-DC9F-1DC2-DA35-E004BE49CE5B}"/>
          </ac:spMkLst>
        </pc:spChg>
        <pc:spChg chg="del">
          <ac:chgData name="Taylor Davis" userId="5c9e72a0-c39f-4aa1-9d7d-64125e78cbe6" providerId="ADAL" clId="{84231783-B384-4916-BEE5-1BBC2F4EE974}" dt="2024-11-07T16:02:18.080" v="213" actId="478"/>
          <ac:spMkLst>
            <pc:docMk/>
            <pc:sldMk cId="1361868271" sldId="609"/>
            <ac:spMk id="51" creationId="{462F8BAA-5A81-D603-9B8A-96A6B1C39681}"/>
          </ac:spMkLst>
        </pc:spChg>
        <pc:spChg chg="del">
          <ac:chgData name="Taylor Davis" userId="5c9e72a0-c39f-4aa1-9d7d-64125e78cbe6" providerId="ADAL" clId="{84231783-B384-4916-BEE5-1BBC2F4EE974}" dt="2024-11-07T16:02:18.080" v="213" actId="478"/>
          <ac:spMkLst>
            <pc:docMk/>
            <pc:sldMk cId="1361868271" sldId="609"/>
            <ac:spMk id="52" creationId="{E424B4E2-E867-9E26-4A03-037E00765A49}"/>
          </ac:spMkLst>
        </pc:spChg>
        <pc:spChg chg="del">
          <ac:chgData name="Taylor Davis" userId="5c9e72a0-c39f-4aa1-9d7d-64125e78cbe6" providerId="ADAL" clId="{84231783-B384-4916-BEE5-1BBC2F4EE974}" dt="2024-11-07T16:02:18.080" v="213" actId="478"/>
          <ac:spMkLst>
            <pc:docMk/>
            <pc:sldMk cId="1361868271" sldId="609"/>
            <ac:spMk id="53" creationId="{4A03B2EA-ABFE-5984-E352-7DEBFC922BE4}"/>
          </ac:spMkLst>
        </pc:spChg>
        <pc:graphicFrameChg chg="del">
          <ac:chgData name="Taylor Davis" userId="5c9e72a0-c39f-4aa1-9d7d-64125e78cbe6" providerId="ADAL" clId="{84231783-B384-4916-BEE5-1BBC2F4EE974}" dt="2024-11-07T16:02:18.080" v="213" actId="478"/>
          <ac:graphicFrameMkLst>
            <pc:docMk/>
            <pc:sldMk cId="1361868271" sldId="609"/>
            <ac:graphicFrameMk id="8" creationId="{FA64AF87-6162-EE82-8A2E-8D78EE4E525F}"/>
          </ac:graphicFrameMkLst>
        </pc:graphicFrameChg>
        <pc:picChg chg="del mod">
          <ac:chgData name="Taylor Davis" userId="5c9e72a0-c39f-4aa1-9d7d-64125e78cbe6" providerId="ADAL" clId="{84231783-B384-4916-BEE5-1BBC2F4EE974}" dt="2024-11-07T16:02:18.080" v="213" actId="478"/>
          <ac:picMkLst>
            <pc:docMk/>
            <pc:sldMk cId="1361868271" sldId="609"/>
            <ac:picMk id="54" creationId="{F7579BB8-272C-3C9D-89A2-DA433775D9A5}"/>
          </ac:picMkLst>
        </pc:picChg>
      </pc:sldChg>
    </pc:docChg>
  </pc:docChgLst>
  <pc:docChgLst>
    <pc:chgData name="Taylor Davis" userId="5c9e72a0-c39f-4aa1-9d7d-64125e78cbe6" providerId="ADAL" clId="{6E0FDDA7-D975-481F-A381-BF0E38F3EAFE}"/>
    <pc:docChg chg="undo custSel addSld delSld modSld sldOrd">
      <pc:chgData name="Taylor Davis" userId="5c9e72a0-c39f-4aa1-9d7d-64125e78cbe6" providerId="ADAL" clId="{6E0FDDA7-D975-481F-A381-BF0E38F3EAFE}" dt="2024-10-31T04:57:30.299" v="252" actId="404"/>
      <pc:docMkLst>
        <pc:docMk/>
      </pc:docMkLst>
      <pc:sldChg chg="add ord">
        <pc:chgData name="Taylor Davis" userId="5c9e72a0-c39f-4aa1-9d7d-64125e78cbe6" providerId="ADAL" clId="{6E0FDDA7-D975-481F-A381-BF0E38F3EAFE}" dt="2024-10-31T04:56:18.609" v="195"/>
        <pc:sldMkLst>
          <pc:docMk/>
          <pc:sldMk cId="4064752386" sldId="564"/>
        </pc:sldMkLst>
      </pc:sldChg>
      <pc:sldChg chg="addSp delSp modSp add mod">
        <pc:chgData name="Taylor Davis" userId="5c9e72a0-c39f-4aa1-9d7d-64125e78cbe6" providerId="ADAL" clId="{6E0FDDA7-D975-481F-A381-BF0E38F3EAFE}" dt="2024-10-29T22:10:49.084" v="20" actId="478"/>
        <pc:sldMkLst>
          <pc:docMk/>
          <pc:sldMk cId="4226387632" sldId="588"/>
        </pc:sldMkLst>
        <pc:spChg chg="del">
          <ac:chgData name="Taylor Davis" userId="5c9e72a0-c39f-4aa1-9d7d-64125e78cbe6" providerId="ADAL" clId="{6E0FDDA7-D975-481F-A381-BF0E38F3EAFE}" dt="2024-10-29T22:10:49.084" v="20" actId="478"/>
          <ac:spMkLst>
            <pc:docMk/>
            <pc:sldMk cId="4226387632" sldId="588"/>
            <ac:spMk id="2" creationId="{A64D6890-C412-2FEE-5C69-ADF65C51E11D}"/>
          </ac:spMkLst>
        </pc:spChg>
        <pc:spChg chg="del">
          <ac:chgData name="Taylor Davis" userId="5c9e72a0-c39f-4aa1-9d7d-64125e78cbe6" providerId="ADAL" clId="{6E0FDDA7-D975-481F-A381-BF0E38F3EAFE}" dt="2024-10-29T22:10:49.084" v="20" actId="478"/>
          <ac:spMkLst>
            <pc:docMk/>
            <pc:sldMk cId="4226387632" sldId="588"/>
            <ac:spMk id="3" creationId="{56C1D080-03A9-9F4F-C125-34F8C919FB57}"/>
          </ac:spMkLst>
        </pc:spChg>
        <pc:picChg chg="add mod">
          <ac:chgData name="Taylor Davis" userId="5c9e72a0-c39f-4aa1-9d7d-64125e78cbe6" providerId="ADAL" clId="{6E0FDDA7-D975-481F-A381-BF0E38F3EAFE}" dt="2024-10-29T22:10:42.242" v="19" actId="167"/>
          <ac:picMkLst>
            <pc:docMk/>
            <pc:sldMk cId="4226387632" sldId="588"/>
            <ac:picMk id="7" creationId="{B6DE48AF-9511-DAEA-9431-56A06FFBF315}"/>
          </ac:picMkLst>
        </pc:picChg>
        <pc:picChg chg="del">
          <ac:chgData name="Taylor Davis" userId="5c9e72a0-c39f-4aa1-9d7d-64125e78cbe6" providerId="ADAL" clId="{6E0FDDA7-D975-481F-A381-BF0E38F3EAFE}" dt="2024-10-29T22:10:05.513" v="12" actId="478"/>
          <ac:picMkLst>
            <pc:docMk/>
            <pc:sldMk cId="4226387632" sldId="588"/>
            <ac:picMk id="1026" creationId="{36E3F127-5A31-2237-7187-FFB1E86E9DFF}"/>
          </ac:picMkLst>
        </pc:picChg>
      </pc:sldChg>
      <pc:sldChg chg="add ord">
        <pc:chgData name="Taylor Davis" userId="5c9e72a0-c39f-4aa1-9d7d-64125e78cbe6" providerId="ADAL" clId="{6E0FDDA7-D975-481F-A381-BF0E38F3EAFE}" dt="2024-10-29T22:00:57.008" v="3"/>
        <pc:sldMkLst>
          <pc:docMk/>
          <pc:sldMk cId="3874698132" sldId="598"/>
        </pc:sldMkLst>
      </pc:sldChg>
      <pc:sldChg chg="add del">
        <pc:chgData name="Taylor Davis" userId="5c9e72a0-c39f-4aa1-9d7d-64125e78cbe6" providerId="ADAL" clId="{6E0FDDA7-D975-481F-A381-BF0E38F3EAFE}" dt="2024-10-29T22:01:15.638" v="6" actId="47"/>
        <pc:sldMkLst>
          <pc:docMk/>
          <pc:sldMk cId="4212889190" sldId="599"/>
        </pc:sldMkLst>
      </pc:sldChg>
      <pc:sldChg chg="add del ord">
        <pc:chgData name="Taylor Davis" userId="5c9e72a0-c39f-4aa1-9d7d-64125e78cbe6" providerId="ADAL" clId="{6E0FDDA7-D975-481F-A381-BF0E38F3EAFE}" dt="2024-10-29T22:05:23.041" v="10"/>
        <pc:sldMkLst>
          <pc:docMk/>
          <pc:sldMk cId="2370177083" sldId="600"/>
        </pc:sldMkLst>
      </pc:sldChg>
      <pc:sldChg chg="addSp modSp add mod">
        <pc:chgData name="Taylor Davis" userId="5c9e72a0-c39f-4aa1-9d7d-64125e78cbe6" providerId="ADAL" clId="{6E0FDDA7-D975-481F-A381-BF0E38F3EAFE}" dt="2024-10-31T03:37:18.326" v="109" actId="207"/>
        <pc:sldMkLst>
          <pc:docMk/>
          <pc:sldMk cId="787795134" sldId="604"/>
        </pc:sldMkLst>
        <pc:spChg chg="add mod">
          <ac:chgData name="Taylor Davis" userId="5c9e72a0-c39f-4aa1-9d7d-64125e78cbe6" providerId="ADAL" clId="{6E0FDDA7-D975-481F-A381-BF0E38F3EAFE}" dt="2024-10-31T03:37:18.326" v="109" actId="207"/>
          <ac:spMkLst>
            <pc:docMk/>
            <pc:sldMk cId="787795134" sldId="604"/>
            <ac:spMk id="2" creationId="{748F1600-91B2-19AD-E7CB-E3DD87C15148}"/>
          </ac:spMkLst>
        </pc:spChg>
        <pc:spChg chg="mod">
          <ac:chgData name="Taylor Davis" userId="5c9e72a0-c39f-4aa1-9d7d-64125e78cbe6" providerId="ADAL" clId="{6E0FDDA7-D975-481F-A381-BF0E38F3EAFE}" dt="2024-10-31T03:22:21.934" v="22" actId="1076"/>
          <ac:spMkLst>
            <pc:docMk/>
            <pc:sldMk cId="787795134" sldId="604"/>
            <ac:spMk id="3" creationId="{D469119A-7331-1CCD-9641-F328B8155817}"/>
          </ac:spMkLst>
        </pc:spChg>
        <pc:spChg chg="add mod">
          <ac:chgData name="Taylor Davis" userId="5c9e72a0-c39f-4aa1-9d7d-64125e78cbe6" providerId="ADAL" clId="{6E0FDDA7-D975-481F-A381-BF0E38F3EAFE}" dt="2024-10-31T03:23:00.496" v="52" actId="20577"/>
          <ac:spMkLst>
            <pc:docMk/>
            <pc:sldMk cId="787795134" sldId="604"/>
            <ac:spMk id="4" creationId="{3E6683D6-E3F8-7E6D-D3C9-14E5F9DB6EDF}"/>
          </ac:spMkLst>
        </pc:spChg>
        <pc:spChg chg="add mod">
          <ac:chgData name="Taylor Davis" userId="5c9e72a0-c39f-4aa1-9d7d-64125e78cbe6" providerId="ADAL" clId="{6E0FDDA7-D975-481F-A381-BF0E38F3EAFE}" dt="2024-10-31T03:23:27.339" v="108" actId="1076"/>
          <ac:spMkLst>
            <pc:docMk/>
            <pc:sldMk cId="787795134" sldId="604"/>
            <ac:spMk id="5" creationId="{514B693F-1953-7666-8CB0-D85E90ED5D9F}"/>
          </ac:spMkLst>
        </pc:spChg>
        <pc:picChg chg="mod">
          <ac:chgData name="Taylor Davis" userId="5c9e72a0-c39f-4aa1-9d7d-64125e78cbe6" providerId="ADAL" clId="{6E0FDDA7-D975-481F-A381-BF0E38F3EAFE}" dt="2024-10-31T03:22:38.647" v="25" actId="1076"/>
          <ac:picMkLst>
            <pc:docMk/>
            <pc:sldMk cId="787795134" sldId="604"/>
            <ac:picMk id="14" creationId="{5B798B96-2688-86C0-9572-C8CEBF77ED26}"/>
          </ac:picMkLst>
        </pc:picChg>
      </pc:sldChg>
      <pc:sldChg chg="add del">
        <pc:chgData name="Taylor Davis" userId="5c9e72a0-c39f-4aa1-9d7d-64125e78cbe6" providerId="ADAL" clId="{6E0FDDA7-D975-481F-A381-BF0E38F3EAFE}" dt="2024-10-29T22:01:15.638" v="6" actId="47"/>
        <pc:sldMkLst>
          <pc:docMk/>
          <pc:sldMk cId="1826165046" sldId="604"/>
        </pc:sldMkLst>
      </pc:sldChg>
      <pc:sldChg chg="addSp delSp modSp new mod ord setBg">
        <pc:chgData name="Taylor Davis" userId="5c9e72a0-c39f-4aa1-9d7d-64125e78cbe6" providerId="ADAL" clId="{6E0FDDA7-D975-481F-A381-BF0E38F3EAFE}" dt="2024-10-31T04:56:55.597" v="197"/>
        <pc:sldMkLst>
          <pc:docMk/>
          <pc:sldMk cId="1045611956" sldId="605"/>
        </pc:sldMkLst>
        <pc:spChg chg="del">
          <ac:chgData name="Taylor Davis" userId="5c9e72a0-c39f-4aa1-9d7d-64125e78cbe6" providerId="ADAL" clId="{6E0FDDA7-D975-481F-A381-BF0E38F3EAFE}" dt="2024-10-31T03:51:38.524" v="111" actId="478"/>
          <ac:spMkLst>
            <pc:docMk/>
            <pc:sldMk cId="1045611956" sldId="605"/>
            <ac:spMk id="2" creationId="{97DAAECC-2BED-59BA-D8CB-A4515E1DDD68}"/>
          </ac:spMkLst>
        </pc:spChg>
        <pc:spChg chg="add del mod">
          <ac:chgData name="Taylor Davis" userId="5c9e72a0-c39f-4aa1-9d7d-64125e78cbe6" providerId="ADAL" clId="{6E0FDDA7-D975-481F-A381-BF0E38F3EAFE}" dt="2024-10-31T04:45:20.101" v="158" actId="478"/>
          <ac:spMkLst>
            <pc:docMk/>
            <pc:sldMk cId="1045611956" sldId="605"/>
            <ac:spMk id="3" creationId="{A55E79D2-6475-1CC0-C017-A3D73BD1C915}"/>
          </ac:spMkLst>
        </pc:spChg>
        <pc:spChg chg="add del mod">
          <ac:chgData name="Taylor Davis" userId="5c9e72a0-c39f-4aa1-9d7d-64125e78cbe6" providerId="ADAL" clId="{6E0FDDA7-D975-481F-A381-BF0E38F3EAFE}" dt="2024-10-31T04:45:20.101" v="158" actId="478"/>
          <ac:spMkLst>
            <pc:docMk/>
            <pc:sldMk cId="1045611956" sldId="605"/>
            <ac:spMk id="4" creationId="{F3E5ACA3-0F37-6795-0DDB-5E0C02AA0038}"/>
          </ac:spMkLst>
        </pc:spChg>
        <pc:spChg chg="add del mod ord">
          <ac:chgData name="Taylor Davis" userId="5c9e72a0-c39f-4aa1-9d7d-64125e78cbe6" providerId="ADAL" clId="{6E0FDDA7-D975-481F-A381-BF0E38F3EAFE}" dt="2024-10-31T04:45:20.101" v="158" actId="478"/>
          <ac:spMkLst>
            <pc:docMk/>
            <pc:sldMk cId="1045611956" sldId="605"/>
            <ac:spMk id="9" creationId="{C00AB6DC-A143-A995-75EF-56875F016F42}"/>
          </ac:spMkLst>
        </pc:spChg>
        <pc:spChg chg="add mod">
          <ac:chgData name="Taylor Davis" userId="5c9e72a0-c39f-4aa1-9d7d-64125e78cbe6" providerId="ADAL" clId="{6E0FDDA7-D975-481F-A381-BF0E38F3EAFE}" dt="2024-10-31T04:53:02.686" v="182"/>
          <ac:spMkLst>
            <pc:docMk/>
            <pc:sldMk cId="1045611956" sldId="605"/>
            <ac:spMk id="24" creationId="{0190236D-DBB5-89A8-79CC-4993EBE85F77}"/>
          </ac:spMkLst>
        </pc:spChg>
        <pc:grpChg chg="add del">
          <ac:chgData name="Taylor Davis" userId="5c9e72a0-c39f-4aa1-9d7d-64125e78cbe6" providerId="ADAL" clId="{6E0FDDA7-D975-481F-A381-BF0E38F3EAFE}" dt="2024-10-31T03:52:50.284" v="120" actId="26606"/>
          <ac:grpSpMkLst>
            <pc:docMk/>
            <pc:sldMk cId="1045611956" sldId="605"/>
            <ac:grpSpMk id="13" creationId="{26176824-7946-6969-3841-DD5C101DF42D}"/>
          </ac:grpSpMkLst>
        </pc:grpChg>
        <pc:picChg chg="add del mod">
          <ac:chgData name="Taylor Davis" userId="5c9e72a0-c39f-4aa1-9d7d-64125e78cbe6" providerId="ADAL" clId="{6E0FDDA7-D975-481F-A381-BF0E38F3EAFE}" dt="2024-10-31T04:23:31.189" v="129" actId="478"/>
          <ac:picMkLst>
            <pc:docMk/>
            <pc:sldMk cId="1045611956" sldId="605"/>
            <ac:picMk id="5" creationId="{BC73B320-4E38-5A3C-17E9-C3541F5F3766}"/>
          </ac:picMkLst>
        </pc:picChg>
        <pc:picChg chg="add del mod">
          <ac:chgData name="Taylor Davis" userId="5c9e72a0-c39f-4aa1-9d7d-64125e78cbe6" providerId="ADAL" clId="{6E0FDDA7-D975-481F-A381-BF0E38F3EAFE}" dt="2024-10-31T03:52:14.505" v="115" actId="478"/>
          <ac:picMkLst>
            <pc:docMk/>
            <pc:sldMk cId="1045611956" sldId="605"/>
            <ac:picMk id="6" creationId="{CC0AFBF7-DF8C-D751-9304-D92C4BDAA9E5}"/>
          </ac:picMkLst>
        </pc:picChg>
        <pc:picChg chg="add del mod">
          <ac:chgData name="Taylor Davis" userId="5c9e72a0-c39f-4aa1-9d7d-64125e78cbe6" providerId="ADAL" clId="{6E0FDDA7-D975-481F-A381-BF0E38F3EAFE}" dt="2024-10-31T04:23:39.007" v="133" actId="478"/>
          <ac:picMkLst>
            <pc:docMk/>
            <pc:sldMk cId="1045611956" sldId="605"/>
            <ac:picMk id="7" creationId="{37A610D4-4AB0-8C8E-5E28-E1614FDFC4CF}"/>
          </ac:picMkLst>
        </pc:picChg>
        <pc:picChg chg="add del mod ord">
          <ac:chgData name="Taylor Davis" userId="5c9e72a0-c39f-4aa1-9d7d-64125e78cbe6" providerId="ADAL" clId="{6E0FDDA7-D975-481F-A381-BF0E38F3EAFE}" dt="2024-10-31T04:18:46.499" v="125" actId="478"/>
          <ac:picMkLst>
            <pc:docMk/>
            <pc:sldMk cId="1045611956" sldId="605"/>
            <ac:picMk id="8" creationId="{A79F6724-A719-11E6-0024-ACF9181551B4}"/>
          </ac:picMkLst>
        </pc:picChg>
        <pc:picChg chg="add del mod">
          <ac:chgData name="Taylor Davis" userId="5c9e72a0-c39f-4aa1-9d7d-64125e78cbe6" providerId="ADAL" clId="{6E0FDDA7-D975-481F-A381-BF0E38F3EAFE}" dt="2024-10-31T04:24:59.093" v="137" actId="478"/>
          <ac:picMkLst>
            <pc:docMk/>
            <pc:sldMk cId="1045611956" sldId="605"/>
            <ac:picMk id="11" creationId="{548788DD-C231-DCE7-E8BD-B0BBF536624B}"/>
          </ac:picMkLst>
        </pc:picChg>
        <pc:picChg chg="add del mod">
          <ac:chgData name="Taylor Davis" userId="5c9e72a0-c39f-4aa1-9d7d-64125e78cbe6" providerId="ADAL" clId="{6E0FDDA7-D975-481F-A381-BF0E38F3EAFE}" dt="2024-10-31T04:34:31.373" v="141" actId="478"/>
          <ac:picMkLst>
            <pc:docMk/>
            <pc:sldMk cId="1045611956" sldId="605"/>
            <ac:picMk id="13" creationId="{8E1C9575-FBC7-E7AA-085E-EF9F5A268364}"/>
          </ac:picMkLst>
        </pc:picChg>
        <pc:picChg chg="add del mod">
          <ac:chgData name="Taylor Davis" userId="5c9e72a0-c39f-4aa1-9d7d-64125e78cbe6" providerId="ADAL" clId="{6E0FDDA7-D975-481F-A381-BF0E38F3EAFE}" dt="2024-10-31T04:37:50.697" v="145" actId="478"/>
          <ac:picMkLst>
            <pc:docMk/>
            <pc:sldMk cId="1045611956" sldId="605"/>
            <ac:picMk id="15" creationId="{12871BDB-A3AF-20CC-B134-DC62877B82F6}"/>
          </ac:picMkLst>
        </pc:picChg>
        <pc:picChg chg="add del mod">
          <ac:chgData name="Taylor Davis" userId="5c9e72a0-c39f-4aa1-9d7d-64125e78cbe6" providerId="ADAL" clId="{6E0FDDA7-D975-481F-A381-BF0E38F3EAFE}" dt="2024-10-31T04:39:29.008" v="149" actId="478"/>
          <ac:picMkLst>
            <pc:docMk/>
            <pc:sldMk cId="1045611956" sldId="605"/>
            <ac:picMk id="17" creationId="{29FFD9DE-A707-6C25-9CB4-B95404FFF6DA}"/>
          </ac:picMkLst>
        </pc:picChg>
        <pc:picChg chg="add del mod">
          <ac:chgData name="Taylor Davis" userId="5c9e72a0-c39f-4aa1-9d7d-64125e78cbe6" providerId="ADAL" clId="{6E0FDDA7-D975-481F-A381-BF0E38F3EAFE}" dt="2024-10-31T04:41:28.722" v="153" actId="478"/>
          <ac:picMkLst>
            <pc:docMk/>
            <pc:sldMk cId="1045611956" sldId="605"/>
            <ac:picMk id="19" creationId="{7089F219-DDA7-04BC-6120-9E8697BFE62C}"/>
          </ac:picMkLst>
        </pc:picChg>
        <pc:picChg chg="add del mod">
          <ac:chgData name="Taylor Davis" userId="5c9e72a0-c39f-4aa1-9d7d-64125e78cbe6" providerId="ADAL" clId="{6E0FDDA7-D975-481F-A381-BF0E38F3EAFE}" dt="2024-10-31T04:45:22.852" v="159" actId="478"/>
          <ac:picMkLst>
            <pc:docMk/>
            <pc:sldMk cId="1045611956" sldId="605"/>
            <ac:picMk id="21" creationId="{4F81F5EF-9AAB-8268-1844-28FFF6372B7F}"/>
          </ac:picMkLst>
        </pc:picChg>
        <pc:picChg chg="add mod">
          <ac:chgData name="Taylor Davis" userId="5c9e72a0-c39f-4aa1-9d7d-64125e78cbe6" providerId="ADAL" clId="{6E0FDDA7-D975-481F-A381-BF0E38F3EAFE}" dt="2024-10-31T04:45:24.750" v="162" actId="962"/>
          <ac:picMkLst>
            <pc:docMk/>
            <pc:sldMk cId="1045611956" sldId="605"/>
            <ac:picMk id="23" creationId="{238E4367-CE55-CD10-AAD0-C7FBF3B0DB8A}"/>
          </ac:picMkLst>
        </pc:picChg>
      </pc:sldChg>
      <pc:sldChg chg="addSp delSp modSp add mod">
        <pc:chgData name="Taylor Davis" userId="5c9e72a0-c39f-4aa1-9d7d-64125e78cbe6" providerId="ADAL" clId="{6E0FDDA7-D975-481F-A381-BF0E38F3EAFE}" dt="2024-10-31T04:53:04.661" v="183"/>
        <pc:sldMkLst>
          <pc:docMk/>
          <pc:sldMk cId="170902686" sldId="606"/>
        </pc:sldMkLst>
        <pc:spChg chg="add del">
          <ac:chgData name="Taylor Davis" userId="5c9e72a0-c39f-4aa1-9d7d-64125e78cbe6" providerId="ADAL" clId="{6E0FDDA7-D975-481F-A381-BF0E38F3EAFE}" dt="2024-10-31T04:49:08.127" v="166" actId="22"/>
          <ac:spMkLst>
            <pc:docMk/>
            <pc:sldMk cId="170902686" sldId="606"/>
            <ac:spMk id="5" creationId="{41B970D6-7555-7EF9-3CB0-CF1F4893675F}"/>
          </ac:spMkLst>
        </pc:spChg>
        <pc:spChg chg="add del">
          <ac:chgData name="Taylor Davis" userId="5c9e72a0-c39f-4aa1-9d7d-64125e78cbe6" providerId="ADAL" clId="{6E0FDDA7-D975-481F-A381-BF0E38F3EAFE}" dt="2024-10-31T04:49:14.450" v="168" actId="22"/>
          <ac:spMkLst>
            <pc:docMk/>
            <pc:sldMk cId="170902686" sldId="606"/>
            <ac:spMk id="7" creationId="{30DA85E6-FDB5-05CA-7A2F-AAC573CB0C0A}"/>
          </ac:spMkLst>
        </pc:spChg>
        <pc:spChg chg="add del mod">
          <ac:chgData name="Taylor Davis" userId="5c9e72a0-c39f-4aa1-9d7d-64125e78cbe6" providerId="ADAL" clId="{6E0FDDA7-D975-481F-A381-BF0E38F3EAFE}" dt="2024-10-31T04:52:26.531" v="178" actId="478"/>
          <ac:spMkLst>
            <pc:docMk/>
            <pc:sldMk cId="170902686" sldId="606"/>
            <ac:spMk id="11" creationId="{E1766851-AC1B-3F93-CE32-4CF41CD9E950}"/>
          </ac:spMkLst>
        </pc:spChg>
        <pc:spChg chg="add mod">
          <ac:chgData name="Taylor Davis" userId="5c9e72a0-c39f-4aa1-9d7d-64125e78cbe6" providerId="ADAL" clId="{6E0FDDA7-D975-481F-A381-BF0E38F3EAFE}" dt="2024-10-31T04:53:04.661" v="183"/>
          <ac:spMkLst>
            <pc:docMk/>
            <pc:sldMk cId="170902686" sldId="606"/>
            <ac:spMk id="14" creationId="{ED3770BA-F7E1-8DA8-9ADD-C5154D6CBD29}"/>
          </ac:spMkLst>
        </pc:spChg>
        <pc:picChg chg="add del mod">
          <ac:chgData name="Taylor Davis" userId="5c9e72a0-c39f-4aa1-9d7d-64125e78cbe6" providerId="ADAL" clId="{6E0FDDA7-D975-481F-A381-BF0E38F3EAFE}" dt="2024-10-31T04:49:35.223" v="172" actId="478"/>
          <ac:picMkLst>
            <pc:docMk/>
            <pc:sldMk cId="170902686" sldId="606"/>
            <ac:picMk id="10" creationId="{BC7D2027-3804-7500-B51F-86F005A530DC}"/>
          </ac:picMkLst>
        </pc:picChg>
        <pc:picChg chg="add mod">
          <ac:chgData name="Taylor Davis" userId="5c9e72a0-c39f-4aa1-9d7d-64125e78cbe6" providerId="ADAL" clId="{6E0FDDA7-D975-481F-A381-BF0E38F3EAFE}" dt="2024-10-31T04:52:28.722" v="181" actId="962"/>
          <ac:picMkLst>
            <pc:docMk/>
            <pc:sldMk cId="170902686" sldId="606"/>
            <ac:picMk id="13" creationId="{C12DED49-6BCD-1664-97E4-1096D2CFA1C6}"/>
          </ac:picMkLst>
        </pc:picChg>
        <pc:picChg chg="del">
          <ac:chgData name="Taylor Davis" userId="5c9e72a0-c39f-4aa1-9d7d-64125e78cbe6" providerId="ADAL" clId="{6E0FDDA7-D975-481F-A381-BF0E38F3EAFE}" dt="2024-10-31T04:49:06.192" v="164" actId="478"/>
          <ac:picMkLst>
            <pc:docMk/>
            <pc:sldMk cId="170902686" sldId="606"/>
            <ac:picMk id="23" creationId="{238E4367-CE55-CD10-AAD0-C7FBF3B0DB8A}"/>
          </ac:picMkLst>
        </pc:picChg>
      </pc:sldChg>
      <pc:sldChg chg="addSp delSp modSp add mod">
        <pc:chgData name="Taylor Davis" userId="5c9e72a0-c39f-4aa1-9d7d-64125e78cbe6" providerId="ADAL" clId="{6E0FDDA7-D975-481F-A381-BF0E38F3EAFE}" dt="2024-10-31T04:57:30.299" v="252" actId="404"/>
        <pc:sldMkLst>
          <pc:docMk/>
          <pc:sldMk cId="1584477107" sldId="607"/>
        </pc:sldMkLst>
        <pc:spChg chg="add mod">
          <ac:chgData name="Taylor Davis" userId="5c9e72a0-c39f-4aa1-9d7d-64125e78cbe6" providerId="ADAL" clId="{6E0FDDA7-D975-481F-A381-BF0E38F3EAFE}" dt="2024-10-31T04:57:30.299" v="252" actId="404"/>
          <ac:spMkLst>
            <pc:docMk/>
            <pc:sldMk cId="1584477107" sldId="607"/>
            <ac:spMk id="6" creationId="{52EF0790-8A0D-E049-88E7-9ABED7AB7791}"/>
          </ac:spMkLst>
        </pc:spChg>
        <pc:picChg chg="add mod">
          <ac:chgData name="Taylor Davis" userId="5c9e72a0-c39f-4aa1-9d7d-64125e78cbe6" providerId="ADAL" clId="{6E0FDDA7-D975-481F-A381-BF0E38F3EAFE}" dt="2024-10-31T04:53:41.870" v="189" actId="962"/>
          <ac:picMkLst>
            <pc:docMk/>
            <pc:sldMk cId="1584477107" sldId="607"/>
            <ac:picMk id="5" creationId="{0D55C815-A745-9C30-6F4B-D22C0DF4F045}"/>
          </ac:picMkLst>
        </pc:picChg>
        <pc:picChg chg="del">
          <ac:chgData name="Taylor Davis" userId="5c9e72a0-c39f-4aa1-9d7d-64125e78cbe6" providerId="ADAL" clId="{6E0FDDA7-D975-481F-A381-BF0E38F3EAFE}" dt="2024-10-31T04:53:39.645" v="186" actId="478"/>
          <ac:picMkLst>
            <pc:docMk/>
            <pc:sldMk cId="1584477107" sldId="607"/>
            <ac:picMk id="13" creationId="{C12DED49-6BCD-1664-97E4-1096D2CFA1C6}"/>
          </ac:picMkLst>
        </pc:picChg>
      </pc:sldChg>
      <pc:sldChg chg="addSp delSp modSp add mod">
        <pc:chgData name="Taylor Davis" userId="5c9e72a0-c39f-4aa1-9d7d-64125e78cbe6" providerId="ADAL" clId="{6E0FDDA7-D975-481F-A381-BF0E38F3EAFE}" dt="2024-10-31T04:56:04.670" v="193" actId="962"/>
        <pc:sldMkLst>
          <pc:docMk/>
          <pc:sldMk cId="883083240" sldId="608"/>
        </pc:sldMkLst>
        <pc:picChg chg="add mod">
          <ac:chgData name="Taylor Davis" userId="5c9e72a0-c39f-4aa1-9d7d-64125e78cbe6" providerId="ADAL" clId="{6E0FDDA7-D975-481F-A381-BF0E38F3EAFE}" dt="2024-10-31T04:56:04.670" v="193" actId="962"/>
          <ac:picMkLst>
            <pc:docMk/>
            <pc:sldMk cId="883083240" sldId="608"/>
            <ac:picMk id="5" creationId="{B34703D6-1648-F545-0DDC-A93529ECFF06}"/>
          </ac:picMkLst>
        </pc:picChg>
        <pc:picChg chg="del">
          <ac:chgData name="Taylor Davis" userId="5c9e72a0-c39f-4aa1-9d7d-64125e78cbe6" providerId="ADAL" clId="{6E0FDDA7-D975-481F-A381-BF0E38F3EAFE}" dt="2024-10-31T04:55:44.187" v="190" actId="478"/>
          <ac:picMkLst>
            <pc:docMk/>
            <pc:sldMk cId="883083240" sldId="608"/>
            <ac:picMk id="13" creationId="{C12DED49-6BCD-1664-97E4-1096D2CFA1C6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3"/>
            <a:ext cx="3169920" cy="481726"/>
          </a:xfrm>
          <a:prstGeom prst="rect">
            <a:avLst/>
          </a:prstGeom>
        </p:spPr>
        <p:txBody>
          <a:bodyPr vert="horz" lIns="95178" tIns="47590" rIns="95178" bIns="4759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3"/>
            <a:ext cx="3169920" cy="481726"/>
          </a:xfrm>
          <a:prstGeom prst="rect">
            <a:avLst/>
          </a:prstGeom>
        </p:spPr>
        <p:txBody>
          <a:bodyPr vert="horz" lIns="95178" tIns="47590" rIns="95178" bIns="47590" rtlCol="0"/>
          <a:lstStyle>
            <a:lvl1pPr algn="r">
              <a:defRPr sz="1200"/>
            </a:lvl1pPr>
          </a:lstStyle>
          <a:p>
            <a:fld id="{7444AE22-21A2-46C1-A42F-3B4E8AE858E0}" type="datetimeFigureOut">
              <a:rPr lang="en-US" smtClean="0"/>
              <a:t>11/7/2024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9463" y="1200150"/>
            <a:ext cx="5756275" cy="32385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178" tIns="47590" rIns="95178" bIns="4759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80"/>
            <a:ext cx="5852160" cy="3780473"/>
          </a:xfrm>
          <a:prstGeom prst="rect">
            <a:avLst/>
          </a:prstGeom>
        </p:spPr>
        <p:txBody>
          <a:bodyPr vert="horz" lIns="95178" tIns="47590" rIns="95178" bIns="4759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7"/>
            <a:ext cx="3169920" cy="481725"/>
          </a:xfrm>
          <a:prstGeom prst="rect">
            <a:avLst/>
          </a:prstGeom>
        </p:spPr>
        <p:txBody>
          <a:bodyPr vert="horz" lIns="95178" tIns="47590" rIns="95178" bIns="4759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7"/>
            <a:ext cx="3169920" cy="481725"/>
          </a:xfrm>
          <a:prstGeom prst="rect">
            <a:avLst/>
          </a:prstGeom>
        </p:spPr>
        <p:txBody>
          <a:bodyPr vert="horz" lIns="95178" tIns="47590" rIns="95178" bIns="47590" rtlCol="0" anchor="b"/>
          <a:lstStyle>
            <a:lvl1pPr algn="r">
              <a:defRPr sz="1200"/>
            </a:lvl1pPr>
          </a:lstStyle>
          <a:p>
            <a:fld id="{4139CA89-B4B2-4050-B038-8DF8E3A335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12282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39CA89-B4B2-4050-B038-8DF8E3A33516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93359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39CA89-B4B2-4050-B038-8DF8E3A33516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25154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39CA89-B4B2-4050-B038-8DF8E3A33516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99774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39CA89-B4B2-4050-B038-8DF8E3A33516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49190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39CA89-B4B2-4050-B038-8DF8E3A33516}" type="slidenum">
              <a:rPr lang="en-US" smtClean="0"/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61658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6" indent="0" algn="ctr">
              <a:buNone/>
              <a:defRPr sz="2000"/>
            </a:lvl2pPr>
            <a:lvl3pPr marL="914411" indent="0" algn="ctr">
              <a:buNone/>
              <a:defRPr sz="1800"/>
            </a:lvl3pPr>
            <a:lvl4pPr marL="1371617" indent="0" algn="ctr">
              <a:buNone/>
              <a:defRPr sz="1600"/>
            </a:lvl4pPr>
            <a:lvl5pPr marL="1828823" indent="0" algn="ctr">
              <a:buNone/>
              <a:defRPr sz="1600"/>
            </a:lvl5pPr>
            <a:lvl6pPr marL="2286029" indent="0" algn="ctr">
              <a:buNone/>
              <a:defRPr sz="1600"/>
            </a:lvl6pPr>
            <a:lvl7pPr marL="2743234" indent="0" algn="ctr">
              <a:buNone/>
              <a:defRPr sz="1600"/>
            </a:lvl7pPr>
            <a:lvl8pPr marL="3200440" indent="0" algn="ctr">
              <a:buNone/>
              <a:defRPr sz="1600"/>
            </a:lvl8pPr>
            <a:lvl9pPr marL="36576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9E3A3-CB7F-45DB-8359-15D56BF69054}" type="datetime1">
              <a:rPr lang="en-US" smtClean="0"/>
              <a:t>11/7/2024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3C3935"/>
                </a:solidFill>
              </a:defRPr>
            </a:lvl1pPr>
          </a:lstStyle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64269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1" y="6471095"/>
            <a:ext cx="2743200" cy="250380"/>
          </a:xfrm>
        </p:spPr>
        <p:txBody>
          <a:bodyPr/>
          <a:lstStyle/>
          <a:p>
            <a:fld id="{F72A7C2C-8CBA-48FC-B47E-140B6C446377}" type="datetime1">
              <a:rPr lang="en-US" smtClean="0"/>
              <a:t>11/7/2024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2" y="6471095"/>
            <a:ext cx="4114800" cy="250380"/>
          </a:xfrm>
        </p:spPr>
        <p:txBody>
          <a:bodyPr/>
          <a:lstStyle>
            <a:lvl1pPr>
              <a:defRPr u="none" spc="300"/>
            </a:lvl1pPr>
          </a:lstStyle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1" y="6471095"/>
            <a:ext cx="2743200" cy="250380"/>
          </a:xfrm>
        </p:spPr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09438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2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2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6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11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1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2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2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4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EA2DF-E8B3-4F59-892A-C88743D6614D}" type="datetime1">
              <a:rPr lang="en-US" smtClean="0"/>
              <a:t>11/7/2024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88758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1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1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F09CE-D3E6-4C73-9F86-6AA671224F8D}" type="datetime1">
              <a:rPr lang="en-US" smtClean="0"/>
              <a:t>11/7/2024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58114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6" indent="0">
              <a:buNone/>
              <a:defRPr sz="2000" b="1"/>
            </a:lvl2pPr>
            <a:lvl3pPr marL="914411" indent="0">
              <a:buNone/>
              <a:defRPr sz="1800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6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6" indent="0">
              <a:buNone/>
              <a:defRPr sz="2000" b="1"/>
            </a:lvl2pPr>
            <a:lvl3pPr marL="914411" indent="0">
              <a:buNone/>
              <a:defRPr sz="1800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2" y="2505076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F486B-7A2A-4144-9105-81B5F9A702C4}" type="datetime1">
              <a:rPr lang="en-US" smtClean="0"/>
              <a:t>11/7/2024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090408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 b="1" spc="150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1" y="6480530"/>
            <a:ext cx="2743200" cy="365125"/>
          </a:xfrm>
        </p:spPr>
        <p:txBody>
          <a:bodyPr/>
          <a:lstStyle/>
          <a:p>
            <a:fld id="{13273CBB-1638-4F86-93C5-F289BAB372F8}" type="datetime1">
              <a:rPr lang="en-US" smtClean="0"/>
              <a:t>11/7/2024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2" y="6480530"/>
            <a:ext cx="4114800" cy="365125"/>
          </a:xfrm>
        </p:spPr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542866" y="6480530"/>
            <a:ext cx="2743200" cy="365125"/>
          </a:xfrm>
        </p:spPr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58042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223EA-AE71-4F47-9CA1-AC76DEC2B9E8}" type="datetime1">
              <a:rPr lang="en-US" smtClean="0"/>
              <a:t>11/7/2024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04691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1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6" indent="0">
              <a:buNone/>
              <a:defRPr sz="1400"/>
            </a:lvl2pPr>
            <a:lvl3pPr marL="914411" indent="0">
              <a:buNone/>
              <a:defRPr sz="1200"/>
            </a:lvl3pPr>
            <a:lvl4pPr marL="1371617" indent="0">
              <a:buNone/>
              <a:defRPr sz="1000"/>
            </a:lvl4pPr>
            <a:lvl5pPr marL="1828823" indent="0">
              <a:buNone/>
              <a:defRPr sz="1000"/>
            </a:lvl5pPr>
            <a:lvl6pPr marL="2286029" indent="0">
              <a:buNone/>
              <a:defRPr sz="1000"/>
            </a:lvl6pPr>
            <a:lvl7pPr marL="2743234" indent="0">
              <a:buNone/>
              <a:defRPr sz="1000"/>
            </a:lvl7pPr>
            <a:lvl8pPr marL="3200440" indent="0">
              <a:buNone/>
              <a:defRPr sz="1000"/>
            </a:lvl8pPr>
            <a:lvl9pPr marL="3657646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31445-0B45-4F5C-971D-F971BB7E35C1}" type="datetime1">
              <a:rPr lang="en-US" smtClean="0"/>
              <a:t>11/7/2024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445348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1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6" indent="0">
              <a:buNone/>
              <a:defRPr sz="2800"/>
            </a:lvl2pPr>
            <a:lvl3pPr marL="914411" indent="0">
              <a:buNone/>
              <a:defRPr sz="2400"/>
            </a:lvl3pPr>
            <a:lvl4pPr marL="1371617" indent="0">
              <a:buNone/>
              <a:defRPr sz="2000"/>
            </a:lvl4pPr>
            <a:lvl5pPr marL="1828823" indent="0">
              <a:buNone/>
              <a:defRPr sz="2000"/>
            </a:lvl5pPr>
            <a:lvl6pPr marL="2286029" indent="0">
              <a:buNone/>
              <a:defRPr sz="2000"/>
            </a:lvl6pPr>
            <a:lvl7pPr marL="2743234" indent="0">
              <a:buNone/>
              <a:defRPr sz="2000"/>
            </a:lvl7pPr>
            <a:lvl8pPr marL="3200440" indent="0">
              <a:buNone/>
              <a:defRPr sz="2000"/>
            </a:lvl8pPr>
            <a:lvl9pPr marL="3657646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6" indent="0">
              <a:buNone/>
              <a:defRPr sz="1400"/>
            </a:lvl2pPr>
            <a:lvl3pPr marL="914411" indent="0">
              <a:buNone/>
              <a:defRPr sz="1200"/>
            </a:lvl3pPr>
            <a:lvl4pPr marL="1371617" indent="0">
              <a:buNone/>
              <a:defRPr sz="1000"/>
            </a:lvl4pPr>
            <a:lvl5pPr marL="1828823" indent="0">
              <a:buNone/>
              <a:defRPr sz="1000"/>
            </a:lvl5pPr>
            <a:lvl6pPr marL="2286029" indent="0">
              <a:buNone/>
              <a:defRPr sz="1000"/>
            </a:lvl6pPr>
            <a:lvl7pPr marL="2743234" indent="0">
              <a:buNone/>
              <a:defRPr sz="1000"/>
            </a:lvl7pPr>
            <a:lvl8pPr marL="3200440" indent="0">
              <a:buNone/>
              <a:defRPr sz="1000"/>
            </a:lvl8pPr>
            <a:lvl9pPr marL="3657646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79F89-B9FD-40DA-A4A8-5549A4F97D5C}" type="datetime1">
              <a:rPr lang="en-US" smtClean="0"/>
              <a:t>11/7/2024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4758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DCB60-C599-4AF2-9C31-DCD390D25F3F}" type="datetime1">
              <a:rPr lang="en-US" smtClean="0"/>
              <a:t>11/7/2024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22362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899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199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7DF3D-F650-432E-A6F6-439A0FF53FA0}" type="datetime1">
              <a:rPr lang="en-US" smtClean="0"/>
              <a:t>11/7/2024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98819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2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2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D48873-4569-48AE-9711-BF92EE297A77}" type="datetime1">
              <a:rPr lang="en-US" smtClean="0"/>
              <a:t>11/7/2024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2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spc="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custDataLst>
      <p:tags r:id="rId13"/>
    </p:custDataLst>
    <p:extLst>
      <p:ext uri="{BB962C8B-B14F-4D97-AF65-F5344CB8AC3E}">
        <p14:creationId xmlns:p14="http://schemas.microsoft.com/office/powerpoint/2010/main" val="30190705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hf hdr="0" dt="0"/>
  <p:txStyles>
    <p:titleStyle>
      <a:lvl1pPr algn="l" defTabSz="914411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3" indent="-228603" algn="l" defTabSz="914411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8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14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20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26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32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37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43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48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6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1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17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23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29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34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40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46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82DDCACF-3B2C-45F6-88BB-41D64A301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5345DC2E-CAD1-4A3B-BB6C-627FC995D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1</a:t>
            </a:fld>
            <a:endParaRPr lang="en-US" dirty="0"/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BB2B5697-E648-40EC-88C5-97A77999C18D}"/>
              </a:ext>
            </a:extLst>
          </p:cNvPr>
          <p:cNvSpPr/>
          <p:nvPr/>
        </p:nvSpPr>
        <p:spPr>
          <a:xfrm>
            <a:off x="0" y="0"/>
            <a:ext cx="981075" cy="6858000"/>
          </a:xfrm>
          <a:prstGeom prst="rect">
            <a:avLst/>
          </a:prstGeom>
          <a:solidFill>
            <a:srgbClr val="254F96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9">
            <a:extLst>
              <a:ext uri="{FF2B5EF4-FFF2-40B4-BE49-F238E27FC236}">
                <a16:creationId xmlns:a16="http://schemas.microsoft.com/office/drawing/2014/main" id="{B981BBA2-A3ED-6F7B-693B-880E5B031B26}"/>
              </a:ext>
            </a:extLst>
          </p:cNvPr>
          <p:cNvSpPr txBox="1"/>
          <p:nvPr/>
        </p:nvSpPr>
        <p:spPr>
          <a:xfrm>
            <a:off x="896984" y="0"/>
            <a:ext cx="11295016" cy="707886"/>
          </a:xfrm>
          <a:prstGeom prst="rect">
            <a:avLst/>
          </a:prstGeom>
          <a:solidFill>
            <a:srgbClr val="30589B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MAINEHEALTH INSIGHT SLIDES</a:t>
            </a:r>
          </a:p>
          <a:p>
            <a:endParaRPr lang="en-US" sz="2000" b="1" dirty="0">
              <a:solidFill>
                <a:schemeClr val="bg1"/>
              </a:solidFill>
            </a:endParaRPr>
          </a:p>
        </p:txBody>
      </p:sp>
      <p:pic>
        <p:nvPicPr>
          <p:cNvPr id="6" name="Picture 5" descr="A close-up of a logo&#10;&#10;Description automatically generated with medium confidence">
            <a:extLst>
              <a:ext uri="{FF2B5EF4-FFF2-40B4-BE49-F238E27FC236}">
                <a16:creationId xmlns:a16="http://schemas.microsoft.com/office/drawing/2014/main" id="{F66A7945-0E55-35D5-B6B3-1588521B85C3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6318" y="735756"/>
            <a:ext cx="1493520" cy="818092"/>
          </a:xfrm>
          <a:prstGeom prst="rect">
            <a:avLst/>
          </a:prstGeom>
        </p:spPr>
      </p:pic>
      <p:pic>
        <p:nvPicPr>
          <p:cNvPr id="1026" name="Picture 2" descr="MaineHealth — JMG">
            <a:extLst>
              <a:ext uri="{FF2B5EF4-FFF2-40B4-BE49-F238E27FC236}">
                <a16:creationId xmlns:a16="http://schemas.microsoft.com/office/drawing/2014/main" id="{D0CE68AB-DCEC-5C17-2FB8-CA9ABC9641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7073" y="980164"/>
            <a:ext cx="3520272" cy="4886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Maine Medical Center - Wikipedia">
            <a:extLst>
              <a:ext uri="{FF2B5EF4-FFF2-40B4-BE49-F238E27FC236}">
                <a16:creationId xmlns:a16="http://schemas.microsoft.com/office/drawing/2014/main" id="{944B62C3-FE9E-5AFC-FA2A-2313E9E5F81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679" b="15836"/>
          <a:stretch/>
        </p:blipFill>
        <p:spPr bwMode="auto">
          <a:xfrm>
            <a:off x="981075" y="1741063"/>
            <a:ext cx="11210925" cy="51448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367270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Explore Downtown - Portland Downtown">
            <a:extLst>
              <a:ext uri="{FF2B5EF4-FFF2-40B4-BE49-F238E27FC236}">
                <a16:creationId xmlns:a16="http://schemas.microsoft.com/office/drawing/2014/main" id="{B6DE48AF-9511-DAEA-9431-56A06FFBF31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469" r="16784"/>
          <a:stretch/>
        </p:blipFill>
        <p:spPr bwMode="auto">
          <a:xfrm>
            <a:off x="6096000" y="0"/>
            <a:ext cx="626745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7ED6C0-8F5A-E466-1292-3B4C11CCB9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Key Benefit Administrators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9385F4-6849-73EA-0BE2-48EEEB366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2</a:t>
            </a:fld>
            <a:endParaRPr lang="en-US" dirty="0"/>
          </a:p>
        </p:txBody>
      </p:sp>
      <p:pic>
        <p:nvPicPr>
          <p:cNvPr id="1028" name="Picture 4" descr="Wall Street Explained: History, Naming &amp; Importance | Plus500">
            <a:extLst>
              <a:ext uri="{FF2B5EF4-FFF2-40B4-BE49-F238E27FC236}">
                <a16:creationId xmlns:a16="http://schemas.microsoft.com/office/drawing/2014/main" id="{439035C1-3CCB-8153-117E-F43024EA6A3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391"/>
          <a:stretch/>
        </p:blipFill>
        <p:spPr bwMode="auto">
          <a:xfrm>
            <a:off x="0" y="0"/>
            <a:ext cx="6096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086B112-27E4-3EA1-B673-36BBD6EF784A}"/>
              </a:ext>
            </a:extLst>
          </p:cNvPr>
          <p:cNvSpPr/>
          <p:nvPr/>
        </p:nvSpPr>
        <p:spPr>
          <a:xfrm>
            <a:off x="3120571" y="2902857"/>
            <a:ext cx="5950858" cy="1320800"/>
          </a:xfrm>
          <a:prstGeom prst="rect">
            <a:avLst/>
          </a:prstGeom>
          <a:solidFill>
            <a:srgbClr val="30589B">
              <a:alpha val="7607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Moving Local Healthcare</a:t>
            </a:r>
          </a:p>
          <a:p>
            <a:pPr algn="ctr"/>
            <a:r>
              <a:rPr lang="en-US" sz="3200" dirty="0"/>
              <a:t>From Wall Street to </a:t>
            </a:r>
            <a:r>
              <a:rPr lang="en-US" sz="3200" i="1" dirty="0"/>
              <a:t>Maine</a:t>
            </a:r>
            <a:r>
              <a:rPr lang="en-US" sz="3200" dirty="0"/>
              <a:t> Street</a:t>
            </a:r>
          </a:p>
        </p:txBody>
      </p:sp>
    </p:spTree>
    <p:extLst>
      <p:ext uri="{BB962C8B-B14F-4D97-AF65-F5344CB8AC3E}">
        <p14:creationId xmlns:p14="http://schemas.microsoft.com/office/powerpoint/2010/main" val="42263876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69119A-7331-1CCD-9641-F328B81558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12392" y="6369998"/>
            <a:ext cx="4114800" cy="365125"/>
          </a:xfrm>
        </p:spPr>
        <p:txBody>
          <a:bodyPr/>
          <a:lstStyle/>
          <a:p>
            <a:r>
              <a:rPr lang="en-US" dirty="0"/>
              <a:t>Key Benefit Administrators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B798B96-2688-86C0-9572-C8CEBF77ED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8234" y="3656117"/>
            <a:ext cx="2985974" cy="2404092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3D40B7C0-6877-2AA5-5AB2-B0DC8309EE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3877" y="12345"/>
            <a:ext cx="5369608" cy="6858000"/>
          </a:xfrm>
          <a:prstGeom prst="rect">
            <a:avLst/>
          </a:prstGeom>
        </p:spPr>
      </p:pic>
      <p:sp>
        <p:nvSpPr>
          <p:cNvPr id="2" name="Rectangle 6">
            <a:extLst>
              <a:ext uri="{FF2B5EF4-FFF2-40B4-BE49-F238E27FC236}">
                <a16:creationId xmlns:a16="http://schemas.microsoft.com/office/drawing/2014/main" id="{748F1600-91B2-19AD-E7CB-E3DD87C15148}"/>
              </a:ext>
            </a:extLst>
          </p:cNvPr>
          <p:cNvSpPr/>
          <p:nvPr/>
        </p:nvSpPr>
        <p:spPr>
          <a:xfrm>
            <a:off x="0" y="0"/>
            <a:ext cx="981075" cy="6858000"/>
          </a:xfrm>
          <a:prstGeom prst="rect">
            <a:avLst/>
          </a:prstGeom>
          <a:solidFill>
            <a:srgbClr val="254F96">
              <a:alpha val="9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E6683D6-E3F8-7E6D-D3C9-14E5F9DB6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0485" y="699233"/>
            <a:ext cx="4557639" cy="1325563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dirty="0">
                <a:solidFill>
                  <a:srgbClr val="000B2E"/>
                </a:solidFill>
                <a:latin typeface="Garamond" panose="02020404030301010803" pitchFamily="18" charset="0"/>
                <a:cs typeface="Times New Roman" panose="02020603050405020304" pitchFamily="18" charset="0"/>
              </a:rPr>
              <a:t>Market Share by Zip Code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Garamond" panose="02020404030301010803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4B693F-1953-7666-8CB0-D85E90ED5D9F}"/>
              </a:ext>
            </a:extLst>
          </p:cNvPr>
          <p:cNvSpPr txBox="1"/>
          <p:nvPr/>
        </p:nvSpPr>
        <p:spPr>
          <a:xfrm>
            <a:off x="1290485" y="2314488"/>
            <a:ext cx="30747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Modeled from Medicare Patient Zip Code Data</a:t>
            </a:r>
          </a:p>
        </p:txBody>
      </p:sp>
    </p:spTree>
    <p:extLst>
      <p:ext uri="{BB962C8B-B14F-4D97-AF65-F5344CB8AC3E}">
        <p14:creationId xmlns:p14="http://schemas.microsoft.com/office/powerpoint/2010/main" val="7877951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588DF-56D9-837C-AA1C-128F048C49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2698" y="23539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400" dirty="0" err="1">
                <a:latin typeface="Garamond" panose="02020404030301010803" pitchFamily="18" charset="0"/>
              </a:rPr>
              <a:t>MaineHealth</a:t>
            </a:r>
            <a:r>
              <a:rPr lang="en-US" sz="4400" dirty="0">
                <a:latin typeface="Garamond" panose="02020404030301010803" pitchFamily="18" charset="0"/>
              </a:rPr>
              <a:t> is at the Center of Employer Demand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C057C1-F13C-F6D8-AD44-F92FA29D30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Key Benefit Administrators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46B415-80AF-26A8-45D6-1254179BD4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4</a:t>
            </a:fld>
            <a:endParaRPr lang="en-US" dirty="0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F102BEAF-097D-41B4-20FD-56D98AD0F034}"/>
              </a:ext>
            </a:extLst>
          </p:cNvPr>
          <p:cNvSpPr/>
          <p:nvPr/>
        </p:nvSpPr>
        <p:spPr>
          <a:xfrm>
            <a:off x="0" y="-7770"/>
            <a:ext cx="978408" cy="6858000"/>
          </a:xfrm>
          <a:prstGeom prst="rect">
            <a:avLst/>
          </a:prstGeom>
          <a:solidFill>
            <a:srgbClr val="254F96">
              <a:alpha val="8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3706D05-011F-D6E5-AB62-168509A0E779}"/>
              </a:ext>
            </a:extLst>
          </p:cNvPr>
          <p:cNvSpPr txBox="1">
            <a:spLocks/>
          </p:cNvSpPr>
          <p:nvPr/>
        </p:nvSpPr>
        <p:spPr>
          <a:xfrm rot="16200000">
            <a:off x="-2919417" y="3013344"/>
            <a:ext cx="6837886" cy="82673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1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4000" dirty="0">
                <a:solidFill>
                  <a:schemeClr val="bg1"/>
                </a:solidFill>
                <a:latin typeface="Garamond" panose="02020404030301010803" pitchFamily="18" charset="0"/>
                <a:cs typeface="Arial" panose="020B0604020202020204" pitchFamily="34" charset="0"/>
              </a:rPr>
              <a:t>PLAN GROWTH POTENTIAL</a:t>
            </a:r>
          </a:p>
        </p:txBody>
      </p:sp>
      <p:grpSp>
        <p:nvGrpSpPr>
          <p:cNvPr id="84" name="Group 28">
            <a:extLst>
              <a:ext uri="{FF2B5EF4-FFF2-40B4-BE49-F238E27FC236}">
                <a16:creationId xmlns:a16="http://schemas.microsoft.com/office/drawing/2014/main" id="{F56A4691-D57B-93A3-EEBD-7ECEBA41F9B6}"/>
              </a:ext>
            </a:extLst>
          </p:cNvPr>
          <p:cNvGrpSpPr/>
          <p:nvPr/>
        </p:nvGrpSpPr>
        <p:grpSpPr>
          <a:xfrm>
            <a:off x="6852884" y="2007657"/>
            <a:ext cx="3960468" cy="3636786"/>
            <a:chOff x="1724978" y="2161521"/>
            <a:chExt cx="8274685" cy="4307840"/>
          </a:xfrm>
        </p:grpSpPr>
        <p:grpSp>
          <p:nvGrpSpPr>
            <p:cNvPr id="85" name="Group 29">
              <a:extLst>
                <a:ext uri="{FF2B5EF4-FFF2-40B4-BE49-F238E27FC236}">
                  <a16:creationId xmlns:a16="http://schemas.microsoft.com/office/drawing/2014/main" id="{853BC148-CA55-8045-C7CA-F5265438BE8D}"/>
                </a:ext>
              </a:extLst>
            </p:cNvPr>
            <p:cNvGrpSpPr/>
            <p:nvPr/>
          </p:nvGrpSpPr>
          <p:grpSpPr>
            <a:xfrm>
              <a:off x="1724978" y="5494001"/>
              <a:ext cx="6872605" cy="975360"/>
              <a:chOff x="1724978" y="5494001"/>
              <a:chExt cx="6872605" cy="975360"/>
            </a:xfrm>
          </p:grpSpPr>
          <p:sp>
            <p:nvSpPr>
              <p:cNvPr id="105" name="Freeform: Shape 72">
                <a:extLst>
                  <a:ext uri="{FF2B5EF4-FFF2-40B4-BE49-F238E27FC236}">
                    <a16:creationId xmlns:a16="http://schemas.microsoft.com/office/drawing/2014/main" id="{8113AEDC-8737-8ED5-B205-A33C46E87BDA}"/>
                  </a:ext>
                </a:extLst>
              </p:cNvPr>
              <p:cNvSpPr/>
              <p:nvPr/>
            </p:nvSpPr>
            <p:spPr>
              <a:xfrm flipV="1">
                <a:off x="2339023" y="5494001"/>
                <a:ext cx="6258560" cy="975360"/>
              </a:xfrm>
              <a:custGeom>
                <a:avLst/>
                <a:gdLst>
                  <a:gd name="connsiteX0" fmla="*/ 0 w 6258560"/>
                  <a:gd name="connsiteY0" fmla="*/ 97536 h 975360"/>
                  <a:gd name="connsiteX1" fmla="*/ 97536 w 6258560"/>
                  <a:gd name="connsiteY1" fmla="*/ 0 h 975360"/>
                  <a:gd name="connsiteX2" fmla="*/ 6161024 w 6258560"/>
                  <a:gd name="connsiteY2" fmla="*/ 0 h 975360"/>
                  <a:gd name="connsiteX3" fmla="*/ 6258560 w 6258560"/>
                  <a:gd name="connsiteY3" fmla="*/ 97536 h 975360"/>
                  <a:gd name="connsiteX4" fmla="*/ 6258560 w 6258560"/>
                  <a:gd name="connsiteY4" fmla="*/ 877824 h 975360"/>
                  <a:gd name="connsiteX5" fmla="*/ 6161024 w 6258560"/>
                  <a:gd name="connsiteY5" fmla="*/ 975360 h 975360"/>
                  <a:gd name="connsiteX6" fmla="*/ 97536 w 6258560"/>
                  <a:gd name="connsiteY6" fmla="*/ 975360 h 975360"/>
                  <a:gd name="connsiteX7" fmla="*/ 0 w 6258560"/>
                  <a:gd name="connsiteY7" fmla="*/ 877824 h 975360"/>
                  <a:gd name="connsiteX8" fmla="*/ 0 w 6258560"/>
                  <a:gd name="connsiteY8" fmla="*/ 97536 h 9753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258560" h="975360">
                    <a:moveTo>
                      <a:pt x="0" y="97536"/>
                    </a:moveTo>
                    <a:cubicBezTo>
                      <a:pt x="0" y="43668"/>
                      <a:pt x="43668" y="0"/>
                      <a:pt x="97536" y="0"/>
                    </a:cubicBezTo>
                    <a:lnTo>
                      <a:pt x="6161024" y="0"/>
                    </a:lnTo>
                    <a:cubicBezTo>
                      <a:pt x="6214892" y="0"/>
                      <a:pt x="6258560" y="43668"/>
                      <a:pt x="6258560" y="97536"/>
                    </a:cubicBezTo>
                    <a:lnTo>
                      <a:pt x="6258560" y="877824"/>
                    </a:lnTo>
                    <a:cubicBezTo>
                      <a:pt x="6258560" y="931692"/>
                      <a:pt x="6214892" y="975360"/>
                      <a:pt x="6161024" y="975360"/>
                    </a:cubicBezTo>
                    <a:lnTo>
                      <a:pt x="97536" y="975360"/>
                    </a:lnTo>
                    <a:cubicBezTo>
                      <a:pt x="43668" y="975360"/>
                      <a:pt x="0" y="931692"/>
                      <a:pt x="0" y="877824"/>
                    </a:cubicBezTo>
                    <a:lnTo>
                      <a:pt x="0" y="97536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188587" tIns="188587" rIns="1298060" bIns="188587" numCol="1" spcCol="1270" anchor="ctr" anchorCtr="0">
                <a:noAutofit/>
              </a:bodyPr>
              <a:lstStyle/>
              <a:p>
                <a:pPr marL="0" lvl="0" indent="0" algn="l" defTabSz="18669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endParaRPr lang="en-IN" sz="4200" kern="1200" dirty="0"/>
              </a:p>
            </p:txBody>
          </p:sp>
          <p:sp>
            <p:nvSpPr>
              <p:cNvPr id="106" name="TextBox 73">
                <a:extLst>
                  <a:ext uri="{FF2B5EF4-FFF2-40B4-BE49-F238E27FC236}">
                    <a16:creationId xmlns:a16="http://schemas.microsoft.com/office/drawing/2014/main" id="{B3A2534F-FADB-72C4-53DB-DDB09C8E0B25}"/>
                  </a:ext>
                </a:extLst>
              </p:cNvPr>
              <p:cNvSpPr txBox="1"/>
              <p:nvPr/>
            </p:nvSpPr>
            <p:spPr>
              <a:xfrm>
                <a:off x="1724978" y="5759838"/>
                <a:ext cx="3247806" cy="443686"/>
              </a:xfrm>
              <a:prstGeom prst="roundRect">
                <a:avLst/>
              </a:prstGeom>
              <a:solidFill>
                <a:srgbClr val="4468A5"/>
              </a:solidFill>
              <a:ln>
                <a:solidFill>
                  <a:schemeClr val="bg1"/>
                </a:solidFill>
              </a:ln>
              <a:effectLst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sz="1600" b="1" i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Population</a:t>
                </a:r>
                <a:endParaRPr lang="en-IN" sz="1600" b="1" i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86" name="Group 30">
              <a:extLst>
                <a:ext uri="{FF2B5EF4-FFF2-40B4-BE49-F238E27FC236}">
                  <a16:creationId xmlns:a16="http://schemas.microsoft.com/office/drawing/2014/main" id="{94DF976E-052F-8025-7A4D-6A7DF92D296C}"/>
                </a:ext>
              </a:extLst>
            </p:cNvPr>
            <p:cNvGrpSpPr/>
            <p:nvPr/>
          </p:nvGrpSpPr>
          <p:grpSpPr>
            <a:xfrm>
              <a:off x="2182178" y="2161521"/>
              <a:ext cx="7817485" cy="3197014"/>
              <a:chOff x="3627756" y="1830493"/>
              <a:chExt cx="7817485" cy="3197014"/>
            </a:xfrm>
          </p:grpSpPr>
          <p:grpSp>
            <p:nvGrpSpPr>
              <p:cNvPr id="96" name="Group 58">
                <a:extLst>
                  <a:ext uri="{FF2B5EF4-FFF2-40B4-BE49-F238E27FC236}">
                    <a16:creationId xmlns:a16="http://schemas.microsoft.com/office/drawing/2014/main" id="{495C1129-9D60-62AF-BD5E-2E067FD28B05}"/>
                  </a:ext>
                </a:extLst>
              </p:cNvPr>
              <p:cNvGrpSpPr/>
              <p:nvPr/>
            </p:nvGrpSpPr>
            <p:grpSpPr>
              <a:xfrm>
                <a:off x="3627756" y="4052147"/>
                <a:ext cx="6882765" cy="975360"/>
                <a:chOff x="3627756" y="4052147"/>
                <a:chExt cx="6882765" cy="975360"/>
              </a:xfrm>
            </p:grpSpPr>
            <p:sp>
              <p:nvSpPr>
                <p:cNvPr id="103" name="Freeform: Shape 62">
                  <a:extLst>
                    <a:ext uri="{FF2B5EF4-FFF2-40B4-BE49-F238E27FC236}">
                      <a16:creationId xmlns:a16="http://schemas.microsoft.com/office/drawing/2014/main" id="{A8A8BEF3-43B8-271B-7BE7-1D8929C9DB4E}"/>
                    </a:ext>
                  </a:extLst>
                </p:cNvPr>
                <p:cNvSpPr/>
                <p:nvPr/>
              </p:nvSpPr>
              <p:spPr>
                <a:xfrm flipV="1">
                  <a:off x="4251961" y="4052147"/>
                  <a:ext cx="6258560" cy="975360"/>
                </a:xfrm>
                <a:custGeom>
                  <a:avLst/>
                  <a:gdLst>
                    <a:gd name="connsiteX0" fmla="*/ 0 w 6258560"/>
                    <a:gd name="connsiteY0" fmla="*/ 97536 h 975360"/>
                    <a:gd name="connsiteX1" fmla="*/ 97536 w 6258560"/>
                    <a:gd name="connsiteY1" fmla="*/ 0 h 975360"/>
                    <a:gd name="connsiteX2" fmla="*/ 6161024 w 6258560"/>
                    <a:gd name="connsiteY2" fmla="*/ 0 h 975360"/>
                    <a:gd name="connsiteX3" fmla="*/ 6258560 w 6258560"/>
                    <a:gd name="connsiteY3" fmla="*/ 97536 h 975360"/>
                    <a:gd name="connsiteX4" fmla="*/ 6258560 w 6258560"/>
                    <a:gd name="connsiteY4" fmla="*/ 877824 h 975360"/>
                    <a:gd name="connsiteX5" fmla="*/ 6161024 w 6258560"/>
                    <a:gd name="connsiteY5" fmla="*/ 975360 h 975360"/>
                    <a:gd name="connsiteX6" fmla="*/ 97536 w 6258560"/>
                    <a:gd name="connsiteY6" fmla="*/ 975360 h 975360"/>
                    <a:gd name="connsiteX7" fmla="*/ 0 w 6258560"/>
                    <a:gd name="connsiteY7" fmla="*/ 877824 h 975360"/>
                    <a:gd name="connsiteX8" fmla="*/ 0 w 6258560"/>
                    <a:gd name="connsiteY8" fmla="*/ 97536 h 9753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6258560" h="975360">
                      <a:moveTo>
                        <a:pt x="0" y="97536"/>
                      </a:moveTo>
                      <a:cubicBezTo>
                        <a:pt x="0" y="43668"/>
                        <a:pt x="43668" y="0"/>
                        <a:pt x="97536" y="0"/>
                      </a:cubicBezTo>
                      <a:lnTo>
                        <a:pt x="6161024" y="0"/>
                      </a:lnTo>
                      <a:cubicBezTo>
                        <a:pt x="6214892" y="0"/>
                        <a:pt x="6258560" y="43668"/>
                        <a:pt x="6258560" y="97536"/>
                      </a:cubicBezTo>
                      <a:lnTo>
                        <a:pt x="6258560" y="877824"/>
                      </a:lnTo>
                      <a:cubicBezTo>
                        <a:pt x="6258560" y="931692"/>
                        <a:pt x="6214892" y="975360"/>
                        <a:pt x="6161024" y="975360"/>
                      </a:cubicBezTo>
                      <a:lnTo>
                        <a:pt x="97536" y="975360"/>
                      </a:lnTo>
                      <a:cubicBezTo>
                        <a:pt x="43668" y="975360"/>
                        <a:pt x="0" y="931692"/>
                        <a:pt x="0" y="877824"/>
                      </a:cubicBezTo>
                      <a:lnTo>
                        <a:pt x="0" y="97536"/>
                      </a:ln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188587" tIns="188587" rIns="1289932" bIns="188587" numCol="1" spcCol="1270" anchor="ctr" anchorCtr="0">
                  <a:noAutofit/>
                </a:bodyPr>
                <a:lstStyle/>
                <a:p>
                  <a:pPr marL="0" lvl="0" indent="0" algn="l" defTabSz="18669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endParaRPr lang="en-IN" sz="4200" kern="1200"/>
                </a:p>
              </p:txBody>
            </p:sp>
            <p:sp>
              <p:nvSpPr>
                <p:cNvPr id="104" name="TextBox 63">
                  <a:extLst>
                    <a:ext uri="{FF2B5EF4-FFF2-40B4-BE49-F238E27FC236}">
                      <a16:creationId xmlns:a16="http://schemas.microsoft.com/office/drawing/2014/main" id="{6CFF5C8A-E563-AAC1-20CA-6AB3A5E0F502}"/>
                    </a:ext>
                  </a:extLst>
                </p:cNvPr>
                <p:cNvSpPr txBox="1"/>
                <p:nvPr/>
              </p:nvSpPr>
              <p:spPr>
                <a:xfrm>
                  <a:off x="3627756" y="4317984"/>
                  <a:ext cx="3247806" cy="443686"/>
                </a:xfrm>
                <a:prstGeom prst="roundRect">
                  <a:avLst/>
                </a:prstGeom>
                <a:solidFill>
                  <a:srgbClr val="4468A5"/>
                </a:solidFill>
                <a:ln>
                  <a:solidFill>
                    <a:schemeClr val="bg1"/>
                  </a:solidFill>
                </a:ln>
                <a:effectLst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sz="1600" b="1" i="1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Working Age</a:t>
                  </a:r>
                  <a:endParaRPr lang="en-IN" sz="1600" b="1" i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97" name="Group 52">
                <a:extLst>
                  <a:ext uri="{FF2B5EF4-FFF2-40B4-BE49-F238E27FC236}">
                    <a16:creationId xmlns:a16="http://schemas.microsoft.com/office/drawing/2014/main" id="{535AB27C-DE14-DA9A-0852-083703A3BB93}"/>
                  </a:ext>
                </a:extLst>
              </p:cNvPr>
              <p:cNvGrpSpPr/>
              <p:nvPr/>
            </p:nvGrpSpPr>
            <p:grpSpPr>
              <a:xfrm>
                <a:off x="4069948" y="2930285"/>
                <a:ext cx="6907933" cy="975360"/>
                <a:chOff x="4069947" y="2930285"/>
                <a:chExt cx="6907933" cy="975360"/>
              </a:xfrm>
            </p:grpSpPr>
            <p:sp>
              <p:nvSpPr>
                <p:cNvPr id="101" name="Freeform: Shape 56">
                  <a:extLst>
                    <a:ext uri="{FF2B5EF4-FFF2-40B4-BE49-F238E27FC236}">
                      <a16:creationId xmlns:a16="http://schemas.microsoft.com/office/drawing/2014/main" id="{D3D96B64-B074-1F70-3652-577768126858}"/>
                    </a:ext>
                  </a:extLst>
                </p:cNvPr>
                <p:cNvSpPr/>
                <p:nvPr/>
              </p:nvSpPr>
              <p:spPr>
                <a:xfrm flipV="1">
                  <a:off x="4719320" y="2930285"/>
                  <a:ext cx="6258560" cy="975360"/>
                </a:xfrm>
                <a:custGeom>
                  <a:avLst/>
                  <a:gdLst>
                    <a:gd name="connsiteX0" fmla="*/ 0 w 6258560"/>
                    <a:gd name="connsiteY0" fmla="*/ 97536 h 975360"/>
                    <a:gd name="connsiteX1" fmla="*/ 97536 w 6258560"/>
                    <a:gd name="connsiteY1" fmla="*/ 0 h 975360"/>
                    <a:gd name="connsiteX2" fmla="*/ 6161024 w 6258560"/>
                    <a:gd name="connsiteY2" fmla="*/ 0 h 975360"/>
                    <a:gd name="connsiteX3" fmla="*/ 6258560 w 6258560"/>
                    <a:gd name="connsiteY3" fmla="*/ 97536 h 975360"/>
                    <a:gd name="connsiteX4" fmla="*/ 6258560 w 6258560"/>
                    <a:gd name="connsiteY4" fmla="*/ 877824 h 975360"/>
                    <a:gd name="connsiteX5" fmla="*/ 6161024 w 6258560"/>
                    <a:gd name="connsiteY5" fmla="*/ 975360 h 975360"/>
                    <a:gd name="connsiteX6" fmla="*/ 97536 w 6258560"/>
                    <a:gd name="connsiteY6" fmla="*/ 975360 h 975360"/>
                    <a:gd name="connsiteX7" fmla="*/ 0 w 6258560"/>
                    <a:gd name="connsiteY7" fmla="*/ 877824 h 975360"/>
                    <a:gd name="connsiteX8" fmla="*/ 0 w 6258560"/>
                    <a:gd name="connsiteY8" fmla="*/ 97536 h 9753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6258560" h="975360">
                      <a:moveTo>
                        <a:pt x="0" y="97536"/>
                      </a:moveTo>
                      <a:cubicBezTo>
                        <a:pt x="0" y="43668"/>
                        <a:pt x="43668" y="0"/>
                        <a:pt x="97536" y="0"/>
                      </a:cubicBezTo>
                      <a:lnTo>
                        <a:pt x="6161024" y="0"/>
                      </a:lnTo>
                      <a:cubicBezTo>
                        <a:pt x="6214892" y="0"/>
                        <a:pt x="6258560" y="43668"/>
                        <a:pt x="6258560" y="97536"/>
                      </a:cubicBezTo>
                      <a:lnTo>
                        <a:pt x="6258560" y="877824"/>
                      </a:lnTo>
                      <a:cubicBezTo>
                        <a:pt x="6258560" y="931692"/>
                        <a:pt x="6214892" y="975360"/>
                        <a:pt x="6161024" y="975360"/>
                      </a:cubicBezTo>
                      <a:lnTo>
                        <a:pt x="97536" y="975360"/>
                      </a:lnTo>
                      <a:cubicBezTo>
                        <a:pt x="43668" y="975360"/>
                        <a:pt x="0" y="931692"/>
                        <a:pt x="0" y="877824"/>
                      </a:cubicBezTo>
                      <a:lnTo>
                        <a:pt x="0" y="97536"/>
                      </a:ln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188587" tIns="188587" rIns="1289932" bIns="188587" numCol="1" spcCol="1270" anchor="ctr" anchorCtr="0">
                  <a:noAutofit/>
                </a:bodyPr>
                <a:lstStyle/>
                <a:p>
                  <a:pPr marL="0" lvl="0" indent="0" algn="l" defTabSz="18669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endParaRPr lang="en-IN" sz="4200" kern="1200" dirty="0"/>
                </a:p>
              </p:txBody>
            </p:sp>
            <p:sp>
              <p:nvSpPr>
                <p:cNvPr id="102" name="TextBox 57">
                  <a:extLst>
                    <a:ext uri="{FF2B5EF4-FFF2-40B4-BE49-F238E27FC236}">
                      <a16:creationId xmlns:a16="http://schemas.microsoft.com/office/drawing/2014/main" id="{D5F8C043-1CF6-CBD8-3BAB-9EC706B369E5}"/>
                    </a:ext>
                  </a:extLst>
                </p:cNvPr>
                <p:cNvSpPr txBox="1"/>
                <p:nvPr/>
              </p:nvSpPr>
              <p:spPr>
                <a:xfrm>
                  <a:off x="4069947" y="3206963"/>
                  <a:ext cx="3247806" cy="443686"/>
                </a:xfrm>
                <a:prstGeom prst="roundRect">
                  <a:avLst/>
                </a:prstGeom>
                <a:solidFill>
                  <a:srgbClr val="4468A5"/>
                </a:solidFill>
                <a:ln>
                  <a:solidFill>
                    <a:schemeClr val="bg1"/>
                  </a:solidFill>
                </a:ln>
                <a:effectLst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sz="1600" b="1" i="1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Insured</a:t>
                  </a:r>
                  <a:endParaRPr lang="en-IN" sz="1600" b="1" i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98" name="Group 46">
                <a:extLst>
                  <a:ext uri="{FF2B5EF4-FFF2-40B4-BE49-F238E27FC236}">
                    <a16:creationId xmlns:a16="http://schemas.microsoft.com/office/drawing/2014/main" id="{05B40F6D-6490-CA6A-004B-C70C0C8A7326}"/>
                  </a:ext>
                </a:extLst>
              </p:cNvPr>
              <p:cNvGrpSpPr/>
              <p:nvPr/>
            </p:nvGrpSpPr>
            <p:grpSpPr>
              <a:xfrm>
                <a:off x="4561206" y="1830493"/>
                <a:ext cx="6884035" cy="975360"/>
                <a:chOff x="4561206" y="1830493"/>
                <a:chExt cx="6884035" cy="975360"/>
              </a:xfrm>
            </p:grpSpPr>
            <p:sp>
              <p:nvSpPr>
                <p:cNvPr id="99" name="Freeform: Shape 50">
                  <a:extLst>
                    <a:ext uri="{FF2B5EF4-FFF2-40B4-BE49-F238E27FC236}">
                      <a16:creationId xmlns:a16="http://schemas.microsoft.com/office/drawing/2014/main" id="{FB0CA160-F9B2-35AE-54EA-9B79D04A3B0B}"/>
                    </a:ext>
                  </a:extLst>
                </p:cNvPr>
                <p:cNvSpPr/>
                <p:nvPr/>
              </p:nvSpPr>
              <p:spPr>
                <a:xfrm flipV="1">
                  <a:off x="5186681" y="1830493"/>
                  <a:ext cx="6258560" cy="975360"/>
                </a:xfrm>
                <a:custGeom>
                  <a:avLst/>
                  <a:gdLst>
                    <a:gd name="connsiteX0" fmla="*/ 0 w 6258560"/>
                    <a:gd name="connsiteY0" fmla="*/ 97536 h 975360"/>
                    <a:gd name="connsiteX1" fmla="*/ 97536 w 6258560"/>
                    <a:gd name="connsiteY1" fmla="*/ 0 h 975360"/>
                    <a:gd name="connsiteX2" fmla="*/ 6161024 w 6258560"/>
                    <a:gd name="connsiteY2" fmla="*/ 0 h 975360"/>
                    <a:gd name="connsiteX3" fmla="*/ 6258560 w 6258560"/>
                    <a:gd name="connsiteY3" fmla="*/ 97536 h 975360"/>
                    <a:gd name="connsiteX4" fmla="*/ 6258560 w 6258560"/>
                    <a:gd name="connsiteY4" fmla="*/ 877824 h 975360"/>
                    <a:gd name="connsiteX5" fmla="*/ 6161024 w 6258560"/>
                    <a:gd name="connsiteY5" fmla="*/ 975360 h 975360"/>
                    <a:gd name="connsiteX6" fmla="*/ 97536 w 6258560"/>
                    <a:gd name="connsiteY6" fmla="*/ 975360 h 975360"/>
                    <a:gd name="connsiteX7" fmla="*/ 0 w 6258560"/>
                    <a:gd name="connsiteY7" fmla="*/ 877824 h 975360"/>
                    <a:gd name="connsiteX8" fmla="*/ 0 w 6258560"/>
                    <a:gd name="connsiteY8" fmla="*/ 97536 h 9753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6258560" h="975360">
                      <a:moveTo>
                        <a:pt x="0" y="97536"/>
                      </a:moveTo>
                      <a:cubicBezTo>
                        <a:pt x="0" y="43668"/>
                        <a:pt x="43668" y="0"/>
                        <a:pt x="97536" y="0"/>
                      </a:cubicBezTo>
                      <a:lnTo>
                        <a:pt x="6161024" y="0"/>
                      </a:lnTo>
                      <a:cubicBezTo>
                        <a:pt x="6214892" y="0"/>
                        <a:pt x="6258560" y="43668"/>
                        <a:pt x="6258560" y="97536"/>
                      </a:cubicBezTo>
                      <a:lnTo>
                        <a:pt x="6258560" y="877824"/>
                      </a:lnTo>
                      <a:cubicBezTo>
                        <a:pt x="6258560" y="931692"/>
                        <a:pt x="6214892" y="975360"/>
                        <a:pt x="6161024" y="975360"/>
                      </a:cubicBezTo>
                      <a:lnTo>
                        <a:pt x="97536" y="975360"/>
                      </a:lnTo>
                      <a:cubicBezTo>
                        <a:pt x="43668" y="975360"/>
                        <a:pt x="0" y="931692"/>
                        <a:pt x="0" y="877824"/>
                      </a:cubicBezTo>
                      <a:lnTo>
                        <a:pt x="0" y="97536"/>
                      </a:ln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188587" tIns="188587" rIns="1289932" bIns="188587" numCol="1" spcCol="1270" anchor="ctr" anchorCtr="0">
                  <a:noAutofit/>
                </a:bodyPr>
                <a:lstStyle/>
                <a:p>
                  <a:pPr marL="0" lvl="0" indent="0" algn="l" defTabSz="18669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endParaRPr lang="en-IN" sz="4200" kern="1200" dirty="0"/>
                </a:p>
              </p:txBody>
            </p:sp>
            <p:sp>
              <p:nvSpPr>
                <p:cNvPr id="100" name="TextBox 51">
                  <a:extLst>
                    <a:ext uri="{FF2B5EF4-FFF2-40B4-BE49-F238E27FC236}">
                      <a16:creationId xmlns:a16="http://schemas.microsoft.com/office/drawing/2014/main" id="{4EF06C7F-BE16-F529-7ADD-0D5758BA7FB8}"/>
                    </a:ext>
                  </a:extLst>
                </p:cNvPr>
                <p:cNvSpPr txBox="1"/>
                <p:nvPr/>
              </p:nvSpPr>
              <p:spPr>
                <a:xfrm>
                  <a:off x="4561206" y="2096329"/>
                  <a:ext cx="3247806" cy="443686"/>
                </a:xfrm>
                <a:prstGeom prst="roundRect">
                  <a:avLst/>
                </a:prstGeom>
                <a:solidFill>
                  <a:srgbClr val="4468A5"/>
                </a:solidFill>
                <a:ln>
                  <a:solidFill>
                    <a:schemeClr val="bg1"/>
                  </a:solidFill>
                </a:ln>
                <a:effectLst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sz="1600" b="1" i="1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Self Funded</a:t>
                  </a:r>
                  <a:endParaRPr lang="en-IN" sz="1600" b="1" i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sp>
          <p:nvSpPr>
            <p:cNvPr id="87" name="Freeform: Shape 31">
              <a:extLst>
                <a:ext uri="{FF2B5EF4-FFF2-40B4-BE49-F238E27FC236}">
                  <a16:creationId xmlns:a16="http://schemas.microsoft.com/office/drawing/2014/main" id="{49B92453-23EE-91D3-5991-4EB911C010AF}"/>
                </a:ext>
              </a:extLst>
            </p:cNvPr>
            <p:cNvSpPr/>
            <p:nvPr/>
          </p:nvSpPr>
          <p:spPr>
            <a:xfrm flipV="1">
              <a:off x="7997252" y="5175486"/>
              <a:ext cx="393773" cy="318515"/>
            </a:xfrm>
            <a:custGeom>
              <a:avLst/>
              <a:gdLst>
                <a:gd name="connsiteX0" fmla="*/ 0 w 633984"/>
                <a:gd name="connsiteY0" fmla="*/ 348691 h 633984"/>
                <a:gd name="connsiteX1" fmla="*/ 142646 w 633984"/>
                <a:gd name="connsiteY1" fmla="*/ 348691 h 633984"/>
                <a:gd name="connsiteX2" fmla="*/ 142646 w 633984"/>
                <a:gd name="connsiteY2" fmla="*/ 0 h 633984"/>
                <a:gd name="connsiteX3" fmla="*/ 491338 w 633984"/>
                <a:gd name="connsiteY3" fmla="*/ 0 h 633984"/>
                <a:gd name="connsiteX4" fmla="*/ 491338 w 633984"/>
                <a:gd name="connsiteY4" fmla="*/ 348691 h 633984"/>
                <a:gd name="connsiteX5" fmla="*/ 633984 w 633984"/>
                <a:gd name="connsiteY5" fmla="*/ 348691 h 633984"/>
                <a:gd name="connsiteX6" fmla="*/ 316992 w 633984"/>
                <a:gd name="connsiteY6" fmla="*/ 633984 h 633984"/>
                <a:gd name="connsiteX7" fmla="*/ 0 w 633984"/>
                <a:gd name="connsiteY7" fmla="*/ 348691 h 633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33984" h="633984">
                  <a:moveTo>
                    <a:pt x="0" y="348691"/>
                  </a:moveTo>
                  <a:lnTo>
                    <a:pt x="142646" y="348691"/>
                  </a:lnTo>
                  <a:lnTo>
                    <a:pt x="142646" y="0"/>
                  </a:lnTo>
                  <a:lnTo>
                    <a:pt x="491338" y="0"/>
                  </a:lnTo>
                  <a:lnTo>
                    <a:pt x="491338" y="348691"/>
                  </a:lnTo>
                  <a:lnTo>
                    <a:pt x="633984" y="348691"/>
                  </a:lnTo>
                  <a:lnTo>
                    <a:pt x="316992" y="633984"/>
                  </a:lnTo>
                  <a:lnTo>
                    <a:pt x="0" y="348691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78206" tIns="35560" rIns="178206" bIns="192471" numCol="1" spcCol="1270" anchor="ctr" anchorCtr="0">
              <a:noAutofit/>
            </a:bodyPr>
            <a:lstStyle/>
            <a:p>
              <a:pPr marL="0" lvl="0" indent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2800" kern="1200"/>
            </a:p>
          </p:txBody>
        </p:sp>
        <p:grpSp>
          <p:nvGrpSpPr>
            <p:cNvPr id="88" name="Group 32">
              <a:extLst>
                <a:ext uri="{FF2B5EF4-FFF2-40B4-BE49-F238E27FC236}">
                  <a16:creationId xmlns:a16="http://schemas.microsoft.com/office/drawing/2014/main" id="{A7C4C6DC-C6A7-4381-C72B-A958B0A53CE5}"/>
                </a:ext>
              </a:extLst>
            </p:cNvPr>
            <p:cNvGrpSpPr/>
            <p:nvPr/>
          </p:nvGrpSpPr>
          <p:grpSpPr>
            <a:xfrm>
              <a:off x="8755080" y="3384449"/>
              <a:ext cx="568098" cy="706284"/>
              <a:chOff x="3970882" y="2311049"/>
              <a:chExt cx="704850" cy="876300"/>
            </a:xfrm>
          </p:grpSpPr>
          <p:sp>
            <p:nvSpPr>
              <p:cNvPr id="91" name="Freeform: Shape 36">
                <a:extLst>
                  <a:ext uri="{FF2B5EF4-FFF2-40B4-BE49-F238E27FC236}">
                    <a16:creationId xmlns:a16="http://schemas.microsoft.com/office/drawing/2014/main" id="{865FD44F-795F-DFD2-9163-52529273D291}"/>
                  </a:ext>
                </a:extLst>
              </p:cNvPr>
              <p:cNvSpPr/>
              <p:nvPr/>
            </p:nvSpPr>
            <p:spPr>
              <a:xfrm>
                <a:off x="3970882" y="2311049"/>
                <a:ext cx="704850" cy="876300"/>
              </a:xfrm>
              <a:custGeom>
                <a:avLst/>
                <a:gdLst>
                  <a:gd name="connsiteX0" fmla="*/ 7144 w 704850"/>
                  <a:gd name="connsiteY0" fmla="*/ 410166 h 876300"/>
                  <a:gd name="connsiteX1" fmla="*/ 7144 w 704850"/>
                  <a:gd name="connsiteY1" fmla="*/ 312791 h 876300"/>
                  <a:gd name="connsiteX2" fmla="*/ 164497 w 704850"/>
                  <a:gd name="connsiteY2" fmla="*/ 221942 h 876300"/>
                  <a:gd name="connsiteX3" fmla="*/ 164497 w 704850"/>
                  <a:gd name="connsiteY3" fmla="*/ 220266 h 876300"/>
                  <a:gd name="connsiteX4" fmla="*/ 164497 w 704850"/>
                  <a:gd name="connsiteY4" fmla="*/ 218589 h 876300"/>
                  <a:gd name="connsiteX5" fmla="*/ 140141 w 704850"/>
                  <a:gd name="connsiteY5" fmla="*/ 162935 h 876300"/>
                  <a:gd name="connsiteX6" fmla="*/ 140141 w 704850"/>
                  <a:gd name="connsiteY6" fmla="*/ 91459 h 876300"/>
                  <a:gd name="connsiteX7" fmla="*/ 156782 w 704850"/>
                  <a:gd name="connsiteY7" fmla="*/ 138608 h 876300"/>
                  <a:gd name="connsiteX8" fmla="*/ 140160 w 704850"/>
                  <a:gd name="connsiteY8" fmla="*/ 91478 h 876300"/>
                  <a:gd name="connsiteX9" fmla="*/ 237554 w 704850"/>
                  <a:gd name="connsiteY9" fmla="*/ 7144 h 876300"/>
                  <a:gd name="connsiteX10" fmla="*/ 334937 w 704850"/>
                  <a:gd name="connsiteY10" fmla="*/ 91488 h 876300"/>
                  <a:gd name="connsiteX11" fmla="*/ 334909 w 704850"/>
                  <a:gd name="connsiteY11" fmla="*/ 91964 h 876300"/>
                  <a:gd name="connsiteX12" fmla="*/ 334909 w 704850"/>
                  <a:gd name="connsiteY12" fmla="*/ 162963 h 876300"/>
                  <a:gd name="connsiteX13" fmla="*/ 334756 w 704850"/>
                  <a:gd name="connsiteY13" fmla="*/ 165440 h 876300"/>
                  <a:gd name="connsiteX14" fmla="*/ 334499 w 704850"/>
                  <a:gd name="connsiteY14" fmla="*/ 170240 h 876300"/>
                  <a:gd name="connsiteX15" fmla="*/ 334261 w 704850"/>
                  <a:gd name="connsiteY15" fmla="*/ 172488 h 876300"/>
                  <a:gd name="connsiteX16" fmla="*/ 332975 w 704850"/>
                  <a:gd name="connsiteY16" fmla="*/ 179756 h 876300"/>
                  <a:gd name="connsiteX17" fmla="*/ 332899 w 704850"/>
                  <a:gd name="connsiteY17" fmla="*/ 180051 h 876300"/>
                  <a:gd name="connsiteX18" fmla="*/ 332261 w 704850"/>
                  <a:gd name="connsiteY18" fmla="*/ 182204 h 876300"/>
                  <a:gd name="connsiteX19" fmla="*/ 467963 w 704850"/>
                  <a:gd name="connsiteY19" fmla="*/ 338880 h 876300"/>
                  <a:gd name="connsiteX20" fmla="*/ 467963 w 704850"/>
                  <a:gd name="connsiteY20" fmla="*/ 436274 h 876300"/>
                  <a:gd name="connsiteX21" fmla="*/ 175803 w 704850"/>
                  <a:gd name="connsiteY21" fmla="*/ 604923 h 876300"/>
                  <a:gd name="connsiteX22" fmla="*/ 7144 w 704850"/>
                  <a:gd name="connsiteY22" fmla="*/ 410166 h 876300"/>
                  <a:gd name="connsiteX23" fmla="*/ 695516 w 704850"/>
                  <a:gd name="connsiteY23" fmla="*/ 699859 h 876300"/>
                  <a:gd name="connsiteX24" fmla="*/ 403384 w 704850"/>
                  <a:gd name="connsiteY24" fmla="*/ 868518 h 876300"/>
                  <a:gd name="connsiteX25" fmla="*/ 401003 w 704850"/>
                  <a:gd name="connsiteY25" fmla="*/ 869156 h 876300"/>
                  <a:gd name="connsiteX26" fmla="*/ 397402 w 704850"/>
                  <a:gd name="connsiteY26" fmla="*/ 867508 h 876300"/>
                  <a:gd name="connsiteX27" fmla="*/ 228724 w 704850"/>
                  <a:gd name="connsiteY27" fmla="*/ 672770 h 876300"/>
                  <a:gd name="connsiteX28" fmla="*/ 227628 w 704850"/>
                  <a:gd name="connsiteY28" fmla="*/ 668865 h 876300"/>
                  <a:gd name="connsiteX29" fmla="*/ 229943 w 704850"/>
                  <a:gd name="connsiteY29" fmla="*/ 665531 h 876300"/>
                  <a:gd name="connsiteX30" fmla="*/ 522094 w 704850"/>
                  <a:gd name="connsiteY30" fmla="*/ 496853 h 876300"/>
                  <a:gd name="connsiteX31" fmla="*/ 528076 w 704850"/>
                  <a:gd name="connsiteY31" fmla="*/ 497853 h 876300"/>
                  <a:gd name="connsiteX32" fmla="*/ 696735 w 704850"/>
                  <a:gd name="connsiteY32" fmla="*/ 692610 h 876300"/>
                  <a:gd name="connsiteX33" fmla="*/ 697830 w 704850"/>
                  <a:gd name="connsiteY33" fmla="*/ 696516 h 876300"/>
                  <a:gd name="connsiteX34" fmla="*/ 695516 w 704850"/>
                  <a:gd name="connsiteY34" fmla="*/ 699859 h 876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</a:cxnLst>
                <a:rect l="l" t="t" r="r" b="b"/>
                <a:pathLst>
                  <a:path w="704850" h="876300">
                    <a:moveTo>
                      <a:pt x="7144" y="410166"/>
                    </a:moveTo>
                    <a:lnTo>
                      <a:pt x="7144" y="312791"/>
                    </a:lnTo>
                    <a:lnTo>
                      <a:pt x="164497" y="221942"/>
                    </a:lnTo>
                    <a:lnTo>
                      <a:pt x="164497" y="220266"/>
                    </a:lnTo>
                    <a:lnTo>
                      <a:pt x="164497" y="218589"/>
                    </a:lnTo>
                    <a:cubicBezTo>
                      <a:pt x="149390" y="203730"/>
                      <a:pt x="140141" y="184290"/>
                      <a:pt x="140141" y="162935"/>
                    </a:cubicBezTo>
                    <a:lnTo>
                      <a:pt x="140141" y="91459"/>
                    </a:lnTo>
                    <a:cubicBezTo>
                      <a:pt x="140141" y="108918"/>
                      <a:pt x="146275" y="125149"/>
                      <a:pt x="156782" y="138608"/>
                    </a:cubicBezTo>
                    <a:cubicBezTo>
                      <a:pt x="146285" y="125149"/>
                      <a:pt x="140160" y="108937"/>
                      <a:pt x="140160" y="91478"/>
                    </a:cubicBezTo>
                    <a:cubicBezTo>
                      <a:pt x="140160" y="44901"/>
                      <a:pt x="183775" y="7144"/>
                      <a:pt x="237554" y="7144"/>
                    </a:cubicBezTo>
                    <a:cubicBezTo>
                      <a:pt x="291313" y="7144"/>
                      <a:pt x="334918" y="44901"/>
                      <a:pt x="334937" y="91488"/>
                    </a:cubicBezTo>
                    <a:cubicBezTo>
                      <a:pt x="334937" y="91650"/>
                      <a:pt x="334909" y="91802"/>
                      <a:pt x="334909" y="91964"/>
                    </a:cubicBezTo>
                    <a:lnTo>
                      <a:pt x="334909" y="162963"/>
                    </a:lnTo>
                    <a:cubicBezTo>
                      <a:pt x="334909" y="163792"/>
                      <a:pt x="334794" y="164602"/>
                      <a:pt x="334756" y="165440"/>
                    </a:cubicBezTo>
                    <a:cubicBezTo>
                      <a:pt x="334699" y="167040"/>
                      <a:pt x="334632" y="168650"/>
                      <a:pt x="334499" y="170240"/>
                    </a:cubicBezTo>
                    <a:cubicBezTo>
                      <a:pt x="334413" y="170983"/>
                      <a:pt x="334356" y="171736"/>
                      <a:pt x="334261" y="172488"/>
                    </a:cubicBezTo>
                    <a:cubicBezTo>
                      <a:pt x="333927" y="174936"/>
                      <a:pt x="333537" y="177375"/>
                      <a:pt x="332975" y="179756"/>
                    </a:cubicBezTo>
                    <a:cubicBezTo>
                      <a:pt x="332956" y="179851"/>
                      <a:pt x="332918" y="179946"/>
                      <a:pt x="332899" y="180051"/>
                    </a:cubicBezTo>
                    <a:cubicBezTo>
                      <a:pt x="332718" y="180785"/>
                      <a:pt x="332461" y="181480"/>
                      <a:pt x="332261" y="182204"/>
                    </a:cubicBezTo>
                    <a:lnTo>
                      <a:pt x="467963" y="338880"/>
                    </a:lnTo>
                    <a:lnTo>
                      <a:pt x="467963" y="436274"/>
                    </a:lnTo>
                    <a:lnTo>
                      <a:pt x="175803" y="604923"/>
                    </a:lnTo>
                    <a:lnTo>
                      <a:pt x="7144" y="410166"/>
                    </a:lnTo>
                    <a:close/>
                    <a:moveTo>
                      <a:pt x="695516" y="699859"/>
                    </a:moveTo>
                    <a:lnTo>
                      <a:pt x="403384" y="868518"/>
                    </a:lnTo>
                    <a:cubicBezTo>
                      <a:pt x="402641" y="868956"/>
                      <a:pt x="401822" y="869156"/>
                      <a:pt x="401003" y="869156"/>
                    </a:cubicBezTo>
                    <a:cubicBezTo>
                      <a:pt x="399660" y="869156"/>
                      <a:pt x="398336" y="868585"/>
                      <a:pt x="397402" y="867508"/>
                    </a:cubicBezTo>
                    <a:lnTo>
                      <a:pt x="228724" y="672770"/>
                    </a:lnTo>
                    <a:cubicBezTo>
                      <a:pt x="227790" y="671703"/>
                      <a:pt x="227390" y="670265"/>
                      <a:pt x="227628" y="668865"/>
                    </a:cubicBezTo>
                    <a:cubicBezTo>
                      <a:pt x="227867" y="667464"/>
                      <a:pt x="228714" y="666245"/>
                      <a:pt x="229943" y="665531"/>
                    </a:cubicBezTo>
                    <a:lnTo>
                      <a:pt x="522094" y="496853"/>
                    </a:lnTo>
                    <a:cubicBezTo>
                      <a:pt x="524056" y="495700"/>
                      <a:pt x="526590" y="496119"/>
                      <a:pt x="528076" y="497853"/>
                    </a:cubicBezTo>
                    <a:lnTo>
                      <a:pt x="696735" y="692610"/>
                    </a:lnTo>
                    <a:cubicBezTo>
                      <a:pt x="697668" y="693677"/>
                      <a:pt x="698068" y="695115"/>
                      <a:pt x="697830" y="696516"/>
                    </a:cubicBezTo>
                    <a:cubicBezTo>
                      <a:pt x="697592" y="697916"/>
                      <a:pt x="696744" y="699145"/>
                      <a:pt x="695516" y="699859"/>
                    </a:cubicBezTo>
                    <a:close/>
                  </a:path>
                </a:pathLst>
              </a:custGeom>
              <a:no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>
                  <a:solidFill>
                    <a:schemeClr val="bg1"/>
                  </a:solidFill>
                </a:endParaRPr>
              </a:p>
            </p:txBody>
          </p:sp>
          <p:sp>
            <p:nvSpPr>
              <p:cNvPr id="92" name="Freeform: Shape 37">
                <a:extLst>
                  <a:ext uri="{FF2B5EF4-FFF2-40B4-BE49-F238E27FC236}">
                    <a16:creationId xmlns:a16="http://schemas.microsoft.com/office/drawing/2014/main" id="{55CD8276-1F89-26F8-8C2D-27FFCC62C9AC}"/>
                  </a:ext>
                </a:extLst>
              </p:cNvPr>
              <p:cNvSpPr/>
              <p:nvPr/>
            </p:nvSpPr>
            <p:spPr>
              <a:xfrm>
                <a:off x="4272815" y="2536792"/>
                <a:ext cx="9525" cy="9525"/>
              </a:xfrm>
              <a:custGeom>
                <a:avLst/>
                <a:gdLst>
                  <a:gd name="connsiteX0" fmla="*/ 7182 w 9525"/>
                  <a:gd name="connsiteY0" fmla="*/ 7144 h 9525"/>
                  <a:gd name="connsiteX1" fmla="*/ 7144 w 9525"/>
                  <a:gd name="connsiteY1" fmla="*/ 7296 h 9525"/>
                  <a:gd name="connsiteX2" fmla="*/ 7182 w 9525"/>
                  <a:gd name="connsiteY2" fmla="*/ 7172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525" h="9525">
                    <a:moveTo>
                      <a:pt x="7182" y="7144"/>
                    </a:moveTo>
                    <a:lnTo>
                      <a:pt x="7144" y="7296"/>
                    </a:lnTo>
                    <a:lnTo>
                      <a:pt x="7182" y="7172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>
                  <a:solidFill>
                    <a:schemeClr val="bg1"/>
                  </a:solidFill>
                </a:endParaRPr>
              </a:p>
            </p:txBody>
          </p:sp>
          <p:sp>
            <p:nvSpPr>
              <p:cNvPr id="93" name="Freeform: Shape 38">
                <a:extLst>
                  <a:ext uri="{FF2B5EF4-FFF2-40B4-BE49-F238E27FC236}">
                    <a16:creationId xmlns:a16="http://schemas.microsoft.com/office/drawing/2014/main" id="{32B077F7-E76D-F9B2-910E-5245E864A6AF}"/>
                  </a:ext>
                </a:extLst>
              </p:cNvPr>
              <p:cNvSpPr/>
              <p:nvPr/>
            </p:nvSpPr>
            <p:spPr>
              <a:xfrm>
                <a:off x="4234039" y="2448019"/>
                <a:ext cx="38100" cy="28575"/>
              </a:xfrm>
              <a:custGeom>
                <a:avLst/>
                <a:gdLst>
                  <a:gd name="connsiteX0" fmla="*/ 7144 w 38100"/>
                  <a:gd name="connsiteY0" fmla="*/ 23879 h 28575"/>
                  <a:gd name="connsiteX1" fmla="*/ 9049 w 38100"/>
                  <a:gd name="connsiteY1" fmla="*/ 23241 h 28575"/>
                  <a:gd name="connsiteX2" fmla="*/ 9896 w 38100"/>
                  <a:gd name="connsiteY2" fmla="*/ 22927 h 28575"/>
                  <a:gd name="connsiteX3" fmla="*/ 17659 w 38100"/>
                  <a:gd name="connsiteY3" fmla="*/ 19555 h 28575"/>
                  <a:gd name="connsiteX4" fmla="*/ 19040 w 38100"/>
                  <a:gd name="connsiteY4" fmla="*/ 18831 h 28575"/>
                  <a:gd name="connsiteX5" fmla="*/ 20241 w 38100"/>
                  <a:gd name="connsiteY5" fmla="*/ 18202 h 28575"/>
                  <a:gd name="connsiteX6" fmla="*/ 25803 w 38100"/>
                  <a:gd name="connsiteY6" fmla="*/ 15069 h 28575"/>
                  <a:gd name="connsiteX7" fmla="*/ 29518 w 38100"/>
                  <a:gd name="connsiteY7" fmla="*/ 12649 h 28575"/>
                  <a:gd name="connsiteX8" fmla="*/ 30413 w 38100"/>
                  <a:gd name="connsiteY8" fmla="*/ 12049 h 28575"/>
                  <a:gd name="connsiteX9" fmla="*/ 31423 w 38100"/>
                  <a:gd name="connsiteY9" fmla="*/ 11354 h 28575"/>
                  <a:gd name="connsiteX10" fmla="*/ 36376 w 38100"/>
                  <a:gd name="connsiteY10" fmla="*/ 7439 h 28575"/>
                  <a:gd name="connsiteX11" fmla="*/ 36119 w 38100"/>
                  <a:gd name="connsiteY11" fmla="*/ 7144 h 28575"/>
                  <a:gd name="connsiteX12" fmla="*/ 7144 w 38100"/>
                  <a:gd name="connsiteY12" fmla="*/ 23879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8100" h="28575">
                    <a:moveTo>
                      <a:pt x="7144" y="23879"/>
                    </a:moveTo>
                    <a:cubicBezTo>
                      <a:pt x="7772" y="23670"/>
                      <a:pt x="8458" y="23460"/>
                      <a:pt x="9049" y="23241"/>
                    </a:cubicBezTo>
                    <a:lnTo>
                      <a:pt x="9896" y="22927"/>
                    </a:lnTo>
                    <a:cubicBezTo>
                      <a:pt x="12449" y="21955"/>
                      <a:pt x="15059" y="20822"/>
                      <a:pt x="17659" y="19555"/>
                    </a:cubicBezTo>
                    <a:cubicBezTo>
                      <a:pt x="18117" y="19336"/>
                      <a:pt x="18583" y="19079"/>
                      <a:pt x="19040" y="18831"/>
                    </a:cubicBezTo>
                    <a:lnTo>
                      <a:pt x="20241" y="18202"/>
                    </a:lnTo>
                    <a:cubicBezTo>
                      <a:pt x="22117" y="17221"/>
                      <a:pt x="23993" y="16164"/>
                      <a:pt x="25803" y="15069"/>
                    </a:cubicBezTo>
                    <a:cubicBezTo>
                      <a:pt x="27022" y="14316"/>
                      <a:pt x="28270" y="13506"/>
                      <a:pt x="29518" y="12649"/>
                    </a:cubicBezTo>
                    <a:lnTo>
                      <a:pt x="30413" y="12049"/>
                    </a:lnTo>
                    <a:lnTo>
                      <a:pt x="31423" y="11354"/>
                    </a:lnTo>
                    <a:cubicBezTo>
                      <a:pt x="33090" y="10135"/>
                      <a:pt x="34757" y="8820"/>
                      <a:pt x="36376" y="7439"/>
                    </a:cubicBezTo>
                    <a:lnTo>
                      <a:pt x="36119" y="7144"/>
                    </a:lnTo>
                    <a:lnTo>
                      <a:pt x="7144" y="23879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>
                  <a:solidFill>
                    <a:schemeClr val="bg1"/>
                  </a:solidFill>
                </a:endParaRPr>
              </a:p>
            </p:txBody>
          </p:sp>
          <p:sp>
            <p:nvSpPr>
              <p:cNvPr id="94" name="Freeform: Shape 39">
                <a:extLst>
                  <a:ext uri="{FF2B5EF4-FFF2-40B4-BE49-F238E27FC236}">
                    <a16:creationId xmlns:a16="http://schemas.microsoft.com/office/drawing/2014/main" id="{A1FB5C07-78A0-A3F6-FB6A-E49DF5E5E4D0}"/>
                  </a:ext>
                </a:extLst>
              </p:cNvPr>
              <p:cNvSpPr/>
              <p:nvPr/>
            </p:nvSpPr>
            <p:spPr>
              <a:xfrm>
                <a:off x="4266357" y="2417310"/>
                <a:ext cx="19050" cy="38100"/>
              </a:xfrm>
              <a:custGeom>
                <a:avLst/>
                <a:gdLst>
                  <a:gd name="connsiteX0" fmla="*/ 14792 w 19050"/>
                  <a:gd name="connsiteY0" fmla="*/ 12287 h 38100"/>
                  <a:gd name="connsiteX1" fmla="*/ 14621 w 19050"/>
                  <a:gd name="connsiteY1" fmla="*/ 13954 h 38100"/>
                  <a:gd name="connsiteX2" fmla="*/ 13649 w 19050"/>
                  <a:gd name="connsiteY2" fmla="*/ 19469 h 38100"/>
                  <a:gd name="connsiteX3" fmla="*/ 13611 w 19050"/>
                  <a:gd name="connsiteY3" fmla="*/ 19583 h 38100"/>
                  <a:gd name="connsiteX4" fmla="*/ 12011 w 19050"/>
                  <a:gd name="connsiteY4" fmla="*/ 25003 h 38100"/>
                  <a:gd name="connsiteX5" fmla="*/ 11430 w 19050"/>
                  <a:gd name="connsiteY5" fmla="*/ 26565 h 38100"/>
                  <a:gd name="connsiteX6" fmla="*/ 9754 w 19050"/>
                  <a:gd name="connsiteY6" fmla="*/ 30490 h 38100"/>
                  <a:gd name="connsiteX7" fmla="*/ 9106 w 19050"/>
                  <a:gd name="connsiteY7" fmla="*/ 31899 h 38100"/>
                  <a:gd name="connsiteX8" fmla="*/ 7144 w 19050"/>
                  <a:gd name="connsiteY8" fmla="*/ 35433 h 38100"/>
                  <a:gd name="connsiteX9" fmla="*/ 9830 w 19050"/>
                  <a:gd name="connsiteY9" fmla="*/ 32766 h 38100"/>
                  <a:gd name="connsiteX10" fmla="*/ 10925 w 19050"/>
                  <a:gd name="connsiteY10" fmla="*/ 31566 h 38100"/>
                  <a:gd name="connsiteX11" fmla="*/ 10992 w 19050"/>
                  <a:gd name="connsiteY11" fmla="*/ 31490 h 38100"/>
                  <a:gd name="connsiteX12" fmla="*/ 11316 w 19050"/>
                  <a:gd name="connsiteY12" fmla="*/ 31128 h 38100"/>
                  <a:gd name="connsiteX13" fmla="*/ 14535 w 19050"/>
                  <a:gd name="connsiteY13" fmla="*/ 27403 h 38100"/>
                  <a:gd name="connsiteX14" fmla="*/ 15088 w 19050"/>
                  <a:gd name="connsiteY14" fmla="*/ 26708 h 38100"/>
                  <a:gd name="connsiteX15" fmla="*/ 15088 w 19050"/>
                  <a:gd name="connsiteY15" fmla="*/ 7144 h 38100"/>
                  <a:gd name="connsiteX16" fmla="*/ 14792 w 19050"/>
                  <a:gd name="connsiteY16" fmla="*/ 12287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9050" h="38100">
                    <a:moveTo>
                      <a:pt x="14792" y="12287"/>
                    </a:moveTo>
                    <a:cubicBezTo>
                      <a:pt x="14735" y="12849"/>
                      <a:pt x="14697" y="13402"/>
                      <a:pt x="14621" y="13954"/>
                    </a:cubicBezTo>
                    <a:cubicBezTo>
                      <a:pt x="14373" y="15811"/>
                      <a:pt x="14059" y="17669"/>
                      <a:pt x="13649" y="19469"/>
                    </a:cubicBezTo>
                    <a:cubicBezTo>
                      <a:pt x="13630" y="19507"/>
                      <a:pt x="13630" y="19545"/>
                      <a:pt x="13611" y="19583"/>
                    </a:cubicBezTo>
                    <a:cubicBezTo>
                      <a:pt x="13183" y="21422"/>
                      <a:pt x="12621" y="23222"/>
                      <a:pt x="12011" y="25003"/>
                    </a:cubicBezTo>
                    <a:cubicBezTo>
                      <a:pt x="11820" y="25537"/>
                      <a:pt x="11620" y="26041"/>
                      <a:pt x="11430" y="26565"/>
                    </a:cubicBezTo>
                    <a:cubicBezTo>
                      <a:pt x="10906" y="27899"/>
                      <a:pt x="10363" y="29194"/>
                      <a:pt x="9754" y="30490"/>
                    </a:cubicBezTo>
                    <a:cubicBezTo>
                      <a:pt x="9554" y="30947"/>
                      <a:pt x="9325" y="31432"/>
                      <a:pt x="9106" y="31899"/>
                    </a:cubicBezTo>
                    <a:cubicBezTo>
                      <a:pt x="8506" y="33099"/>
                      <a:pt x="7820" y="34271"/>
                      <a:pt x="7144" y="35433"/>
                    </a:cubicBezTo>
                    <a:cubicBezTo>
                      <a:pt x="7991" y="34623"/>
                      <a:pt x="8887" y="33738"/>
                      <a:pt x="9830" y="32766"/>
                    </a:cubicBezTo>
                    <a:cubicBezTo>
                      <a:pt x="10211" y="32366"/>
                      <a:pt x="10563" y="31966"/>
                      <a:pt x="10925" y="31566"/>
                    </a:cubicBezTo>
                    <a:lnTo>
                      <a:pt x="10992" y="31490"/>
                    </a:lnTo>
                    <a:lnTo>
                      <a:pt x="11316" y="31128"/>
                    </a:lnTo>
                    <a:cubicBezTo>
                      <a:pt x="12440" y="29918"/>
                      <a:pt x="13516" y="28689"/>
                      <a:pt x="14535" y="27403"/>
                    </a:cubicBezTo>
                    <a:lnTo>
                      <a:pt x="15088" y="26708"/>
                    </a:lnTo>
                    <a:lnTo>
                      <a:pt x="15088" y="7144"/>
                    </a:lnTo>
                    <a:cubicBezTo>
                      <a:pt x="15078" y="8868"/>
                      <a:pt x="14973" y="10592"/>
                      <a:pt x="14792" y="12287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>
                  <a:solidFill>
                    <a:schemeClr val="bg1"/>
                  </a:solidFill>
                </a:endParaRPr>
              </a:p>
            </p:txBody>
          </p:sp>
          <p:sp>
            <p:nvSpPr>
              <p:cNvPr id="95" name="Freeform: Shape 40">
                <a:extLst>
                  <a:ext uri="{FF2B5EF4-FFF2-40B4-BE49-F238E27FC236}">
                    <a16:creationId xmlns:a16="http://schemas.microsoft.com/office/drawing/2014/main" id="{4BA5890D-91F6-D305-1A4B-B8DA0C4CE22A}"/>
                  </a:ext>
                </a:extLst>
              </p:cNvPr>
              <p:cNvSpPr/>
              <p:nvPr/>
            </p:nvSpPr>
            <p:spPr>
              <a:xfrm>
                <a:off x="4266319" y="2416967"/>
                <a:ext cx="19050" cy="38100"/>
              </a:xfrm>
              <a:custGeom>
                <a:avLst/>
                <a:gdLst>
                  <a:gd name="connsiteX0" fmla="*/ 9792 w 19050"/>
                  <a:gd name="connsiteY0" fmla="*/ 30832 h 38100"/>
                  <a:gd name="connsiteX1" fmla="*/ 11468 w 19050"/>
                  <a:gd name="connsiteY1" fmla="*/ 26908 h 38100"/>
                  <a:gd name="connsiteX2" fmla="*/ 12049 w 19050"/>
                  <a:gd name="connsiteY2" fmla="*/ 25346 h 38100"/>
                  <a:gd name="connsiteX3" fmla="*/ 13649 w 19050"/>
                  <a:gd name="connsiteY3" fmla="*/ 19926 h 38100"/>
                  <a:gd name="connsiteX4" fmla="*/ 13687 w 19050"/>
                  <a:gd name="connsiteY4" fmla="*/ 19812 h 38100"/>
                  <a:gd name="connsiteX5" fmla="*/ 14659 w 19050"/>
                  <a:gd name="connsiteY5" fmla="*/ 14297 h 38100"/>
                  <a:gd name="connsiteX6" fmla="*/ 14830 w 19050"/>
                  <a:gd name="connsiteY6" fmla="*/ 12630 h 38100"/>
                  <a:gd name="connsiteX7" fmla="*/ 15126 w 19050"/>
                  <a:gd name="connsiteY7" fmla="*/ 7487 h 38100"/>
                  <a:gd name="connsiteX8" fmla="*/ 15126 w 19050"/>
                  <a:gd name="connsiteY8" fmla="*/ 7144 h 38100"/>
                  <a:gd name="connsiteX9" fmla="*/ 14811 w 19050"/>
                  <a:gd name="connsiteY9" fmla="*/ 12621 h 38100"/>
                  <a:gd name="connsiteX10" fmla="*/ 14640 w 19050"/>
                  <a:gd name="connsiteY10" fmla="*/ 14288 h 38100"/>
                  <a:gd name="connsiteX11" fmla="*/ 13668 w 19050"/>
                  <a:gd name="connsiteY11" fmla="*/ 19802 h 38100"/>
                  <a:gd name="connsiteX12" fmla="*/ 13630 w 19050"/>
                  <a:gd name="connsiteY12" fmla="*/ 19917 h 38100"/>
                  <a:gd name="connsiteX13" fmla="*/ 12030 w 19050"/>
                  <a:gd name="connsiteY13" fmla="*/ 25336 h 38100"/>
                  <a:gd name="connsiteX14" fmla="*/ 11449 w 19050"/>
                  <a:gd name="connsiteY14" fmla="*/ 26899 h 38100"/>
                  <a:gd name="connsiteX15" fmla="*/ 9773 w 19050"/>
                  <a:gd name="connsiteY15" fmla="*/ 30823 h 38100"/>
                  <a:gd name="connsiteX16" fmla="*/ 9125 w 19050"/>
                  <a:gd name="connsiteY16" fmla="*/ 32233 h 38100"/>
                  <a:gd name="connsiteX17" fmla="*/ 7144 w 19050"/>
                  <a:gd name="connsiteY17" fmla="*/ 35814 h 38100"/>
                  <a:gd name="connsiteX18" fmla="*/ 7191 w 19050"/>
                  <a:gd name="connsiteY18" fmla="*/ 35776 h 38100"/>
                  <a:gd name="connsiteX19" fmla="*/ 9154 w 19050"/>
                  <a:gd name="connsiteY19" fmla="*/ 32242 h 38100"/>
                  <a:gd name="connsiteX20" fmla="*/ 9792 w 19050"/>
                  <a:gd name="connsiteY20" fmla="*/ 30832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19050" h="38100">
                    <a:moveTo>
                      <a:pt x="9792" y="30832"/>
                    </a:moveTo>
                    <a:cubicBezTo>
                      <a:pt x="10401" y="29537"/>
                      <a:pt x="10944" y="28242"/>
                      <a:pt x="11468" y="26908"/>
                    </a:cubicBezTo>
                    <a:cubicBezTo>
                      <a:pt x="11659" y="26384"/>
                      <a:pt x="11859" y="25879"/>
                      <a:pt x="12049" y="25346"/>
                    </a:cubicBezTo>
                    <a:cubicBezTo>
                      <a:pt x="12659" y="23555"/>
                      <a:pt x="13221" y="21765"/>
                      <a:pt x="13649" y="19926"/>
                    </a:cubicBezTo>
                    <a:cubicBezTo>
                      <a:pt x="13668" y="19888"/>
                      <a:pt x="13668" y="19850"/>
                      <a:pt x="13687" y="19812"/>
                    </a:cubicBezTo>
                    <a:cubicBezTo>
                      <a:pt x="14097" y="18012"/>
                      <a:pt x="14411" y="16154"/>
                      <a:pt x="14659" y="14297"/>
                    </a:cubicBezTo>
                    <a:cubicBezTo>
                      <a:pt x="14735" y="13745"/>
                      <a:pt x="14773" y="13192"/>
                      <a:pt x="14830" y="12630"/>
                    </a:cubicBezTo>
                    <a:cubicBezTo>
                      <a:pt x="15011" y="10935"/>
                      <a:pt x="15116" y="9220"/>
                      <a:pt x="15126" y="7487"/>
                    </a:cubicBezTo>
                    <a:lnTo>
                      <a:pt x="15126" y="7144"/>
                    </a:lnTo>
                    <a:cubicBezTo>
                      <a:pt x="15135" y="8992"/>
                      <a:pt x="15002" y="10820"/>
                      <a:pt x="14811" y="12621"/>
                    </a:cubicBezTo>
                    <a:cubicBezTo>
                      <a:pt x="14754" y="13183"/>
                      <a:pt x="14716" y="13735"/>
                      <a:pt x="14640" y="14288"/>
                    </a:cubicBezTo>
                    <a:cubicBezTo>
                      <a:pt x="14402" y="16145"/>
                      <a:pt x="14078" y="18002"/>
                      <a:pt x="13668" y="19802"/>
                    </a:cubicBezTo>
                    <a:cubicBezTo>
                      <a:pt x="13649" y="19841"/>
                      <a:pt x="13649" y="19879"/>
                      <a:pt x="13630" y="19917"/>
                    </a:cubicBezTo>
                    <a:cubicBezTo>
                      <a:pt x="13202" y="21755"/>
                      <a:pt x="12640" y="23565"/>
                      <a:pt x="12030" y="25336"/>
                    </a:cubicBezTo>
                    <a:cubicBezTo>
                      <a:pt x="11840" y="25870"/>
                      <a:pt x="11640" y="26375"/>
                      <a:pt x="11449" y="26899"/>
                    </a:cubicBezTo>
                    <a:cubicBezTo>
                      <a:pt x="10925" y="28232"/>
                      <a:pt x="10392" y="29527"/>
                      <a:pt x="9773" y="30823"/>
                    </a:cubicBezTo>
                    <a:cubicBezTo>
                      <a:pt x="9573" y="31290"/>
                      <a:pt x="9344" y="31775"/>
                      <a:pt x="9125" y="32233"/>
                    </a:cubicBezTo>
                    <a:cubicBezTo>
                      <a:pt x="8515" y="33452"/>
                      <a:pt x="7820" y="34633"/>
                      <a:pt x="7144" y="35814"/>
                    </a:cubicBezTo>
                    <a:cubicBezTo>
                      <a:pt x="7153" y="35804"/>
                      <a:pt x="7172" y="35785"/>
                      <a:pt x="7191" y="35776"/>
                    </a:cubicBezTo>
                    <a:cubicBezTo>
                      <a:pt x="7868" y="34604"/>
                      <a:pt x="8553" y="33442"/>
                      <a:pt x="9154" y="32242"/>
                    </a:cubicBezTo>
                    <a:cubicBezTo>
                      <a:pt x="9363" y="31775"/>
                      <a:pt x="9592" y="31290"/>
                      <a:pt x="9792" y="30832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89" name="Freeform: Shape 33">
              <a:extLst>
                <a:ext uri="{FF2B5EF4-FFF2-40B4-BE49-F238E27FC236}">
                  <a16:creationId xmlns:a16="http://schemas.microsoft.com/office/drawing/2014/main" id="{BEE27C82-2712-9E2B-5D95-0E5C3E2E24B1}"/>
                </a:ext>
              </a:extLst>
            </p:cNvPr>
            <p:cNvSpPr/>
            <p:nvPr/>
          </p:nvSpPr>
          <p:spPr>
            <a:xfrm flipV="1">
              <a:off x="8573407" y="4059813"/>
              <a:ext cx="393773" cy="318515"/>
            </a:xfrm>
            <a:custGeom>
              <a:avLst/>
              <a:gdLst>
                <a:gd name="connsiteX0" fmla="*/ 0 w 633984"/>
                <a:gd name="connsiteY0" fmla="*/ 348691 h 633984"/>
                <a:gd name="connsiteX1" fmla="*/ 142646 w 633984"/>
                <a:gd name="connsiteY1" fmla="*/ 348691 h 633984"/>
                <a:gd name="connsiteX2" fmla="*/ 142646 w 633984"/>
                <a:gd name="connsiteY2" fmla="*/ 0 h 633984"/>
                <a:gd name="connsiteX3" fmla="*/ 491338 w 633984"/>
                <a:gd name="connsiteY3" fmla="*/ 0 h 633984"/>
                <a:gd name="connsiteX4" fmla="*/ 491338 w 633984"/>
                <a:gd name="connsiteY4" fmla="*/ 348691 h 633984"/>
                <a:gd name="connsiteX5" fmla="*/ 633984 w 633984"/>
                <a:gd name="connsiteY5" fmla="*/ 348691 h 633984"/>
                <a:gd name="connsiteX6" fmla="*/ 316992 w 633984"/>
                <a:gd name="connsiteY6" fmla="*/ 633984 h 633984"/>
                <a:gd name="connsiteX7" fmla="*/ 0 w 633984"/>
                <a:gd name="connsiteY7" fmla="*/ 348691 h 633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33984" h="633984">
                  <a:moveTo>
                    <a:pt x="0" y="348691"/>
                  </a:moveTo>
                  <a:lnTo>
                    <a:pt x="142646" y="348691"/>
                  </a:lnTo>
                  <a:lnTo>
                    <a:pt x="142646" y="0"/>
                  </a:lnTo>
                  <a:lnTo>
                    <a:pt x="491338" y="0"/>
                  </a:lnTo>
                  <a:lnTo>
                    <a:pt x="491338" y="348691"/>
                  </a:lnTo>
                  <a:lnTo>
                    <a:pt x="633984" y="348691"/>
                  </a:lnTo>
                  <a:lnTo>
                    <a:pt x="316992" y="633984"/>
                  </a:lnTo>
                  <a:lnTo>
                    <a:pt x="0" y="348691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78206" tIns="35560" rIns="178206" bIns="192471" numCol="1" spcCol="1270" anchor="ctr" anchorCtr="0">
              <a:noAutofit/>
            </a:bodyPr>
            <a:lstStyle/>
            <a:p>
              <a:pPr marL="0" lvl="0" indent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2800" kern="1200"/>
            </a:p>
          </p:txBody>
        </p:sp>
        <p:sp>
          <p:nvSpPr>
            <p:cNvPr id="90" name="Freeform: Shape 34">
              <a:extLst>
                <a:ext uri="{FF2B5EF4-FFF2-40B4-BE49-F238E27FC236}">
                  <a16:creationId xmlns:a16="http://schemas.microsoft.com/office/drawing/2014/main" id="{466748B4-59BC-D797-9396-F6F9FB6FFAC1}"/>
                </a:ext>
              </a:extLst>
            </p:cNvPr>
            <p:cNvSpPr/>
            <p:nvPr/>
          </p:nvSpPr>
          <p:spPr>
            <a:xfrm flipV="1">
              <a:off x="9021642" y="2937436"/>
              <a:ext cx="393773" cy="318515"/>
            </a:xfrm>
            <a:custGeom>
              <a:avLst/>
              <a:gdLst>
                <a:gd name="connsiteX0" fmla="*/ 0 w 633984"/>
                <a:gd name="connsiteY0" fmla="*/ 348691 h 633984"/>
                <a:gd name="connsiteX1" fmla="*/ 142646 w 633984"/>
                <a:gd name="connsiteY1" fmla="*/ 348691 h 633984"/>
                <a:gd name="connsiteX2" fmla="*/ 142646 w 633984"/>
                <a:gd name="connsiteY2" fmla="*/ 0 h 633984"/>
                <a:gd name="connsiteX3" fmla="*/ 491338 w 633984"/>
                <a:gd name="connsiteY3" fmla="*/ 0 h 633984"/>
                <a:gd name="connsiteX4" fmla="*/ 491338 w 633984"/>
                <a:gd name="connsiteY4" fmla="*/ 348691 h 633984"/>
                <a:gd name="connsiteX5" fmla="*/ 633984 w 633984"/>
                <a:gd name="connsiteY5" fmla="*/ 348691 h 633984"/>
                <a:gd name="connsiteX6" fmla="*/ 316992 w 633984"/>
                <a:gd name="connsiteY6" fmla="*/ 633984 h 633984"/>
                <a:gd name="connsiteX7" fmla="*/ 0 w 633984"/>
                <a:gd name="connsiteY7" fmla="*/ 348691 h 633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33984" h="633984">
                  <a:moveTo>
                    <a:pt x="0" y="348691"/>
                  </a:moveTo>
                  <a:lnTo>
                    <a:pt x="142646" y="348691"/>
                  </a:lnTo>
                  <a:lnTo>
                    <a:pt x="142646" y="0"/>
                  </a:lnTo>
                  <a:lnTo>
                    <a:pt x="491338" y="0"/>
                  </a:lnTo>
                  <a:lnTo>
                    <a:pt x="491338" y="348691"/>
                  </a:lnTo>
                  <a:lnTo>
                    <a:pt x="633984" y="348691"/>
                  </a:lnTo>
                  <a:lnTo>
                    <a:pt x="316992" y="633984"/>
                  </a:lnTo>
                  <a:lnTo>
                    <a:pt x="0" y="348691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78206" tIns="35560" rIns="178206" bIns="192471" numCol="1" spcCol="1270" anchor="ctr" anchorCtr="0">
              <a:noAutofit/>
            </a:bodyPr>
            <a:lstStyle/>
            <a:p>
              <a:pPr marL="0" lvl="0" indent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2800" kern="1200"/>
            </a:p>
          </p:txBody>
        </p:sp>
      </p:grpSp>
      <p:sp>
        <p:nvSpPr>
          <p:cNvPr id="107" name="TextBox 76">
            <a:extLst>
              <a:ext uri="{FF2B5EF4-FFF2-40B4-BE49-F238E27FC236}">
                <a16:creationId xmlns:a16="http://schemas.microsoft.com/office/drawing/2014/main" id="{8C5A1F4B-9C79-EEF3-81A7-56B4C271B4AB}"/>
              </a:ext>
            </a:extLst>
          </p:cNvPr>
          <p:cNvSpPr txBox="1"/>
          <p:nvPr/>
        </p:nvSpPr>
        <p:spPr>
          <a:xfrm>
            <a:off x="8790625" y="4974051"/>
            <a:ext cx="16131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/>
              </a:rPr>
              <a:t>1,367K</a:t>
            </a:r>
          </a:p>
        </p:txBody>
      </p:sp>
      <p:sp>
        <p:nvSpPr>
          <p:cNvPr id="108" name="TextBox 77">
            <a:extLst>
              <a:ext uri="{FF2B5EF4-FFF2-40B4-BE49-F238E27FC236}">
                <a16:creationId xmlns:a16="http://schemas.microsoft.com/office/drawing/2014/main" id="{7F2065DC-17E9-123C-1811-2208689E1F04}"/>
              </a:ext>
            </a:extLst>
          </p:cNvPr>
          <p:cNvSpPr txBox="1"/>
          <p:nvPr/>
        </p:nvSpPr>
        <p:spPr>
          <a:xfrm>
            <a:off x="9013558" y="4048996"/>
            <a:ext cx="10967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/>
              </a:rPr>
              <a:t>798K</a:t>
            </a:r>
          </a:p>
        </p:txBody>
      </p:sp>
      <p:sp>
        <p:nvSpPr>
          <p:cNvPr id="109" name="TextBox 78">
            <a:extLst>
              <a:ext uri="{FF2B5EF4-FFF2-40B4-BE49-F238E27FC236}">
                <a16:creationId xmlns:a16="http://schemas.microsoft.com/office/drawing/2014/main" id="{D918460D-1FBD-9FB5-065E-9F2E70CD5139}"/>
              </a:ext>
            </a:extLst>
          </p:cNvPr>
          <p:cNvSpPr txBox="1"/>
          <p:nvPr/>
        </p:nvSpPr>
        <p:spPr>
          <a:xfrm>
            <a:off x="9233014" y="3106251"/>
            <a:ext cx="10791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/>
              </a:rPr>
              <a:t>548K</a:t>
            </a:r>
          </a:p>
        </p:txBody>
      </p:sp>
      <p:sp>
        <p:nvSpPr>
          <p:cNvPr id="110" name="TextBox 79">
            <a:extLst>
              <a:ext uri="{FF2B5EF4-FFF2-40B4-BE49-F238E27FC236}">
                <a16:creationId xmlns:a16="http://schemas.microsoft.com/office/drawing/2014/main" id="{9FA474D1-2E07-9491-02F2-256F07E9251B}"/>
              </a:ext>
            </a:extLst>
          </p:cNvPr>
          <p:cNvSpPr txBox="1"/>
          <p:nvPr/>
        </p:nvSpPr>
        <p:spPr>
          <a:xfrm>
            <a:off x="9452470" y="2174716"/>
            <a:ext cx="9220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/>
              </a:rPr>
              <a:t>273K</a:t>
            </a:r>
          </a:p>
        </p:txBody>
      </p:sp>
      <p:grpSp>
        <p:nvGrpSpPr>
          <p:cNvPr id="7" name="Content Placeholder 2">
            <a:extLst>
              <a:ext uri="{FF2B5EF4-FFF2-40B4-BE49-F238E27FC236}">
                <a16:creationId xmlns:a16="http://schemas.microsoft.com/office/drawing/2014/main" id="{40DC6C42-2A68-028B-C2FA-FAAA548005AE}"/>
              </a:ext>
            </a:extLst>
          </p:cNvPr>
          <p:cNvGrpSpPr/>
          <p:nvPr/>
        </p:nvGrpSpPr>
        <p:grpSpPr>
          <a:xfrm>
            <a:off x="1741437" y="1649914"/>
            <a:ext cx="3383452" cy="4458451"/>
            <a:chOff x="2766771" y="1505013"/>
            <a:chExt cx="3383452" cy="4458451"/>
          </a:xfrm>
        </p:grpSpPr>
        <p:sp>
          <p:nvSpPr>
            <p:cNvPr id="9" name="pg4">
              <a:extLst>
                <a:ext uri="{FF2B5EF4-FFF2-40B4-BE49-F238E27FC236}">
                  <a16:creationId xmlns:a16="http://schemas.microsoft.com/office/drawing/2014/main" id="{C05F896B-9AA9-2812-7F9B-F933C5EB55E1}"/>
                </a:ext>
              </a:extLst>
            </p:cNvPr>
            <p:cNvSpPr/>
            <p:nvPr/>
          </p:nvSpPr>
          <p:spPr>
            <a:xfrm>
              <a:off x="3872291" y="4223939"/>
              <a:ext cx="241881" cy="392976"/>
            </a:xfrm>
            <a:custGeom>
              <a:avLst/>
              <a:gdLst/>
              <a:ahLst/>
              <a:cxnLst/>
              <a:rect l="0" t="0" r="0" b="0"/>
              <a:pathLst>
                <a:path w="241881" h="392976">
                  <a:moveTo>
                    <a:pt x="125207" y="11964"/>
                  </a:moveTo>
                  <a:lnTo>
                    <a:pt x="182125" y="0"/>
                  </a:lnTo>
                  <a:lnTo>
                    <a:pt x="196350" y="55803"/>
                  </a:lnTo>
                  <a:lnTo>
                    <a:pt x="182125" y="71730"/>
                  </a:lnTo>
                  <a:lnTo>
                    <a:pt x="207732" y="123459"/>
                  </a:lnTo>
                  <a:lnTo>
                    <a:pt x="207732" y="187036"/>
                  </a:lnTo>
                  <a:lnTo>
                    <a:pt x="241881" y="202914"/>
                  </a:lnTo>
                  <a:lnTo>
                    <a:pt x="233344" y="238619"/>
                  </a:lnTo>
                  <a:lnTo>
                    <a:pt x="241881" y="242584"/>
                  </a:lnTo>
                  <a:lnTo>
                    <a:pt x="224807" y="313892"/>
                  </a:lnTo>
                  <a:lnTo>
                    <a:pt x="224807" y="325762"/>
                  </a:lnTo>
                  <a:lnTo>
                    <a:pt x="219115" y="341587"/>
                  </a:lnTo>
                  <a:lnTo>
                    <a:pt x="224807" y="353452"/>
                  </a:lnTo>
                  <a:lnTo>
                    <a:pt x="202041" y="381122"/>
                  </a:lnTo>
                  <a:lnTo>
                    <a:pt x="196350" y="377171"/>
                  </a:lnTo>
                  <a:lnTo>
                    <a:pt x="184967" y="392976"/>
                  </a:lnTo>
                  <a:lnTo>
                    <a:pt x="139439" y="369266"/>
                  </a:lnTo>
                  <a:lnTo>
                    <a:pt x="136594" y="361359"/>
                  </a:lnTo>
                  <a:lnTo>
                    <a:pt x="85367" y="305972"/>
                  </a:lnTo>
                  <a:lnTo>
                    <a:pt x="54068" y="337631"/>
                  </a:lnTo>
                  <a:lnTo>
                    <a:pt x="45531" y="329719"/>
                  </a:lnTo>
                  <a:lnTo>
                    <a:pt x="34148" y="341587"/>
                  </a:lnTo>
                  <a:lnTo>
                    <a:pt x="17074" y="325762"/>
                  </a:lnTo>
                  <a:lnTo>
                    <a:pt x="11382" y="325762"/>
                  </a:lnTo>
                  <a:lnTo>
                    <a:pt x="2845" y="305972"/>
                  </a:lnTo>
                  <a:lnTo>
                    <a:pt x="0" y="286173"/>
                  </a:lnTo>
                  <a:lnTo>
                    <a:pt x="25611" y="251833"/>
                  </a:lnTo>
                  <a:lnTo>
                    <a:pt x="51222" y="217463"/>
                  </a:lnTo>
                  <a:lnTo>
                    <a:pt x="76834" y="183065"/>
                  </a:lnTo>
                  <a:lnTo>
                    <a:pt x="82521" y="183065"/>
                  </a:lnTo>
                  <a:lnTo>
                    <a:pt x="95327" y="135387"/>
                  </a:lnTo>
                  <a:lnTo>
                    <a:pt x="108133" y="87654"/>
                  </a:lnTo>
                  <a:lnTo>
                    <a:pt x="102441" y="51820"/>
                  </a:lnTo>
                  <a:lnTo>
                    <a:pt x="108133" y="47836"/>
                  </a:lnTo>
                  <a:lnTo>
                    <a:pt x="108133" y="31897"/>
                  </a:lnTo>
                  <a:close/>
                </a:path>
              </a:pathLst>
            </a:custGeom>
            <a:solidFill>
              <a:srgbClr val="99B2D7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" name="pg5">
              <a:extLst>
                <a:ext uri="{FF2B5EF4-FFF2-40B4-BE49-F238E27FC236}">
                  <a16:creationId xmlns:a16="http://schemas.microsoft.com/office/drawing/2014/main" id="{53C81E99-9231-0D26-8E55-BD45BDFCF93F}"/>
                </a:ext>
              </a:extLst>
            </p:cNvPr>
            <p:cNvSpPr/>
            <p:nvPr/>
          </p:nvSpPr>
          <p:spPr>
            <a:xfrm>
              <a:off x="4097099" y="2089798"/>
              <a:ext cx="1126881" cy="1365026"/>
            </a:xfrm>
            <a:custGeom>
              <a:avLst/>
              <a:gdLst/>
              <a:ahLst/>
              <a:cxnLst/>
              <a:rect l="0" t="0" r="0" b="0"/>
              <a:pathLst>
                <a:path w="1126881" h="1365026">
                  <a:moveTo>
                    <a:pt x="998828" y="1328418"/>
                  </a:moveTo>
                  <a:lnTo>
                    <a:pt x="956143" y="1335200"/>
                  </a:lnTo>
                  <a:lnTo>
                    <a:pt x="913457" y="1341980"/>
                  </a:lnTo>
                  <a:lnTo>
                    <a:pt x="870771" y="1348760"/>
                  </a:lnTo>
                  <a:lnTo>
                    <a:pt x="870771" y="1356894"/>
                  </a:lnTo>
                  <a:lnTo>
                    <a:pt x="811015" y="1365026"/>
                  </a:lnTo>
                  <a:lnTo>
                    <a:pt x="796783" y="1356894"/>
                  </a:lnTo>
                  <a:lnTo>
                    <a:pt x="796783" y="1315530"/>
                  </a:lnTo>
                  <a:lnTo>
                    <a:pt x="796783" y="1274122"/>
                  </a:lnTo>
                  <a:lnTo>
                    <a:pt x="796783" y="1232672"/>
                  </a:lnTo>
                  <a:lnTo>
                    <a:pt x="796783" y="1191178"/>
                  </a:lnTo>
                  <a:lnTo>
                    <a:pt x="796783" y="1149641"/>
                  </a:lnTo>
                  <a:lnTo>
                    <a:pt x="796783" y="1108060"/>
                  </a:lnTo>
                  <a:lnTo>
                    <a:pt x="796783" y="1099878"/>
                  </a:lnTo>
                  <a:lnTo>
                    <a:pt x="796783" y="1056001"/>
                  </a:lnTo>
                  <a:lnTo>
                    <a:pt x="796783" y="1012076"/>
                  </a:lnTo>
                  <a:lnTo>
                    <a:pt x="796783" y="968101"/>
                  </a:lnTo>
                  <a:lnTo>
                    <a:pt x="796783" y="924078"/>
                  </a:lnTo>
                  <a:lnTo>
                    <a:pt x="796783" y="880006"/>
                  </a:lnTo>
                  <a:lnTo>
                    <a:pt x="796783" y="835884"/>
                  </a:lnTo>
                  <a:lnTo>
                    <a:pt x="796783" y="791713"/>
                  </a:lnTo>
                  <a:lnTo>
                    <a:pt x="754099" y="790338"/>
                  </a:lnTo>
                  <a:lnTo>
                    <a:pt x="711414" y="788962"/>
                  </a:lnTo>
                  <a:lnTo>
                    <a:pt x="668730" y="787587"/>
                  </a:lnTo>
                  <a:lnTo>
                    <a:pt x="663038" y="783459"/>
                  </a:lnTo>
                  <a:lnTo>
                    <a:pt x="603279" y="783459"/>
                  </a:lnTo>
                  <a:lnTo>
                    <a:pt x="599484" y="740803"/>
                  </a:lnTo>
                  <a:lnTo>
                    <a:pt x="595690" y="698101"/>
                  </a:lnTo>
                  <a:lnTo>
                    <a:pt x="591896" y="655352"/>
                  </a:lnTo>
                  <a:lnTo>
                    <a:pt x="548073" y="655766"/>
                  </a:lnTo>
                  <a:lnTo>
                    <a:pt x="504249" y="656180"/>
                  </a:lnTo>
                  <a:lnTo>
                    <a:pt x="460426" y="656594"/>
                  </a:lnTo>
                  <a:lnTo>
                    <a:pt x="416603" y="657008"/>
                  </a:lnTo>
                  <a:lnTo>
                    <a:pt x="372780" y="657422"/>
                  </a:lnTo>
                  <a:lnTo>
                    <a:pt x="328957" y="657836"/>
                  </a:lnTo>
                  <a:lnTo>
                    <a:pt x="285134" y="658250"/>
                  </a:lnTo>
                  <a:lnTo>
                    <a:pt x="241310" y="658664"/>
                  </a:lnTo>
                  <a:lnTo>
                    <a:pt x="197487" y="659077"/>
                  </a:lnTo>
                  <a:lnTo>
                    <a:pt x="153664" y="659491"/>
                  </a:lnTo>
                  <a:lnTo>
                    <a:pt x="102443" y="659491"/>
                  </a:lnTo>
                  <a:lnTo>
                    <a:pt x="51221" y="659491"/>
                  </a:lnTo>
                  <a:lnTo>
                    <a:pt x="0" y="659491"/>
                  </a:lnTo>
                  <a:lnTo>
                    <a:pt x="2845" y="622223"/>
                  </a:lnTo>
                  <a:lnTo>
                    <a:pt x="19916" y="551730"/>
                  </a:lnTo>
                  <a:lnTo>
                    <a:pt x="44104" y="515744"/>
                  </a:lnTo>
                  <a:lnTo>
                    <a:pt x="68293" y="479725"/>
                  </a:lnTo>
                  <a:lnTo>
                    <a:pt x="92481" y="443672"/>
                  </a:lnTo>
                  <a:lnTo>
                    <a:pt x="116670" y="407586"/>
                  </a:lnTo>
                  <a:lnTo>
                    <a:pt x="140858" y="371467"/>
                  </a:lnTo>
                  <a:lnTo>
                    <a:pt x="165047" y="335314"/>
                  </a:lnTo>
                  <a:lnTo>
                    <a:pt x="194215" y="292514"/>
                  </a:lnTo>
                  <a:lnTo>
                    <a:pt x="223384" y="249666"/>
                  </a:lnTo>
                  <a:lnTo>
                    <a:pt x="252552" y="206771"/>
                  </a:lnTo>
                  <a:lnTo>
                    <a:pt x="281721" y="163829"/>
                  </a:lnTo>
                  <a:lnTo>
                    <a:pt x="313971" y="117690"/>
                  </a:lnTo>
                  <a:lnTo>
                    <a:pt x="346221" y="71496"/>
                  </a:lnTo>
                  <a:lnTo>
                    <a:pt x="378471" y="25247"/>
                  </a:lnTo>
                  <a:lnTo>
                    <a:pt x="392700" y="8415"/>
                  </a:lnTo>
                  <a:lnTo>
                    <a:pt x="406932" y="0"/>
                  </a:lnTo>
                  <a:lnTo>
                    <a:pt x="424003" y="0"/>
                  </a:lnTo>
                  <a:lnTo>
                    <a:pt x="441077" y="8415"/>
                  </a:lnTo>
                  <a:lnTo>
                    <a:pt x="472380" y="16832"/>
                  </a:lnTo>
                  <a:lnTo>
                    <a:pt x="486608" y="16832"/>
                  </a:lnTo>
                  <a:lnTo>
                    <a:pt x="489450" y="29456"/>
                  </a:lnTo>
                  <a:lnTo>
                    <a:pt x="480917" y="100899"/>
                  </a:lnTo>
                  <a:lnTo>
                    <a:pt x="486608" y="151251"/>
                  </a:lnTo>
                  <a:lnTo>
                    <a:pt x="509374" y="172209"/>
                  </a:lnTo>
                  <a:lnTo>
                    <a:pt x="552056" y="197347"/>
                  </a:lnTo>
                  <a:lnTo>
                    <a:pt x="577667" y="193159"/>
                  </a:lnTo>
                  <a:lnTo>
                    <a:pt x="628890" y="163829"/>
                  </a:lnTo>
                  <a:lnTo>
                    <a:pt x="671576" y="151251"/>
                  </a:lnTo>
                  <a:lnTo>
                    <a:pt x="697187" y="151251"/>
                  </a:lnTo>
                  <a:lnTo>
                    <a:pt x="722798" y="126080"/>
                  </a:lnTo>
                  <a:lnTo>
                    <a:pt x="748410" y="117690"/>
                  </a:lnTo>
                  <a:lnTo>
                    <a:pt x="805320" y="126080"/>
                  </a:lnTo>
                  <a:lnTo>
                    <a:pt x="813861" y="121884"/>
                  </a:lnTo>
                  <a:lnTo>
                    <a:pt x="816703" y="84100"/>
                  </a:lnTo>
                  <a:lnTo>
                    <a:pt x="822394" y="79899"/>
                  </a:lnTo>
                  <a:lnTo>
                    <a:pt x="873617" y="71496"/>
                  </a:lnTo>
                  <a:lnTo>
                    <a:pt x="910611" y="79899"/>
                  </a:lnTo>
                  <a:lnTo>
                    <a:pt x="930531" y="96700"/>
                  </a:lnTo>
                  <a:lnTo>
                    <a:pt x="970369" y="134473"/>
                  </a:lnTo>
                  <a:lnTo>
                    <a:pt x="1010207" y="172209"/>
                  </a:lnTo>
                  <a:lnTo>
                    <a:pt x="1038668" y="201535"/>
                  </a:lnTo>
                  <a:lnTo>
                    <a:pt x="1061434" y="243392"/>
                  </a:lnTo>
                  <a:lnTo>
                    <a:pt x="1072813" y="255940"/>
                  </a:lnTo>
                  <a:lnTo>
                    <a:pt x="1095579" y="276844"/>
                  </a:lnTo>
                  <a:lnTo>
                    <a:pt x="1112653" y="297737"/>
                  </a:lnTo>
                  <a:lnTo>
                    <a:pt x="1121190" y="335314"/>
                  </a:lnTo>
                  <a:lnTo>
                    <a:pt x="1121664" y="378416"/>
                  </a:lnTo>
                  <a:lnTo>
                    <a:pt x="1122139" y="421470"/>
                  </a:lnTo>
                  <a:lnTo>
                    <a:pt x="1122613" y="464476"/>
                  </a:lnTo>
                  <a:lnTo>
                    <a:pt x="1123087" y="507435"/>
                  </a:lnTo>
                  <a:lnTo>
                    <a:pt x="1123561" y="550347"/>
                  </a:lnTo>
                  <a:lnTo>
                    <a:pt x="1124036" y="593212"/>
                  </a:lnTo>
                  <a:lnTo>
                    <a:pt x="1123680" y="636202"/>
                  </a:lnTo>
                  <a:lnTo>
                    <a:pt x="1123324" y="679145"/>
                  </a:lnTo>
                  <a:lnTo>
                    <a:pt x="1122969" y="722041"/>
                  </a:lnTo>
                  <a:lnTo>
                    <a:pt x="1122613" y="764891"/>
                  </a:lnTo>
                  <a:lnTo>
                    <a:pt x="1122257" y="807693"/>
                  </a:lnTo>
                  <a:lnTo>
                    <a:pt x="1121901" y="850449"/>
                  </a:lnTo>
                  <a:lnTo>
                    <a:pt x="1121546" y="893159"/>
                  </a:lnTo>
                  <a:lnTo>
                    <a:pt x="1121190" y="935822"/>
                  </a:lnTo>
                  <a:lnTo>
                    <a:pt x="1123087" y="987846"/>
                  </a:lnTo>
                  <a:lnTo>
                    <a:pt x="1124984" y="1039801"/>
                  </a:lnTo>
                  <a:lnTo>
                    <a:pt x="1126881" y="1091688"/>
                  </a:lnTo>
                  <a:lnTo>
                    <a:pt x="1126881" y="1112155"/>
                  </a:lnTo>
                  <a:lnTo>
                    <a:pt x="1121190" y="1132608"/>
                  </a:lnTo>
                  <a:lnTo>
                    <a:pt x="1112653" y="1153048"/>
                  </a:lnTo>
                  <a:lnTo>
                    <a:pt x="1112653" y="1169394"/>
                  </a:lnTo>
                  <a:lnTo>
                    <a:pt x="1124036" y="1181649"/>
                  </a:lnTo>
                  <a:lnTo>
                    <a:pt x="1126881" y="1189818"/>
                  </a:lnTo>
                  <a:lnTo>
                    <a:pt x="1112653" y="1206149"/>
                  </a:lnTo>
                  <a:lnTo>
                    <a:pt x="1104116" y="1251023"/>
                  </a:lnTo>
                  <a:lnTo>
                    <a:pt x="1106961" y="1275482"/>
                  </a:lnTo>
                  <a:lnTo>
                    <a:pt x="1118344" y="1291779"/>
                  </a:lnTo>
                  <a:lnTo>
                    <a:pt x="1078506" y="1303995"/>
                  </a:lnTo>
                  <a:lnTo>
                    <a:pt x="1038667" y="1316208"/>
                  </a:lnTo>
                  <a:close/>
                </a:path>
              </a:pathLst>
            </a:custGeom>
            <a:solidFill>
              <a:srgbClr val="A2C3DD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" name="pg6">
              <a:extLst>
                <a:ext uri="{FF2B5EF4-FFF2-40B4-BE49-F238E27FC236}">
                  <a16:creationId xmlns:a16="http://schemas.microsoft.com/office/drawing/2014/main" id="{0E994EA3-C6E0-2295-83B1-0F745F39F94C}"/>
                </a:ext>
              </a:extLst>
            </p:cNvPr>
            <p:cNvSpPr/>
            <p:nvPr/>
          </p:nvSpPr>
          <p:spPr>
            <a:xfrm>
              <a:off x="3681633" y="4438756"/>
              <a:ext cx="503679" cy="434137"/>
            </a:xfrm>
            <a:custGeom>
              <a:avLst/>
              <a:gdLst/>
              <a:ahLst/>
              <a:cxnLst/>
              <a:rect l="0" t="0" r="0" b="0"/>
              <a:pathLst>
                <a:path w="503679" h="434137">
                  <a:moveTo>
                    <a:pt x="415465" y="138635"/>
                  </a:moveTo>
                  <a:lnTo>
                    <a:pt x="424003" y="150496"/>
                  </a:lnTo>
                  <a:lnTo>
                    <a:pt x="435382" y="158399"/>
                  </a:lnTo>
                  <a:lnTo>
                    <a:pt x="449614" y="166305"/>
                  </a:lnTo>
                  <a:lnTo>
                    <a:pt x="466688" y="170254"/>
                  </a:lnTo>
                  <a:lnTo>
                    <a:pt x="475225" y="170254"/>
                  </a:lnTo>
                  <a:lnTo>
                    <a:pt x="486608" y="158399"/>
                  </a:lnTo>
                  <a:lnTo>
                    <a:pt x="492300" y="146542"/>
                  </a:lnTo>
                  <a:lnTo>
                    <a:pt x="500833" y="150496"/>
                  </a:lnTo>
                  <a:lnTo>
                    <a:pt x="503679" y="154449"/>
                  </a:lnTo>
                  <a:lnTo>
                    <a:pt x="492300" y="182109"/>
                  </a:lnTo>
                  <a:lnTo>
                    <a:pt x="480913" y="217642"/>
                  </a:lnTo>
                  <a:lnTo>
                    <a:pt x="466688" y="221588"/>
                  </a:lnTo>
                  <a:lnTo>
                    <a:pt x="443923" y="245259"/>
                  </a:lnTo>
                  <a:lnTo>
                    <a:pt x="441077" y="225537"/>
                  </a:lnTo>
                  <a:lnTo>
                    <a:pt x="435382" y="221588"/>
                  </a:lnTo>
                  <a:lnTo>
                    <a:pt x="421157" y="225537"/>
                  </a:lnTo>
                  <a:lnTo>
                    <a:pt x="395546" y="249203"/>
                  </a:lnTo>
                  <a:lnTo>
                    <a:pt x="369934" y="257090"/>
                  </a:lnTo>
                  <a:lnTo>
                    <a:pt x="350018" y="276800"/>
                  </a:lnTo>
                  <a:lnTo>
                    <a:pt x="330098" y="284681"/>
                  </a:lnTo>
                  <a:lnTo>
                    <a:pt x="324403" y="296500"/>
                  </a:lnTo>
                  <a:lnTo>
                    <a:pt x="321557" y="308316"/>
                  </a:lnTo>
                  <a:lnTo>
                    <a:pt x="304487" y="320128"/>
                  </a:lnTo>
                  <a:lnTo>
                    <a:pt x="298791" y="339808"/>
                  </a:lnTo>
                  <a:lnTo>
                    <a:pt x="290258" y="355542"/>
                  </a:lnTo>
                  <a:lnTo>
                    <a:pt x="307332" y="375205"/>
                  </a:lnTo>
                  <a:lnTo>
                    <a:pt x="321557" y="402717"/>
                  </a:lnTo>
                  <a:lnTo>
                    <a:pt x="315866" y="418430"/>
                  </a:lnTo>
                  <a:lnTo>
                    <a:pt x="298791" y="426284"/>
                  </a:lnTo>
                  <a:lnTo>
                    <a:pt x="270338" y="430211"/>
                  </a:lnTo>
                  <a:lnTo>
                    <a:pt x="253260" y="434137"/>
                  </a:lnTo>
                  <a:lnTo>
                    <a:pt x="213424" y="410577"/>
                  </a:lnTo>
                  <a:lnTo>
                    <a:pt x="204887" y="394861"/>
                  </a:lnTo>
                  <a:lnTo>
                    <a:pt x="190658" y="383067"/>
                  </a:lnTo>
                  <a:lnTo>
                    <a:pt x="204887" y="363411"/>
                  </a:lnTo>
                  <a:lnTo>
                    <a:pt x="156510" y="312251"/>
                  </a:lnTo>
                  <a:lnTo>
                    <a:pt x="142281" y="327998"/>
                  </a:lnTo>
                  <a:lnTo>
                    <a:pt x="133744" y="324065"/>
                  </a:lnTo>
                  <a:lnTo>
                    <a:pt x="128056" y="335873"/>
                  </a:lnTo>
                  <a:lnTo>
                    <a:pt x="108133" y="316191"/>
                  </a:lnTo>
                  <a:lnTo>
                    <a:pt x="110978" y="304378"/>
                  </a:lnTo>
                  <a:lnTo>
                    <a:pt x="110978" y="276800"/>
                  </a:lnTo>
                  <a:lnTo>
                    <a:pt x="102445" y="264975"/>
                  </a:lnTo>
                  <a:lnTo>
                    <a:pt x="91058" y="257090"/>
                  </a:lnTo>
                  <a:lnTo>
                    <a:pt x="76830" y="257090"/>
                  </a:lnTo>
                  <a:lnTo>
                    <a:pt x="65451" y="257090"/>
                  </a:lnTo>
                  <a:lnTo>
                    <a:pt x="48373" y="257090"/>
                  </a:lnTo>
                  <a:lnTo>
                    <a:pt x="42685" y="257090"/>
                  </a:lnTo>
                  <a:lnTo>
                    <a:pt x="34148" y="229480"/>
                  </a:lnTo>
                  <a:lnTo>
                    <a:pt x="36994" y="217642"/>
                  </a:lnTo>
                  <a:lnTo>
                    <a:pt x="36994" y="205800"/>
                  </a:lnTo>
                  <a:lnTo>
                    <a:pt x="65451" y="190006"/>
                  </a:lnTo>
                  <a:lnTo>
                    <a:pt x="54064" y="178159"/>
                  </a:lnTo>
                  <a:lnTo>
                    <a:pt x="71138" y="150496"/>
                  </a:lnTo>
                  <a:lnTo>
                    <a:pt x="68293" y="146542"/>
                  </a:lnTo>
                  <a:lnTo>
                    <a:pt x="76830" y="138635"/>
                  </a:lnTo>
                  <a:lnTo>
                    <a:pt x="36994" y="91155"/>
                  </a:lnTo>
                  <a:lnTo>
                    <a:pt x="5687" y="79277"/>
                  </a:lnTo>
                  <a:lnTo>
                    <a:pt x="5687" y="71356"/>
                  </a:lnTo>
                  <a:lnTo>
                    <a:pt x="0" y="63434"/>
                  </a:lnTo>
                  <a:lnTo>
                    <a:pt x="5687" y="59472"/>
                  </a:lnTo>
                  <a:lnTo>
                    <a:pt x="22765" y="59472"/>
                  </a:lnTo>
                  <a:lnTo>
                    <a:pt x="85371" y="19836"/>
                  </a:lnTo>
                  <a:lnTo>
                    <a:pt x="88213" y="19836"/>
                  </a:lnTo>
                  <a:lnTo>
                    <a:pt x="122361" y="0"/>
                  </a:lnTo>
                  <a:lnTo>
                    <a:pt x="128056" y="7937"/>
                  </a:lnTo>
                  <a:lnTo>
                    <a:pt x="136590" y="3970"/>
                  </a:lnTo>
                  <a:lnTo>
                    <a:pt x="145127" y="7937"/>
                  </a:lnTo>
                  <a:lnTo>
                    <a:pt x="156510" y="7937"/>
                  </a:lnTo>
                  <a:lnTo>
                    <a:pt x="179275" y="35696"/>
                  </a:lnTo>
                  <a:lnTo>
                    <a:pt x="190658" y="71356"/>
                  </a:lnTo>
                  <a:lnTo>
                    <a:pt x="193504" y="91155"/>
                  </a:lnTo>
                  <a:lnTo>
                    <a:pt x="202041" y="110945"/>
                  </a:lnTo>
                  <a:lnTo>
                    <a:pt x="207732" y="110945"/>
                  </a:lnTo>
                  <a:lnTo>
                    <a:pt x="224807" y="126770"/>
                  </a:lnTo>
                  <a:lnTo>
                    <a:pt x="236190" y="114902"/>
                  </a:lnTo>
                  <a:lnTo>
                    <a:pt x="244727" y="122814"/>
                  </a:lnTo>
                  <a:lnTo>
                    <a:pt x="276026" y="91155"/>
                  </a:lnTo>
                  <a:lnTo>
                    <a:pt x="327252" y="146542"/>
                  </a:lnTo>
                  <a:lnTo>
                    <a:pt x="330098" y="154449"/>
                  </a:lnTo>
                  <a:lnTo>
                    <a:pt x="375626" y="178159"/>
                  </a:lnTo>
                  <a:lnTo>
                    <a:pt x="387008" y="162354"/>
                  </a:lnTo>
                  <a:lnTo>
                    <a:pt x="392700" y="166305"/>
                  </a:lnTo>
                  <a:close/>
                </a:path>
              </a:pathLst>
            </a:custGeom>
            <a:solidFill>
              <a:srgbClr val="00008B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" name="pg7">
              <a:extLst>
                <a:ext uri="{FF2B5EF4-FFF2-40B4-BE49-F238E27FC236}">
                  <a16:creationId xmlns:a16="http://schemas.microsoft.com/office/drawing/2014/main" id="{9A6925C8-CA18-3E41-98A2-59F6F912BE48}"/>
                </a:ext>
              </a:extLst>
            </p:cNvPr>
            <p:cNvSpPr/>
            <p:nvPr/>
          </p:nvSpPr>
          <p:spPr>
            <a:xfrm>
              <a:off x="3695861" y="3393795"/>
              <a:ext cx="452460" cy="842108"/>
            </a:xfrm>
            <a:custGeom>
              <a:avLst/>
              <a:gdLst/>
              <a:ahLst/>
              <a:cxnLst/>
              <a:rect l="0" t="0" r="0" b="0"/>
              <a:pathLst>
                <a:path w="452460" h="842108">
                  <a:moveTo>
                    <a:pt x="358555" y="830144"/>
                  </a:moveTo>
                  <a:lnTo>
                    <a:pt x="301637" y="842108"/>
                  </a:lnTo>
                  <a:lnTo>
                    <a:pt x="284563" y="802213"/>
                  </a:lnTo>
                  <a:lnTo>
                    <a:pt x="278871" y="802213"/>
                  </a:lnTo>
                  <a:lnTo>
                    <a:pt x="267492" y="786247"/>
                  </a:lnTo>
                  <a:lnTo>
                    <a:pt x="264643" y="786247"/>
                  </a:lnTo>
                  <a:lnTo>
                    <a:pt x="276030" y="770272"/>
                  </a:lnTo>
                  <a:lnTo>
                    <a:pt x="232395" y="760950"/>
                  </a:lnTo>
                  <a:lnTo>
                    <a:pt x="188761" y="751626"/>
                  </a:lnTo>
                  <a:lnTo>
                    <a:pt x="145127" y="742300"/>
                  </a:lnTo>
                  <a:lnTo>
                    <a:pt x="153664" y="726307"/>
                  </a:lnTo>
                  <a:lnTo>
                    <a:pt x="130898" y="674288"/>
                  </a:lnTo>
                  <a:lnTo>
                    <a:pt x="108133" y="622201"/>
                  </a:lnTo>
                  <a:lnTo>
                    <a:pt x="39836" y="650256"/>
                  </a:lnTo>
                  <a:lnTo>
                    <a:pt x="38413" y="604155"/>
                  </a:lnTo>
                  <a:lnTo>
                    <a:pt x="36990" y="558002"/>
                  </a:lnTo>
                  <a:lnTo>
                    <a:pt x="31302" y="525867"/>
                  </a:lnTo>
                  <a:lnTo>
                    <a:pt x="22765" y="525867"/>
                  </a:lnTo>
                  <a:lnTo>
                    <a:pt x="11382" y="469567"/>
                  </a:lnTo>
                  <a:lnTo>
                    <a:pt x="11382" y="461514"/>
                  </a:lnTo>
                  <a:lnTo>
                    <a:pt x="17070" y="453466"/>
                  </a:lnTo>
                  <a:lnTo>
                    <a:pt x="31302" y="449440"/>
                  </a:lnTo>
                  <a:lnTo>
                    <a:pt x="23477" y="408147"/>
                  </a:lnTo>
                  <a:lnTo>
                    <a:pt x="15651" y="366812"/>
                  </a:lnTo>
                  <a:lnTo>
                    <a:pt x="7825" y="325435"/>
                  </a:lnTo>
                  <a:lnTo>
                    <a:pt x="0" y="284014"/>
                  </a:lnTo>
                  <a:lnTo>
                    <a:pt x="5691" y="275930"/>
                  </a:lnTo>
                  <a:lnTo>
                    <a:pt x="8537" y="235471"/>
                  </a:lnTo>
                  <a:lnTo>
                    <a:pt x="11382" y="186865"/>
                  </a:lnTo>
                  <a:lnTo>
                    <a:pt x="14224" y="174705"/>
                  </a:lnTo>
                  <a:lnTo>
                    <a:pt x="22765" y="166595"/>
                  </a:lnTo>
                  <a:lnTo>
                    <a:pt x="39836" y="174705"/>
                  </a:lnTo>
                  <a:lnTo>
                    <a:pt x="88216" y="190918"/>
                  </a:lnTo>
                  <a:lnTo>
                    <a:pt x="99596" y="186865"/>
                  </a:lnTo>
                  <a:lnTo>
                    <a:pt x="105287" y="178761"/>
                  </a:lnTo>
                  <a:lnTo>
                    <a:pt x="99596" y="174705"/>
                  </a:lnTo>
                  <a:lnTo>
                    <a:pt x="71142" y="134145"/>
                  </a:lnTo>
                  <a:lnTo>
                    <a:pt x="59756" y="101666"/>
                  </a:lnTo>
                  <a:lnTo>
                    <a:pt x="62601" y="85416"/>
                  </a:lnTo>
                  <a:lnTo>
                    <a:pt x="73984" y="69160"/>
                  </a:lnTo>
                  <a:lnTo>
                    <a:pt x="99596" y="36629"/>
                  </a:lnTo>
                  <a:lnTo>
                    <a:pt x="125207" y="4071"/>
                  </a:lnTo>
                  <a:lnTo>
                    <a:pt x="139435" y="0"/>
                  </a:lnTo>
                  <a:lnTo>
                    <a:pt x="152241" y="50865"/>
                  </a:lnTo>
                  <a:lnTo>
                    <a:pt x="165047" y="101666"/>
                  </a:lnTo>
                  <a:lnTo>
                    <a:pt x="162201" y="109785"/>
                  </a:lnTo>
                  <a:lnTo>
                    <a:pt x="170738" y="150372"/>
                  </a:lnTo>
                  <a:lnTo>
                    <a:pt x="179275" y="190917"/>
                  </a:lnTo>
                  <a:lnTo>
                    <a:pt x="187813" y="231421"/>
                  </a:lnTo>
                  <a:lnTo>
                    <a:pt x="196350" y="271884"/>
                  </a:lnTo>
                  <a:lnTo>
                    <a:pt x="204887" y="312307"/>
                  </a:lnTo>
                  <a:lnTo>
                    <a:pt x="213424" y="352688"/>
                  </a:lnTo>
                  <a:lnTo>
                    <a:pt x="230498" y="352688"/>
                  </a:lnTo>
                  <a:lnTo>
                    <a:pt x="230498" y="344615"/>
                  </a:lnTo>
                  <a:lnTo>
                    <a:pt x="267492" y="336540"/>
                  </a:lnTo>
                  <a:lnTo>
                    <a:pt x="278871" y="380931"/>
                  </a:lnTo>
                  <a:lnTo>
                    <a:pt x="335789" y="376898"/>
                  </a:lnTo>
                  <a:lnTo>
                    <a:pt x="343378" y="418557"/>
                  </a:lnTo>
                  <a:lnTo>
                    <a:pt x="350967" y="460174"/>
                  </a:lnTo>
                  <a:lnTo>
                    <a:pt x="358555" y="501747"/>
                  </a:lnTo>
                  <a:lnTo>
                    <a:pt x="344323" y="505768"/>
                  </a:lnTo>
                  <a:lnTo>
                    <a:pt x="344323" y="533904"/>
                  </a:lnTo>
                  <a:lnTo>
                    <a:pt x="341477" y="533904"/>
                  </a:lnTo>
                  <a:lnTo>
                    <a:pt x="341477" y="541939"/>
                  </a:lnTo>
                  <a:lnTo>
                    <a:pt x="347168" y="541939"/>
                  </a:lnTo>
                  <a:lnTo>
                    <a:pt x="350014" y="562020"/>
                  </a:lnTo>
                  <a:lnTo>
                    <a:pt x="395546" y="558002"/>
                  </a:lnTo>
                  <a:lnTo>
                    <a:pt x="398391" y="582091"/>
                  </a:lnTo>
                  <a:lnTo>
                    <a:pt x="395546" y="582091"/>
                  </a:lnTo>
                  <a:lnTo>
                    <a:pt x="398391" y="594129"/>
                  </a:lnTo>
                  <a:lnTo>
                    <a:pt x="406928" y="594129"/>
                  </a:lnTo>
                  <a:lnTo>
                    <a:pt x="415465" y="630219"/>
                  </a:lnTo>
                  <a:lnTo>
                    <a:pt x="406928" y="634227"/>
                  </a:lnTo>
                  <a:lnTo>
                    <a:pt x="421153" y="686298"/>
                  </a:lnTo>
                  <a:lnTo>
                    <a:pt x="432540" y="686298"/>
                  </a:lnTo>
                  <a:lnTo>
                    <a:pt x="452460" y="742300"/>
                  </a:lnTo>
                  <a:lnTo>
                    <a:pt x="452460" y="758286"/>
                  </a:lnTo>
                  <a:lnTo>
                    <a:pt x="432540" y="762279"/>
                  </a:lnTo>
                  <a:lnTo>
                    <a:pt x="404083" y="758286"/>
                  </a:lnTo>
                  <a:lnTo>
                    <a:pt x="384163" y="782254"/>
                  </a:lnTo>
                  <a:lnTo>
                    <a:pt x="378471" y="790237"/>
                  </a:lnTo>
                  <a:lnTo>
                    <a:pt x="378471" y="798224"/>
                  </a:lnTo>
                  <a:lnTo>
                    <a:pt x="395546" y="806204"/>
                  </a:lnTo>
                  <a:lnTo>
                    <a:pt x="392700" y="826155"/>
                  </a:lnTo>
                  <a:close/>
                </a:path>
              </a:pathLst>
            </a:custGeom>
            <a:solidFill>
              <a:srgbClr val="ACD6E5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" name="pg8">
              <a:extLst>
                <a:ext uri="{FF2B5EF4-FFF2-40B4-BE49-F238E27FC236}">
                  <a16:creationId xmlns:a16="http://schemas.microsoft.com/office/drawing/2014/main" id="{AA1C04F0-470E-E8E4-D875-ACE05E88A277}"/>
                </a:ext>
              </a:extLst>
            </p:cNvPr>
            <p:cNvSpPr/>
            <p:nvPr/>
          </p:nvSpPr>
          <p:spPr>
            <a:xfrm>
              <a:off x="4683307" y="3681852"/>
              <a:ext cx="429694" cy="701320"/>
            </a:xfrm>
            <a:custGeom>
              <a:avLst/>
              <a:gdLst/>
              <a:ahLst/>
              <a:cxnLst/>
              <a:rect l="0" t="0" r="0" b="0"/>
              <a:pathLst>
                <a:path w="429694" h="701320">
                  <a:moveTo>
                    <a:pt x="14224" y="398240"/>
                  </a:moveTo>
                  <a:lnTo>
                    <a:pt x="42681" y="398240"/>
                  </a:lnTo>
                  <a:lnTo>
                    <a:pt x="42681" y="414249"/>
                  </a:lnTo>
                  <a:lnTo>
                    <a:pt x="56910" y="414249"/>
                  </a:lnTo>
                  <a:lnTo>
                    <a:pt x="62601" y="390234"/>
                  </a:lnTo>
                  <a:lnTo>
                    <a:pt x="85367" y="374216"/>
                  </a:lnTo>
                  <a:lnTo>
                    <a:pt x="108129" y="382225"/>
                  </a:lnTo>
                  <a:lnTo>
                    <a:pt x="122361" y="354187"/>
                  </a:lnTo>
                  <a:lnTo>
                    <a:pt x="199192" y="342161"/>
                  </a:lnTo>
                  <a:lnTo>
                    <a:pt x="193501" y="294032"/>
                  </a:lnTo>
                  <a:lnTo>
                    <a:pt x="187811" y="245845"/>
                  </a:lnTo>
                  <a:lnTo>
                    <a:pt x="182121" y="197601"/>
                  </a:lnTo>
                  <a:lnTo>
                    <a:pt x="239032" y="181509"/>
                  </a:lnTo>
                  <a:lnTo>
                    <a:pt x="227652" y="121097"/>
                  </a:lnTo>
                  <a:lnTo>
                    <a:pt x="287409" y="100939"/>
                  </a:lnTo>
                  <a:lnTo>
                    <a:pt x="278871" y="32328"/>
                  </a:lnTo>
                  <a:lnTo>
                    <a:pt x="331517" y="16167"/>
                  </a:lnTo>
                  <a:lnTo>
                    <a:pt x="384163" y="0"/>
                  </a:lnTo>
                  <a:lnTo>
                    <a:pt x="390992" y="41213"/>
                  </a:lnTo>
                  <a:lnTo>
                    <a:pt x="397821" y="82384"/>
                  </a:lnTo>
                  <a:lnTo>
                    <a:pt x="404650" y="123514"/>
                  </a:lnTo>
                  <a:lnTo>
                    <a:pt x="411478" y="164601"/>
                  </a:lnTo>
                  <a:lnTo>
                    <a:pt x="418307" y="205646"/>
                  </a:lnTo>
                  <a:lnTo>
                    <a:pt x="372780" y="221731"/>
                  </a:lnTo>
                  <a:lnTo>
                    <a:pt x="379182" y="266934"/>
                  </a:lnTo>
                  <a:lnTo>
                    <a:pt x="385584" y="312088"/>
                  </a:lnTo>
                  <a:lnTo>
                    <a:pt x="391986" y="357190"/>
                  </a:lnTo>
                  <a:lnTo>
                    <a:pt x="398387" y="402243"/>
                  </a:lnTo>
                  <a:lnTo>
                    <a:pt x="412620" y="402243"/>
                  </a:lnTo>
                  <a:lnTo>
                    <a:pt x="423999" y="462236"/>
                  </a:lnTo>
                  <a:lnTo>
                    <a:pt x="418307" y="466232"/>
                  </a:lnTo>
                  <a:lnTo>
                    <a:pt x="429694" y="538097"/>
                  </a:lnTo>
                  <a:lnTo>
                    <a:pt x="421153" y="538097"/>
                  </a:lnTo>
                  <a:lnTo>
                    <a:pt x="415462" y="554050"/>
                  </a:lnTo>
                  <a:lnTo>
                    <a:pt x="423999" y="597890"/>
                  </a:lnTo>
                  <a:lnTo>
                    <a:pt x="398387" y="605855"/>
                  </a:lnTo>
                  <a:lnTo>
                    <a:pt x="398387" y="629740"/>
                  </a:lnTo>
                  <a:lnTo>
                    <a:pt x="381317" y="645658"/>
                  </a:lnTo>
                  <a:lnTo>
                    <a:pt x="378467" y="625763"/>
                  </a:lnTo>
                  <a:lnTo>
                    <a:pt x="381317" y="601870"/>
                  </a:lnTo>
                  <a:lnTo>
                    <a:pt x="358551" y="581954"/>
                  </a:lnTo>
                  <a:lnTo>
                    <a:pt x="369934" y="566011"/>
                  </a:lnTo>
                  <a:lnTo>
                    <a:pt x="358551" y="550063"/>
                  </a:lnTo>
                  <a:lnTo>
                    <a:pt x="338631" y="558038"/>
                  </a:lnTo>
                  <a:lnTo>
                    <a:pt x="327248" y="538097"/>
                  </a:lnTo>
                  <a:lnTo>
                    <a:pt x="321557" y="522137"/>
                  </a:lnTo>
                  <a:lnTo>
                    <a:pt x="307329" y="522137"/>
                  </a:lnTo>
                  <a:lnTo>
                    <a:pt x="301637" y="534108"/>
                  </a:lnTo>
                  <a:lnTo>
                    <a:pt x="301637" y="550063"/>
                  </a:lnTo>
                  <a:lnTo>
                    <a:pt x="293100" y="558038"/>
                  </a:lnTo>
                  <a:lnTo>
                    <a:pt x="284563" y="550063"/>
                  </a:lnTo>
                  <a:lnTo>
                    <a:pt x="276026" y="534108"/>
                  </a:lnTo>
                  <a:lnTo>
                    <a:pt x="267489" y="526131"/>
                  </a:lnTo>
                  <a:lnTo>
                    <a:pt x="264643" y="534108"/>
                  </a:lnTo>
                  <a:lnTo>
                    <a:pt x="267489" y="554050"/>
                  </a:lnTo>
                  <a:lnTo>
                    <a:pt x="247572" y="573983"/>
                  </a:lnTo>
                  <a:lnTo>
                    <a:pt x="236186" y="573983"/>
                  </a:lnTo>
                  <a:lnTo>
                    <a:pt x="219112" y="593906"/>
                  </a:lnTo>
                  <a:lnTo>
                    <a:pt x="210574" y="593906"/>
                  </a:lnTo>
                  <a:lnTo>
                    <a:pt x="199192" y="585935"/>
                  </a:lnTo>
                  <a:lnTo>
                    <a:pt x="196346" y="577969"/>
                  </a:lnTo>
                  <a:lnTo>
                    <a:pt x="207732" y="558038"/>
                  </a:lnTo>
                  <a:lnTo>
                    <a:pt x="196346" y="538097"/>
                  </a:lnTo>
                  <a:lnTo>
                    <a:pt x="184967" y="546074"/>
                  </a:lnTo>
                  <a:lnTo>
                    <a:pt x="182121" y="573983"/>
                  </a:lnTo>
                  <a:lnTo>
                    <a:pt x="165047" y="589922"/>
                  </a:lnTo>
                  <a:lnTo>
                    <a:pt x="153660" y="597890"/>
                  </a:lnTo>
                  <a:lnTo>
                    <a:pt x="145127" y="601870"/>
                  </a:lnTo>
                  <a:lnTo>
                    <a:pt x="128053" y="605855"/>
                  </a:lnTo>
                  <a:lnTo>
                    <a:pt x="136590" y="625763"/>
                  </a:lnTo>
                  <a:lnTo>
                    <a:pt x="128053" y="645658"/>
                  </a:lnTo>
                  <a:lnTo>
                    <a:pt x="130895" y="661569"/>
                  </a:lnTo>
                  <a:lnTo>
                    <a:pt x="142281" y="673498"/>
                  </a:lnTo>
                  <a:lnTo>
                    <a:pt x="153660" y="681449"/>
                  </a:lnTo>
                  <a:lnTo>
                    <a:pt x="145127" y="701320"/>
                  </a:lnTo>
                  <a:lnTo>
                    <a:pt x="130895" y="701320"/>
                  </a:lnTo>
                  <a:lnTo>
                    <a:pt x="99596" y="685424"/>
                  </a:lnTo>
                  <a:lnTo>
                    <a:pt x="93904" y="697346"/>
                  </a:lnTo>
                  <a:lnTo>
                    <a:pt x="82521" y="697346"/>
                  </a:lnTo>
                  <a:lnTo>
                    <a:pt x="73984" y="665546"/>
                  </a:lnTo>
                  <a:lnTo>
                    <a:pt x="59756" y="661569"/>
                  </a:lnTo>
                  <a:lnTo>
                    <a:pt x="42681" y="657592"/>
                  </a:lnTo>
                  <a:lnTo>
                    <a:pt x="14224" y="657592"/>
                  </a:lnTo>
                  <a:lnTo>
                    <a:pt x="5687" y="649636"/>
                  </a:lnTo>
                  <a:lnTo>
                    <a:pt x="5687" y="637702"/>
                  </a:lnTo>
                  <a:lnTo>
                    <a:pt x="14224" y="633720"/>
                  </a:lnTo>
                  <a:lnTo>
                    <a:pt x="28453" y="633720"/>
                  </a:lnTo>
                  <a:lnTo>
                    <a:pt x="25611" y="613817"/>
                  </a:lnTo>
                  <a:lnTo>
                    <a:pt x="34144" y="601870"/>
                  </a:lnTo>
                  <a:lnTo>
                    <a:pt x="48373" y="605855"/>
                  </a:lnTo>
                  <a:lnTo>
                    <a:pt x="73984" y="613817"/>
                  </a:lnTo>
                  <a:lnTo>
                    <a:pt x="73984" y="605855"/>
                  </a:lnTo>
                  <a:lnTo>
                    <a:pt x="62601" y="593906"/>
                  </a:lnTo>
                  <a:lnTo>
                    <a:pt x="65447" y="577969"/>
                  </a:lnTo>
                  <a:lnTo>
                    <a:pt x="54064" y="573983"/>
                  </a:lnTo>
                  <a:lnTo>
                    <a:pt x="39836" y="573983"/>
                  </a:lnTo>
                  <a:lnTo>
                    <a:pt x="25611" y="593906"/>
                  </a:lnTo>
                  <a:lnTo>
                    <a:pt x="14224" y="589922"/>
                  </a:lnTo>
                  <a:lnTo>
                    <a:pt x="19916" y="573983"/>
                  </a:lnTo>
                  <a:lnTo>
                    <a:pt x="36990" y="538097"/>
                  </a:lnTo>
                  <a:lnTo>
                    <a:pt x="36990" y="514155"/>
                  </a:lnTo>
                  <a:lnTo>
                    <a:pt x="28453" y="494196"/>
                  </a:lnTo>
                  <a:lnTo>
                    <a:pt x="22765" y="486206"/>
                  </a:lnTo>
                  <a:lnTo>
                    <a:pt x="14224" y="466232"/>
                  </a:lnTo>
                  <a:lnTo>
                    <a:pt x="2845" y="454242"/>
                  </a:lnTo>
                  <a:lnTo>
                    <a:pt x="0" y="446246"/>
                  </a:lnTo>
                  <a:lnTo>
                    <a:pt x="2845" y="434250"/>
                  </a:lnTo>
                  <a:lnTo>
                    <a:pt x="5687" y="418250"/>
                  </a:lnTo>
                  <a:lnTo>
                    <a:pt x="11379" y="406245"/>
                  </a:lnTo>
                  <a:close/>
                </a:path>
              </a:pathLst>
            </a:custGeom>
            <a:solidFill>
              <a:srgbClr val="A5C9E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" name="pg9">
              <a:extLst>
                <a:ext uri="{FF2B5EF4-FFF2-40B4-BE49-F238E27FC236}">
                  <a16:creationId xmlns:a16="http://schemas.microsoft.com/office/drawing/2014/main" id="{EED374D1-5EC7-E61B-D871-DB8146BABB1B}"/>
                </a:ext>
              </a:extLst>
            </p:cNvPr>
            <p:cNvSpPr/>
            <p:nvPr/>
          </p:nvSpPr>
          <p:spPr>
            <a:xfrm>
              <a:off x="4054417" y="4056069"/>
              <a:ext cx="367088" cy="422347"/>
            </a:xfrm>
            <a:custGeom>
              <a:avLst/>
              <a:gdLst/>
              <a:ahLst/>
              <a:cxnLst/>
              <a:rect l="0" t="0" r="0" b="0"/>
              <a:pathLst>
                <a:path w="367088" h="422347">
                  <a:moveTo>
                    <a:pt x="0" y="167870"/>
                  </a:moveTo>
                  <a:lnTo>
                    <a:pt x="34144" y="163881"/>
                  </a:lnTo>
                  <a:lnTo>
                    <a:pt x="36990" y="143930"/>
                  </a:lnTo>
                  <a:lnTo>
                    <a:pt x="19916" y="135950"/>
                  </a:lnTo>
                  <a:lnTo>
                    <a:pt x="19916" y="127963"/>
                  </a:lnTo>
                  <a:lnTo>
                    <a:pt x="25607" y="119980"/>
                  </a:lnTo>
                  <a:lnTo>
                    <a:pt x="45527" y="96012"/>
                  </a:lnTo>
                  <a:lnTo>
                    <a:pt x="73984" y="100005"/>
                  </a:lnTo>
                  <a:lnTo>
                    <a:pt x="93904" y="96012"/>
                  </a:lnTo>
                  <a:lnTo>
                    <a:pt x="93904" y="80026"/>
                  </a:lnTo>
                  <a:lnTo>
                    <a:pt x="122361" y="68029"/>
                  </a:lnTo>
                  <a:lnTo>
                    <a:pt x="139435" y="72030"/>
                  </a:lnTo>
                  <a:lnTo>
                    <a:pt x="150815" y="80026"/>
                  </a:lnTo>
                  <a:lnTo>
                    <a:pt x="147969" y="92016"/>
                  </a:lnTo>
                  <a:lnTo>
                    <a:pt x="159355" y="100005"/>
                  </a:lnTo>
                  <a:lnTo>
                    <a:pt x="173580" y="80026"/>
                  </a:lnTo>
                  <a:lnTo>
                    <a:pt x="184963" y="80026"/>
                  </a:lnTo>
                  <a:lnTo>
                    <a:pt x="190654" y="84020"/>
                  </a:lnTo>
                  <a:lnTo>
                    <a:pt x="256106" y="96012"/>
                  </a:lnTo>
                  <a:lnTo>
                    <a:pt x="264643" y="88020"/>
                  </a:lnTo>
                  <a:lnTo>
                    <a:pt x="267489" y="64033"/>
                  </a:lnTo>
                  <a:lnTo>
                    <a:pt x="264643" y="48034"/>
                  </a:lnTo>
                  <a:lnTo>
                    <a:pt x="250414" y="40032"/>
                  </a:lnTo>
                  <a:lnTo>
                    <a:pt x="241877" y="24024"/>
                  </a:lnTo>
                  <a:lnTo>
                    <a:pt x="241877" y="12014"/>
                  </a:lnTo>
                  <a:lnTo>
                    <a:pt x="321557" y="0"/>
                  </a:lnTo>
                  <a:lnTo>
                    <a:pt x="330090" y="8009"/>
                  </a:lnTo>
                  <a:lnTo>
                    <a:pt x="332936" y="28027"/>
                  </a:lnTo>
                  <a:lnTo>
                    <a:pt x="327248" y="48034"/>
                  </a:lnTo>
                  <a:lnTo>
                    <a:pt x="352856" y="52035"/>
                  </a:lnTo>
                  <a:lnTo>
                    <a:pt x="347168" y="111989"/>
                  </a:lnTo>
                  <a:lnTo>
                    <a:pt x="367088" y="119980"/>
                  </a:lnTo>
                  <a:lnTo>
                    <a:pt x="352856" y="175846"/>
                  </a:lnTo>
                  <a:lnTo>
                    <a:pt x="330090" y="175846"/>
                  </a:lnTo>
                  <a:lnTo>
                    <a:pt x="317287" y="215705"/>
                  </a:lnTo>
                  <a:lnTo>
                    <a:pt x="304483" y="255524"/>
                  </a:lnTo>
                  <a:lnTo>
                    <a:pt x="290254" y="311208"/>
                  </a:lnTo>
                  <a:lnTo>
                    <a:pt x="227649" y="303258"/>
                  </a:lnTo>
                  <a:lnTo>
                    <a:pt x="221957" y="335049"/>
                  </a:lnTo>
                  <a:lnTo>
                    <a:pt x="224807" y="374753"/>
                  </a:lnTo>
                  <a:lnTo>
                    <a:pt x="230494" y="410454"/>
                  </a:lnTo>
                  <a:lnTo>
                    <a:pt x="179275" y="402523"/>
                  </a:lnTo>
                  <a:lnTo>
                    <a:pt x="176426" y="390624"/>
                  </a:lnTo>
                  <a:lnTo>
                    <a:pt x="122361" y="378721"/>
                  </a:lnTo>
                  <a:lnTo>
                    <a:pt x="108129" y="422347"/>
                  </a:lnTo>
                  <a:lnTo>
                    <a:pt x="59756" y="410454"/>
                  </a:lnTo>
                  <a:lnTo>
                    <a:pt x="51218" y="406489"/>
                  </a:lnTo>
                  <a:lnTo>
                    <a:pt x="59756" y="370784"/>
                  </a:lnTo>
                  <a:lnTo>
                    <a:pt x="25607" y="354906"/>
                  </a:lnTo>
                  <a:lnTo>
                    <a:pt x="25607" y="291329"/>
                  </a:lnTo>
                  <a:lnTo>
                    <a:pt x="0" y="239601"/>
                  </a:lnTo>
                  <a:lnTo>
                    <a:pt x="14224" y="223673"/>
                  </a:lnTo>
                  <a:close/>
                </a:path>
              </a:pathLst>
            </a:custGeom>
            <a:solidFill>
              <a:srgbClr val="93A7D2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" name="pg10">
              <a:extLst>
                <a:ext uri="{FF2B5EF4-FFF2-40B4-BE49-F238E27FC236}">
                  <a16:creationId xmlns:a16="http://schemas.microsoft.com/office/drawing/2014/main" id="{28807FD2-8661-0428-C0F7-BE64CCF67FF8}"/>
                </a:ext>
              </a:extLst>
            </p:cNvPr>
            <p:cNvSpPr/>
            <p:nvPr/>
          </p:nvSpPr>
          <p:spPr>
            <a:xfrm>
              <a:off x="4384508" y="4303635"/>
              <a:ext cx="207736" cy="305375"/>
            </a:xfrm>
            <a:custGeom>
              <a:avLst/>
              <a:gdLst/>
              <a:ahLst/>
              <a:cxnLst/>
              <a:rect l="0" t="0" r="0" b="0"/>
              <a:pathLst>
                <a:path w="207736" h="305375">
                  <a:moveTo>
                    <a:pt x="17078" y="19899"/>
                  </a:moveTo>
                  <a:lnTo>
                    <a:pt x="28460" y="7958"/>
                  </a:lnTo>
                  <a:lnTo>
                    <a:pt x="51226" y="27854"/>
                  </a:lnTo>
                  <a:lnTo>
                    <a:pt x="91062" y="0"/>
                  </a:lnTo>
                  <a:lnTo>
                    <a:pt x="130902" y="37799"/>
                  </a:lnTo>
                  <a:lnTo>
                    <a:pt x="170742" y="75564"/>
                  </a:lnTo>
                  <a:lnTo>
                    <a:pt x="184971" y="75564"/>
                  </a:lnTo>
                  <a:lnTo>
                    <a:pt x="193508" y="67616"/>
                  </a:lnTo>
                  <a:lnTo>
                    <a:pt x="207736" y="75564"/>
                  </a:lnTo>
                  <a:lnTo>
                    <a:pt x="196353" y="107340"/>
                  </a:lnTo>
                  <a:lnTo>
                    <a:pt x="187816" y="119249"/>
                  </a:lnTo>
                  <a:lnTo>
                    <a:pt x="179279" y="147025"/>
                  </a:lnTo>
                  <a:lnTo>
                    <a:pt x="170742" y="158923"/>
                  </a:lnTo>
                  <a:lnTo>
                    <a:pt x="165051" y="170817"/>
                  </a:lnTo>
                  <a:lnTo>
                    <a:pt x="165051" y="182705"/>
                  </a:lnTo>
                  <a:lnTo>
                    <a:pt x="179279" y="194593"/>
                  </a:lnTo>
                  <a:lnTo>
                    <a:pt x="176433" y="218361"/>
                  </a:lnTo>
                  <a:lnTo>
                    <a:pt x="165051" y="226276"/>
                  </a:lnTo>
                  <a:lnTo>
                    <a:pt x="147976" y="234196"/>
                  </a:lnTo>
                  <a:lnTo>
                    <a:pt x="145131" y="242109"/>
                  </a:lnTo>
                  <a:lnTo>
                    <a:pt x="145131" y="250023"/>
                  </a:lnTo>
                  <a:lnTo>
                    <a:pt x="133748" y="257935"/>
                  </a:lnTo>
                  <a:lnTo>
                    <a:pt x="119523" y="265846"/>
                  </a:lnTo>
                  <a:lnTo>
                    <a:pt x="108136" y="297475"/>
                  </a:lnTo>
                  <a:lnTo>
                    <a:pt x="96757" y="305375"/>
                  </a:lnTo>
                  <a:lnTo>
                    <a:pt x="85371" y="301426"/>
                  </a:lnTo>
                  <a:lnTo>
                    <a:pt x="79679" y="281663"/>
                  </a:lnTo>
                  <a:lnTo>
                    <a:pt x="96757" y="265846"/>
                  </a:lnTo>
                  <a:lnTo>
                    <a:pt x="99603" y="257935"/>
                  </a:lnTo>
                  <a:lnTo>
                    <a:pt x="79679" y="257935"/>
                  </a:lnTo>
                  <a:lnTo>
                    <a:pt x="62605" y="257935"/>
                  </a:lnTo>
                  <a:lnTo>
                    <a:pt x="65451" y="234196"/>
                  </a:lnTo>
                  <a:lnTo>
                    <a:pt x="71142" y="218361"/>
                  </a:lnTo>
                  <a:lnTo>
                    <a:pt x="76837" y="210438"/>
                  </a:lnTo>
                  <a:lnTo>
                    <a:pt x="85371" y="194593"/>
                  </a:lnTo>
                  <a:lnTo>
                    <a:pt x="82525" y="186671"/>
                  </a:lnTo>
                  <a:lnTo>
                    <a:pt x="71142" y="178742"/>
                  </a:lnTo>
                  <a:lnTo>
                    <a:pt x="71142" y="139091"/>
                  </a:lnTo>
                  <a:lnTo>
                    <a:pt x="62605" y="123218"/>
                  </a:lnTo>
                  <a:lnTo>
                    <a:pt x="54072" y="107340"/>
                  </a:lnTo>
                  <a:lnTo>
                    <a:pt x="48377" y="107340"/>
                  </a:lnTo>
                  <a:lnTo>
                    <a:pt x="31306" y="103369"/>
                  </a:lnTo>
                  <a:lnTo>
                    <a:pt x="28460" y="95427"/>
                  </a:lnTo>
                  <a:lnTo>
                    <a:pt x="17078" y="87483"/>
                  </a:lnTo>
                  <a:lnTo>
                    <a:pt x="5695" y="75564"/>
                  </a:lnTo>
                  <a:lnTo>
                    <a:pt x="0" y="63641"/>
                  </a:lnTo>
                  <a:lnTo>
                    <a:pt x="5695" y="43763"/>
                  </a:lnTo>
                  <a:lnTo>
                    <a:pt x="0" y="35809"/>
                  </a:lnTo>
                  <a:lnTo>
                    <a:pt x="2845" y="23875"/>
                  </a:lnTo>
                  <a:close/>
                </a:path>
              </a:pathLst>
            </a:custGeom>
            <a:solidFill>
              <a:srgbClr val="A4C7DF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" name="pg11">
              <a:extLst>
                <a:ext uri="{FF2B5EF4-FFF2-40B4-BE49-F238E27FC236}">
                  <a16:creationId xmlns:a16="http://schemas.microsoft.com/office/drawing/2014/main" id="{F1B6C87C-2519-F2C1-56ED-48243C30735E}"/>
                </a:ext>
              </a:extLst>
            </p:cNvPr>
            <p:cNvSpPr/>
            <p:nvPr/>
          </p:nvSpPr>
          <p:spPr>
            <a:xfrm>
              <a:off x="4208077" y="4311593"/>
              <a:ext cx="261801" cy="356643"/>
            </a:xfrm>
            <a:custGeom>
              <a:avLst/>
              <a:gdLst/>
              <a:ahLst/>
              <a:cxnLst/>
              <a:rect l="0" t="0" r="0" b="0"/>
              <a:pathLst>
                <a:path w="261801" h="356643">
                  <a:moveTo>
                    <a:pt x="150822" y="0"/>
                  </a:moveTo>
                  <a:lnTo>
                    <a:pt x="193508" y="11941"/>
                  </a:lnTo>
                  <a:lnTo>
                    <a:pt x="179275" y="15917"/>
                  </a:lnTo>
                  <a:lnTo>
                    <a:pt x="176430" y="27851"/>
                  </a:lnTo>
                  <a:lnTo>
                    <a:pt x="182125" y="35805"/>
                  </a:lnTo>
                  <a:lnTo>
                    <a:pt x="176430" y="55683"/>
                  </a:lnTo>
                  <a:lnTo>
                    <a:pt x="182125" y="67605"/>
                  </a:lnTo>
                  <a:lnTo>
                    <a:pt x="193508" y="79524"/>
                  </a:lnTo>
                  <a:lnTo>
                    <a:pt x="204891" y="87468"/>
                  </a:lnTo>
                  <a:lnTo>
                    <a:pt x="207736" y="95411"/>
                  </a:lnTo>
                  <a:lnTo>
                    <a:pt x="224807" y="99381"/>
                  </a:lnTo>
                  <a:lnTo>
                    <a:pt x="230502" y="99381"/>
                  </a:lnTo>
                  <a:lnTo>
                    <a:pt x="239035" y="115260"/>
                  </a:lnTo>
                  <a:lnTo>
                    <a:pt x="247572" y="131132"/>
                  </a:lnTo>
                  <a:lnTo>
                    <a:pt x="247572" y="170784"/>
                  </a:lnTo>
                  <a:lnTo>
                    <a:pt x="258955" y="178713"/>
                  </a:lnTo>
                  <a:lnTo>
                    <a:pt x="261801" y="186635"/>
                  </a:lnTo>
                  <a:lnTo>
                    <a:pt x="253268" y="202479"/>
                  </a:lnTo>
                  <a:lnTo>
                    <a:pt x="247572" y="210402"/>
                  </a:lnTo>
                  <a:lnTo>
                    <a:pt x="241881" y="226238"/>
                  </a:lnTo>
                  <a:lnTo>
                    <a:pt x="239035" y="249977"/>
                  </a:lnTo>
                  <a:lnTo>
                    <a:pt x="224807" y="265797"/>
                  </a:lnTo>
                  <a:lnTo>
                    <a:pt x="219115" y="265797"/>
                  </a:lnTo>
                  <a:lnTo>
                    <a:pt x="207736" y="257888"/>
                  </a:lnTo>
                  <a:lnTo>
                    <a:pt x="216270" y="230193"/>
                  </a:lnTo>
                  <a:lnTo>
                    <a:pt x="213428" y="218318"/>
                  </a:lnTo>
                  <a:lnTo>
                    <a:pt x="204891" y="218318"/>
                  </a:lnTo>
                  <a:lnTo>
                    <a:pt x="196350" y="226238"/>
                  </a:lnTo>
                  <a:lnTo>
                    <a:pt x="190662" y="253933"/>
                  </a:lnTo>
                  <a:lnTo>
                    <a:pt x="176430" y="257888"/>
                  </a:lnTo>
                  <a:lnTo>
                    <a:pt x="170742" y="305321"/>
                  </a:lnTo>
                  <a:lnTo>
                    <a:pt x="167896" y="309271"/>
                  </a:lnTo>
                  <a:lnTo>
                    <a:pt x="153664" y="321120"/>
                  </a:lnTo>
                  <a:lnTo>
                    <a:pt x="147976" y="348751"/>
                  </a:lnTo>
                  <a:lnTo>
                    <a:pt x="142285" y="352700"/>
                  </a:lnTo>
                  <a:lnTo>
                    <a:pt x="133744" y="348751"/>
                  </a:lnTo>
                  <a:lnTo>
                    <a:pt x="130902" y="321120"/>
                  </a:lnTo>
                  <a:lnTo>
                    <a:pt x="96754" y="297417"/>
                  </a:lnTo>
                  <a:lnTo>
                    <a:pt x="99599" y="344804"/>
                  </a:lnTo>
                  <a:lnTo>
                    <a:pt x="91062" y="356643"/>
                  </a:lnTo>
                  <a:lnTo>
                    <a:pt x="76834" y="356643"/>
                  </a:lnTo>
                  <a:lnTo>
                    <a:pt x="62605" y="344804"/>
                  </a:lnTo>
                  <a:lnTo>
                    <a:pt x="54068" y="329015"/>
                  </a:lnTo>
                  <a:lnTo>
                    <a:pt x="36994" y="325069"/>
                  </a:lnTo>
                  <a:lnTo>
                    <a:pt x="28460" y="325069"/>
                  </a:lnTo>
                  <a:lnTo>
                    <a:pt x="42685" y="277658"/>
                  </a:lnTo>
                  <a:lnTo>
                    <a:pt x="54068" y="242065"/>
                  </a:lnTo>
                  <a:lnTo>
                    <a:pt x="45531" y="234151"/>
                  </a:lnTo>
                  <a:lnTo>
                    <a:pt x="25615" y="230193"/>
                  </a:lnTo>
                  <a:lnTo>
                    <a:pt x="0" y="226238"/>
                  </a:lnTo>
                  <a:lnTo>
                    <a:pt x="8540" y="214359"/>
                  </a:lnTo>
                  <a:lnTo>
                    <a:pt x="14228" y="190596"/>
                  </a:lnTo>
                  <a:lnTo>
                    <a:pt x="25615" y="146999"/>
                  </a:lnTo>
                  <a:lnTo>
                    <a:pt x="76834" y="154929"/>
                  </a:lnTo>
                  <a:lnTo>
                    <a:pt x="71146" y="119229"/>
                  </a:lnTo>
                  <a:lnTo>
                    <a:pt x="68297" y="79524"/>
                  </a:lnTo>
                  <a:lnTo>
                    <a:pt x="73988" y="47733"/>
                  </a:lnTo>
                  <a:lnTo>
                    <a:pt x="136594" y="55683"/>
                  </a:lnTo>
                  <a:close/>
                </a:path>
              </a:pathLst>
            </a:custGeom>
            <a:solidFill>
              <a:srgbClr val="A9CFE3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" name="pg12">
              <a:extLst>
                <a:ext uri="{FF2B5EF4-FFF2-40B4-BE49-F238E27FC236}">
                  <a16:creationId xmlns:a16="http://schemas.microsoft.com/office/drawing/2014/main" id="{BC89E6C9-D7EC-43B5-083D-A3C4B234C16D}"/>
                </a:ext>
              </a:extLst>
            </p:cNvPr>
            <p:cNvSpPr/>
            <p:nvPr/>
          </p:nvSpPr>
          <p:spPr>
            <a:xfrm>
              <a:off x="3579187" y="3613070"/>
              <a:ext cx="418311" cy="1090660"/>
            </a:xfrm>
            <a:custGeom>
              <a:avLst/>
              <a:gdLst/>
              <a:ahLst/>
              <a:cxnLst/>
              <a:rect l="0" t="0" r="0" b="0"/>
              <a:pathLst>
                <a:path w="418311" h="1090660">
                  <a:moveTo>
                    <a:pt x="0" y="28337"/>
                  </a:moveTo>
                  <a:lnTo>
                    <a:pt x="17074" y="24290"/>
                  </a:lnTo>
                  <a:lnTo>
                    <a:pt x="31302" y="4049"/>
                  </a:lnTo>
                  <a:lnTo>
                    <a:pt x="51222" y="0"/>
                  </a:lnTo>
                  <a:lnTo>
                    <a:pt x="68297" y="4049"/>
                  </a:lnTo>
                  <a:lnTo>
                    <a:pt x="76834" y="24290"/>
                  </a:lnTo>
                  <a:lnTo>
                    <a:pt x="85371" y="60698"/>
                  </a:lnTo>
                  <a:lnTo>
                    <a:pt x="99599" y="68781"/>
                  </a:lnTo>
                  <a:lnTo>
                    <a:pt x="116674" y="64739"/>
                  </a:lnTo>
                  <a:lnTo>
                    <a:pt x="124499" y="106159"/>
                  </a:lnTo>
                  <a:lnTo>
                    <a:pt x="132325" y="147536"/>
                  </a:lnTo>
                  <a:lnTo>
                    <a:pt x="140151" y="188871"/>
                  </a:lnTo>
                  <a:lnTo>
                    <a:pt x="147976" y="230164"/>
                  </a:lnTo>
                  <a:lnTo>
                    <a:pt x="133744" y="234190"/>
                  </a:lnTo>
                  <a:lnTo>
                    <a:pt x="128056" y="242239"/>
                  </a:lnTo>
                  <a:lnTo>
                    <a:pt x="128056" y="250291"/>
                  </a:lnTo>
                  <a:lnTo>
                    <a:pt x="139439" y="306591"/>
                  </a:lnTo>
                  <a:lnTo>
                    <a:pt x="147976" y="306591"/>
                  </a:lnTo>
                  <a:lnTo>
                    <a:pt x="153664" y="338726"/>
                  </a:lnTo>
                  <a:lnTo>
                    <a:pt x="155087" y="384880"/>
                  </a:lnTo>
                  <a:lnTo>
                    <a:pt x="156510" y="430980"/>
                  </a:lnTo>
                  <a:lnTo>
                    <a:pt x="224807" y="402925"/>
                  </a:lnTo>
                  <a:lnTo>
                    <a:pt x="247572" y="455012"/>
                  </a:lnTo>
                  <a:lnTo>
                    <a:pt x="270338" y="507031"/>
                  </a:lnTo>
                  <a:lnTo>
                    <a:pt x="261801" y="523024"/>
                  </a:lnTo>
                  <a:lnTo>
                    <a:pt x="305435" y="532350"/>
                  </a:lnTo>
                  <a:lnTo>
                    <a:pt x="349069" y="541674"/>
                  </a:lnTo>
                  <a:lnTo>
                    <a:pt x="392704" y="550996"/>
                  </a:lnTo>
                  <a:lnTo>
                    <a:pt x="381317" y="566971"/>
                  </a:lnTo>
                  <a:lnTo>
                    <a:pt x="384166" y="566971"/>
                  </a:lnTo>
                  <a:lnTo>
                    <a:pt x="395546" y="582937"/>
                  </a:lnTo>
                  <a:lnTo>
                    <a:pt x="401237" y="582937"/>
                  </a:lnTo>
                  <a:lnTo>
                    <a:pt x="418311" y="622832"/>
                  </a:lnTo>
                  <a:lnTo>
                    <a:pt x="401237" y="642765"/>
                  </a:lnTo>
                  <a:lnTo>
                    <a:pt x="401237" y="658704"/>
                  </a:lnTo>
                  <a:lnTo>
                    <a:pt x="395546" y="662688"/>
                  </a:lnTo>
                  <a:lnTo>
                    <a:pt x="401237" y="698522"/>
                  </a:lnTo>
                  <a:lnTo>
                    <a:pt x="388431" y="746256"/>
                  </a:lnTo>
                  <a:lnTo>
                    <a:pt x="375626" y="793933"/>
                  </a:lnTo>
                  <a:lnTo>
                    <a:pt x="369938" y="793933"/>
                  </a:lnTo>
                  <a:lnTo>
                    <a:pt x="344327" y="828332"/>
                  </a:lnTo>
                  <a:lnTo>
                    <a:pt x="318715" y="862701"/>
                  </a:lnTo>
                  <a:lnTo>
                    <a:pt x="293104" y="897042"/>
                  </a:lnTo>
                  <a:lnTo>
                    <a:pt x="281721" y="861381"/>
                  </a:lnTo>
                  <a:lnTo>
                    <a:pt x="258955" y="833622"/>
                  </a:lnTo>
                  <a:lnTo>
                    <a:pt x="247572" y="833622"/>
                  </a:lnTo>
                  <a:lnTo>
                    <a:pt x="239035" y="829655"/>
                  </a:lnTo>
                  <a:lnTo>
                    <a:pt x="230502" y="833622"/>
                  </a:lnTo>
                  <a:lnTo>
                    <a:pt x="224807" y="825685"/>
                  </a:lnTo>
                  <a:lnTo>
                    <a:pt x="190658" y="845521"/>
                  </a:lnTo>
                  <a:lnTo>
                    <a:pt x="187816" y="845521"/>
                  </a:lnTo>
                  <a:lnTo>
                    <a:pt x="125211" y="885157"/>
                  </a:lnTo>
                  <a:lnTo>
                    <a:pt x="108133" y="885157"/>
                  </a:lnTo>
                  <a:lnTo>
                    <a:pt x="102445" y="889119"/>
                  </a:lnTo>
                  <a:lnTo>
                    <a:pt x="108133" y="897042"/>
                  </a:lnTo>
                  <a:lnTo>
                    <a:pt x="108133" y="904962"/>
                  </a:lnTo>
                  <a:lnTo>
                    <a:pt x="139439" y="916841"/>
                  </a:lnTo>
                  <a:lnTo>
                    <a:pt x="179275" y="964320"/>
                  </a:lnTo>
                  <a:lnTo>
                    <a:pt x="170738" y="972228"/>
                  </a:lnTo>
                  <a:lnTo>
                    <a:pt x="173584" y="976181"/>
                  </a:lnTo>
                  <a:lnTo>
                    <a:pt x="156510" y="1003844"/>
                  </a:lnTo>
                  <a:lnTo>
                    <a:pt x="167896" y="1015691"/>
                  </a:lnTo>
                  <a:lnTo>
                    <a:pt x="139439" y="1031485"/>
                  </a:lnTo>
                  <a:lnTo>
                    <a:pt x="139439" y="1043327"/>
                  </a:lnTo>
                  <a:lnTo>
                    <a:pt x="136594" y="1055166"/>
                  </a:lnTo>
                  <a:lnTo>
                    <a:pt x="145131" y="1082775"/>
                  </a:lnTo>
                  <a:lnTo>
                    <a:pt x="125211" y="1074889"/>
                  </a:lnTo>
                  <a:lnTo>
                    <a:pt x="108133" y="1074889"/>
                  </a:lnTo>
                  <a:lnTo>
                    <a:pt x="76834" y="1082775"/>
                  </a:lnTo>
                  <a:lnTo>
                    <a:pt x="51222" y="1090660"/>
                  </a:lnTo>
                  <a:lnTo>
                    <a:pt x="48377" y="1047274"/>
                  </a:lnTo>
                  <a:lnTo>
                    <a:pt x="45531" y="1003843"/>
                  </a:lnTo>
                  <a:lnTo>
                    <a:pt x="42685" y="960365"/>
                  </a:lnTo>
                  <a:lnTo>
                    <a:pt x="39839" y="916841"/>
                  </a:lnTo>
                  <a:lnTo>
                    <a:pt x="36994" y="873271"/>
                  </a:lnTo>
                  <a:lnTo>
                    <a:pt x="34148" y="829654"/>
                  </a:lnTo>
                  <a:lnTo>
                    <a:pt x="31302" y="785990"/>
                  </a:lnTo>
                  <a:lnTo>
                    <a:pt x="28457" y="742280"/>
                  </a:lnTo>
                  <a:lnTo>
                    <a:pt x="26783" y="700630"/>
                  </a:lnTo>
                  <a:lnTo>
                    <a:pt x="25109" y="658938"/>
                  </a:lnTo>
                  <a:lnTo>
                    <a:pt x="23435" y="617202"/>
                  </a:lnTo>
                  <a:lnTo>
                    <a:pt x="21761" y="575424"/>
                  </a:lnTo>
                  <a:lnTo>
                    <a:pt x="20087" y="533602"/>
                  </a:lnTo>
                  <a:lnTo>
                    <a:pt x="18413" y="491738"/>
                  </a:lnTo>
                  <a:lnTo>
                    <a:pt x="16739" y="449830"/>
                  </a:lnTo>
                  <a:lnTo>
                    <a:pt x="15065" y="407878"/>
                  </a:lnTo>
                  <a:lnTo>
                    <a:pt x="13391" y="365883"/>
                  </a:lnTo>
                  <a:lnTo>
                    <a:pt x="11717" y="323845"/>
                  </a:lnTo>
                  <a:lnTo>
                    <a:pt x="10043" y="281762"/>
                  </a:lnTo>
                  <a:lnTo>
                    <a:pt x="8369" y="239635"/>
                  </a:lnTo>
                  <a:lnTo>
                    <a:pt x="6695" y="197464"/>
                  </a:lnTo>
                  <a:lnTo>
                    <a:pt x="5021" y="155249"/>
                  </a:lnTo>
                  <a:lnTo>
                    <a:pt x="3347" y="112990"/>
                  </a:lnTo>
                  <a:lnTo>
                    <a:pt x="1673" y="70686"/>
                  </a:lnTo>
                  <a:close/>
                </a:path>
              </a:pathLst>
            </a:custGeom>
            <a:solidFill>
              <a:srgbClr val="A6CAE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" name="pg13">
              <a:extLst>
                <a:ext uri="{FF2B5EF4-FFF2-40B4-BE49-F238E27FC236}">
                  <a16:creationId xmlns:a16="http://schemas.microsoft.com/office/drawing/2014/main" id="{B40BF050-6261-BD87-64DC-EDBDE1C56822}"/>
                </a:ext>
              </a:extLst>
            </p:cNvPr>
            <p:cNvSpPr/>
            <p:nvPr/>
          </p:nvSpPr>
          <p:spPr>
            <a:xfrm>
              <a:off x="4435734" y="2873257"/>
              <a:ext cx="685800" cy="1230846"/>
            </a:xfrm>
            <a:custGeom>
              <a:avLst/>
              <a:gdLst/>
              <a:ahLst/>
              <a:cxnLst/>
              <a:rect l="0" t="0" r="0" b="0"/>
              <a:pathLst>
                <a:path w="685800" h="1230846">
                  <a:moveTo>
                    <a:pt x="261797" y="1206835"/>
                  </a:moveTo>
                  <a:lnTo>
                    <a:pt x="253260" y="1194825"/>
                  </a:lnTo>
                  <a:lnTo>
                    <a:pt x="236186" y="1202832"/>
                  </a:lnTo>
                  <a:lnTo>
                    <a:pt x="185913" y="1212172"/>
                  </a:lnTo>
                  <a:lnTo>
                    <a:pt x="135640" y="1221510"/>
                  </a:lnTo>
                  <a:lnTo>
                    <a:pt x="85367" y="1230846"/>
                  </a:lnTo>
                  <a:lnTo>
                    <a:pt x="71138" y="1174800"/>
                  </a:lnTo>
                  <a:lnTo>
                    <a:pt x="39836" y="1182811"/>
                  </a:lnTo>
                  <a:lnTo>
                    <a:pt x="33196" y="1140735"/>
                  </a:lnTo>
                  <a:lnTo>
                    <a:pt x="26557" y="1098614"/>
                  </a:lnTo>
                  <a:lnTo>
                    <a:pt x="19918" y="1056450"/>
                  </a:lnTo>
                  <a:lnTo>
                    <a:pt x="13278" y="1014242"/>
                  </a:lnTo>
                  <a:lnTo>
                    <a:pt x="6639" y="971989"/>
                  </a:lnTo>
                  <a:lnTo>
                    <a:pt x="0" y="929692"/>
                  </a:lnTo>
                  <a:lnTo>
                    <a:pt x="39838" y="920958"/>
                  </a:lnTo>
                  <a:lnTo>
                    <a:pt x="79677" y="912223"/>
                  </a:lnTo>
                  <a:lnTo>
                    <a:pt x="119516" y="903485"/>
                  </a:lnTo>
                  <a:lnTo>
                    <a:pt x="159354" y="894746"/>
                  </a:lnTo>
                  <a:lnTo>
                    <a:pt x="199193" y="886005"/>
                  </a:lnTo>
                  <a:lnTo>
                    <a:pt x="239032" y="877261"/>
                  </a:lnTo>
                  <a:lnTo>
                    <a:pt x="233340" y="828806"/>
                  </a:lnTo>
                  <a:lnTo>
                    <a:pt x="284563" y="816682"/>
                  </a:lnTo>
                  <a:lnTo>
                    <a:pt x="276026" y="776243"/>
                  </a:lnTo>
                  <a:lnTo>
                    <a:pt x="267489" y="735763"/>
                  </a:lnTo>
                  <a:lnTo>
                    <a:pt x="258951" y="695242"/>
                  </a:lnTo>
                  <a:lnTo>
                    <a:pt x="250414" y="654680"/>
                  </a:lnTo>
                  <a:lnTo>
                    <a:pt x="241877" y="614077"/>
                  </a:lnTo>
                  <a:lnTo>
                    <a:pt x="199192" y="614077"/>
                  </a:lnTo>
                  <a:lnTo>
                    <a:pt x="202041" y="577501"/>
                  </a:lnTo>
                  <a:lnTo>
                    <a:pt x="199192" y="536821"/>
                  </a:lnTo>
                  <a:lnTo>
                    <a:pt x="196346" y="520537"/>
                  </a:lnTo>
                  <a:lnTo>
                    <a:pt x="256106" y="492023"/>
                  </a:lnTo>
                  <a:lnTo>
                    <a:pt x="256882" y="447545"/>
                  </a:lnTo>
                  <a:lnTo>
                    <a:pt x="257658" y="403018"/>
                  </a:lnTo>
                  <a:lnTo>
                    <a:pt x="258434" y="358440"/>
                  </a:lnTo>
                  <a:lnTo>
                    <a:pt x="259210" y="313813"/>
                  </a:lnTo>
                  <a:lnTo>
                    <a:pt x="259986" y="269135"/>
                  </a:lnTo>
                  <a:lnTo>
                    <a:pt x="260762" y="224406"/>
                  </a:lnTo>
                  <a:lnTo>
                    <a:pt x="261538" y="179627"/>
                  </a:lnTo>
                  <a:lnTo>
                    <a:pt x="262315" y="134797"/>
                  </a:lnTo>
                  <a:lnTo>
                    <a:pt x="263091" y="89916"/>
                  </a:lnTo>
                  <a:lnTo>
                    <a:pt x="263867" y="44983"/>
                  </a:lnTo>
                  <a:lnTo>
                    <a:pt x="264643" y="0"/>
                  </a:lnTo>
                  <a:lnTo>
                    <a:pt x="324403" y="0"/>
                  </a:lnTo>
                  <a:lnTo>
                    <a:pt x="330094" y="4128"/>
                  </a:lnTo>
                  <a:lnTo>
                    <a:pt x="372779" y="5503"/>
                  </a:lnTo>
                  <a:lnTo>
                    <a:pt x="415463" y="6878"/>
                  </a:lnTo>
                  <a:lnTo>
                    <a:pt x="458147" y="8253"/>
                  </a:lnTo>
                  <a:lnTo>
                    <a:pt x="458147" y="52425"/>
                  </a:lnTo>
                  <a:lnTo>
                    <a:pt x="458147" y="96546"/>
                  </a:lnTo>
                  <a:lnTo>
                    <a:pt x="458147" y="140619"/>
                  </a:lnTo>
                  <a:lnTo>
                    <a:pt x="458147" y="184642"/>
                  </a:lnTo>
                  <a:lnTo>
                    <a:pt x="458147" y="228616"/>
                  </a:lnTo>
                  <a:lnTo>
                    <a:pt x="458147" y="272542"/>
                  </a:lnTo>
                  <a:lnTo>
                    <a:pt x="458147" y="316418"/>
                  </a:lnTo>
                  <a:lnTo>
                    <a:pt x="458147" y="324601"/>
                  </a:lnTo>
                  <a:lnTo>
                    <a:pt x="458147" y="366181"/>
                  </a:lnTo>
                  <a:lnTo>
                    <a:pt x="458147" y="407719"/>
                  </a:lnTo>
                  <a:lnTo>
                    <a:pt x="458147" y="449212"/>
                  </a:lnTo>
                  <a:lnTo>
                    <a:pt x="458147" y="490663"/>
                  </a:lnTo>
                  <a:lnTo>
                    <a:pt x="458147" y="532070"/>
                  </a:lnTo>
                  <a:lnTo>
                    <a:pt x="458147" y="573434"/>
                  </a:lnTo>
                  <a:lnTo>
                    <a:pt x="472380" y="581567"/>
                  </a:lnTo>
                  <a:lnTo>
                    <a:pt x="532136" y="573434"/>
                  </a:lnTo>
                  <a:lnTo>
                    <a:pt x="532136" y="565301"/>
                  </a:lnTo>
                  <a:lnTo>
                    <a:pt x="574821" y="558521"/>
                  </a:lnTo>
                  <a:lnTo>
                    <a:pt x="617507" y="551740"/>
                  </a:lnTo>
                  <a:lnTo>
                    <a:pt x="660193" y="544958"/>
                  </a:lnTo>
                  <a:lnTo>
                    <a:pt x="664461" y="586987"/>
                  </a:lnTo>
                  <a:lnTo>
                    <a:pt x="668729" y="628971"/>
                  </a:lnTo>
                  <a:lnTo>
                    <a:pt x="672997" y="670911"/>
                  </a:lnTo>
                  <a:lnTo>
                    <a:pt x="677264" y="712807"/>
                  </a:lnTo>
                  <a:lnTo>
                    <a:pt x="681532" y="754659"/>
                  </a:lnTo>
                  <a:lnTo>
                    <a:pt x="685800" y="796468"/>
                  </a:lnTo>
                  <a:lnTo>
                    <a:pt x="631736" y="808595"/>
                  </a:lnTo>
                  <a:lnTo>
                    <a:pt x="579090" y="824762"/>
                  </a:lnTo>
                  <a:lnTo>
                    <a:pt x="526444" y="840923"/>
                  </a:lnTo>
                  <a:lnTo>
                    <a:pt x="534981" y="909535"/>
                  </a:lnTo>
                  <a:lnTo>
                    <a:pt x="475225" y="929692"/>
                  </a:lnTo>
                  <a:lnTo>
                    <a:pt x="486604" y="990104"/>
                  </a:lnTo>
                  <a:lnTo>
                    <a:pt x="429694" y="1006196"/>
                  </a:lnTo>
                  <a:lnTo>
                    <a:pt x="435384" y="1054440"/>
                  </a:lnTo>
                  <a:lnTo>
                    <a:pt x="441074" y="1102627"/>
                  </a:lnTo>
                  <a:lnTo>
                    <a:pt x="446765" y="1150756"/>
                  </a:lnTo>
                  <a:lnTo>
                    <a:pt x="369934" y="1162782"/>
                  </a:lnTo>
                  <a:lnTo>
                    <a:pt x="355702" y="1190821"/>
                  </a:lnTo>
                  <a:lnTo>
                    <a:pt x="332940" y="1182811"/>
                  </a:lnTo>
                  <a:lnTo>
                    <a:pt x="310174" y="1198829"/>
                  </a:lnTo>
                  <a:lnTo>
                    <a:pt x="304483" y="1222844"/>
                  </a:lnTo>
                  <a:lnTo>
                    <a:pt x="290254" y="1222844"/>
                  </a:lnTo>
                  <a:lnTo>
                    <a:pt x="290254" y="1206835"/>
                  </a:lnTo>
                  <a:close/>
                </a:path>
              </a:pathLst>
            </a:custGeom>
            <a:solidFill>
              <a:srgbClr val="8E9FCF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" name="pg14">
              <a:extLst>
                <a:ext uri="{FF2B5EF4-FFF2-40B4-BE49-F238E27FC236}">
                  <a16:creationId xmlns:a16="http://schemas.microsoft.com/office/drawing/2014/main" id="{EE76D1CE-1776-27A7-E93F-486B7CFDC8F6}"/>
                </a:ext>
              </a:extLst>
            </p:cNvPr>
            <p:cNvSpPr/>
            <p:nvPr/>
          </p:nvSpPr>
          <p:spPr>
            <a:xfrm>
              <a:off x="4196698" y="2745150"/>
              <a:ext cx="523599" cy="1110159"/>
            </a:xfrm>
            <a:custGeom>
              <a:avLst/>
              <a:gdLst/>
              <a:ahLst/>
              <a:cxnLst/>
              <a:rect l="0" t="0" r="0" b="0"/>
              <a:pathLst>
                <a:path w="523599" h="1110159">
                  <a:moveTo>
                    <a:pt x="239035" y="1057799"/>
                  </a:moveTo>
                  <a:lnTo>
                    <a:pt x="165043" y="1073918"/>
                  </a:lnTo>
                  <a:lnTo>
                    <a:pt x="167889" y="1094054"/>
                  </a:lnTo>
                  <a:lnTo>
                    <a:pt x="105287" y="1110159"/>
                  </a:lnTo>
                  <a:lnTo>
                    <a:pt x="91058" y="1045706"/>
                  </a:lnTo>
                  <a:lnTo>
                    <a:pt x="85367" y="1041674"/>
                  </a:lnTo>
                  <a:lnTo>
                    <a:pt x="75881" y="997297"/>
                  </a:lnTo>
                  <a:lnTo>
                    <a:pt x="66396" y="952871"/>
                  </a:lnTo>
                  <a:lnTo>
                    <a:pt x="56910" y="908395"/>
                  </a:lnTo>
                  <a:lnTo>
                    <a:pt x="65447" y="904347"/>
                  </a:lnTo>
                  <a:lnTo>
                    <a:pt x="55487" y="860831"/>
                  </a:lnTo>
                  <a:lnTo>
                    <a:pt x="45527" y="817267"/>
                  </a:lnTo>
                  <a:lnTo>
                    <a:pt x="35567" y="773656"/>
                  </a:lnTo>
                  <a:lnTo>
                    <a:pt x="25607" y="729997"/>
                  </a:lnTo>
                  <a:lnTo>
                    <a:pt x="36994" y="721869"/>
                  </a:lnTo>
                  <a:lnTo>
                    <a:pt x="45527" y="709673"/>
                  </a:lnTo>
                  <a:lnTo>
                    <a:pt x="54064" y="693407"/>
                  </a:lnTo>
                  <a:lnTo>
                    <a:pt x="54064" y="681206"/>
                  </a:lnTo>
                  <a:lnTo>
                    <a:pt x="65447" y="668995"/>
                  </a:lnTo>
                  <a:lnTo>
                    <a:pt x="65447" y="660855"/>
                  </a:lnTo>
                  <a:lnTo>
                    <a:pt x="65447" y="652715"/>
                  </a:lnTo>
                  <a:lnTo>
                    <a:pt x="65447" y="648644"/>
                  </a:lnTo>
                  <a:lnTo>
                    <a:pt x="56910" y="648644"/>
                  </a:lnTo>
                  <a:lnTo>
                    <a:pt x="42681" y="652715"/>
                  </a:lnTo>
                  <a:lnTo>
                    <a:pt x="36994" y="648644"/>
                  </a:lnTo>
                  <a:lnTo>
                    <a:pt x="42681" y="640496"/>
                  </a:lnTo>
                  <a:lnTo>
                    <a:pt x="31299" y="636426"/>
                  </a:lnTo>
                  <a:lnTo>
                    <a:pt x="22761" y="624204"/>
                  </a:lnTo>
                  <a:lnTo>
                    <a:pt x="8533" y="595670"/>
                  </a:lnTo>
                  <a:lnTo>
                    <a:pt x="0" y="595670"/>
                  </a:lnTo>
                  <a:lnTo>
                    <a:pt x="5687" y="591595"/>
                  </a:lnTo>
                  <a:lnTo>
                    <a:pt x="14228" y="583439"/>
                  </a:lnTo>
                  <a:lnTo>
                    <a:pt x="17074" y="567121"/>
                  </a:lnTo>
                  <a:lnTo>
                    <a:pt x="19919" y="563040"/>
                  </a:lnTo>
                  <a:lnTo>
                    <a:pt x="25607" y="563040"/>
                  </a:lnTo>
                  <a:lnTo>
                    <a:pt x="34144" y="575281"/>
                  </a:lnTo>
                  <a:lnTo>
                    <a:pt x="45527" y="579360"/>
                  </a:lnTo>
                  <a:lnTo>
                    <a:pt x="51218" y="579360"/>
                  </a:lnTo>
                  <a:lnTo>
                    <a:pt x="51218" y="571201"/>
                  </a:lnTo>
                  <a:lnTo>
                    <a:pt x="45527" y="563040"/>
                  </a:lnTo>
                  <a:lnTo>
                    <a:pt x="56910" y="550796"/>
                  </a:lnTo>
                  <a:lnTo>
                    <a:pt x="62605" y="518127"/>
                  </a:lnTo>
                  <a:lnTo>
                    <a:pt x="48373" y="497695"/>
                  </a:lnTo>
                  <a:lnTo>
                    <a:pt x="65447" y="493607"/>
                  </a:lnTo>
                  <a:lnTo>
                    <a:pt x="71138" y="505872"/>
                  </a:lnTo>
                  <a:lnTo>
                    <a:pt x="99596" y="501782"/>
                  </a:lnTo>
                  <a:lnTo>
                    <a:pt x="76830" y="424055"/>
                  </a:lnTo>
                  <a:lnTo>
                    <a:pt x="54064" y="424055"/>
                  </a:lnTo>
                  <a:lnTo>
                    <a:pt x="53251" y="382498"/>
                  </a:lnTo>
                  <a:lnTo>
                    <a:pt x="52438" y="340898"/>
                  </a:lnTo>
                  <a:lnTo>
                    <a:pt x="51625" y="299253"/>
                  </a:lnTo>
                  <a:lnTo>
                    <a:pt x="50812" y="257565"/>
                  </a:lnTo>
                  <a:lnTo>
                    <a:pt x="49999" y="215833"/>
                  </a:lnTo>
                  <a:lnTo>
                    <a:pt x="49186" y="174056"/>
                  </a:lnTo>
                  <a:lnTo>
                    <a:pt x="48373" y="132235"/>
                  </a:lnTo>
                  <a:lnTo>
                    <a:pt x="51218" y="128106"/>
                  </a:lnTo>
                  <a:lnTo>
                    <a:pt x="52641" y="66171"/>
                  </a:lnTo>
                  <a:lnTo>
                    <a:pt x="54064" y="4139"/>
                  </a:lnTo>
                  <a:lnTo>
                    <a:pt x="97887" y="3725"/>
                  </a:lnTo>
                  <a:lnTo>
                    <a:pt x="141711" y="3311"/>
                  </a:lnTo>
                  <a:lnTo>
                    <a:pt x="185534" y="2897"/>
                  </a:lnTo>
                  <a:lnTo>
                    <a:pt x="229357" y="2483"/>
                  </a:lnTo>
                  <a:lnTo>
                    <a:pt x="273180" y="2069"/>
                  </a:lnTo>
                  <a:lnTo>
                    <a:pt x="317003" y="1655"/>
                  </a:lnTo>
                  <a:lnTo>
                    <a:pt x="360826" y="1241"/>
                  </a:lnTo>
                  <a:lnTo>
                    <a:pt x="404650" y="827"/>
                  </a:lnTo>
                  <a:lnTo>
                    <a:pt x="448473" y="413"/>
                  </a:lnTo>
                  <a:lnTo>
                    <a:pt x="492296" y="0"/>
                  </a:lnTo>
                  <a:lnTo>
                    <a:pt x="496090" y="42748"/>
                  </a:lnTo>
                  <a:lnTo>
                    <a:pt x="499884" y="85450"/>
                  </a:lnTo>
                  <a:lnTo>
                    <a:pt x="503679" y="128106"/>
                  </a:lnTo>
                  <a:lnTo>
                    <a:pt x="502903" y="173090"/>
                  </a:lnTo>
                  <a:lnTo>
                    <a:pt x="502126" y="218022"/>
                  </a:lnTo>
                  <a:lnTo>
                    <a:pt x="501350" y="262904"/>
                  </a:lnTo>
                  <a:lnTo>
                    <a:pt x="500574" y="307734"/>
                  </a:lnTo>
                  <a:lnTo>
                    <a:pt x="499798" y="352513"/>
                  </a:lnTo>
                  <a:lnTo>
                    <a:pt x="499022" y="397241"/>
                  </a:lnTo>
                  <a:lnTo>
                    <a:pt x="498246" y="441920"/>
                  </a:lnTo>
                  <a:lnTo>
                    <a:pt x="497470" y="486547"/>
                  </a:lnTo>
                  <a:lnTo>
                    <a:pt x="496694" y="531125"/>
                  </a:lnTo>
                  <a:lnTo>
                    <a:pt x="495918" y="575652"/>
                  </a:lnTo>
                  <a:lnTo>
                    <a:pt x="495142" y="620130"/>
                  </a:lnTo>
                  <a:lnTo>
                    <a:pt x="435382" y="648644"/>
                  </a:lnTo>
                  <a:lnTo>
                    <a:pt x="438227" y="664928"/>
                  </a:lnTo>
                  <a:lnTo>
                    <a:pt x="441077" y="705607"/>
                  </a:lnTo>
                  <a:lnTo>
                    <a:pt x="438227" y="742183"/>
                  </a:lnTo>
                  <a:lnTo>
                    <a:pt x="480913" y="742183"/>
                  </a:lnTo>
                  <a:lnTo>
                    <a:pt x="489450" y="782787"/>
                  </a:lnTo>
                  <a:lnTo>
                    <a:pt x="497987" y="823349"/>
                  </a:lnTo>
                  <a:lnTo>
                    <a:pt x="506524" y="863870"/>
                  </a:lnTo>
                  <a:lnTo>
                    <a:pt x="515062" y="904350"/>
                  </a:lnTo>
                  <a:lnTo>
                    <a:pt x="523599" y="944789"/>
                  </a:lnTo>
                  <a:lnTo>
                    <a:pt x="472376" y="956912"/>
                  </a:lnTo>
                  <a:lnTo>
                    <a:pt x="478067" y="1005368"/>
                  </a:lnTo>
                  <a:lnTo>
                    <a:pt x="438229" y="1014111"/>
                  </a:lnTo>
                  <a:lnTo>
                    <a:pt x="398390" y="1022853"/>
                  </a:lnTo>
                  <a:lnTo>
                    <a:pt x="358551" y="1031592"/>
                  </a:lnTo>
                  <a:lnTo>
                    <a:pt x="318713" y="1040330"/>
                  </a:lnTo>
                  <a:lnTo>
                    <a:pt x="278874" y="1049065"/>
                  </a:lnTo>
                  <a:close/>
                </a:path>
              </a:pathLst>
            </a:custGeom>
            <a:solidFill>
              <a:srgbClr val="ADD8E6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" name="pg15">
              <a:extLst>
                <a:ext uri="{FF2B5EF4-FFF2-40B4-BE49-F238E27FC236}">
                  <a16:creationId xmlns:a16="http://schemas.microsoft.com/office/drawing/2014/main" id="{1BA10914-979B-F315-4D61-D9705C43C296}"/>
                </a:ext>
              </a:extLst>
            </p:cNvPr>
            <p:cNvSpPr/>
            <p:nvPr/>
          </p:nvSpPr>
          <p:spPr>
            <a:xfrm>
              <a:off x="4091407" y="4434791"/>
              <a:ext cx="170738" cy="328030"/>
            </a:xfrm>
            <a:custGeom>
              <a:avLst/>
              <a:gdLst/>
              <a:ahLst/>
              <a:cxnLst/>
              <a:rect l="0" t="0" r="0" b="0"/>
              <a:pathLst>
                <a:path w="170738" h="328030">
                  <a:moveTo>
                    <a:pt x="22765" y="31732"/>
                  </a:moveTo>
                  <a:lnTo>
                    <a:pt x="71138" y="43625"/>
                  </a:lnTo>
                  <a:lnTo>
                    <a:pt x="85371" y="0"/>
                  </a:lnTo>
                  <a:lnTo>
                    <a:pt x="139435" y="11902"/>
                  </a:lnTo>
                  <a:lnTo>
                    <a:pt x="142285" y="23801"/>
                  </a:lnTo>
                  <a:lnTo>
                    <a:pt x="130898" y="67399"/>
                  </a:lnTo>
                  <a:lnTo>
                    <a:pt x="125211" y="91162"/>
                  </a:lnTo>
                  <a:lnTo>
                    <a:pt x="116670" y="103040"/>
                  </a:lnTo>
                  <a:lnTo>
                    <a:pt x="142285" y="106996"/>
                  </a:lnTo>
                  <a:lnTo>
                    <a:pt x="162201" y="110953"/>
                  </a:lnTo>
                  <a:lnTo>
                    <a:pt x="170738" y="118867"/>
                  </a:lnTo>
                  <a:lnTo>
                    <a:pt x="159355" y="154461"/>
                  </a:lnTo>
                  <a:lnTo>
                    <a:pt x="145131" y="201872"/>
                  </a:lnTo>
                  <a:lnTo>
                    <a:pt x="128053" y="205817"/>
                  </a:lnTo>
                  <a:lnTo>
                    <a:pt x="113824" y="245281"/>
                  </a:lnTo>
                  <a:lnTo>
                    <a:pt x="105291" y="261055"/>
                  </a:lnTo>
                  <a:lnTo>
                    <a:pt x="113824" y="300465"/>
                  </a:lnTo>
                  <a:lnTo>
                    <a:pt x="102445" y="328030"/>
                  </a:lnTo>
                  <a:lnTo>
                    <a:pt x="93904" y="328030"/>
                  </a:lnTo>
                  <a:lnTo>
                    <a:pt x="85371" y="320156"/>
                  </a:lnTo>
                  <a:lnTo>
                    <a:pt x="85371" y="304404"/>
                  </a:lnTo>
                  <a:lnTo>
                    <a:pt x="76834" y="288646"/>
                  </a:lnTo>
                  <a:lnTo>
                    <a:pt x="76834" y="261055"/>
                  </a:lnTo>
                  <a:lnTo>
                    <a:pt x="79679" y="233446"/>
                  </a:lnTo>
                  <a:lnTo>
                    <a:pt x="71138" y="221607"/>
                  </a:lnTo>
                  <a:lnTo>
                    <a:pt x="82525" y="186074"/>
                  </a:lnTo>
                  <a:lnTo>
                    <a:pt x="93904" y="158414"/>
                  </a:lnTo>
                  <a:lnTo>
                    <a:pt x="91058" y="154461"/>
                  </a:lnTo>
                  <a:lnTo>
                    <a:pt x="82525" y="150508"/>
                  </a:lnTo>
                  <a:lnTo>
                    <a:pt x="76834" y="162364"/>
                  </a:lnTo>
                  <a:lnTo>
                    <a:pt x="65451" y="174219"/>
                  </a:lnTo>
                  <a:lnTo>
                    <a:pt x="56914" y="174219"/>
                  </a:lnTo>
                  <a:lnTo>
                    <a:pt x="39839" y="170271"/>
                  </a:lnTo>
                  <a:lnTo>
                    <a:pt x="25607" y="162364"/>
                  </a:lnTo>
                  <a:lnTo>
                    <a:pt x="14228" y="154461"/>
                  </a:lnTo>
                  <a:lnTo>
                    <a:pt x="5691" y="142600"/>
                  </a:lnTo>
                  <a:lnTo>
                    <a:pt x="0" y="130735"/>
                  </a:lnTo>
                  <a:lnTo>
                    <a:pt x="5691" y="114910"/>
                  </a:lnTo>
                  <a:lnTo>
                    <a:pt x="5691" y="103040"/>
                  </a:lnTo>
                  <a:close/>
                </a:path>
              </a:pathLst>
            </a:custGeom>
            <a:solidFill>
              <a:srgbClr val="A9D0E3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" name="pg16">
              <a:extLst>
                <a:ext uri="{FF2B5EF4-FFF2-40B4-BE49-F238E27FC236}">
                  <a16:creationId xmlns:a16="http://schemas.microsoft.com/office/drawing/2014/main" id="{44257599-51FD-3316-60CB-5BC23A117393}"/>
                </a:ext>
              </a:extLst>
            </p:cNvPr>
            <p:cNvSpPr/>
            <p:nvPr/>
          </p:nvSpPr>
          <p:spPr>
            <a:xfrm>
              <a:off x="3835297" y="2749290"/>
              <a:ext cx="640273" cy="1406784"/>
            </a:xfrm>
            <a:custGeom>
              <a:avLst/>
              <a:gdLst/>
              <a:ahLst/>
              <a:cxnLst/>
              <a:rect l="0" t="0" r="0" b="0"/>
              <a:pathLst>
                <a:path w="640273" h="1406784">
                  <a:moveTo>
                    <a:pt x="549210" y="1314788"/>
                  </a:moveTo>
                  <a:lnTo>
                    <a:pt x="540677" y="1306778"/>
                  </a:lnTo>
                  <a:lnTo>
                    <a:pt x="460997" y="1318792"/>
                  </a:lnTo>
                  <a:lnTo>
                    <a:pt x="460997" y="1330803"/>
                  </a:lnTo>
                  <a:lnTo>
                    <a:pt x="469534" y="1346811"/>
                  </a:lnTo>
                  <a:lnTo>
                    <a:pt x="483763" y="1354813"/>
                  </a:lnTo>
                  <a:lnTo>
                    <a:pt x="486608" y="1370812"/>
                  </a:lnTo>
                  <a:lnTo>
                    <a:pt x="483763" y="1394799"/>
                  </a:lnTo>
                  <a:lnTo>
                    <a:pt x="475225" y="1402791"/>
                  </a:lnTo>
                  <a:lnTo>
                    <a:pt x="409774" y="1390799"/>
                  </a:lnTo>
                  <a:lnTo>
                    <a:pt x="404083" y="1386805"/>
                  </a:lnTo>
                  <a:lnTo>
                    <a:pt x="392700" y="1386805"/>
                  </a:lnTo>
                  <a:lnTo>
                    <a:pt x="378475" y="1406784"/>
                  </a:lnTo>
                  <a:lnTo>
                    <a:pt x="367088" y="1398795"/>
                  </a:lnTo>
                  <a:lnTo>
                    <a:pt x="369934" y="1386805"/>
                  </a:lnTo>
                  <a:lnTo>
                    <a:pt x="358555" y="1378809"/>
                  </a:lnTo>
                  <a:lnTo>
                    <a:pt x="341481" y="1374808"/>
                  </a:lnTo>
                  <a:lnTo>
                    <a:pt x="313024" y="1386805"/>
                  </a:lnTo>
                  <a:lnTo>
                    <a:pt x="293104" y="1330803"/>
                  </a:lnTo>
                  <a:lnTo>
                    <a:pt x="281717" y="1330803"/>
                  </a:lnTo>
                  <a:lnTo>
                    <a:pt x="267492" y="1278732"/>
                  </a:lnTo>
                  <a:lnTo>
                    <a:pt x="276030" y="1274724"/>
                  </a:lnTo>
                  <a:lnTo>
                    <a:pt x="267492" y="1238634"/>
                  </a:lnTo>
                  <a:lnTo>
                    <a:pt x="258955" y="1238634"/>
                  </a:lnTo>
                  <a:lnTo>
                    <a:pt x="256110" y="1226596"/>
                  </a:lnTo>
                  <a:lnTo>
                    <a:pt x="258955" y="1226596"/>
                  </a:lnTo>
                  <a:lnTo>
                    <a:pt x="256110" y="1202507"/>
                  </a:lnTo>
                  <a:lnTo>
                    <a:pt x="210578" y="1206525"/>
                  </a:lnTo>
                  <a:lnTo>
                    <a:pt x="207732" y="1186444"/>
                  </a:lnTo>
                  <a:lnTo>
                    <a:pt x="202041" y="1186444"/>
                  </a:lnTo>
                  <a:lnTo>
                    <a:pt x="202041" y="1178409"/>
                  </a:lnTo>
                  <a:lnTo>
                    <a:pt x="204887" y="1178409"/>
                  </a:lnTo>
                  <a:lnTo>
                    <a:pt x="204887" y="1150273"/>
                  </a:lnTo>
                  <a:lnTo>
                    <a:pt x="219119" y="1146252"/>
                  </a:lnTo>
                  <a:lnTo>
                    <a:pt x="211531" y="1104678"/>
                  </a:lnTo>
                  <a:lnTo>
                    <a:pt x="203942" y="1063062"/>
                  </a:lnTo>
                  <a:lnTo>
                    <a:pt x="196353" y="1021403"/>
                  </a:lnTo>
                  <a:lnTo>
                    <a:pt x="139435" y="1025436"/>
                  </a:lnTo>
                  <a:lnTo>
                    <a:pt x="128056" y="981045"/>
                  </a:lnTo>
                  <a:lnTo>
                    <a:pt x="91062" y="989120"/>
                  </a:lnTo>
                  <a:lnTo>
                    <a:pt x="91062" y="997193"/>
                  </a:lnTo>
                  <a:lnTo>
                    <a:pt x="73988" y="997193"/>
                  </a:lnTo>
                  <a:lnTo>
                    <a:pt x="65451" y="956811"/>
                  </a:lnTo>
                  <a:lnTo>
                    <a:pt x="56914" y="916389"/>
                  </a:lnTo>
                  <a:lnTo>
                    <a:pt x="48377" y="875926"/>
                  </a:lnTo>
                  <a:lnTo>
                    <a:pt x="39839" y="835422"/>
                  </a:lnTo>
                  <a:lnTo>
                    <a:pt x="31302" y="794877"/>
                  </a:lnTo>
                  <a:lnTo>
                    <a:pt x="22765" y="754290"/>
                  </a:lnTo>
                  <a:lnTo>
                    <a:pt x="25611" y="746171"/>
                  </a:lnTo>
                  <a:lnTo>
                    <a:pt x="12805" y="695370"/>
                  </a:lnTo>
                  <a:lnTo>
                    <a:pt x="0" y="644504"/>
                  </a:lnTo>
                  <a:lnTo>
                    <a:pt x="8537" y="636357"/>
                  </a:lnTo>
                  <a:lnTo>
                    <a:pt x="31302" y="632287"/>
                  </a:lnTo>
                  <a:lnTo>
                    <a:pt x="42685" y="615991"/>
                  </a:lnTo>
                  <a:lnTo>
                    <a:pt x="62605" y="603764"/>
                  </a:lnTo>
                  <a:lnTo>
                    <a:pt x="79676" y="587456"/>
                  </a:lnTo>
                  <a:lnTo>
                    <a:pt x="82525" y="575221"/>
                  </a:lnTo>
                  <a:lnTo>
                    <a:pt x="73988" y="558901"/>
                  </a:lnTo>
                  <a:lnTo>
                    <a:pt x="79676" y="538492"/>
                  </a:lnTo>
                  <a:lnTo>
                    <a:pt x="85371" y="518073"/>
                  </a:lnTo>
                  <a:lnTo>
                    <a:pt x="99596" y="505816"/>
                  </a:lnTo>
                  <a:lnTo>
                    <a:pt x="125207" y="497643"/>
                  </a:lnTo>
                  <a:lnTo>
                    <a:pt x="139435" y="481291"/>
                  </a:lnTo>
                  <a:lnTo>
                    <a:pt x="147973" y="440386"/>
                  </a:lnTo>
                  <a:lnTo>
                    <a:pt x="145127" y="432196"/>
                  </a:lnTo>
                  <a:lnTo>
                    <a:pt x="128056" y="419916"/>
                  </a:lnTo>
                  <a:lnTo>
                    <a:pt x="125207" y="378944"/>
                  </a:lnTo>
                  <a:lnTo>
                    <a:pt x="142281" y="354343"/>
                  </a:lnTo>
                  <a:lnTo>
                    <a:pt x="156514" y="296875"/>
                  </a:lnTo>
                  <a:lnTo>
                    <a:pt x="150822" y="288659"/>
                  </a:lnTo>
                  <a:lnTo>
                    <a:pt x="130902" y="259887"/>
                  </a:lnTo>
                  <a:lnTo>
                    <a:pt x="145127" y="222865"/>
                  </a:lnTo>
                  <a:lnTo>
                    <a:pt x="159355" y="202281"/>
                  </a:lnTo>
                  <a:lnTo>
                    <a:pt x="170738" y="177570"/>
                  </a:lnTo>
                  <a:lnTo>
                    <a:pt x="176433" y="161085"/>
                  </a:lnTo>
                  <a:lnTo>
                    <a:pt x="184967" y="152838"/>
                  </a:lnTo>
                  <a:lnTo>
                    <a:pt x="207732" y="136343"/>
                  </a:lnTo>
                  <a:lnTo>
                    <a:pt x="230498" y="119841"/>
                  </a:lnTo>
                  <a:lnTo>
                    <a:pt x="241881" y="99206"/>
                  </a:lnTo>
                  <a:lnTo>
                    <a:pt x="253264" y="66164"/>
                  </a:lnTo>
                  <a:lnTo>
                    <a:pt x="258955" y="16549"/>
                  </a:lnTo>
                  <a:lnTo>
                    <a:pt x="261801" y="0"/>
                  </a:lnTo>
                  <a:lnTo>
                    <a:pt x="313022" y="0"/>
                  </a:lnTo>
                  <a:lnTo>
                    <a:pt x="364244" y="0"/>
                  </a:lnTo>
                  <a:lnTo>
                    <a:pt x="415465" y="0"/>
                  </a:lnTo>
                  <a:lnTo>
                    <a:pt x="414043" y="62032"/>
                  </a:lnTo>
                  <a:lnTo>
                    <a:pt x="412620" y="123967"/>
                  </a:lnTo>
                  <a:lnTo>
                    <a:pt x="409774" y="128095"/>
                  </a:lnTo>
                  <a:lnTo>
                    <a:pt x="410587" y="169917"/>
                  </a:lnTo>
                  <a:lnTo>
                    <a:pt x="411400" y="211693"/>
                  </a:lnTo>
                  <a:lnTo>
                    <a:pt x="412213" y="253426"/>
                  </a:lnTo>
                  <a:lnTo>
                    <a:pt x="413026" y="295114"/>
                  </a:lnTo>
                  <a:lnTo>
                    <a:pt x="413839" y="336758"/>
                  </a:lnTo>
                  <a:lnTo>
                    <a:pt x="414652" y="378359"/>
                  </a:lnTo>
                  <a:lnTo>
                    <a:pt x="415465" y="419916"/>
                  </a:lnTo>
                  <a:lnTo>
                    <a:pt x="438231" y="419916"/>
                  </a:lnTo>
                  <a:lnTo>
                    <a:pt x="460997" y="497643"/>
                  </a:lnTo>
                  <a:lnTo>
                    <a:pt x="432540" y="501733"/>
                  </a:lnTo>
                  <a:lnTo>
                    <a:pt x="426848" y="489468"/>
                  </a:lnTo>
                  <a:lnTo>
                    <a:pt x="409774" y="493556"/>
                  </a:lnTo>
                  <a:lnTo>
                    <a:pt x="424006" y="513988"/>
                  </a:lnTo>
                  <a:lnTo>
                    <a:pt x="418311" y="546657"/>
                  </a:lnTo>
                  <a:lnTo>
                    <a:pt x="406928" y="558901"/>
                  </a:lnTo>
                  <a:lnTo>
                    <a:pt x="412620" y="567062"/>
                  </a:lnTo>
                  <a:lnTo>
                    <a:pt x="412620" y="575221"/>
                  </a:lnTo>
                  <a:lnTo>
                    <a:pt x="406928" y="575221"/>
                  </a:lnTo>
                  <a:lnTo>
                    <a:pt x="395546" y="571142"/>
                  </a:lnTo>
                  <a:lnTo>
                    <a:pt x="387008" y="558901"/>
                  </a:lnTo>
                  <a:lnTo>
                    <a:pt x="381321" y="558901"/>
                  </a:lnTo>
                  <a:lnTo>
                    <a:pt x="378475" y="562982"/>
                  </a:lnTo>
                  <a:lnTo>
                    <a:pt x="375629" y="579300"/>
                  </a:lnTo>
                  <a:lnTo>
                    <a:pt x="367088" y="587456"/>
                  </a:lnTo>
                  <a:lnTo>
                    <a:pt x="361401" y="591531"/>
                  </a:lnTo>
                  <a:lnTo>
                    <a:pt x="369934" y="591531"/>
                  </a:lnTo>
                  <a:lnTo>
                    <a:pt x="384163" y="620065"/>
                  </a:lnTo>
                  <a:lnTo>
                    <a:pt x="392700" y="632287"/>
                  </a:lnTo>
                  <a:lnTo>
                    <a:pt x="404083" y="636357"/>
                  </a:lnTo>
                  <a:lnTo>
                    <a:pt x="398395" y="644504"/>
                  </a:lnTo>
                  <a:lnTo>
                    <a:pt x="404083" y="648576"/>
                  </a:lnTo>
                  <a:lnTo>
                    <a:pt x="418311" y="644504"/>
                  </a:lnTo>
                  <a:lnTo>
                    <a:pt x="426848" y="644504"/>
                  </a:lnTo>
                  <a:lnTo>
                    <a:pt x="426848" y="648576"/>
                  </a:lnTo>
                  <a:lnTo>
                    <a:pt x="426848" y="656716"/>
                  </a:lnTo>
                  <a:lnTo>
                    <a:pt x="426848" y="664856"/>
                  </a:lnTo>
                  <a:lnTo>
                    <a:pt x="415465" y="677067"/>
                  </a:lnTo>
                  <a:lnTo>
                    <a:pt x="415465" y="689268"/>
                  </a:lnTo>
                  <a:lnTo>
                    <a:pt x="406928" y="705534"/>
                  </a:lnTo>
                  <a:lnTo>
                    <a:pt x="398395" y="717730"/>
                  </a:lnTo>
                  <a:lnTo>
                    <a:pt x="387008" y="725858"/>
                  </a:lnTo>
                  <a:lnTo>
                    <a:pt x="396968" y="769517"/>
                  </a:lnTo>
                  <a:lnTo>
                    <a:pt x="406928" y="813128"/>
                  </a:lnTo>
                  <a:lnTo>
                    <a:pt x="416888" y="856691"/>
                  </a:lnTo>
                  <a:lnTo>
                    <a:pt x="426848" y="900208"/>
                  </a:lnTo>
                  <a:lnTo>
                    <a:pt x="418311" y="904256"/>
                  </a:lnTo>
                  <a:lnTo>
                    <a:pt x="427797" y="948731"/>
                  </a:lnTo>
                  <a:lnTo>
                    <a:pt x="437283" y="993158"/>
                  </a:lnTo>
                  <a:lnTo>
                    <a:pt x="446768" y="1037534"/>
                  </a:lnTo>
                  <a:lnTo>
                    <a:pt x="452460" y="1041566"/>
                  </a:lnTo>
                  <a:lnTo>
                    <a:pt x="466688" y="1106019"/>
                  </a:lnTo>
                  <a:lnTo>
                    <a:pt x="529290" y="1089915"/>
                  </a:lnTo>
                  <a:lnTo>
                    <a:pt x="526444" y="1069778"/>
                  </a:lnTo>
                  <a:lnTo>
                    <a:pt x="600437" y="1053660"/>
                  </a:lnTo>
                  <a:lnTo>
                    <a:pt x="607076" y="1095957"/>
                  </a:lnTo>
                  <a:lnTo>
                    <a:pt x="613715" y="1138209"/>
                  </a:lnTo>
                  <a:lnTo>
                    <a:pt x="620355" y="1180418"/>
                  </a:lnTo>
                  <a:lnTo>
                    <a:pt x="626994" y="1222582"/>
                  </a:lnTo>
                  <a:lnTo>
                    <a:pt x="633633" y="1264702"/>
                  </a:lnTo>
                  <a:lnTo>
                    <a:pt x="640273" y="1306778"/>
                  </a:lnTo>
                  <a:lnTo>
                    <a:pt x="611816" y="1306778"/>
                  </a:lnTo>
                  <a:lnTo>
                    <a:pt x="603282" y="1274724"/>
                  </a:lnTo>
                  <a:lnTo>
                    <a:pt x="580517" y="1278732"/>
                  </a:lnTo>
                  <a:lnTo>
                    <a:pt x="569130" y="1290754"/>
                  </a:lnTo>
                  <a:lnTo>
                    <a:pt x="566288" y="1310784"/>
                  </a:lnTo>
                  <a:close/>
                </a:path>
              </a:pathLst>
            </a:custGeom>
            <a:solidFill>
              <a:srgbClr val="A8CEE2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" name="pg17">
              <a:extLst>
                <a:ext uri="{FF2B5EF4-FFF2-40B4-BE49-F238E27FC236}">
                  <a16:creationId xmlns:a16="http://schemas.microsoft.com/office/drawing/2014/main" id="{AFFD4AAD-BA60-2909-533D-9D48DA8CF127}"/>
                </a:ext>
              </a:extLst>
            </p:cNvPr>
            <p:cNvSpPr/>
            <p:nvPr/>
          </p:nvSpPr>
          <p:spPr>
            <a:xfrm>
              <a:off x="4358900" y="4024014"/>
              <a:ext cx="347172" cy="355185"/>
            </a:xfrm>
            <a:custGeom>
              <a:avLst/>
              <a:gdLst/>
              <a:ahLst/>
              <a:cxnLst/>
              <a:rect l="0" t="0" r="0" b="0"/>
              <a:pathLst>
                <a:path w="347172" h="355185">
                  <a:moveTo>
                    <a:pt x="116670" y="32054"/>
                  </a:moveTo>
                  <a:lnTo>
                    <a:pt x="147973" y="24043"/>
                  </a:lnTo>
                  <a:lnTo>
                    <a:pt x="162201" y="80089"/>
                  </a:lnTo>
                  <a:lnTo>
                    <a:pt x="212474" y="70753"/>
                  </a:lnTo>
                  <a:lnTo>
                    <a:pt x="262747" y="61416"/>
                  </a:lnTo>
                  <a:lnTo>
                    <a:pt x="313020" y="52076"/>
                  </a:lnTo>
                  <a:lnTo>
                    <a:pt x="330094" y="44068"/>
                  </a:lnTo>
                  <a:lnTo>
                    <a:pt x="338631" y="56079"/>
                  </a:lnTo>
                  <a:lnTo>
                    <a:pt x="335786" y="64084"/>
                  </a:lnTo>
                  <a:lnTo>
                    <a:pt x="330094" y="76088"/>
                  </a:lnTo>
                  <a:lnTo>
                    <a:pt x="327252" y="92089"/>
                  </a:lnTo>
                  <a:lnTo>
                    <a:pt x="324407" y="104085"/>
                  </a:lnTo>
                  <a:lnTo>
                    <a:pt x="327252" y="112081"/>
                  </a:lnTo>
                  <a:lnTo>
                    <a:pt x="338631" y="124071"/>
                  </a:lnTo>
                  <a:lnTo>
                    <a:pt x="347172" y="144044"/>
                  </a:lnTo>
                  <a:lnTo>
                    <a:pt x="338631" y="144044"/>
                  </a:lnTo>
                  <a:lnTo>
                    <a:pt x="324407" y="211889"/>
                  </a:lnTo>
                  <a:lnTo>
                    <a:pt x="310174" y="223850"/>
                  </a:lnTo>
                  <a:lnTo>
                    <a:pt x="278875" y="223850"/>
                  </a:lnTo>
                  <a:lnTo>
                    <a:pt x="261801" y="235807"/>
                  </a:lnTo>
                  <a:lnTo>
                    <a:pt x="250414" y="247761"/>
                  </a:lnTo>
                  <a:lnTo>
                    <a:pt x="250414" y="263694"/>
                  </a:lnTo>
                  <a:lnTo>
                    <a:pt x="261801" y="283601"/>
                  </a:lnTo>
                  <a:lnTo>
                    <a:pt x="256110" y="315430"/>
                  </a:lnTo>
                  <a:lnTo>
                    <a:pt x="253260" y="331337"/>
                  </a:lnTo>
                  <a:lnTo>
                    <a:pt x="233344" y="355185"/>
                  </a:lnTo>
                  <a:lnTo>
                    <a:pt x="219115" y="347237"/>
                  </a:lnTo>
                  <a:lnTo>
                    <a:pt x="210578" y="355185"/>
                  </a:lnTo>
                  <a:lnTo>
                    <a:pt x="196350" y="355185"/>
                  </a:lnTo>
                  <a:lnTo>
                    <a:pt x="156510" y="317420"/>
                  </a:lnTo>
                  <a:lnTo>
                    <a:pt x="116670" y="279621"/>
                  </a:lnTo>
                  <a:lnTo>
                    <a:pt x="76834" y="307475"/>
                  </a:lnTo>
                  <a:lnTo>
                    <a:pt x="54068" y="287579"/>
                  </a:lnTo>
                  <a:lnTo>
                    <a:pt x="42685" y="299520"/>
                  </a:lnTo>
                  <a:lnTo>
                    <a:pt x="0" y="287579"/>
                  </a:lnTo>
                  <a:lnTo>
                    <a:pt x="12803" y="247760"/>
                  </a:lnTo>
                  <a:lnTo>
                    <a:pt x="25607" y="207901"/>
                  </a:lnTo>
                  <a:lnTo>
                    <a:pt x="48373" y="207901"/>
                  </a:lnTo>
                  <a:lnTo>
                    <a:pt x="62605" y="152034"/>
                  </a:lnTo>
                  <a:lnTo>
                    <a:pt x="42685" y="144044"/>
                  </a:lnTo>
                  <a:lnTo>
                    <a:pt x="48373" y="84089"/>
                  </a:lnTo>
                  <a:lnTo>
                    <a:pt x="22765" y="80089"/>
                  </a:lnTo>
                  <a:lnTo>
                    <a:pt x="28453" y="60082"/>
                  </a:lnTo>
                  <a:lnTo>
                    <a:pt x="25607" y="40064"/>
                  </a:lnTo>
                  <a:lnTo>
                    <a:pt x="42685" y="36059"/>
                  </a:lnTo>
                  <a:lnTo>
                    <a:pt x="45527" y="16030"/>
                  </a:lnTo>
                  <a:lnTo>
                    <a:pt x="56914" y="4008"/>
                  </a:lnTo>
                  <a:lnTo>
                    <a:pt x="79679" y="0"/>
                  </a:lnTo>
                  <a:lnTo>
                    <a:pt x="88213" y="32054"/>
                  </a:lnTo>
                  <a:close/>
                </a:path>
              </a:pathLst>
            </a:custGeom>
            <a:solidFill>
              <a:srgbClr val="A9D1E3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" name="pg18">
              <a:extLst>
                <a:ext uri="{FF2B5EF4-FFF2-40B4-BE49-F238E27FC236}">
                  <a16:creationId xmlns:a16="http://schemas.microsoft.com/office/drawing/2014/main" id="{60D3FC80-E09D-3960-C256-0FE6C772D18F}"/>
                </a:ext>
              </a:extLst>
            </p:cNvPr>
            <p:cNvSpPr/>
            <p:nvPr/>
          </p:nvSpPr>
          <p:spPr>
            <a:xfrm>
              <a:off x="5056087" y="3377503"/>
              <a:ext cx="543519" cy="890284"/>
            </a:xfrm>
            <a:custGeom>
              <a:avLst/>
              <a:gdLst/>
              <a:ahLst/>
              <a:cxnLst/>
              <a:rect l="0" t="0" r="0" b="0"/>
              <a:pathLst>
                <a:path w="543519" h="890284">
                  <a:moveTo>
                    <a:pt x="159355" y="4073"/>
                  </a:moveTo>
                  <a:lnTo>
                    <a:pt x="170738" y="8143"/>
                  </a:lnTo>
                  <a:lnTo>
                    <a:pt x="184963" y="8143"/>
                  </a:lnTo>
                  <a:lnTo>
                    <a:pt x="202041" y="0"/>
                  </a:lnTo>
                  <a:lnTo>
                    <a:pt x="213424" y="28502"/>
                  </a:lnTo>
                  <a:lnTo>
                    <a:pt x="224807" y="40712"/>
                  </a:lnTo>
                  <a:lnTo>
                    <a:pt x="261801" y="56987"/>
                  </a:lnTo>
                  <a:lnTo>
                    <a:pt x="287409" y="69188"/>
                  </a:lnTo>
                  <a:lnTo>
                    <a:pt x="318711" y="56987"/>
                  </a:lnTo>
                  <a:lnTo>
                    <a:pt x="330094" y="61054"/>
                  </a:lnTo>
                  <a:lnTo>
                    <a:pt x="338631" y="77320"/>
                  </a:lnTo>
                  <a:lnTo>
                    <a:pt x="341477" y="117957"/>
                  </a:lnTo>
                  <a:lnTo>
                    <a:pt x="332940" y="134200"/>
                  </a:lnTo>
                  <a:lnTo>
                    <a:pt x="310174" y="138257"/>
                  </a:lnTo>
                  <a:lnTo>
                    <a:pt x="307329" y="150436"/>
                  </a:lnTo>
                  <a:lnTo>
                    <a:pt x="307329" y="158549"/>
                  </a:lnTo>
                  <a:lnTo>
                    <a:pt x="321557" y="199103"/>
                  </a:lnTo>
                  <a:lnTo>
                    <a:pt x="335786" y="215313"/>
                  </a:lnTo>
                  <a:lnTo>
                    <a:pt x="338631" y="231517"/>
                  </a:lnTo>
                  <a:lnTo>
                    <a:pt x="324403" y="284130"/>
                  </a:lnTo>
                  <a:lnTo>
                    <a:pt x="318711" y="292221"/>
                  </a:lnTo>
                  <a:lnTo>
                    <a:pt x="332940" y="316475"/>
                  </a:lnTo>
                  <a:lnTo>
                    <a:pt x="358551" y="368979"/>
                  </a:lnTo>
                  <a:lnTo>
                    <a:pt x="375626" y="381086"/>
                  </a:lnTo>
                  <a:lnTo>
                    <a:pt x="392700" y="373015"/>
                  </a:lnTo>
                  <a:lnTo>
                    <a:pt x="418311" y="344755"/>
                  </a:lnTo>
                  <a:lnTo>
                    <a:pt x="426848" y="352831"/>
                  </a:lnTo>
                  <a:lnTo>
                    <a:pt x="443923" y="360906"/>
                  </a:lnTo>
                  <a:lnTo>
                    <a:pt x="460997" y="364943"/>
                  </a:lnTo>
                  <a:lnTo>
                    <a:pt x="489454" y="397222"/>
                  </a:lnTo>
                  <a:lnTo>
                    <a:pt x="506528" y="421415"/>
                  </a:lnTo>
                  <a:lnTo>
                    <a:pt x="492296" y="441565"/>
                  </a:lnTo>
                  <a:lnTo>
                    <a:pt x="489454" y="453649"/>
                  </a:lnTo>
                  <a:lnTo>
                    <a:pt x="515062" y="493903"/>
                  </a:lnTo>
                  <a:lnTo>
                    <a:pt x="515062" y="518038"/>
                  </a:lnTo>
                  <a:lnTo>
                    <a:pt x="506528" y="534120"/>
                  </a:lnTo>
                  <a:lnTo>
                    <a:pt x="486608" y="534120"/>
                  </a:lnTo>
                  <a:lnTo>
                    <a:pt x="455302" y="534120"/>
                  </a:lnTo>
                  <a:lnTo>
                    <a:pt x="452456" y="574293"/>
                  </a:lnTo>
                  <a:lnTo>
                    <a:pt x="469534" y="578311"/>
                  </a:lnTo>
                  <a:lnTo>
                    <a:pt x="478067" y="586341"/>
                  </a:lnTo>
                  <a:lnTo>
                    <a:pt x="492296" y="574293"/>
                  </a:lnTo>
                  <a:lnTo>
                    <a:pt x="500833" y="574293"/>
                  </a:lnTo>
                  <a:lnTo>
                    <a:pt x="506528" y="586341"/>
                  </a:lnTo>
                  <a:lnTo>
                    <a:pt x="512216" y="602393"/>
                  </a:lnTo>
                  <a:lnTo>
                    <a:pt x="534981" y="598382"/>
                  </a:lnTo>
                  <a:lnTo>
                    <a:pt x="543519" y="598382"/>
                  </a:lnTo>
                  <a:lnTo>
                    <a:pt x="537827" y="614432"/>
                  </a:lnTo>
                  <a:lnTo>
                    <a:pt x="537827" y="638492"/>
                  </a:lnTo>
                  <a:lnTo>
                    <a:pt x="526444" y="646510"/>
                  </a:lnTo>
                  <a:lnTo>
                    <a:pt x="506528" y="650518"/>
                  </a:lnTo>
                  <a:lnTo>
                    <a:pt x="495142" y="662540"/>
                  </a:lnTo>
                  <a:lnTo>
                    <a:pt x="469534" y="706592"/>
                  </a:lnTo>
                  <a:lnTo>
                    <a:pt x="455302" y="722599"/>
                  </a:lnTo>
                  <a:lnTo>
                    <a:pt x="441077" y="726599"/>
                  </a:lnTo>
                  <a:lnTo>
                    <a:pt x="429694" y="742598"/>
                  </a:lnTo>
                  <a:lnTo>
                    <a:pt x="412616" y="730600"/>
                  </a:lnTo>
                  <a:lnTo>
                    <a:pt x="398391" y="734600"/>
                  </a:lnTo>
                  <a:lnTo>
                    <a:pt x="398391" y="718598"/>
                  </a:lnTo>
                  <a:lnTo>
                    <a:pt x="395546" y="702589"/>
                  </a:lnTo>
                  <a:lnTo>
                    <a:pt x="381317" y="694583"/>
                  </a:lnTo>
                  <a:lnTo>
                    <a:pt x="367088" y="694583"/>
                  </a:lnTo>
                  <a:lnTo>
                    <a:pt x="355706" y="698586"/>
                  </a:lnTo>
                  <a:lnTo>
                    <a:pt x="358551" y="722599"/>
                  </a:lnTo>
                  <a:lnTo>
                    <a:pt x="352860" y="746594"/>
                  </a:lnTo>
                  <a:lnTo>
                    <a:pt x="344323" y="762585"/>
                  </a:lnTo>
                  <a:lnTo>
                    <a:pt x="332940" y="758591"/>
                  </a:lnTo>
                  <a:lnTo>
                    <a:pt x="327252" y="758591"/>
                  </a:lnTo>
                  <a:lnTo>
                    <a:pt x="332940" y="734600"/>
                  </a:lnTo>
                  <a:lnTo>
                    <a:pt x="321557" y="730600"/>
                  </a:lnTo>
                  <a:lnTo>
                    <a:pt x="313020" y="734600"/>
                  </a:lnTo>
                  <a:lnTo>
                    <a:pt x="301637" y="758591"/>
                  </a:lnTo>
                  <a:lnTo>
                    <a:pt x="295946" y="750595"/>
                  </a:lnTo>
                  <a:lnTo>
                    <a:pt x="276026" y="742598"/>
                  </a:lnTo>
                  <a:lnTo>
                    <a:pt x="264647" y="738599"/>
                  </a:lnTo>
                  <a:lnTo>
                    <a:pt x="258955" y="758591"/>
                  </a:lnTo>
                  <a:lnTo>
                    <a:pt x="261801" y="786563"/>
                  </a:lnTo>
                  <a:lnTo>
                    <a:pt x="253260" y="806528"/>
                  </a:lnTo>
                  <a:lnTo>
                    <a:pt x="239035" y="810521"/>
                  </a:lnTo>
                  <a:lnTo>
                    <a:pt x="219115" y="798545"/>
                  </a:lnTo>
                  <a:lnTo>
                    <a:pt x="207729" y="798545"/>
                  </a:lnTo>
                  <a:lnTo>
                    <a:pt x="184963" y="826486"/>
                  </a:lnTo>
                  <a:lnTo>
                    <a:pt x="179275" y="822496"/>
                  </a:lnTo>
                  <a:lnTo>
                    <a:pt x="167893" y="814515"/>
                  </a:lnTo>
                  <a:lnTo>
                    <a:pt x="167893" y="786563"/>
                  </a:lnTo>
                  <a:lnTo>
                    <a:pt x="162201" y="782568"/>
                  </a:lnTo>
                  <a:lnTo>
                    <a:pt x="147973" y="790555"/>
                  </a:lnTo>
                  <a:lnTo>
                    <a:pt x="133744" y="790555"/>
                  </a:lnTo>
                  <a:lnTo>
                    <a:pt x="125207" y="786563"/>
                  </a:lnTo>
                  <a:lnTo>
                    <a:pt x="122365" y="802538"/>
                  </a:lnTo>
                  <a:lnTo>
                    <a:pt x="110978" y="814515"/>
                  </a:lnTo>
                  <a:lnTo>
                    <a:pt x="113824" y="838457"/>
                  </a:lnTo>
                  <a:lnTo>
                    <a:pt x="108133" y="854412"/>
                  </a:lnTo>
                  <a:lnTo>
                    <a:pt x="96750" y="870360"/>
                  </a:lnTo>
                  <a:lnTo>
                    <a:pt x="96750" y="886302"/>
                  </a:lnTo>
                  <a:lnTo>
                    <a:pt x="88213" y="890284"/>
                  </a:lnTo>
                  <a:lnTo>
                    <a:pt x="73984" y="870360"/>
                  </a:lnTo>
                  <a:lnTo>
                    <a:pt x="59759" y="866374"/>
                  </a:lnTo>
                  <a:lnTo>
                    <a:pt x="54068" y="854412"/>
                  </a:lnTo>
                  <a:lnTo>
                    <a:pt x="56914" y="842446"/>
                  </a:lnTo>
                  <a:lnTo>
                    <a:pt x="45527" y="770581"/>
                  </a:lnTo>
                  <a:lnTo>
                    <a:pt x="51218" y="766585"/>
                  </a:lnTo>
                  <a:lnTo>
                    <a:pt x="39839" y="706592"/>
                  </a:lnTo>
                  <a:lnTo>
                    <a:pt x="25607" y="706592"/>
                  </a:lnTo>
                  <a:lnTo>
                    <a:pt x="19205" y="661539"/>
                  </a:lnTo>
                  <a:lnTo>
                    <a:pt x="12803" y="616437"/>
                  </a:lnTo>
                  <a:lnTo>
                    <a:pt x="6401" y="571283"/>
                  </a:lnTo>
                  <a:lnTo>
                    <a:pt x="0" y="526080"/>
                  </a:lnTo>
                  <a:lnTo>
                    <a:pt x="45527" y="509995"/>
                  </a:lnTo>
                  <a:lnTo>
                    <a:pt x="38698" y="468950"/>
                  </a:lnTo>
                  <a:lnTo>
                    <a:pt x="31869" y="427862"/>
                  </a:lnTo>
                  <a:lnTo>
                    <a:pt x="25040" y="386733"/>
                  </a:lnTo>
                  <a:lnTo>
                    <a:pt x="18211" y="345562"/>
                  </a:lnTo>
                  <a:lnTo>
                    <a:pt x="11382" y="304348"/>
                  </a:lnTo>
                  <a:lnTo>
                    <a:pt x="65447" y="292221"/>
                  </a:lnTo>
                  <a:lnTo>
                    <a:pt x="61179" y="250413"/>
                  </a:lnTo>
                  <a:lnTo>
                    <a:pt x="56911" y="208561"/>
                  </a:lnTo>
                  <a:lnTo>
                    <a:pt x="52643" y="166665"/>
                  </a:lnTo>
                  <a:lnTo>
                    <a:pt x="48375" y="124725"/>
                  </a:lnTo>
                  <a:lnTo>
                    <a:pt x="44107" y="82741"/>
                  </a:lnTo>
                  <a:lnTo>
                    <a:pt x="39839" y="40712"/>
                  </a:lnTo>
                  <a:lnTo>
                    <a:pt x="79678" y="28503"/>
                  </a:lnTo>
                  <a:lnTo>
                    <a:pt x="119517" y="16290"/>
                  </a:lnTo>
                  <a:close/>
                </a:path>
              </a:pathLst>
            </a:custGeom>
            <a:solidFill>
              <a:srgbClr val="ACD5E5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" name="pg19">
              <a:extLst>
                <a:ext uri="{FF2B5EF4-FFF2-40B4-BE49-F238E27FC236}">
                  <a16:creationId xmlns:a16="http://schemas.microsoft.com/office/drawing/2014/main" id="{41F461FB-7944-ABCB-09FC-2FB503E9DB26}"/>
                </a:ext>
              </a:extLst>
            </p:cNvPr>
            <p:cNvSpPr/>
            <p:nvPr/>
          </p:nvSpPr>
          <p:spPr>
            <a:xfrm>
              <a:off x="3630410" y="4687960"/>
              <a:ext cx="304483" cy="513404"/>
            </a:xfrm>
            <a:custGeom>
              <a:avLst/>
              <a:gdLst/>
              <a:ahLst/>
              <a:cxnLst/>
              <a:rect l="0" t="0" r="0" b="0"/>
              <a:pathLst>
                <a:path w="304483" h="513404">
                  <a:moveTo>
                    <a:pt x="79676" y="466640"/>
                  </a:moveTo>
                  <a:lnTo>
                    <a:pt x="73988" y="447138"/>
                  </a:lnTo>
                  <a:lnTo>
                    <a:pt x="76834" y="419820"/>
                  </a:lnTo>
                  <a:lnTo>
                    <a:pt x="76834" y="392487"/>
                  </a:lnTo>
                  <a:lnTo>
                    <a:pt x="71142" y="384674"/>
                  </a:lnTo>
                  <a:lnTo>
                    <a:pt x="56910" y="369042"/>
                  </a:lnTo>
                  <a:lnTo>
                    <a:pt x="19919" y="326026"/>
                  </a:lnTo>
                  <a:lnTo>
                    <a:pt x="2845" y="290797"/>
                  </a:lnTo>
                  <a:lnTo>
                    <a:pt x="0" y="263376"/>
                  </a:lnTo>
                  <a:lnTo>
                    <a:pt x="2845" y="224175"/>
                  </a:lnTo>
                  <a:lnTo>
                    <a:pt x="5691" y="208482"/>
                  </a:lnTo>
                  <a:lnTo>
                    <a:pt x="5691" y="173153"/>
                  </a:lnTo>
                  <a:lnTo>
                    <a:pt x="0" y="153513"/>
                  </a:lnTo>
                  <a:lnTo>
                    <a:pt x="0" y="107650"/>
                  </a:lnTo>
                  <a:lnTo>
                    <a:pt x="0" y="61736"/>
                  </a:lnTo>
                  <a:lnTo>
                    <a:pt x="0" y="15771"/>
                  </a:lnTo>
                  <a:lnTo>
                    <a:pt x="25611" y="7886"/>
                  </a:lnTo>
                  <a:lnTo>
                    <a:pt x="56910" y="0"/>
                  </a:lnTo>
                  <a:lnTo>
                    <a:pt x="73988" y="0"/>
                  </a:lnTo>
                  <a:lnTo>
                    <a:pt x="93908" y="7886"/>
                  </a:lnTo>
                  <a:lnTo>
                    <a:pt x="99596" y="7886"/>
                  </a:lnTo>
                  <a:lnTo>
                    <a:pt x="116674" y="7886"/>
                  </a:lnTo>
                  <a:lnTo>
                    <a:pt x="128053" y="7886"/>
                  </a:lnTo>
                  <a:lnTo>
                    <a:pt x="142281" y="7886"/>
                  </a:lnTo>
                  <a:lnTo>
                    <a:pt x="153668" y="15771"/>
                  </a:lnTo>
                  <a:lnTo>
                    <a:pt x="162201" y="27596"/>
                  </a:lnTo>
                  <a:lnTo>
                    <a:pt x="162201" y="55174"/>
                  </a:lnTo>
                  <a:lnTo>
                    <a:pt x="159355" y="66987"/>
                  </a:lnTo>
                  <a:lnTo>
                    <a:pt x="179279" y="86669"/>
                  </a:lnTo>
                  <a:lnTo>
                    <a:pt x="184967" y="74861"/>
                  </a:lnTo>
                  <a:lnTo>
                    <a:pt x="193504" y="78795"/>
                  </a:lnTo>
                  <a:lnTo>
                    <a:pt x="207732" y="63047"/>
                  </a:lnTo>
                  <a:lnTo>
                    <a:pt x="256110" y="114207"/>
                  </a:lnTo>
                  <a:lnTo>
                    <a:pt x="241881" y="133864"/>
                  </a:lnTo>
                  <a:lnTo>
                    <a:pt x="256110" y="145657"/>
                  </a:lnTo>
                  <a:lnTo>
                    <a:pt x="264647" y="161373"/>
                  </a:lnTo>
                  <a:lnTo>
                    <a:pt x="304483" y="184933"/>
                  </a:lnTo>
                  <a:lnTo>
                    <a:pt x="290258" y="220249"/>
                  </a:lnTo>
                  <a:lnTo>
                    <a:pt x="290258" y="232016"/>
                  </a:lnTo>
                  <a:lnTo>
                    <a:pt x="295949" y="263376"/>
                  </a:lnTo>
                  <a:lnTo>
                    <a:pt x="290258" y="275130"/>
                  </a:lnTo>
                  <a:lnTo>
                    <a:pt x="276030" y="286883"/>
                  </a:lnTo>
                  <a:lnTo>
                    <a:pt x="261797" y="310372"/>
                  </a:lnTo>
                  <a:lnTo>
                    <a:pt x="250418" y="326026"/>
                  </a:lnTo>
                  <a:lnTo>
                    <a:pt x="230498" y="326026"/>
                  </a:lnTo>
                  <a:lnTo>
                    <a:pt x="216270" y="326026"/>
                  </a:lnTo>
                  <a:lnTo>
                    <a:pt x="199199" y="357315"/>
                  </a:lnTo>
                  <a:lnTo>
                    <a:pt x="182121" y="404202"/>
                  </a:lnTo>
                  <a:lnTo>
                    <a:pt x="173584" y="443237"/>
                  </a:lnTo>
                  <a:lnTo>
                    <a:pt x="159355" y="466640"/>
                  </a:lnTo>
                  <a:lnTo>
                    <a:pt x="153668" y="490030"/>
                  </a:lnTo>
                  <a:lnTo>
                    <a:pt x="150818" y="505616"/>
                  </a:lnTo>
                  <a:lnTo>
                    <a:pt x="136594" y="513404"/>
                  </a:lnTo>
                  <a:lnTo>
                    <a:pt x="116674" y="497824"/>
                  </a:lnTo>
                  <a:lnTo>
                    <a:pt x="99596" y="486132"/>
                  </a:lnTo>
                  <a:lnTo>
                    <a:pt x="85371" y="474438"/>
                  </a:lnTo>
                  <a:close/>
                </a:path>
              </a:pathLst>
            </a:custGeom>
            <a:solidFill>
              <a:srgbClr val="8A98CC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" name="tx20">
              <a:extLst>
                <a:ext uri="{FF2B5EF4-FFF2-40B4-BE49-F238E27FC236}">
                  <a16:creationId xmlns:a16="http://schemas.microsoft.com/office/drawing/2014/main" id="{A0D43B90-AC04-BE41-477B-CF7A53C52160}"/>
                </a:ext>
              </a:extLst>
            </p:cNvPr>
            <p:cNvSpPr/>
            <p:nvPr/>
          </p:nvSpPr>
          <p:spPr>
            <a:xfrm>
              <a:off x="3920541" y="4405825"/>
              <a:ext cx="180869" cy="779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117</a:t>
              </a:r>
            </a:p>
          </p:txBody>
        </p:sp>
        <p:sp>
          <p:nvSpPr>
            <p:cNvPr id="26" name="tx21">
              <a:extLst>
                <a:ext uri="{FF2B5EF4-FFF2-40B4-BE49-F238E27FC236}">
                  <a16:creationId xmlns:a16="http://schemas.microsoft.com/office/drawing/2014/main" id="{5ECD3CFB-B7B6-4377-70CE-AE7FE901FEB2}"/>
                </a:ext>
              </a:extLst>
            </p:cNvPr>
            <p:cNvSpPr/>
            <p:nvPr/>
          </p:nvSpPr>
          <p:spPr>
            <a:xfrm>
              <a:off x="4794288" y="2612267"/>
              <a:ext cx="120579" cy="779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75</a:t>
              </a:r>
            </a:p>
          </p:txBody>
        </p:sp>
        <p:sp>
          <p:nvSpPr>
            <p:cNvPr id="27" name="tx22">
              <a:extLst>
                <a:ext uri="{FF2B5EF4-FFF2-40B4-BE49-F238E27FC236}">
                  <a16:creationId xmlns:a16="http://schemas.microsoft.com/office/drawing/2014/main" id="{2E2A0D8B-4427-2D28-FB46-F5A513D85C74}"/>
                </a:ext>
              </a:extLst>
            </p:cNvPr>
            <p:cNvSpPr/>
            <p:nvPr/>
          </p:nvSpPr>
          <p:spPr>
            <a:xfrm>
              <a:off x="3829798" y="4602585"/>
              <a:ext cx="180869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568</a:t>
              </a:r>
            </a:p>
          </p:txBody>
        </p:sp>
        <p:sp>
          <p:nvSpPr>
            <p:cNvPr id="28" name="tx23">
              <a:extLst>
                <a:ext uri="{FF2B5EF4-FFF2-40B4-BE49-F238E27FC236}">
                  <a16:creationId xmlns:a16="http://schemas.microsoft.com/office/drawing/2014/main" id="{7688EA3D-05E2-F090-E83D-21509795707F}"/>
                </a:ext>
              </a:extLst>
            </p:cNvPr>
            <p:cNvSpPr/>
            <p:nvPr/>
          </p:nvSpPr>
          <p:spPr>
            <a:xfrm>
              <a:off x="3862811" y="3845544"/>
              <a:ext cx="120579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28</a:t>
              </a:r>
            </a:p>
          </p:txBody>
        </p:sp>
        <p:sp>
          <p:nvSpPr>
            <p:cNvPr id="29" name="tx24">
              <a:extLst>
                <a:ext uri="{FF2B5EF4-FFF2-40B4-BE49-F238E27FC236}">
                  <a16:creationId xmlns:a16="http://schemas.microsoft.com/office/drawing/2014/main" id="{C8C8E23D-B03B-C621-5D02-ACDDC30384D4}"/>
                </a:ext>
              </a:extLst>
            </p:cNvPr>
            <p:cNvSpPr/>
            <p:nvPr/>
          </p:nvSpPr>
          <p:spPr>
            <a:xfrm>
              <a:off x="4802206" y="4161994"/>
              <a:ext cx="120579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60</a:t>
              </a:r>
            </a:p>
          </p:txBody>
        </p:sp>
        <p:sp>
          <p:nvSpPr>
            <p:cNvPr id="30" name="tx25">
              <a:extLst>
                <a:ext uri="{FF2B5EF4-FFF2-40B4-BE49-F238E27FC236}">
                  <a16:creationId xmlns:a16="http://schemas.microsoft.com/office/drawing/2014/main" id="{AA979FD0-F62E-541C-ACE3-4ACBE84D50CE}"/>
                </a:ext>
              </a:extLst>
            </p:cNvPr>
            <p:cNvSpPr/>
            <p:nvPr/>
          </p:nvSpPr>
          <p:spPr>
            <a:xfrm>
              <a:off x="4134828" y="4190805"/>
              <a:ext cx="180869" cy="779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144</a:t>
              </a:r>
            </a:p>
          </p:txBody>
        </p:sp>
        <p:sp>
          <p:nvSpPr>
            <p:cNvPr id="31" name="tx26">
              <a:extLst>
                <a:ext uri="{FF2B5EF4-FFF2-40B4-BE49-F238E27FC236}">
                  <a16:creationId xmlns:a16="http://schemas.microsoft.com/office/drawing/2014/main" id="{03AF02EA-77A5-B558-FD16-05D341F9DC82}"/>
                </a:ext>
              </a:extLst>
            </p:cNvPr>
            <p:cNvSpPr/>
            <p:nvPr/>
          </p:nvSpPr>
          <p:spPr>
            <a:xfrm>
              <a:off x="4420683" y="4418394"/>
              <a:ext cx="120579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65</a:t>
              </a:r>
            </a:p>
          </p:txBody>
        </p:sp>
        <p:sp>
          <p:nvSpPr>
            <p:cNvPr id="32" name="tx27">
              <a:extLst>
                <a:ext uri="{FF2B5EF4-FFF2-40B4-BE49-F238E27FC236}">
                  <a16:creationId xmlns:a16="http://schemas.microsoft.com/office/drawing/2014/main" id="{2E590CC4-E8AB-EFC3-37B8-4532F8BFEF7B}"/>
                </a:ext>
              </a:extLst>
            </p:cNvPr>
            <p:cNvSpPr/>
            <p:nvPr/>
          </p:nvSpPr>
          <p:spPr>
            <a:xfrm>
              <a:off x="4296535" y="4470359"/>
              <a:ext cx="120579" cy="7929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43</a:t>
              </a:r>
            </a:p>
          </p:txBody>
        </p:sp>
        <p:sp>
          <p:nvSpPr>
            <p:cNvPr id="33" name="tx28">
              <a:extLst>
                <a:ext uri="{FF2B5EF4-FFF2-40B4-BE49-F238E27FC236}">
                  <a16:creationId xmlns:a16="http://schemas.microsoft.com/office/drawing/2014/main" id="{C319C40D-722D-A6E7-571F-E9091B98A667}"/>
                </a:ext>
              </a:extLst>
            </p:cNvPr>
            <p:cNvSpPr/>
            <p:nvPr/>
          </p:nvSpPr>
          <p:spPr>
            <a:xfrm>
              <a:off x="3709236" y="4204503"/>
              <a:ext cx="120579" cy="779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57</a:t>
              </a:r>
            </a:p>
          </p:txBody>
        </p:sp>
        <p:sp>
          <p:nvSpPr>
            <p:cNvPr id="34" name="tx29">
              <a:extLst>
                <a:ext uri="{FF2B5EF4-FFF2-40B4-BE49-F238E27FC236}">
                  <a16:creationId xmlns:a16="http://schemas.microsoft.com/office/drawing/2014/main" id="{4039A644-F3E4-9B9D-6D96-0919432CB6CE}"/>
                </a:ext>
              </a:extLst>
            </p:cNvPr>
            <p:cNvSpPr/>
            <p:nvPr/>
          </p:nvSpPr>
          <p:spPr>
            <a:xfrm>
              <a:off x="4686710" y="3637371"/>
              <a:ext cx="180869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164</a:t>
              </a:r>
            </a:p>
          </p:txBody>
        </p:sp>
        <p:sp>
          <p:nvSpPr>
            <p:cNvPr id="35" name="tx30">
              <a:extLst>
                <a:ext uri="{FF2B5EF4-FFF2-40B4-BE49-F238E27FC236}">
                  <a16:creationId xmlns:a16="http://schemas.microsoft.com/office/drawing/2014/main" id="{89E63593-F41D-2D97-1B87-3FC3CC5E2788}"/>
                </a:ext>
              </a:extLst>
            </p:cNvPr>
            <p:cNvSpPr/>
            <p:nvPr/>
          </p:nvSpPr>
          <p:spPr>
            <a:xfrm>
              <a:off x="4276629" y="3354746"/>
              <a:ext cx="120579" cy="779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22</a:t>
              </a:r>
            </a:p>
          </p:txBody>
        </p:sp>
        <p:sp>
          <p:nvSpPr>
            <p:cNvPr id="83" name="tx31">
              <a:extLst>
                <a:ext uri="{FF2B5EF4-FFF2-40B4-BE49-F238E27FC236}">
                  <a16:creationId xmlns:a16="http://schemas.microsoft.com/office/drawing/2014/main" id="{E95A8241-A23A-46F8-E43B-1EB0544F6A16}"/>
                </a:ext>
              </a:extLst>
            </p:cNvPr>
            <p:cNvSpPr/>
            <p:nvPr/>
          </p:nvSpPr>
          <p:spPr>
            <a:xfrm>
              <a:off x="4116487" y="4559127"/>
              <a:ext cx="120579" cy="779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42</a:t>
              </a:r>
            </a:p>
          </p:txBody>
        </p:sp>
        <p:sp>
          <p:nvSpPr>
            <p:cNvPr id="111" name="tx32">
              <a:extLst>
                <a:ext uri="{FF2B5EF4-FFF2-40B4-BE49-F238E27FC236}">
                  <a16:creationId xmlns:a16="http://schemas.microsoft.com/office/drawing/2014/main" id="{35594E09-EC42-92D4-96FA-7F984F4CFC92}"/>
                </a:ext>
              </a:extLst>
            </p:cNvPr>
            <p:cNvSpPr/>
            <p:nvPr/>
          </p:nvSpPr>
          <p:spPr>
            <a:xfrm>
              <a:off x="4091145" y="3511074"/>
              <a:ext cx="120579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46</a:t>
              </a:r>
            </a:p>
          </p:txBody>
        </p:sp>
        <p:sp>
          <p:nvSpPr>
            <p:cNvPr id="112" name="tx33">
              <a:extLst>
                <a:ext uri="{FF2B5EF4-FFF2-40B4-BE49-F238E27FC236}">
                  <a16:creationId xmlns:a16="http://schemas.microsoft.com/office/drawing/2014/main" id="{98F34E55-CFA7-2E48-6AAA-DC5B3CF6AA5F}"/>
                </a:ext>
              </a:extLst>
            </p:cNvPr>
            <p:cNvSpPr/>
            <p:nvPr/>
          </p:nvSpPr>
          <p:spPr>
            <a:xfrm>
              <a:off x="4481412" y="4145796"/>
              <a:ext cx="120579" cy="7929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39</a:t>
              </a:r>
            </a:p>
          </p:txBody>
        </p:sp>
        <p:sp>
          <p:nvSpPr>
            <p:cNvPr id="113" name="tx34">
              <a:extLst>
                <a:ext uri="{FF2B5EF4-FFF2-40B4-BE49-F238E27FC236}">
                  <a16:creationId xmlns:a16="http://schemas.microsoft.com/office/drawing/2014/main" id="{1C75449E-B730-837C-AB1C-71E916DBBC85}"/>
                </a:ext>
              </a:extLst>
            </p:cNvPr>
            <p:cNvSpPr/>
            <p:nvPr/>
          </p:nvSpPr>
          <p:spPr>
            <a:xfrm>
              <a:off x="5297540" y="3883423"/>
              <a:ext cx="120579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29</a:t>
              </a:r>
            </a:p>
          </p:txBody>
        </p:sp>
        <p:sp>
          <p:nvSpPr>
            <p:cNvPr id="114" name="tx35">
              <a:extLst>
                <a:ext uri="{FF2B5EF4-FFF2-40B4-BE49-F238E27FC236}">
                  <a16:creationId xmlns:a16="http://schemas.microsoft.com/office/drawing/2014/main" id="{4D90A3CA-F759-472F-E470-68FC72B68B55}"/>
                </a:ext>
              </a:extLst>
            </p:cNvPr>
            <p:cNvSpPr/>
            <p:nvPr/>
          </p:nvSpPr>
          <p:spPr>
            <a:xfrm>
              <a:off x="3683138" y="4885383"/>
              <a:ext cx="180869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182</a:t>
              </a:r>
            </a:p>
          </p:txBody>
        </p:sp>
        <p:sp>
          <p:nvSpPr>
            <p:cNvPr id="115" name="tx36">
              <a:extLst>
                <a:ext uri="{FF2B5EF4-FFF2-40B4-BE49-F238E27FC236}">
                  <a16:creationId xmlns:a16="http://schemas.microsoft.com/office/drawing/2014/main" id="{BE01F2A0-E76B-636F-58F8-B14AB11AEF01}"/>
                </a:ext>
              </a:extLst>
            </p:cNvPr>
            <p:cNvSpPr/>
            <p:nvPr/>
          </p:nvSpPr>
          <p:spPr>
            <a:xfrm>
              <a:off x="3307155" y="5711234"/>
              <a:ext cx="1397613" cy="12946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Number of Companies</a:t>
              </a:r>
            </a:p>
          </p:txBody>
        </p:sp>
        <p:pic>
          <p:nvPicPr>
            <p:cNvPr id="116" name="pic37">
              <a:extLst>
                <a:ext uri="{FF2B5EF4-FFF2-40B4-BE49-F238E27FC236}">
                  <a16:creationId xmlns:a16="http://schemas.microsoft.com/office/drawing/2014/main" id="{CF84E738-AD2C-C45B-CBAC-F7AA707A1C24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74358" y="5594419"/>
              <a:ext cx="1097280" cy="219455"/>
            </a:xfrm>
            <a:prstGeom prst="rect">
              <a:avLst/>
            </a:prstGeom>
          </p:spPr>
        </p:pic>
        <p:sp>
          <p:nvSpPr>
            <p:cNvPr id="117" name="pl38">
              <a:extLst>
                <a:ext uri="{FF2B5EF4-FFF2-40B4-BE49-F238E27FC236}">
                  <a16:creationId xmlns:a16="http://schemas.microsoft.com/office/drawing/2014/main" id="{6CD7ED6F-5514-DC66-6F2D-43FFEF5F83FB}"/>
                </a:ext>
              </a:extLst>
            </p:cNvPr>
            <p:cNvSpPr/>
            <p:nvPr/>
          </p:nvSpPr>
          <p:spPr>
            <a:xfrm>
              <a:off x="4932419" y="5769984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0"/>
                  </a:moveTo>
                  <a:lnTo>
                    <a:pt x="0" y="43891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" name="pl39">
              <a:extLst>
                <a:ext uri="{FF2B5EF4-FFF2-40B4-BE49-F238E27FC236}">
                  <a16:creationId xmlns:a16="http://schemas.microsoft.com/office/drawing/2014/main" id="{0B98D8BF-7C0A-19DB-73DE-6A6A4FB5A89B}"/>
                </a:ext>
              </a:extLst>
            </p:cNvPr>
            <p:cNvSpPr/>
            <p:nvPr/>
          </p:nvSpPr>
          <p:spPr>
            <a:xfrm>
              <a:off x="5132716" y="5769984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0"/>
                  </a:moveTo>
                  <a:lnTo>
                    <a:pt x="0" y="43891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" name="pl40">
              <a:extLst>
                <a:ext uri="{FF2B5EF4-FFF2-40B4-BE49-F238E27FC236}">
                  <a16:creationId xmlns:a16="http://schemas.microsoft.com/office/drawing/2014/main" id="{88E293B8-5CEA-977B-3E8A-8F44A9A659CA}"/>
                </a:ext>
              </a:extLst>
            </p:cNvPr>
            <p:cNvSpPr/>
            <p:nvPr/>
          </p:nvSpPr>
          <p:spPr>
            <a:xfrm>
              <a:off x="5333013" y="5769984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0"/>
                  </a:moveTo>
                  <a:lnTo>
                    <a:pt x="0" y="43891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" name="pl41">
              <a:extLst>
                <a:ext uri="{FF2B5EF4-FFF2-40B4-BE49-F238E27FC236}">
                  <a16:creationId xmlns:a16="http://schemas.microsoft.com/office/drawing/2014/main" id="{A76E92A0-70D7-FCBB-2E20-7D3F45DC8A25}"/>
                </a:ext>
              </a:extLst>
            </p:cNvPr>
            <p:cNvSpPr/>
            <p:nvPr/>
          </p:nvSpPr>
          <p:spPr>
            <a:xfrm>
              <a:off x="5533310" y="5769984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0"/>
                  </a:moveTo>
                  <a:lnTo>
                    <a:pt x="0" y="43891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" name="pl42">
              <a:extLst>
                <a:ext uri="{FF2B5EF4-FFF2-40B4-BE49-F238E27FC236}">
                  <a16:creationId xmlns:a16="http://schemas.microsoft.com/office/drawing/2014/main" id="{DB40B78D-3EAC-0018-E3E9-3F9C092EE173}"/>
                </a:ext>
              </a:extLst>
            </p:cNvPr>
            <p:cNvSpPr/>
            <p:nvPr/>
          </p:nvSpPr>
          <p:spPr>
            <a:xfrm>
              <a:off x="5733607" y="5769984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0"/>
                  </a:moveTo>
                  <a:lnTo>
                    <a:pt x="0" y="43891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" name="pl43">
              <a:extLst>
                <a:ext uri="{FF2B5EF4-FFF2-40B4-BE49-F238E27FC236}">
                  <a16:creationId xmlns:a16="http://schemas.microsoft.com/office/drawing/2014/main" id="{926AD2D4-99BC-3E36-9B58-5E7F40376297}"/>
                </a:ext>
              </a:extLst>
            </p:cNvPr>
            <p:cNvSpPr/>
            <p:nvPr/>
          </p:nvSpPr>
          <p:spPr>
            <a:xfrm>
              <a:off x="4932419" y="5594419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43891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" name="pl44">
              <a:extLst>
                <a:ext uri="{FF2B5EF4-FFF2-40B4-BE49-F238E27FC236}">
                  <a16:creationId xmlns:a16="http://schemas.microsoft.com/office/drawing/2014/main" id="{C07356C2-0227-10FA-A3CE-B64EEB0910FA}"/>
                </a:ext>
              </a:extLst>
            </p:cNvPr>
            <p:cNvSpPr/>
            <p:nvPr/>
          </p:nvSpPr>
          <p:spPr>
            <a:xfrm>
              <a:off x="5132716" y="5594419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43891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" name="pl45">
              <a:extLst>
                <a:ext uri="{FF2B5EF4-FFF2-40B4-BE49-F238E27FC236}">
                  <a16:creationId xmlns:a16="http://schemas.microsoft.com/office/drawing/2014/main" id="{921B93D3-5EC3-B41A-C72A-BC8BCB31931B}"/>
                </a:ext>
              </a:extLst>
            </p:cNvPr>
            <p:cNvSpPr/>
            <p:nvPr/>
          </p:nvSpPr>
          <p:spPr>
            <a:xfrm>
              <a:off x="5333013" y="5594419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43891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" name="pl46">
              <a:extLst>
                <a:ext uri="{FF2B5EF4-FFF2-40B4-BE49-F238E27FC236}">
                  <a16:creationId xmlns:a16="http://schemas.microsoft.com/office/drawing/2014/main" id="{3424479F-B902-86E8-60F7-4D9641C25CA0}"/>
                </a:ext>
              </a:extLst>
            </p:cNvPr>
            <p:cNvSpPr/>
            <p:nvPr/>
          </p:nvSpPr>
          <p:spPr>
            <a:xfrm>
              <a:off x="5533310" y="5594419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43891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" name="pl47">
              <a:extLst>
                <a:ext uri="{FF2B5EF4-FFF2-40B4-BE49-F238E27FC236}">
                  <a16:creationId xmlns:a16="http://schemas.microsoft.com/office/drawing/2014/main" id="{6D333F01-0AB9-5372-0BF4-9E11EB9410D0}"/>
                </a:ext>
              </a:extLst>
            </p:cNvPr>
            <p:cNvSpPr/>
            <p:nvPr/>
          </p:nvSpPr>
          <p:spPr>
            <a:xfrm>
              <a:off x="5733607" y="5594419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43891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" name="tx48">
              <a:extLst>
                <a:ext uri="{FF2B5EF4-FFF2-40B4-BE49-F238E27FC236}">
                  <a16:creationId xmlns:a16="http://schemas.microsoft.com/office/drawing/2014/main" id="{CD19411C-4550-A93F-4C48-5D515B2ACCD5}"/>
                </a:ext>
              </a:extLst>
            </p:cNvPr>
            <p:cNvSpPr/>
            <p:nvPr/>
          </p:nvSpPr>
          <p:spPr>
            <a:xfrm>
              <a:off x="4839185" y="5881773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100</a:t>
              </a:r>
            </a:p>
          </p:txBody>
        </p:sp>
        <p:sp>
          <p:nvSpPr>
            <p:cNvPr id="128" name="tx49">
              <a:extLst>
                <a:ext uri="{FF2B5EF4-FFF2-40B4-BE49-F238E27FC236}">
                  <a16:creationId xmlns:a16="http://schemas.microsoft.com/office/drawing/2014/main" id="{2607BB1F-331A-EC26-CE09-BF94EF205EF1}"/>
                </a:ext>
              </a:extLst>
            </p:cNvPr>
            <p:cNvSpPr/>
            <p:nvPr/>
          </p:nvSpPr>
          <p:spPr>
            <a:xfrm>
              <a:off x="5039483" y="5881773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200</a:t>
              </a:r>
            </a:p>
          </p:txBody>
        </p:sp>
        <p:sp>
          <p:nvSpPr>
            <p:cNvPr id="129" name="tx50">
              <a:extLst>
                <a:ext uri="{FF2B5EF4-FFF2-40B4-BE49-F238E27FC236}">
                  <a16:creationId xmlns:a16="http://schemas.microsoft.com/office/drawing/2014/main" id="{1C584B42-B7BE-D06F-2D2F-2D77A36D7E56}"/>
                </a:ext>
              </a:extLst>
            </p:cNvPr>
            <p:cNvSpPr/>
            <p:nvPr/>
          </p:nvSpPr>
          <p:spPr>
            <a:xfrm>
              <a:off x="5239780" y="5881718"/>
              <a:ext cx="186466" cy="817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300</a:t>
              </a:r>
            </a:p>
          </p:txBody>
        </p:sp>
        <p:sp>
          <p:nvSpPr>
            <p:cNvPr id="130" name="tx51">
              <a:extLst>
                <a:ext uri="{FF2B5EF4-FFF2-40B4-BE49-F238E27FC236}">
                  <a16:creationId xmlns:a16="http://schemas.microsoft.com/office/drawing/2014/main" id="{D1542726-CD34-993B-50BB-73FBABF2068B}"/>
                </a:ext>
              </a:extLst>
            </p:cNvPr>
            <p:cNvSpPr/>
            <p:nvPr/>
          </p:nvSpPr>
          <p:spPr>
            <a:xfrm>
              <a:off x="5440077" y="5881773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400</a:t>
              </a:r>
            </a:p>
          </p:txBody>
        </p:sp>
        <p:sp>
          <p:nvSpPr>
            <p:cNvPr id="131" name="tx52">
              <a:extLst>
                <a:ext uri="{FF2B5EF4-FFF2-40B4-BE49-F238E27FC236}">
                  <a16:creationId xmlns:a16="http://schemas.microsoft.com/office/drawing/2014/main" id="{13DB3CE1-0B27-F2DB-4DAE-A2C46069D8C9}"/>
                </a:ext>
              </a:extLst>
            </p:cNvPr>
            <p:cNvSpPr/>
            <p:nvPr/>
          </p:nvSpPr>
          <p:spPr>
            <a:xfrm>
              <a:off x="5640374" y="5881773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500</a:t>
              </a:r>
            </a:p>
          </p:txBody>
        </p:sp>
        <p:sp>
          <p:nvSpPr>
            <p:cNvPr id="132" name="tx53">
              <a:extLst>
                <a:ext uri="{FF2B5EF4-FFF2-40B4-BE49-F238E27FC236}">
                  <a16:creationId xmlns:a16="http://schemas.microsoft.com/office/drawing/2014/main" id="{84539B1A-BB65-AFD6-CBCE-EA2A8DC04BF0}"/>
                </a:ext>
              </a:extLst>
            </p:cNvPr>
            <p:cNvSpPr/>
            <p:nvPr/>
          </p:nvSpPr>
          <p:spPr>
            <a:xfrm>
              <a:off x="2766771" y="1505013"/>
              <a:ext cx="3383452" cy="54551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600"/>
                </a:lnSpc>
              </a:pPr>
              <a:r>
                <a:rPr sz="1600" b="1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Companies Headquartered by </a:t>
              </a:r>
              <a:endParaRPr lang="en-US" sz="1600" b="1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endParaRPr>
            </a:p>
            <a:p>
              <a:pPr>
                <a:lnSpc>
                  <a:spcPts val="1600"/>
                </a:lnSpc>
              </a:pPr>
              <a:r>
                <a:rPr sz="1600" b="1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County With 50+ Employees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823273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D29718EC-0FBE-02AB-65D1-5F9EA78861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Key Benefit Administrators</a:t>
            </a:r>
            <a:endParaRPr lang="en-US" dirty="0"/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51A8707D-53C1-F2FE-8133-D607A3729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5</a:t>
            </a:fld>
            <a:endParaRPr lang="en-US" dirty="0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E63A94DB-FE92-CA1C-15F4-F7EC71D30241}"/>
              </a:ext>
            </a:extLst>
          </p:cNvPr>
          <p:cNvSpPr/>
          <p:nvPr/>
        </p:nvSpPr>
        <p:spPr>
          <a:xfrm>
            <a:off x="0" y="0"/>
            <a:ext cx="981075" cy="6858000"/>
          </a:xfrm>
          <a:prstGeom prst="rect">
            <a:avLst/>
          </a:prstGeom>
          <a:solidFill>
            <a:srgbClr val="254F96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9C157AD-9D57-0448-105A-79BA88500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0485" y="136525"/>
            <a:ext cx="10515600" cy="1325563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b="1" dirty="0">
                <a:solidFill>
                  <a:srgbClr val="000B2E"/>
                </a:solidFill>
                <a:latin typeface="Garamond" panose="02020404030301010803" pitchFamily="18" charset="0"/>
                <a:cs typeface="Times New Roman" panose="02020603050405020304" pitchFamily="18" charset="0"/>
              </a:rPr>
              <a:t>MaineHealth is Patient Recommended</a:t>
            </a:r>
            <a:endParaRPr lang="en-US" sz="1800" b="1" dirty="0">
              <a:solidFill>
                <a:schemeClr val="tx1">
                  <a:lumMod val="75000"/>
                  <a:lumOff val="25000"/>
                </a:schemeClr>
              </a:solidFill>
              <a:latin typeface="Garamond" panose="02020404030301010803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742686" y="1826790"/>
          <a:ext cx="9461226" cy="3699803"/>
        </p:xfrm>
        <a:graphic>
          <a:graphicData uri="http://schemas.openxmlformats.org/drawingml/2006/table">
            <a:tbl>
              <a:tblPr/>
              <a:tblGrid>
                <a:gridCol w="25214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717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63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81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9755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3601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97453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4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Health System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4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HCAHPS</a:t>
                      </a:r>
                      <a:br>
                        <a:rPr sz="14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</a:br>
                      <a:r>
                        <a:rPr sz="14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Recommendation</a:t>
                      </a:r>
                      <a:br>
                        <a:rPr sz="14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</a:br>
                      <a:r>
                        <a:rPr sz="14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Percentile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4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CMS Stars</a:t>
                      </a:r>
                      <a:br>
                        <a:rPr sz="14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</a:br>
                      <a:r>
                        <a:rPr sz="14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Percentile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4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Mortality</a:t>
                      </a:r>
                      <a:br>
                        <a:rPr sz="14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</a:br>
                      <a:r>
                        <a:rPr sz="14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Percentile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4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Readmission</a:t>
                      </a:r>
                      <a:br>
                        <a:rPr sz="14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</a:br>
                      <a:r>
                        <a:rPr sz="14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Percentile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4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KBA Brand</a:t>
                      </a:r>
                      <a:br>
                        <a:rPr sz="14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</a:br>
                      <a:r>
                        <a:rPr sz="14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Quality Score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6103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400" b="0" i="0" u="none" cap="none" dirty="0" err="1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MaineHealth</a:t>
                      </a:r>
                      <a:endParaRPr sz="1400" b="0" i="0" u="none" cap="none" dirty="0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400" b="0" i="0" u="none" cap="none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63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79A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400" b="0" i="0" u="none" cap="none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84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986B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400" b="0" i="0" u="none" cap="none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77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48FB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400" b="0" i="0" u="none" cap="none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80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95C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400" b="0" i="0" u="none" cap="none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67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986B6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4097216"/>
                  </a:ext>
                </a:extLst>
              </a:tr>
              <a:tr h="496103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4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Covenant Health (MA)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400" b="0" i="0" u="none" cap="none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80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79A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400" b="0" i="0" u="none" cap="none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72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986B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400" b="0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67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48FB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400" b="0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63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95C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400" b="0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72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986B6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4117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4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Other Independent Hospitals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400" b="0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70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8AB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400" b="0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64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94B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400" b="0" i="0" u="none" cap="none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62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97C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400" b="0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68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8DB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400" b="0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69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8BB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1042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400" b="0" i="0" u="none" cap="none" dirty="0" err="1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MaineGeneral</a:t>
                      </a:r>
                      <a:r>
                        <a:rPr sz="14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 Health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400" b="0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59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9CC3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400" b="0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100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589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400" b="0" i="0" u="none" cap="none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61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99C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400" b="0" i="0" u="none" cap="none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87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DA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400" b="0" i="0" u="none" cap="none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64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94B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3943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4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Northern Light Health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400" b="0" i="0" u="none" cap="none">
                          <a:solidFill>
                            <a:srgbClr val="30589B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49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ADC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400" b="0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78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7CB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400" b="0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70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8AB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400" b="0" i="0" u="none" cap="none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80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79A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400" b="0" i="0" u="none" cap="none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61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99C2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1042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4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Central Maine Healthcare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400" b="0" i="0" u="none" cap="none">
                          <a:solidFill>
                            <a:srgbClr val="30589B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37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C1D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400" b="0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61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99C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400" b="0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57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99FC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400" b="0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85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71A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400" b="0" i="0" u="none" cap="none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57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99FC6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647523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F5CD47C0-7C74-2EAC-E7ED-2C59952511EC}"/>
              </a:ext>
            </a:extLst>
          </p:cNvPr>
          <p:cNvSpPr/>
          <p:nvPr/>
        </p:nvSpPr>
        <p:spPr>
          <a:xfrm>
            <a:off x="5041828" y="545891"/>
            <a:ext cx="2071648" cy="94054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C75E05BF-E7BA-F584-D2FB-F9A25B6DFEBC}"/>
              </a:ext>
            </a:extLst>
          </p:cNvPr>
          <p:cNvSpPr/>
          <p:nvPr/>
        </p:nvSpPr>
        <p:spPr>
          <a:xfrm>
            <a:off x="8801976" y="5337245"/>
            <a:ext cx="2071648" cy="94054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69DD2001-FAF3-1144-8AA3-35CBB7D471F4}"/>
              </a:ext>
            </a:extLst>
          </p:cNvPr>
          <p:cNvSpPr/>
          <p:nvPr/>
        </p:nvSpPr>
        <p:spPr>
          <a:xfrm>
            <a:off x="1174809" y="5330376"/>
            <a:ext cx="2071648" cy="94054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5CE139-9C23-380F-F6D7-100846F86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3D161C-4339-416A-6237-237802E83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6</a:t>
            </a:fld>
            <a:endParaRPr lang="en-US" dirty="0"/>
          </a:p>
        </p:txBody>
      </p:sp>
      <p:sp>
        <p:nvSpPr>
          <p:cNvPr id="6" name="Isosceles Triangle 5">
            <a:extLst>
              <a:ext uri="{FF2B5EF4-FFF2-40B4-BE49-F238E27FC236}">
                <a16:creationId xmlns:a16="http://schemas.microsoft.com/office/drawing/2014/main" id="{5588CCFA-91B8-CD99-8F4F-2CB2B876CD2A}"/>
              </a:ext>
            </a:extLst>
          </p:cNvPr>
          <p:cNvSpPr/>
          <p:nvPr/>
        </p:nvSpPr>
        <p:spPr>
          <a:xfrm>
            <a:off x="3067259" y="1306287"/>
            <a:ext cx="6057481" cy="4481564"/>
          </a:xfrm>
          <a:prstGeom prst="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FBC6BC2-5BF3-BF61-E867-814CA37C105F}"/>
              </a:ext>
            </a:extLst>
          </p:cNvPr>
          <p:cNvSpPr txBox="1"/>
          <p:nvPr/>
        </p:nvSpPr>
        <p:spPr>
          <a:xfrm>
            <a:off x="1158916" y="5409427"/>
            <a:ext cx="192928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Steerage to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MaineHealth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DC7EB02-7599-2040-66BC-16C80D327D21}"/>
              </a:ext>
            </a:extLst>
          </p:cNvPr>
          <p:cNvSpPr txBox="1"/>
          <p:nvPr/>
        </p:nvSpPr>
        <p:spPr>
          <a:xfrm>
            <a:off x="9017559" y="5372352"/>
            <a:ext cx="192928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Beneficial Pricing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EA6335E-1796-95DE-CEAB-0C05F3B03A86}"/>
              </a:ext>
            </a:extLst>
          </p:cNvPr>
          <p:cNvSpPr txBox="1"/>
          <p:nvPr/>
        </p:nvSpPr>
        <p:spPr>
          <a:xfrm>
            <a:off x="4900717" y="500684"/>
            <a:ext cx="240490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State-wide Plan Size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73E28C2-5446-4C35-3ECA-D3797363348D}"/>
              </a:ext>
            </a:extLst>
          </p:cNvPr>
          <p:cNvSpPr txBox="1"/>
          <p:nvPr/>
        </p:nvSpPr>
        <p:spPr>
          <a:xfrm>
            <a:off x="3434307" y="4973934"/>
            <a:ext cx="53572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dirty="0">
                <a:solidFill>
                  <a:schemeClr val="accent6">
                    <a:lumMod val="75000"/>
                  </a:schemeClr>
                </a:solidFill>
              </a:rPr>
              <a:t>$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35AF12C-AD28-B523-E442-38437E646DB9}"/>
              </a:ext>
            </a:extLst>
          </p:cNvPr>
          <p:cNvSpPr txBox="1"/>
          <p:nvPr/>
        </p:nvSpPr>
        <p:spPr>
          <a:xfrm>
            <a:off x="8221971" y="4973934"/>
            <a:ext cx="53572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dirty="0">
                <a:solidFill>
                  <a:schemeClr val="accent6">
                    <a:lumMod val="75000"/>
                  </a:schemeClr>
                </a:solidFill>
              </a:rPr>
              <a:t>$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4BAC7F4-60C2-4B6A-B7AA-CD62BA3AF2AA}"/>
              </a:ext>
            </a:extLst>
          </p:cNvPr>
          <p:cNvSpPr txBox="1"/>
          <p:nvPr/>
        </p:nvSpPr>
        <p:spPr>
          <a:xfrm>
            <a:off x="5542705" y="1969508"/>
            <a:ext cx="11065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75000"/>
                  </a:schemeClr>
                </a:solidFill>
              </a:rPr>
              <a:t>Control</a:t>
            </a:r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58DD9804-9476-00CE-F11D-E1C524E3221F}"/>
              </a:ext>
            </a:extLst>
          </p:cNvPr>
          <p:cNvSpPr/>
          <p:nvPr/>
        </p:nvSpPr>
        <p:spPr>
          <a:xfrm>
            <a:off x="4581627" y="1306287"/>
            <a:ext cx="3028734" cy="2240280"/>
          </a:xfrm>
          <a:prstGeom prst="triangle">
            <a:avLst/>
          </a:prstGeom>
          <a:solidFill>
            <a:schemeClr val="accent1">
              <a:lumMod val="75000"/>
            </a:schemeClr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3920D1E6-4A78-6F6A-C3F3-8C4DC0150E38}"/>
              </a:ext>
            </a:extLst>
          </p:cNvPr>
          <p:cNvSpPr/>
          <p:nvPr/>
        </p:nvSpPr>
        <p:spPr>
          <a:xfrm>
            <a:off x="3067260" y="3547571"/>
            <a:ext cx="3028734" cy="2240280"/>
          </a:xfrm>
          <a:prstGeom prst="triangle">
            <a:avLst/>
          </a:prstGeom>
          <a:solidFill>
            <a:schemeClr val="bg2">
              <a:lumMod val="75000"/>
            </a:schemeClr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Isosceles Triangle 14">
            <a:extLst>
              <a:ext uri="{FF2B5EF4-FFF2-40B4-BE49-F238E27FC236}">
                <a16:creationId xmlns:a16="http://schemas.microsoft.com/office/drawing/2014/main" id="{EF8E3A1F-74ED-C2CE-5E31-AD23C8799D5B}"/>
              </a:ext>
            </a:extLst>
          </p:cNvPr>
          <p:cNvSpPr/>
          <p:nvPr/>
        </p:nvSpPr>
        <p:spPr>
          <a:xfrm>
            <a:off x="6106042" y="3562413"/>
            <a:ext cx="3028734" cy="2240280"/>
          </a:xfrm>
          <a:prstGeom prst="triangle">
            <a:avLst/>
          </a:prstGeom>
          <a:ln w="762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aphic 19">
            <a:extLst>
              <a:ext uri="{FF2B5EF4-FFF2-40B4-BE49-F238E27FC236}">
                <a16:creationId xmlns:a16="http://schemas.microsoft.com/office/drawing/2014/main" id="{EC490FEB-CE0A-8E00-02F5-7C3E47E4FAEC}"/>
              </a:ext>
            </a:extLst>
          </p:cNvPr>
          <p:cNvGrpSpPr/>
          <p:nvPr/>
        </p:nvGrpSpPr>
        <p:grpSpPr>
          <a:xfrm>
            <a:off x="7298450" y="4300222"/>
            <a:ext cx="785041" cy="764662"/>
            <a:chOff x="5389573" y="2759251"/>
            <a:chExt cx="1412519" cy="1320857"/>
          </a:xfrm>
          <a:solidFill>
            <a:schemeClr val="bg1"/>
          </a:solidFill>
        </p:grpSpPr>
        <p:sp>
          <p:nvSpPr>
            <p:cNvPr id="17" name="Freeform: Shape 194">
              <a:extLst>
                <a:ext uri="{FF2B5EF4-FFF2-40B4-BE49-F238E27FC236}">
                  <a16:creationId xmlns:a16="http://schemas.microsoft.com/office/drawing/2014/main" id="{A81AE90A-DB86-2337-9B66-04953506CFA0}"/>
                </a:ext>
              </a:extLst>
            </p:cNvPr>
            <p:cNvSpPr/>
            <p:nvPr/>
          </p:nvSpPr>
          <p:spPr>
            <a:xfrm>
              <a:off x="5660635" y="3560751"/>
              <a:ext cx="1141457" cy="519357"/>
            </a:xfrm>
            <a:custGeom>
              <a:avLst/>
              <a:gdLst>
                <a:gd name="connsiteX0" fmla="*/ 1112781 w 1141457"/>
                <a:gd name="connsiteY0" fmla="*/ 168578 h 519357"/>
                <a:gd name="connsiteX1" fmla="*/ 830852 w 1141457"/>
                <a:gd name="connsiteY1" fmla="*/ 293357 h 519357"/>
                <a:gd name="connsiteX2" fmla="*/ 628850 w 1141457"/>
                <a:gd name="connsiteY2" fmla="*/ 336262 h 519357"/>
                <a:gd name="connsiteX3" fmla="*/ 293405 w 1141457"/>
                <a:gd name="connsiteY3" fmla="*/ 336262 h 519357"/>
                <a:gd name="connsiteX4" fmla="*/ 248946 w 1141457"/>
                <a:gd name="connsiteY4" fmla="*/ 291727 h 519357"/>
                <a:gd name="connsiteX5" fmla="*/ 293405 w 1141457"/>
                <a:gd name="connsiteY5" fmla="*/ 247181 h 519357"/>
                <a:gd name="connsiteX6" fmla="*/ 624433 w 1141457"/>
                <a:gd name="connsiteY6" fmla="*/ 247181 h 519357"/>
                <a:gd name="connsiteX7" fmla="*/ 546588 w 1141457"/>
                <a:gd name="connsiteY7" fmla="*/ 110532 h 519357"/>
                <a:gd name="connsiteX8" fmla="*/ 398466 w 1141457"/>
                <a:gd name="connsiteY8" fmla="*/ 110532 h 519357"/>
                <a:gd name="connsiteX9" fmla="*/ 312846 w 1141457"/>
                <a:gd name="connsiteY9" fmla="*/ 61088 h 519357"/>
                <a:gd name="connsiteX10" fmla="*/ 177820 w 1141457"/>
                <a:gd name="connsiteY10" fmla="*/ 657 h 519357"/>
                <a:gd name="connsiteX11" fmla="*/ 598 w 1141457"/>
                <a:gd name="connsiteY11" fmla="*/ 31985 h 519357"/>
                <a:gd name="connsiteX12" fmla="*/ 598 w 1141457"/>
                <a:gd name="connsiteY12" fmla="*/ 518979 h 519357"/>
                <a:gd name="connsiteX13" fmla="*/ 602572 w 1141457"/>
                <a:gd name="connsiteY13" fmla="*/ 518979 h 519357"/>
                <a:gd name="connsiteX14" fmla="*/ 830833 w 1141457"/>
                <a:gd name="connsiteY14" fmla="*/ 457208 h 519357"/>
                <a:gd name="connsiteX15" fmla="*/ 1101463 w 1141457"/>
                <a:gd name="connsiteY15" fmla="*/ 299238 h 519357"/>
                <a:gd name="connsiteX16" fmla="*/ 1112781 w 1141457"/>
                <a:gd name="connsiteY16" fmla="*/ 168578 h 519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41457" h="519357">
                  <a:moveTo>
                    <a:pt x="1112781" y="168578"/>
                  </a:moveTo>
                  <a:lnTo>
                    <a:pt x="830852" y="293357"/>
                  </a:lnTo>
                  <a:cubicBezTo>
                    <a:pt x="766900" y="321833"/>
                    <a:pt x="698920" y="336262"/>
                    <a:pt x="628850" y="336262"/>
                  </a:cubicBezTo>
                  <a:lnTo>
                    <a:pt x="293405" y="336262"/>
                  </a:lnTo>
                  <a:cubicBezTo>
                    <a:pt x="268858" y="336262"/>
                    <a:pt x="248946" y="316341"/>
                    <a:pt x="248946" y="291727"/>
                  </a:cubicBezTo>
                  <a:cubicBezTo>
                    <a:pt x="248946" y="267135"/>
                    <a:pt x="268858" y="247181"/>
                    <a:pt x="293405" y="247181"/>
                  </a:cubicBezTo>
                  <a:lnTo>
                    <a:pt x="624433" y="247181"/>
                  </a:lnTo>
                  <a:cubicBezTo>
                    <a:pt x="659782" y="187645"/>
                    <a:pt x="616991" y="110532"/>
                    <a:pt x="546588" y="110532"/>
                  </a:cubicBezTo>
                  <a:lnTo>
                    <a:pt x="398466" y="110532"/>
                  </a:lnTo>
                  <a:cubicBezTo>
                    <a:pt x="363163" y="110532"/>
                    <a:pt x="331131" y="91313"/>
                    <a:pt x="312846" y="61088"/>
                  </a:cubicBezTo>
                  <a:cubicBezTo>
                    <a:pt x="287676" y="19423"/>
                    <a:pt x="236646" y="657"/>
                    <a:pt x="177820" y="657"/>
                  </a:cubicBezTo>
                  <a:cubicBezTo>
                    <a:pt x="133521" y="472"/>
                    <a:pt x="57691" y="-939"/>
                    <a:pt x="598" y="31985"/>
                  </a:cubicBezTo>
                  <a:lnTo>
                    <a:pt x="598" y="518979"/>
                  </a:lnTo>
                  <a:lnTo>
                    <a:pt x="602572" y="518979"/>
                  </a:lnTo>
                  <a:cubicBezTo>
                    <a:pt x="682763" y="518979"/>
                    <a:pt x="761504" y="497655"/>
                    <a:pt x="830833" y="457208"/>
                  </a:cubicBezTo>
                  <a:lnTo>
                    <a:pt x="1101463" y="299238"/>
                  </a:lnTo>
                  <a:cubicBezTo>
                    <a:pt x="1149153" y="271417"/>
                    <a:pt x="1155120" y="204480"/>
                    <a:pt x="1112781" y="168578"/>
                  </a:cubicBezTo>
                  <a:close/>
                </a:path>
              </a:pathLst>
            </a:custGeom>
            <a:grpFill/>
            <a:ln w="275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F0302020204030204"/>
                <a:ea typeface="+mn-ea"/>
                <a:cs typeface="+mn-cs"/>
              </a:endParaRPr>
            </a:p>
          </p:txBody>
        </p:sp>
        <p:sp>
          <p:nvSpPr>
            <p:cNvPr id="18" name="Freeform: Shape 195">
              <a:extLst>
                <a:ext uri="{FF2B5EF4-FFF2-40B4-BE49-F238E27FC236}">
                  <a16:creationId xmlns:a16="http://schemas.microsoft.com/office/drawing/2014/main" id="{0D39D242-8EB9-D5D5-5FB8-AFEFF3283D8B}"/>
                </a:ext>
              </a:extLst>
            </p:cNvPr>
            <p:cNvSpPr/>
            <p:nvPr/>
          </p:nvSpPr>
          <p:spPr>
            <a:xfrm>
              <a:off x="5389573" y="3686535"/>
              <a:ext cx="181971" cy="392280"/>
            </a:xfrm>
            <a:custGeom>
              <a:avLst/>
              <a:gdLst>
                <a:gd name="connsiteX0" fmla="*/ 598 w 181971"/>
                <a:gd name="connsiteY0" fmla="*/ 599 h 392280"/>
                <a:gd name="connsiteX1" fmla="*/ 182741 w 181971"/>
                <a:gd name="connsiteY1" fmla="*/ 599 h 392280"/>
                <a:gd name="connsiteX2" fmla="*/ 182741 w 181971"/>
                <a:gd name="connsiteY2" fmla="*/ 393128 h 392280"/>
                <a:gd name="connsiteX3" fmla="*/ 598 w 181971"/>
                <a:gd name="connsiteY3" fmla="*/ 393128 h 392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1971" h="392280">
                  <a:moveTo>
                    <a:pt x="598" y="599"/>
                  </a:moveTo>
                  <a:lnTo>
                    <a:pt x="182741" y="599"/>
                  </a:lnTo>
                  <a:lnTo>
                    <a:pt x="182741" y="393128"/>
                  </a:lnTo>
                  <a:lnTo>
                    <a:pt x="598" y="393128"/>
                  </a:lnTo>
                  <a:close/>
                </a:path>
              </a:pathLst>
            </a:custGeom>
            <a:grpFill/>
            <a:ln w="275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F0302020204030204"/>
                <a:ea typeface="+mn-ea"/>
                <a:cs typeface="+mn-cs"/>
              </a:endParaRPr>
            </a:p>
          </p:txBody>
        </p:sp>
        <p:sp>
          <p:nvSpPr>
            <p:cNvPr id="19" name="Freeform: Shape 196">
              <a:extLst>
                <a:ext uri="{FF2B5EF4-FFF2-40B4-BE49-F238E27FC236}">
                  <a16:creationId xmlns:a16="http://schemas.microsoft.com/office/drawing/2014/main" id="{B1DEAFF9-FEE4-F1B1-7FE1-3B635E6C1D5D}"/>
                </a:ext>
              </a:extLst>
            </p:cNvPr>
            <p:cNvSpPr/>
            <p:nvPr/>
          </p:nvSpPr>
          <p:spPr>
            <a:xfrm>
              <a:off x="5724340" y="2759251"/>
              <a:ext cx="741671" cy="743123"/>
            </a:xfrm>
            <a:custGeom>
              <a:avLst/>
              <a:gdLst>
                <a:gd name="connsiteX0" fmla="*/ 371660 w 741671"/>
                <a:gd name="connsiteY0" fmla="*/ 744166 h 743122"/>
                <a:gd name="connsiteX1" fmla="*/ 742710 w 741671"/>
                <a:gd name="connsiteY1" fmla="*/ 372386 h 743122"/>
                <a:gd name="connsiteX2" fmla="*/ 371660 w 741671"/>
                <a:gd name="connsiteY2" fmla="*/ 599 h 743122"/>
                <a:gd name="connsiteX3" fmla="*/ 598 w 741671"/>
                <a:gd name="connsiteY3" fmla="*/ 372386 h 743122"/>
                <a:gd name="connsiteX4" fmla="*/ 371660 w 741671"/>
                <a:gd name="connsiteY4" fmla="*/ 744166 h 743122"/>
                <a:gd name="connsiteX5" fmla="*/ 336194 w 741671"/>
                <a:gd name="connsiteY5" fmla="*/ 222271 h 743122"/>
                <a:gd name="connsiteX6" fmla="*/ 340997 w 741671"/>
                <a:gd name="connsiteY6" fmla="*/ 222271 h 743122"/>
                <a:gd name="connsiteX7" fmla="*/ 340997 w 741671"/>
                <a:gd name="connsiteY7" fmla="*/ 200268 h 743122"/>
                <a:gd name="connsiteX8" fmla="*/ 382851 w 741671"/>
                <a:gd name="connsiteY8" fmla="*/ 158344 h 743122"/>
                <a:gd name="connsiteX9" fmla="*/ 424690 w 741671"/>
                <a:gd name="connsiteY9" fmla="*/ 200268 h 743122"/>
                <a:gd name="connsiteX10" fmla="*/ 424690 w 741671"/>
                <a:gd name="connsiteY10" fmla="*/ 222271 h 743122"/>
                <a:gd name="connsiteX11" fmla="*/ 463754 w 741671"/>
                <a:gd name="connsiteY11" fmla="*/ 222271 h 743122"/>
                <a:gd name="connsiteX12" fmla="*/ 505596 w 741671"/>
                <a:gd name="connsiteY12" fmla="*/ 264205 h 743122"/>
                <a:gd name="connsiteX13" fmla="*/ 463754 w 741671"/>
                <a:gd name="connsiteY13" fmla="*/ 306129 h 743122"/>
                <a:gd name="connsiteX14" fmla="*/ 336194 w 741671"/>
                <a:gd name="connsiteY14" fmla="*/ 306129 h 743122"/>
                <a:gd name="connsiteX15" fmla="*/ 321416 w 741671"/>
                <a:gd name="connsiteY15" fmla="*/ 320923 h 743122"/>
                <a:gd name="connsiteX16" fmla="*/ 336194 w 741671"/>
                <a:gd name="connsiteY16" fmla="*/ 335730 h 743122"/>
                <a:gd name="connsiteX17" fmla="*/ 407147 w 741671"/>
                <a:gd name="connsiteY17" fmla="*/ 335730 h 743122"/>
                <a:gd name="connsiteX18" fmla="*/ 505596 w 741671"/>
                <a:gd name="connsiteY18" fmla="*/ 434383 h 743122"/>
                <a:gd name="connsiteX19" fmla="*/ 424690 w 741671"/>
                <a:gd name="connsiteY19" fmla="*/ 531439 h 743122"/>
                <a:gd name="connsiteX20" fmla="*/ 424690 w 741671"/>
                <a:gd name="connsiteY20" fmla="*/ 555028 h 743122"/>
                <a:gd name="connsiteX21" fmla="*/ 382851 w 741671"/>
                <a:gd name="connsiteY21" fmla="*/ 596961 h 743122"/>
                <a:gd name="connsiteX22" fmla="*/ 340997 w 741671"/>
                <a:gd name="connsiteY22" fmla="*/ 555028 h 743122"/>
                <a:gd name="connsiteX23" fmla="*/ 340997 w 741671"/>
                <a:gd name="connsiteY23" fmla="*/ 533036 h 743122"/>
                <a:gd name="connsiteX24" fmla="*/ 280566 w 741671"/>
                <a:gd name="connsiteY24" fmla="*/ 533036 h 743122"/>
                <a:gd name="connsiteX25" fmla="*/ 238724 w 741671"/>
                <a:gd name="connsiteY25" fmla="*/ 491101 h 743122"/>
                <a:gd name="connsiteX26" fmla="*/ 280566 w 741671"/>
                <a:gd name="connsiteY26" fmla="*/ 449165 h 743122"/>
                <a:gd name="connsiteX27" fmla="*/ 407147 w 741671"/>
                <a:gd name="connsiteY27" fmla="*/ 449165 h 743122"/>
                <a:gd name="connsiteX28" fmla="*/ 421903 w 741671"/>
                <a:gd name="connsiteY28" fmla="*/ 434383 h 743122"/>
                <a:gd name="connsiteX29" fmla="*/ 407147 w 741671"/>
                <a:gd name="connsiteY29" fmla="*/ 419598 h 743122"/>
                <a:gd name="connsiteX30" fmla="*/ 336194 w 741671"/>
                <a:gd name="connsiteY30" fmla="*/ 419598 h 743122"/>
                <a:gd name="connsiteX31" fmla="*/ 237712 w 741671"/>
                <a:gd name="connsiteY31" fmla="*/ 320923 h 743122"/>
                <a:gd name="connsiteX32" fmla="*/ 336194 w 741671"/>
                <a:gd name="connsiteY32" fmla="*/ 222271 h 7431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741671" h="743122">
                  <a:moveTo>
                    <a:pt x="371660" y="744166"/>
                  </a:moveTo>
                  <a:cubicBezTo>
                    <a:pt x="576270" y="744166"/>
                    <a:pt x="742710" y="577397"/>
                    <a:pt x="742710" y="372386"/>
                  </a:cubicBezTo>
                  <a:cubicBezTo>
                    <a:pt x="742710" y="167376"/>
                    <a:pt x="576270" y="599"/>
                    <a:pt x="371660" y="599"/>
                  </a:cubicBezTo>
                  <a:cubicBezTo>
                    <a:pt x="167071" y="599"/>
                    <a:pt x="598" y="167376"/>
                    <a:pt x="598" y="372386"/>
                  </a:cubicBezTo>
                  <a:cubicBezTo>
                    <a:pt x="598" y="577397"/>
                    <a:pt x="167071" y="744166"/>
                    <a:pt x="371660" y="744166"/>
                  </a:cubicBezTo>
                  <a:close/>
                  <a:moveTo>
                    <a:pt x="336194" y="222271"/>
                  </a:moveTo>
                  <a:lnTo>
                    <a:pt x="340997" y="222271"/>
                  </a:lnTo>
                  <a:lnTo>
                    <a:pt x="340997" y="200268"/>
                  </a:lnTo>
                  <a:cubicBezTo>
                    <a:pt x="340997" y="177121"/>
                    <a:pt x="359749" y="158344"/>
                    <a:pt x="382851" y="158344"/>
                  </a:cubicBezTo>
                  <a:cubicBezTo>
                    <a:pt x="405972" y="158344"/>
                    <a:pt x="424690" y="177121"/>
                    <a:pt x="424690" y="200268"/>
                  </a:cubicBezTo>
                  <a:lnTo>
                    <a:pt x="424690" y="222271"/>
                  </a:lnTo>
                  <a:lnTo>
                    <a:pt x="463754" y="222271"/>
                  </a:lnTo>
                  <a:cubicBezTo>
                    <a:pt x="486878" y="222271"/>
                    <a:pt x="505596" y="241027"/>
                    <a:pt x="505596" y="264205"/>
                  </a:cubicBezTo>
                  <a:cubicBezTo>
                    <a:pt x="505596" y="287341"/>
                    <a:pt x="486878" y="306129"/>
                    <a:pt x="463754" y="306129"/>
                  </a:cubicBezTo>
                  <a:lnTo>
                    <a:pt x="336194" y="306129"/>
                  </a:lnTo>
                  <a:cubicBezTo>
                    <a:pt x="328053" y="306129"/>
                    <a:pt x="321416" y="312754"/>
                    <a:pt x="321416" y="320923"/>
                  </a:cubicBezTo>
                  <a:cubicBezTo>
                    <a:pt x="321416" y="329083"/>
                    <a:pt x="328053" y="335730"/>
                    <a:pt x="336194" y="335730"/>
                  </a:cubicBezTo>
                  <a:lnTo>
                    <a:pt x="407147" y="335730"/>
                  </a:lnTo>
                  <a:cubicBezTo>
                    <a:pt x="461440" y="335730"/>
                    <a:pt x="505596" y="379983"/>
                    <a:pt x="505596" y="434383"/>
                  </a:cubicBezTo>
                  <a:cubicBezTo>
                    <a:pt x="505596" y="482769"/>
                    <a:pt x="470646" y="523107"/>
                    <a:pt x="424690" y="531439"/>
                  </a:cubicBezTo>
                  <a:lnTo>
                    <a:pt x="424690" y="555028"/>
                  </a:lnTo>
                  <a:cubicBezTo>
                    <a:pt x="424690" y="578176"/>
                    <a:pt x="405972" y="596961"/>
                    <a:pt x="382851" y="596961"/>
                  </a:cubicBezTo>
                  <a:cubicBezTo>
                    <a:pt x="359749" y="596961"/>
                    <a:pt x="340997" y="578176"/>
                    <a:pt x="340997" y="555028"/>
                  </a:cubicBezTo>
                  <a:lnTo>
                    <a:pt x="340997" y="533036"/>
                  </a:lnTo>
                  <a:lnTo>
                    <a:pt x="280566" y="533036"/>
                  </a:lnTo>
                  <a:cubicBezTo>
                    <a:pt x="257442" y="533036"/>
                    <a:pt x="238724" y="514270"/>
                    <a:pt x="238724" y="491101"/>
                  </a:cubicBezTo>
                  <a:cubicBezTo>
                    <a:pt x="238724" y="467953"/>
                    <a:pt x="257442" y="449165"/>
                    <a:pt x="280566" y="449165"/>
                  </a:cubicBezTo>
                  <a:lnTo>
                    <a:pt x="407147" y="449165"/>
                  </a:lnTo>
                  <a:cubicBezTo>
                    <a:pt x="415289" y="449165"/>
                    <a:pt x="421903" y="442541"/>
                    <a:pt x="421903" y="434383"/>
                  </a:cubicBezTo>
                  <a:cubicBezTo>
                    <a:pt x="421903" y="426225"/>
                    <a:pt x="415289" y="419598"/>
                    <a:pt x="407147" y="419598"/>
                  </a:cubicBezTo>
                  <a:lnTo>
                    <a:pt x="336194" y="419598"/>
                  </a:lnTo>
                  <a:cubicBezTo>
                    <a:pt x="281901" y="419598"/>
                    <a:pt x="237712" y="375323"/>
                    <a:pt x="237712" y="320923"/>
                  </a:cubicBezTo>
                  <a:cubicBezTo>
                    <a:pt x="237712" y="266526"/>
                    <a:pt x="281901" y="222271"/>
                    <a:pt x="336194" y="222271"/>
                  </a:cubicBezTo>
                  <a:close/>
                </a:path>
              </a:pathLst>
            </a:custGeom>
            <a:grpFill/>
            <a:ln w="275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F0302020204030204"/>
                <a:ea typeface="+mn-ea"/>
                <a:cs typeface="+mn-cs"/>
              </a:endParaRPr>
            </a:p>
          </p:txBody>
        </p:sp>
      </p:grpSp>
      <p:pic>
        <p:nvPicPr>
          <p:cNvPr id="20" name="Graphic 309">
            <a:extLst>
              <a:ext uri="{FF2B5EF4-FFF2-40B4-BE49-F238E27FC236}">
                <a16:creationId xmlns:a16="http://schemas.microsoft.com/office/drawing/2014/main" id="{B9BB7BE8-2BDE-9A36-90A0-B9504CE70B5B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85150" y="4334971"/>
            <a:ext cx="790913" cy="790910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C1D29A41-3E3F-C795-D7DE-B8215116A53E}"/>
              </a:ext>
            </a:extLst>
          </p:cNvPr>
          <p:cNvGrpSpPr/>
          <p:nvPr/>
        </p:nvGrpSpPr>
        <p:grpSpPr>
          <a:xfrm>
            <a:off x="5706650" y="2065526"/>
            <a:ext cx="798783" cy="699848"/>
            <a:chOff x="5636339" y="2862738"/>
            <a:chExt cx="917337" cy="888629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C1FE8C81-8315-C33B-7DD7-09E86EB565B2}"/>
                </a:ext>
              </a:extLst>
            </p:cNvPr>
            <p:cNvSpPr/>
            <p:nvPr/>
          </p:nvSpPr>
          <p:spPr>
            <a:xfrm>
              <a:off x="5932646" y="2862738"/>
              <a:ext cx="323850" cy="447675"/>
            </a:xfrm>
            <a:custGeom>
              <a:avLst/>
              <a:gdLst>
                <a:gd name="connsiteX0" fmla="*/ 33814 w 323850"/>
                <a:gd name="connsiteY0" fmla="*/ 448151 h 447675"/>
                <a:gd name="connsiteX1" fmla="*/ 291941 w 323850"/>
                <a:gd name="connsiteY1" fmla="*/ 448151 h 447675"/>
                <a:gd name="connsiteX2" fmla="*/ 318611 w 323850"/>
                <a:gd name="connsiteY2" fmla="*/ 421481 h 447675"/>
                <a:gd name="connsiteX3" fmla="*/ 318611 w 323850"/>
                <a:gd name="connsiteY3" fmla="*/ 240506 h 447675"/>
                <a:gd name="connsiteX4" fmla="*/ 214789 w 323850"/>
                <a:gd name="connsiteY4" fmla="*/ 115729 h 447675"/>
                <a:gd name="connsiteX5" fmla="*/ 214789 w 323850"/>
                <a:gd name="connsiteY5" fmla="*/ 74771 h 447675"/>
                <a:gd name="connsiteX6" fmla="*/ 216694 w 323850"/>
                <a:gd name="connsiteY6" fmla="*/ 74771 h 447675"/>
                <a:gd name="connsiteX7" fmla="*/ 244316 w 323850"/>
                <a:gd name="connsiteY7" fmla="*/ 47149 h 447675"/>
                <a:gd name="connsiteX8" fmla="*/ 244316 w 323850"/>
                <a:gd name="connsiteY8" fmla="*/ 34766 h 447675"/>
                <a:gd name="connsiteX9" fmla="*/ 216694 w 323850"/>
                <a:gd name="connsiteY9" fmla="*/ 7144 h 447675"/>
                <a:gd name="connsiteX10" fmla="*/ 109061 w 323850"/>
                <a:gd name="connsiteY10" fmla="*/ 7144 h 447675"/>
                <a:gd name="connsiteX11" fmla="*/ 81439 w 323850"/>
                <a:gd name="connsiteY11" fmla="*/ 34766 h 447675"/>
                <a:gd name="connsiteX12" fmla="*/ 81439 w 323850"/>
                <a:gd name="connsiteY12" fmla="*/ 47149 h 447675"/>
                <a:gd name="connsiteX13" fmla="*/ 109061 w 323850"/>
                <a:gd name="connsiteY13" fmla="*/ 74771 h 447675"/>
                <a:gd name="connsiteX14" fmla="*/ 110966 w 323850"/>
                <a:gd name="connsiteY14" fmla="*/ 74771 h 447675"/>
                <a:gd name="connsiteX15" fmla="*/ 110966 w 323850"/>
                <a:gd name="connsiteY15" fmla="*/ 115729 h 447675"/>
                <a:gd name="connsiteX16" fmla="*/ 7144 w 323850"/>
                <a:gd name="connsiteY16" fmla="*/ 240506 h 447675"/>
                <a:gd name="connsiteX17" fmla="*/ 7144 w 323850"/>
                <a:gd name="connsiteY17" fmla="*/ 421481 h 447675"/>
                <a:gd name="connsiteX18" fmla="*/ 33814 w 323850"/>
                <a:gd name="connsiteY18" fmla="*/ 448151 h 447675"/>
                <a:gd name="connsiteX19" fmla="*/ 89059 w 323850"/>
                <a:gd name="connsiteY19" fmla="*/ 214789 h 447675"/>
                <a:gd name="connsiteX20" fmla="*/ 237649 w 323850"/>
                <a:gd name="connsiteY20" fmla="*/ 214789 h 447675"/>
                <a:gd name="connsiteX21" fmla="*/ 237649 w 323850"/>
                <a:gd name="connsiteY21" fmla="*/ 363379 h 447675"/>
                <a:gd name="connsiteX22" fmla="*/ 89059 w 323850"/>
                <a:gd name="connsiteY22" fmla="*/ 363379 h 447675"/>
                <a:gd name="connsiteX23" fmla="*/ 89059 w 323850"/>
                <a:gd name="connsiteY23" fmla="*/ 214789 h 447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23850" h="447675">
                  <a:moveTo>
                    <a:pt x="33814" y="448151"/>
                  </a:moveTo>
                  <a:lnTo>
                    <a:pt x="291941" y="448151"/>
                  </a:lnTo>
                  <a:cubicBezTo>
                    <a:pt x="307181" y="448151"/>
                    <a:pt x="318611" y="435769"/>
                    <a:pt x="318611" y="421481"/>
                  </a:cubicBezTo>
                  <a:lnTo>
                    <a:pt x="318611" y="240506"/>
                  </a:lnTo>
                  <a:cubicBezTo>
                    <a:pt x="318611" y="178594"/>
                    <a:pt x="273844" y="127159"/>
                    <a:pt x="214789" y="115729"/>
                  </a:cubicBezTo>
                  <a:lnTo>
                    <a:pt x="214789" y="74771"/>
                  </a:lnTo>
                  <a:lnTo>
                    <a:pt x="216694" y="74771"/>
                  </a:lnTo>
                  <a:cubicBezTo>
                    <a:pt x="231934" y="74771"/>
                    <a:pt x="244316" y="62389"/>
                    <a:pt x="244316" y="47149"/>
                  </a:cubicBezTo>
                  <a:lnTo>
                    <a:pt x="244316" y="34766"/>
                  </a:lnTo>
                  <a:cubicBezTo>
                    <a:pt x="244316" y="19526"/>
                    <a:pt x="231934" y="7144"/>
                    <a:pt x="216694" y="7144"/>
                  </a:cubicBezTo>
                  <a:lnTo>
                    <a:pt x="109061" y="7144"/>
                  </a:lnTo>
                  <a:cubicBezTo>
                    <a:pt x="93821" y="7144"/>
                    <a:pt x="81439" y="19526"/>
                    <a:pt x="81439" y="34766"/>
                  </a:cubicBezTo>
                  <a:lnTo>
                    <a:pt x="81439" y="47149"/>
                  </a:lnTo>
                  <a:cubicBezTo>
                    <a:pt x="81439" y="62389"/>
                    <a:pt x="93821" y="74771"/>
                    <a:pt x="109061" y="74771"/>
                  </a:cubicBezTo>
                  <a:lnTo>
                    <a:pt x="110966" y="74771"/>
                  </a:lnTo>
                  <a:lnTo>
                    <a:pt x="110966" y="115729"/>
                  </a:lnTo>
                  <a:cubicBezTo>
                    <a:pt x="51911" y="126206"/>
                    <a:pt x="7144" y="178594"/>
                    <a:pt x="7144" y="240506"/>
                  </a:cubicBezTo>
                  <a:lnTo>
                    <a:pt x="7144" y="421481"/>
                  </a:lnTo>
                  <a:cubicBezTo>
                    <a:pt x="7144" y="435769"/>
                    <a:pt x="19526" y="448151"/>
                    <a:pt x="33814" y="448151"/>
                  </a:cubicBezTo>
                  <a:close/>
                  <a:moveTo>
                    <a:pt x="89059" y="214789"/>
                  </a:moveTo>
                  <a:lnTo>
                    <a:pt x="237649" y="214789"/>
                  </a:lnTo>
                  <a:lnTo>
                    <a:pt x="237649" y="363379"/>
                  </a:lnTo>
                  <a:lnTo>
                    <a:pt x="89059" y="363379"/>
                  </a:lnTo>
                  <a:lnTo>
                    <a:pt x="89059" y="21478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A169EEBF-E4DA-CF14-3737-33DFF1E15E91}"/>
                </a:ext>
              </a:extLst>
            </p:cNvPr>
            <p:cNvSpPr/>
            <p:nvPr/>
          </p:nvSpPr>
          <p:spPr>
            <a:xfrm>
              <a:off x="6039326" y="3095148"/>
              <a:ext cx="104775" cy="104775"/>
            </a:xfrm>
            <a:custGeom>
              <a:avLst/>
              <a:gdLst>
                <a:gd name="connsiteX0" fmla="*/ 75724 w 104775"/>
                <a:gd name="connsiteY0" fmla="*/ 7144 h 104775"/>
                <a:gd name="connsiteX1" fmla="*/ 37624 w 104775"/>
                <a:gd name="connsiteY1" fmla="*/ 7144 h 104775"/>
                <a:gd name="connsiteX2" fmla="*/ 37624 w 104775"/>
                <a:gd name="connsiteY2" fmla="*/ 37624 h 104775"/>
                <a:gd name="connsiteX3" fmla="*/ 7144 w 104775"/>
                <a:gd name="connsiteY3" fmla="*/ 37624 h 104775"/>
                <a:gd name="connsiteX4" fmla="*/ 7144 w 104775"/>
                <a:gd name="connsiteY4" fmla="*/ 76676 h 104775"/>
                <a:gd name="connsiteX5" fmla="*/ 37624 w 104775"/>
                <a:gd name="connsiteY5" fmla="*/ 76676 h 104775"/>
                <a:gd name="connsiteX6" fmla="*/ 37624 w 104775"/>
                <a:gd name="connsiteY6" fmla="*/ 106204 h 104775"/>
                <a:gd name="connsiteX7" fmla="*/ 75724 w 104775"/>
                <a:gd name="connsiteY7" fmla="*/ 106204 h 104775"/>
                <a:gd name="connsiteX8" fmla="*/ 75724 w 104775"/>
                <a:gd name="connsiteY8" fmla="*/ 76676 h 104775"/>
                <a:gd name="connsiteX9" fmla="*/ 106204 w 104775"/>
                <a:gd name="connsiteY9" fmla="*/ 76676 h 104775"/>
                <a:gd name="connsiteX10" fmla="*/ 106204 w 104775"/>
                <a:gd name="connsiteY10" fmla="*/ 37624 h 104775"/>
                <a:gd name="connsiteX11" fmla="*/ 75724 w 104775"/>
                <a:gd name="connsiteY11" fmla="*/ 37624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775" h="104775">
                  <a:moveTo>
                    <a:pt x="75724" y="7144"/>
                  </a:moveTo>
                  <a:lnTo>
                    <a:pt x="37624" y="7144"/>
                  </a:lnTo>
                  <a:lnTo>
                    <a:pt x="37624" y="37624"/>
                  </a:lnTo>
                  <a:lnTo>
                    <a:pt x="7144" y="37624"/>
                  </a:lnTo>
                  <a:lnTo>
                    <a:pt x="7144" y="76676"/>
                  </a:lnTo>
                  <a:lnTo>
                    <a:pt x="37624" y="76676"/>
                  </a:lnTo>
                  <a:lnTo>
                    <a:pt x="37624" y="106204"/>
                  </a:lnTo>
                  <a:lnTo>
                    <a:pt x="75724" y="106204"/>
                  </a:lnTo>
                  <a:lnTo>
                    <a:pt x="75724" y="76676"/>
                  </a:lnTo>
                  <a:lnTo>
                    <a:pt x="106204" y="76676"/>
                  </a:lnTo>
                  <a:lnTo>
                    <a:pt x="106204" y="37624"/>
                  </a:lnTo>
                  <a:lnTo>
                    <a:pt x="75724" y="3762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C39ED2F2-FA7D-48A9-D2F4-19B4F5F262FC}"/>
                </a:ext>
              </a:extLst>
            </p:cNvPr>
            <p:cNvSpPr/>
            <p:nvPr/>
          </p:nvSpPr>
          <p:spPr>
            <a:xfrm>
              <a:off x="5636339" y="3179692"/>
              <a:ext cx="409575" cy="571500"/>
            </a:xfrm>
            <a:custGeom>
              <a:avLst/>
              <a:gdLst>
                <a:gd name="connsiteX0" fmla="*/ 358697 w 409575"/>
                <a:gd name="connsiteY0" fmla="*/ 283597 h 571500"/>
                <a:gd name="connsiteX1" fmla="*/ 290117 w 409575"/>
                <a:gd name="connsiteY1" fmla="*/ 195967 h 571500"/>
                <a:gd name="connsiteX2" fmla="*/ 225346 w 409575"/>
                <a:gd name="connsiteY2" fmla="*/ 116910 h 571500"/>
                <a:gd name="connsiteX3" fmla="*/ 175817 w 409575"/>
                <a:gd name="connsiteY3" fmla="*/ 108337 h 571500"/>
                <a:gd name="connsiteX4" fmla="*/ 163434 w 409575"/>
                <a:gd name="connsiteY4" fmla="*/ 185490 h 571500"/>
                <a:gd name="connsiteX5" fmla="*/ 226299 w 409575"/>
                <a:gd name="connsiteY5" fmla="*/ 263595 h 571500"/>
                <a:gd name="connsiteX6" fmla="*/ 231062 w 409575"/>
                <a:gd name="connsiteY6" fmla="*/ 269310 h 571500"/>
                <a:gd name="connsiteX7" fmla="*/ 228204 w 409575"/>
                <a:gd name="connsiteY7" fmla="*/ 292170 h 571500"/>
                <a:gd name="connsiteX8" fmla="*/ 208202 w 409575"/>
                <a:gd name="connsiteY8" fmla="*/ 289312 h 571500"/>
                <a:gd name="connsiteX9" fmla="*/ 204392 w 409575"/>
                <a:gd name="connsiteY9" fmla="*/ 284550 h 571500"/>
                <a:gd name="connsiteX10" fmla="*/ 151052 w 409575"/>
                <a:gd name="connsiteY10" fmla="*/ 221685 h 571500"/>
                <a:gd name="connsiteX11" fmla="*/ 136764 w 409575"/>
                <a:gd name="connsiteY11" fmla="*/ 198825 h 571500"/>
                <a:gd name="connsiteX12" fmla="*/ 129144 w 409575"/>
                <a:gd name="connsiteY12" fmla="*/ 119767 h 571500"/>
                <a:gd name="connsiteX13" fmla="*/ 96759 w 409575"/>
                <a:gd name="connsiteY13" fmla="*/ 40710 h 571500"/>
                <a:gd name="connsiteX14" fmla="*/ 7224 w 409575"/>
                <a:gd name="connsiteY14" fmla="*/ 58807 h 571500"/>
                <a:gd name="connsiteX15" fmla="*/ 88186 w 409575"/>
                <a:gd name="connsiteY15" fmla="*/ 379800 h 571500"/>
                <a:gd name="connsiteX16" fmla="*/ 210106 w 409575"/>
                <a:gd name="connsiteY16" fmla="*/ 485527 h 571500"/>
                <a:gd name="connsiteX17" fmla="*/ 222489 w 409575"/>
                <a:gd name="connsiteY17" fmla="*/ 509340 h 571500"/>
                <a:gd name="connsiteX18" fmla="*/ 222489 w 409575"/>
                <a:gd name="connsiteY18" fmla="*/ 549345 h 571500"/>
                <a:gd name="connsiteX19" fmla="*/ 244396 w 409575"/>
                <a:gd name="connsiteY19" fmla="*/ 571252 h 571500"/>
                <a:gd name="connsiteX20" fmla="*/ 383462 w 409575"/>
                <a:gd name="connsiteY20" fmla="*/ 571252 h 571500"/>
                <a:gd name="connsiteX21" fmla="*/ 405369 w 409575"/>
                <a:gd name="connsiteY21" fmla="*/ 549345 h 571500"/>
                <a:gd name="connsiteX22" fmla="*/ 401559 w 409575"/>
                <a:gd name="connsiteY22" fmla="*/ 451237 h 571500"/>
                <a:gd name="connsiteX23" fmla="*/ 358697 w 409575"/>
                <a:gd name="connsiteY23" fmla="*/ 283597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409575" h="571500">
                  <a:moveTo>
                    <a:pt x="358697" y="283597"/>
                  </a:moveTo>
                  <a:cubicBezTo>
                    <a:pt x="343457" y="257880"/>
                    <a:pt x="316787" y="226447"/>
                    <a:pt x="290117" y="195967"/>
                  </a:cubicBezTo>
                  <a:cubicBezTo>
                    <a:pt x="267257" y="169297"/>
                    <a:pt x="242492" y="142627"/>
                    <a:pt x="225346" y="116910"/>
                  </a:cubicBezTo>
                  <a:cubicBezTo>
                    <a:pt x="212964" y="98812"/>
                    <a:pt x="191056" y="98812"/>
                    <a:pt x="175817" y="108337"/>
                  </a:cubicBezTo>
                  <a:cubicBezTo>
                    <a:pt x="156767" y="119767"/>
                    <a:pt x="142479" y="145485"/>
                    <a:pt x="163434" y="185490"/>
                  </a:cubicBezTo>
                  <a:cubicBezTo>
                    <a:pt x="173912" y="206445"/>
                    <a:pt x="199629" y="235020"/>
                    <a:pt x="226299" y="263595"/>
                  </a:cubicBezTo>
                  <a:cubicBezTo>
                    <a:pt x="228204" y="265500"/>
                    <a:pt x="229156" y="267405"/>
                    <a:pt x="231062" y="269310"/>
                  </a:cubicBezTo>
                  <a:cubicBezTo>
                    <a:pt x="237729" y="275977"/>
                    <a:pt x="235824" y="287407"/>
                    <a:pt x="228204" y="292170"/>
                  </a:cubicBezTo>
                  <a:cubicBezTo>
                    <a:pt x="221537" y="295980"/>
                    <a:pt x="213917" y="294075"/>
                    <a:pt x="208202" y="289312"/>
                  </a:cubicBezTo>
                  <a:cubicBezTo>
                    <a:pt x="206296" y="287407"/>
                    <a:pt x="205344" y="286455"/>
                    <a:pt x="204392" y="284550"/>
                  </a:cubicBezTo>
                  <a:cubicBezTo>
                    <a:pt x="183437" y="261690"/>
                    <a:pt x="164387" y="240735"/>
                    <a:pt x="151052" y="221685"/>
                  </a:cubicBezTo>
                  <a:cubicBezTo>
                    <a:pt x="145337" y="214065"/>
                    <a:pt x="140574" y="206445"/>
                    <a:pt x="136764" y="198825"/>
                  </a:cubicBezTo>
                  <a:cubicBezTo>
                    <a:pt x="120571" y="168345"/>
                    <a:pt x="120571" y="140722"/>
                    <a:pt x="129144" y="119767"/>
                  </a:cubicBezTo>
                  <a:cubicBezTo>
                    <a:pt x="114856" y="89287"/>
                    <a:pt x="102474" y="59760"/>
                    <a:pt x="96759" y="40710"/>
                  </a:cubicBezTo>
                  <a:cubicBezTo>
                    <a:pt x="78661" y="-12630"/>
                    <a:pt x="4366" y="705"/>
                    <a:pt x="7224" y="58807"/>
                  </a:cubicBezTo>
                  <a:cubicBezTo>
                    <a:pt x="10081" y="117862"/>
                    <a:pt x="31036" y="313125"/>
                    <a:pt x="88186" y="379800"/>
                  </a:cubicBezTo>
                  <a:cubicBezTo>
                    <a:pt x="113904" y="410280"/>
                    <a:pt x="160577" y="451237"/>
                    <a:pt x="210106" y="485527"/>
                  </a:cubicBezTo>
                  <a:cubicBezTo>
                    <a:pt x="217727" y="491242"/>
                    <a:pt x="222489" y="499815"/>
                    <a:pt x="222489" y="509340"/>
                  </a:cubicBezTo>
                  <a:lnTo>
                    <a:pt x="222489" y="549345"/>
                  </a:lnTo>
                  <a:cubicBezTo>
                    <a:pt x="222489" y="561727"/>
                    <a:pt x="232014" y="571252"/>
                    <a:pt x="244396" y="571252"/>
                  </a:cubicBezTo>
                  <a:lnTo>
                    <a:pt x="383462" y="571252"/>
                  </a:lnTo>
                  <a:cubicBezTo>
                    <a:pt x="395844" y="571252"/>
                    <a:pt x="405369" y="561727"/>
                    <a:pt x="405369" y="549345"/>
                  </a:cubicBezTo>
                  <a:cubicBezTo>
                    <a:pt x="404417" y="525532"/>
                    <a:pt x="403464" y="485527"/>
                    <a:pt x="401559" y="451237"/>
                  </a:cubicBezTo>
                  <a:cubicBezTo>
                    <a:pt x="396797" y="378847"/>
                    <a:pt x="374889" y="312172"/>
                    <a:pt x="358697" y="28359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1521FD29-EE92-080D-AE14-EAFB7606D99B}"/>
                </a:ext>
              </a:extLst>
            </p:cNvPr>
            <p:cNvSpPr/>
            <p:nvPr/>
          </p:nvSpPr>
          <p:spPr>
            <a:xfrm>
              <a:off x="6144101" y="3179867"/>
              <a:ext cx="409575" cy="571500"/>
            </a:xfrm>
            <a:custGeom>
              <a:avLst/>
              <a:gdLst>
                <a:gd name="connsiteX0" fmla="*/ 315754 w 409575"/>
                <a:gd name="connsiteY0" fmla="*/ 41487 h 571500"/>
                <a:gd name="connsiteX1" fmla="*/ 283369 w 409575"/>
                <a:gd name="connsiteY1" fmla="*/ 120545 h 571500"/>
                <a:gd name="connsiteX2" fmla="*/ 275749 w 409575"/>
                <a:gd name="connsiteY2" fmla="*/ 199602 h 571500"/>
                <a:gd name="connsiteX3" fmla="*/ 261461 w 409575"/>
                <a:gd name="connsiteY3" fmla="*/ 222462 h 571500"/>
                <a:gd name="connsiteX4" fmla="*/ 208121 w 409575"/>
                <a:gd name="connsiteY4" fmla="*/ 285327 h 571500"/>
                <a:gd name="connsiteX5" fmla="*/ 204311 w 409575"/>
                <a:gd name="connsiteY5" fmla="*/ 290090 h 571500"/>
                <a:gd name="connsiteX6" fmla="*/ 184309 w 409575"/>
                <a:gd name="connsiteY6" fmla="*/ 292947 h 571500"/>
                <a:gd name="connsiteX7" fmla="*/ 181451 w 409575"/>
                <a:gd name="connsiteY7" fmla="*/ 270087 h 571500"/>
                <a:gd name="connsiteX8" fmla="*/ 186214 w 409575"/>
                <a:gd name="connsiteY8" fmla="*/ 264372 h 571500"/>
                <a:gd name="connsiteX9" fmla="*/ 249079 w 409575"/>
                <a:gd name="connsiteY9" fmla="*/ 186267 h 571500"/>
                <a:gd name="connsiteX10" fmla="*/ 236696 w 409575"/>
                <a:gd name="connsiteY10" fmla="*/ 109115 h 571500"/>
                <a:gd name="connsiteX11" fmla="*/ 187166 w 409575"/>
                <a:gd name="connsiteY11" fmla="*/ 117687 h 571500"/>
                <a:gd name="connsiteX12" fmla="*/ 122396 w 409575"/>
                <a:gd name="connsiteY12" fmla="*/ 196745 h 571500"/>
                <a:gd name="connsiteX13" fmla="*/ 53816 w 409575"/>
                <a:gd name="connsiteY13" fmla="*/ 284375 h 571500"/>
                <a:gd name="connsiteX14" fmla="*/ 10954 w 409575"/>
                <a:gd name="connsiteY14" fmla="*/ 450110 h 571500"/>
                <a:gd name="connsiteX15" fmla="*/ 7144 w 409575"/>
                <a:gd name="connsiteY15" fmla="*/ 548217 h 571500"/>
                <a:gd name="connsiteX16" fmla="*/ 29051 w 409575"/>
                <a:gd name="connsiteY16" fmla="*/ 570125 h 571500"/>
                <a:gd name="connsiteX17" fmla="*/ 168116 w 409575"/>
                <a:gd name="connsiteY17" fmla="*/ 570125 h 571500"/>
                <a:gd name="connsiteX18" fmla="*/ 190024 w 409575"/>
                <a:gd name="connsiteY18" fmla="*/ 548217 h 571500"/>
                <a:gd name="connsiteX19" fmla="*/ 190024 w 409575"/>
                <a:gd name="connsiteY19" fmla="*/ 508212 h 571500"/>
                <a:gd name="connsiteX20" fmla="*/ 202406 w 409575"/>
                <a:gd name="connsiteY20" fmla="*/ 484400 h 571500"/>
                <a:gd name="connsiteX21" fmla="*/ 324326 w 409575"/>
                <a:gd name="connsiteY21" fmla="*/ 378672 h 571500"/>
                <a:gd name="connsiteX22" fmla="*/ 405289 w 409575"/>
                <a:gd name="connsiteY22" fmla="*/ 58632 h 571500"/>
                <a:gd name="connsiteX23" fmla="*/ 315754 w 409575"/>
                <a:gd name="connsiteY23" fmla="*/ 41487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409575" h="571500">
                  <a:moveTo>
                    <a:pt x="315754" y="41487"/>
                  </a:moveTo>
                  <a:cubicBezTo>
                    <a:pt x="310039" y="60537"/>
                    <a:pt x="297656" y="89112"/>
                    <a:pt x="283369" y="120545"/>
                  </a:cubicBezTo>
                  <a:cubicBezTo>
                    <a:pt x="291941" y="141500"/>
                    <a:pt x="290989" y="169122"/>
                    <a:pt x="275749" y="199602"/>
                  </a:cubicBezTo>
                  <a:cubicBezTo>
                    <a:pt x="271939" y="207222"/>
                    <a:pt x="267176" y="213890"/>
                    <a:pt x="261461" y="222462"/>
                  </a:cubicBezTo>
                  <a:cubicBezTo>
                    <a:pt x="247174" y="241512"/>
                    <a:pt x="229076" y="262467"/>
                    <a:pt x="208121" y="285327"/>
                  </a:cubicBezTo>
                  <a:cubicBezTo>
                    <a:pt x="207169" y="287232"/>
                    <a:pt x="205264" y="288185"/>
                    <a:pt x="204311" y="290090"/>
                  </a:cubicBezTo>
                  <a:cubicBezTo>
                    <a:pt x="199549" y="295805"/>
                    <a:pt x="190976" y="297710"/>
                    <a:pt x="184309" y="292947"/>
                  </a:cubicBezTo>
                  <a:cubicBezTo>
                    <a:pt x="176689" y="288185"/>
                    <a:pt x="174784" y="276755"/>
                    <a:pt x="181451" y="270087"/>
                  </a:cubicBezTo>
                  <a:cubicBezTo>
                    <a:pt x="183356" y="268182"/>
                    <a:pt x="184309" y="266277"/>
                    <a:pt x="186214" y="264372"/>
                  </a:cubicBezTo>
                  <a:cubicBezTo>
                    <a:pt x="212884" y="234845"/>
                    <a:pt x="238601" y="207222"/>
                    <a:pt x="249079" y="186267"/>
                  </a:cubicBezTo>
                  <a:cubicBezTo>
                    <a:pt x="269081" y="147215"/>
                    <a:pt x="255746" y="120545"/>
                    <a:pt x="236696" y="109115"/>
                  </a:cubicBezTo>
                  <a:cubicBezTo>
                    <a:pt x="220504" y="99590"/>
                    <a:pt x="198596" y="99590"/>
                    <a:pt x="187166" y="117687"/>
                  </a:cubicBezTo>
                  <a:cubicBezTo>
                    <a:pt x="170021" y="143405"/>
                    <a:pt x="146209" y="171027"/>
                    <a:pt x="122396" y="196745"/>
                  </a:cubicBezTo>
                  <a:cubicBezTo>
                    <a:pt x="95726" y="227225"/>
                    <a:pt x="69056" y="258657"/>
                    <a:pt x="53816" y="284375"/>
                  </a:cubicBezTo>
                  <a:cubicBezTo>
                    <a:pt x="36671" y="312950"/>
                    <a:pt x="15716" y="379625"/>
                    <a:pt x="10954" y="450110"/>
                  </a:cubicBezTo>
                  <a:cubicBezTo>
                    <a:pt x="9049" y="484400"/>
                    <a:pt x="8096" y="524405"/>
                    <a:pt x="7144" y="548217"/>
                  </a:cubicBezTo>
                  <a:cubicBezTo>
                    <a:pt x="7144" y="560600"/>
                    <a:pt x="16669" y="570125"/>
                    <a:pt x="29051" y="570125"/>
                  </a:cubicBezTo>
                  <a:lnTo>
                    <a:pt x="168116" y="570125"/>
                  </a:lnTo>
                  <a:cubicBezTo>
                    <a:pt x="180499" y="570125"/>
                    <a:pt x="190024" y="560600"/>
                    <a:pt x="190024" y="548217"/>
                  </a:cubicBezTo>
                  <a:lnTo>
                    <a:pt x="190024" y="508212"/>
                  </a:lnTo>
                  <a:cubicBezTo>
                    <a:pt x="190024" y="498687"/>
                    <a:pt x="194786" y="490115"/>
                    <a:pt x="202406" y="484400"/>
                  </a:cubicBezTo>
                  <a:cubicBezTo>
                    <a:pt x="251936" y="450110"/>
                    <a:pt x="298609" y="409152"/>
                    <a:pt x="324326" y="378672"/>
                  </a:cubicBezTo>
                  <a:cubicBezTo>
                    <a:pt x="381476" y="311997"/>
                    <a:pt x="401479" y="116735"/>
                    <a:pt x="405289" y="58632"/>
                  </a:cubicBezTo>
                  <a:cubicBezTo>
                    <a:pt x="407194" y="530"/>
                    <a:pt x="332899" y="-12805"/>
                    <a:pt x="315754" y="4148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14D4B05F-FA1E-D64A-D054-2B6C3F014F96}"/>
              </a:ext>
            </a:extLst>
          </p:cNvPr>
          <p:cNvSpPr txBox="1"/>
          <p:nvPr/>
        </p:nvSpPr>
        <p:spPr>
          <a:xfrm>
            <a:off x="5032494" y="2893831"/>
            <a:ext cx="21413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Transformation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EBEC1F6-6F3F-DF09-8F61-B4DFA6F2DBCF}"/>
              </a:ext>
            </a:extLst>
          </p:cNvPr>
          <p:cNvSpPr txBox="1"/>
          <p:nvPr/>
        </p:nvSpPr>
        <p:spPr>
          <a:xfrm>
            <a:off x="3472762" y="5150060"/>
            <a:ext cx="20116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Volume/Profit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4AEEA99-AABD-715D-7A92-516BA10214C5}"/>
              </a:ext>
            </a:extLst>
          </p:cNvPr>
          <p:cNvSpPr txBox="1"/>
          <p:nvPr/>
        </p:nvSpPr>
        <p:spPr>
          <a:xfrm>
            <a:off x="7151215" y="5094954"/>
            <a:ext cx="10979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Margin</a:t>
            </a:r>
          </a:p>
        </p:txBody>
      </p:sp>
    </p:spTree>
    <p:extLst>
      <p:ext uri="{BB962C8B-B14F-4D97-AF65-F5344CB8AC3E}">
        <p14:creationId xmlns:p14="http://schemas.microsoft.com/office/powerpoint/2010/main" val="5063212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  <p:bldP spid="1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3B7911-4429-5620-651D-8CF02A22E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1" y="6258922"/>
            <a:ext cx="2743200" cy="250380"/>
          </a:xfrm>
        </p:spPr>
        <p:txBody>
          <a:bodyPr/>
          <a:lstStyle/>
          <a:p>
            <a:fld id="{3AFC719D-C4A7-4544-876E-D411D11AF6C9}" type="slidenum">
              <a:rPr lang="en-US" smtClean="0"/>
              <a:t>7</a:t>
            </a:fld>
            <a:endParaRPr lang="en-US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074741D-2B9A-0122-543B-08154EC422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7254028"/>
              </p:ext>
            </p:extLst>
          </p:nvPr>
        </p:nvGraphicFramePr>
        <p:xfrm>
          <a:off x="8710838" y="338214"/>
          <a:ext cx="3228870" cy="5755496"/>
        </p:xfrm>
        <a:graphic>
          <a:graphicData uri="http://schemas.openxmlformats.org/drawingml/2006/table">
            <a:tbl>
              <a:tblPr/>
              <a:tblGrid>
                <a:gridCol w="1076290">
                  <a:extLst>
                    <a:ext uri="{9D8B030D-6E8A-4147-A177-3AD203B41FA5}">
                      <a16:colId xmlns:a16="http://schemas.microsoft.com/office/drawing/2014/main" val="747333909"/>
                    </a:ext>
                  </a:extLst>
                </a:gridCol>
                <a:gridCol w="1076290">
                  <a:extLst>
                    <a:ext uri="{9D8B030D-6E8A-4147-A177-3AD203B41FA5}">
                      <a16:colId xmlns:a16="http://schemas.microsoft.com/office/drawing/2014/main" val="3421697369"/>
                    </a:ext>
                  </a:extLst>
                </a:gridCol>
                <a:gridCol w="1076290">
                  <a:extLst>
                    <a:ext uri="{9D8B030D-6E8A-4147-A177-3AD203B41FA5}">
                      <a16:colId xmlns:a16="http://schemas.microsoft.com/office/drawing/2014/main" val="1427849391"/>
                    </a:ext>
                  </a:extLst>
                </a:gridCol>
              </a:tblGrid>
              <a:tr h="60439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Year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Target</a:t>
                      </a:r>
                    </a:p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Employees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Target</a:t>
                      </a:r>
                    </a:p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Members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7570731"/>
                  </a:ext>
                </a:extLst>
              </a:tr>
              <a:tr h="20604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500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900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0220669"/>
                  </a:ext>
                </a:extLst>
              </a:tr>
              <a:tr h="20604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1,000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1,800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0363122"/>
                  </a:ext>
                </a:extLst>
              </a:tr>
              <a:tr h="20604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1,700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3,100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1343589"/>
                  </a:ext>
                </a:extLst>
              </a:tr>
              <a:tr h="20604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2,500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4,500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6413393"/>
                  </a:ext>
                </a:extLst>
              </a:tr>
              <a:tr h="20604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3,700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6,700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5085520"/>
                  </a:ext>
                </a:extLst>
              </a:tr>
              <a:tr h="20604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5,200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9,400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7458886"/>
                  </a:ext>
                </a:extLst>
              </a:tr>
              <a:tr h="20604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7,100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12,800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7589541"/>
                  </a:ext>
                </a:extLst>
              </a:tr>
              <a:tr h="20604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9,400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16,900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991442"/>
                  </a:ext>
                </a:extLst>
              </a:tr>
              <a:tr h="20604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12,300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22,100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2558393"/>
                  </a:ext>
                </a:extLst>
              </a:tr>
              <a:tr h="20604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15,800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28,400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9837802"/>
                  </a:ext>
                </a:extLst>
              </a:tr>
              <a:tr h="20604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19,700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35,500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5900602"/>
                  </a:ext>
                </a:extLst>
              </a:tr>
              <a:tr h="20604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24,100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43,400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9062366"/>
                  </a:ext>
                </a:extLst>
              </a:tr>
              <a:tr h="20604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28,600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51,500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7002496"/>
                  </a:ext>
                </a:extLst>
              </a:tr>
              <a:tr h="20604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33,300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59,900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8553573"/>
                  </a:ext>
                </a:extLst>
              </a:tr>
              <a:tr h="20604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37,700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67,900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893595"/>
                  </a:ext>
                </a:extLst>
              </a:tr>
              <a:tr h="20604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41,700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75,100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4918751"/>
                  </a:ext>
                </a:extLst>
              </a:tr>
              <a:tr h="20604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45,100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81,200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0869320"/>
                  </a:ext>
                </a:extLst>
              </a:tr>
              <a:tr h="20604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48,000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86,400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531247"/>
                  </a:ext>
                </a:extLst>
              </a:tr>
              <a:tr h="20604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50,400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90,700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404874"/>
                  </a:ext>
                </a:extLst>
              </a:tr>
              <a:tr h="20604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20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52,200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94,000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2138655"/>
                  </a:ext>
                </a:extLst>
              </a:tr>
              <a:tr h="20604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21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53,600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96,500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0445984"/>
                  </a:ext>
                </a:extLst>
              </a:tr>
              <a:tr h="20604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22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54,600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98,300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2368928"/>
                  </a:ext>
                </a:extLst>
              </a:tr>
              <a:tr h="20604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23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55,400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99,700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6833567"/>
                  </a:ext>
                </a:extLst>
              </a:tr>
              <a:tr h="20604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24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56,000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100,800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9667492"/>
                  </a:ext>
                </a:extLst>
              </a:tr>
              <a:tr h="20604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25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56,400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101,500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699002"/>
                  </a:ext>
                </a:extLst>
              </a:tr>
            </a:tbl>
          </a:graphicData>
        </a:graphic>
      </p:graphicFrame>
      <p:sp>
        <p:nvSpPr>
          <p:cNvPr id="9" name="TextBox 13">
            <a:extLst>
              <a:ext uri="{FF2B5EF4-FFF2-40B4-BE49-F238E27FC236}">
                <a16:creationId xmlns:a16="http://schemas.microsoft.com/office/drawing/2014/main" id="{3AA1946D-2370-3937-43B6-7AAAA0156EA5}"/>
              </a:ext>
            </a:extLst>
          </p:cNvPr>
          <p:cNvSpPr txBox="1"/>
          <p:nvPr/>
        </p:nvSpPr>
        <p:spPr>
          <a:xfrm>
            <a:off x="5585070" y="1224971"/>
            <a:ext cx="2568332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rgbClr val="6087CE"/>
                </a:solidFill>
              </a:rPr>
              <a:t>Early Stage</a:t>
            </a:r>
          </a:p>
          <a:p>
            <a:pPr algn="ctr"/>
            <a:r>
              <a:rPr lang="en-US" sz="1100" dirty="0">
                <a:solidFill>
                  <a:srgbClr val="6087CE"/>
                </a:solidFill>
              </a:rPr>
              <a:t>Gaining Name Recognition, Early Growth</a:t>
            </a:r>
          </a:p>
        </p:txBody>
      </p:sp>
      <p:sp>
        <p:nvSpPr>
          <p:cNvPr id="10" name="TextBox 6">
            <a:extLst>
              <a:ext uri="{FF2B5EF4-FFF2-40B4-BE49-F238E27FC236}">
                <a16:creationId xmlns:a16="http://schemas.microsoft.com/office/drawing/2014/main" id="{C1427FCD-60BD-44A4-7EC8-0DA3A8B8AAB4}"/>
              </a:ext>
            </a:extLst>
          </p:cNvPr>
          <p:cNvSpPr txBox="1"/>
          <p:nvPr/>
        </p:nvSpPr>
        <p:spPr>
          <a:xfrm>
            <a:off x="5147926" y="1881897"/>
            <a:ext cx="16241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6087CE"/>
                </a:solidFill>
              </a:rPr>
              <a:t>New Revenue:</a:t>
            </a:r>
          </a:p>
        </p:txBody>
      </p:sp>
      <p:sp>
        <p:nvSpPr>
          <p:cNvPr id="11" name="TextBox 7">
            <a:extLst>
              <a:ext uri="{FF2B5EF4-FFF2-40B4-BE49-F238E27FC236}">
                <a16:creationId xmlns:a16="http://schemas.microsoft.com/office/drawing/2014/main" id="{8AD15935-ECCD-D33E-6374-87A76F55473C}"/>
              </a:ext>
            </a:extLst>
          </p:cNvPr>
          <p:cNvSpPr txBox="1"/>
          <p:nvPr/>
        </p:nvSpPr>
        <p:spPr>
          <a:xfrm>
            <a:off x="7232150" y="1881897"/>
            <a:ext cx="111808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6087CE"/>
                </a:solidFill>
              </a:rPr>
              <a:t>New Profit:</a:t>
            </a:r>
          </a:p>
        </p:txBody>
      </p:sp>
      <p:sp>
        <p:nvSpPr>
          <p:cNvPr id="12" name="TextBox 9">
            <a:extLst>
              <a:ext uri="{FF2B5EF4-FFF2-40B4-BE49-F238E27FC236}">
                <a16:creationId xmlns:a16="http://schemas.microsoft.com/office/drawing/2014/main" id="{5F94E5B5-90A3-01DA-6460-61E0FBE73982}"/>
              </a:ext>
            </a:extLst>
          </p:cNvPr>
          <p:cNvSpPr txBox="1"/>
          <p:nvPr/>
        </p:nvSpPr>
        <p:spPr>
          <a:xfrm>
            <a:off x="5141641" y="2127622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6087CE"/>
                </a:solidFill>
              </a:rPr>
              <a:t>$15.31M</a:t>
            </a:r>
            <a:endParaRPr lang="en-US" sz="2000" dirty="0"/>
          </a:p>
        </p:txBody>
      </p:sp>
      <p:sp>
        <p:nvSpPr>
          <p:cNvPr id="13" name="TextBox 14">
            <a:extLst>
              <a:ext uri="{FF2B5EF4-FFF2-40B4-BE49-F238E27FC236}">
                <a16:creationId xmlns:a16="http://schemas.microsoft.com/office/drawing/2014/main" id="{81ED2F41-E94D-4EB7-140C-733A91ADF312}"/>
              </a:ext>
            </a:extLst>
          </p:cNvPr>
          <p:cNvSpPr txBox="1"/>
          <p:nvPr/>
        </p:nvSpPr>
        <p:spPr>
          <a:xfrm>
            <a:off x="6935190" y="2127622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6087CE"/>
                </a:solidFill>
              </a:rPr>
              <a:t>$1.73M</a:t>
            </a:r>
            <a:endParaRPr lang="en-US" sz="2000" dirty="0"/>
          </a:p>
        </p:txBody>
      </p:sp>
      <p:sp>
        <p:nvSpPr>
          <p:cNvPr id="14" name="TextBox 15">
            <a:extLst>
              <a:ext uri="{FF2B5EF4-FFF2-40B4-BE49-F238E27FC236}">
                <a16:creationId xmlns:a16="http://schemas.microsoft.com/office/drawing/2014/main" id="{2A316622-4106-CE16-17A4-8DC79524A1B9}"/>
              </a:ext>
            </a:extLst>
          </p:cNvPr>
          <p:cNvSpPr txBox="1"/>
          <p:nvPr/>
        </p:nvSpPr>
        <p:spPr>
          <a:xfrm>
            <a:off x="5794071" y="2739387"/>
            <a:ext cx="2132315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rgbClr val="2F5597"/>
                </a:solidFill>
              </a:rPr>
              <a:t>Growth Stage</a:t>
            </a:r>
          </a:p>
          <a:p>
            <a:pPr algn="ctr"/>
            <a:r>
              <a:rPr lang="en-US" sz="1100" dirty="0">
                <a:solidFill>
                  <a:srgbClr val="2F5597"/>
                </a:solidFill>
              </a:rPr>
              <a:t>Strong Reputation, Strong Growth</a:t>
            </a:r>
          </a:p>
        </p:txBody>
      </p:sp>
      <p:sp>
        <p:nvSpPr>
          <p:cNvPr id="15" name="TextBox 16">
            <a:extLst>
              <a:ext uri="{FF2B5EF4-FFF2-40B4-BE49-F238E27FC236}">
                <a16:creationId xmlns:a16="http://schemas.microsoft.com/office/drawing/2014/main" id="{CB5443F6-CBCE-0B5E-95A0-4546ACCCA0A2}"/>
              </a:ext>
            </a:extLst>
          </p:cNvPr>
          <p:cNvSpPr txBox="1"/>
          <p:nvPr/>
        </p:nvSpPr>
        <p:spPr>
          <a:xfrm>
            <a:off x="5138917" y="3396313"/>
            <a:ext cx="16241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2F5597"/>
                </a:solidFill>
              </a:rPr>
              <a:t>New Revenue:</a:t>
            </a:r>
          </a:p>
        </p:txBody>
      </p:sp>
      <p:sp>
        <p:nvSpPr>
          <p:cNvPr id="16" name="TextBox 17">
            <a:extLst>
              <a:ext uri="{FF2B5EF4-FFF2-40B4-BE49-F238E27FC236}">
                <a16:creationId xmlns:a16="http://schemas.microsoft.com/office/drawing/2014/main" id="{51CA331C-EDBB-6424-3011-8BAA8071699E}"/>
              </a:ext>
            </a:extLst>
          </p:cNvPr>
          <p:cNvSpPr txBox="1"/>
          <p:nvPr/>
        </p:nvSpPr>
        <p:spPr>
          <a:xfrm>
            <a:off x="7223141" y="3396313"/>
            <a:ext cx="111808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2F5597"/>
                </a:solidFill>
              </a:rPr>
              <a:t>New Profit:</a:t>
            </a:r>
          </a:p>
        </p:txBody>
      </p:sp>
      <p:sp>
        <p:nvSpPr>
          <p:cNvPr id="17" name="TextBox 20">
            <a:extLst>
              <a:ext uri="{FF2B5EF4-FFF2-40B4-BE49-F238E27FC236}">
                <a16:creationId xmlns:a16="http://schemas.microsoft.com/office/drawing/2014/main" id="{31855B83-A62D-B4EB-698B-7A3D235EB37F}"/>
              </a:ext>
            </a:extLst>
          </p:cNvPr>
          <p:cNvSpPr txBox="1"/>
          <p:nvPr/>
        </p:nvSpPr>
        <p:spPr>
          <a:xfrm>
            <a:off x="5132632" y="3642038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2F5597"/>
                </a:solidFill>
              </a:rPr>
              <a:t>$106.68M</a:t>
            </a:r>
            <a:endParaRPr lang="en-US" sz="2000" dirty="0">
              <a:solidFill>
                <a:srgbClr val="2F5597"/>
              </a:solidFill>
            </a:endParaRPr>
          </a:p>
        </p:txBody>
      </p:sp>
      <p:sp>
        <p:nvSpPr>
          <p:cNvPr id="18" name="TextBox 21">
            <a:extLst>
              <a:ext uri="{FF2B5EF4-FFF2-40B4-BE49-F238E27FC236}">
                <a16:creationId xmlns:a16="http://schemas.microsoft.com/office/drawing/2014/main" id="{EE789833-C289-5294-8F2D-4D767E61DB81}"/>
              </a:ext>
            </a:extLst>
          </p:cNvPr>
          <p:cNvSpPr txBox="1"/>
          <p:nvPr/>
        </p:nvSpPr>
        <p:spPr>
          <a:xfrm>
            <a:off x="6926181" y="3642038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2F5597"/>
                </a:solidFill>
              </a:rPr>
              <a:t>$13.26M</a:t>
            </a:r>
            <a:endParaRPr lang="en-US" sz="2000" dirty="0">
              <a:solidFill>
                <a:srgbClr val="2F5597"/>
              </a:solidFill>
            </a:endParaRPr>
          </a:p>
        </p:txBody>
      </p:sp>
      <p:sp>
        <p:nvSpPr>
          <p:cNvPr id="19" name="TextBox 22">
            <a:extLst>
              <a:ext uri="{FF2B5EF4-FFF2-40B4-BE49-F238E27FC236}">
                <a16:creationId xmlns:a16="http://schemas.microsoft.com/office/drawing/2014/main" id="{C134E2B3-DCEE-CE93-C822-3E071F419FE3}"/>
              </a:ext>
            </a:extLst>
          </p:cNvPr>
          <p:cNvSpPr txBox="1"/>
          <p:nvPr/>
        </p:nvSpPr>
        <p:spPr>
          <a:xfrm>
            <a:off x="5742165" y="4359954"/>
            <a:ext cx="2254143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rgbClr val="2F5597"/>
                </a:solidFill>
              </a:rPr>
              <a:t>Mature Stage</a:t>
            </a:r>
          </a:p>
          <a:p>
            <a:pPr algn="ctr"/>
            <a:r>
              <a:rPr lang="en-US" sz="1100" dirty="0">
                <a:solidFill>
                  <a:srgbClr val="2F5597"/>
                </a:solidFill>
              </a:rPr>
              <a:t>High Profitability, Market Saturation</a:t>
            </a:r>
          </a:p>
        </p:txBody>
      </p:sp>
      <p:sp>
        <p:nvSpPr>
          <p:cNvPr id="20" name="TextBox 23">
            <a:extLst>
              <a:ext uri="{FF2B5EF4-FFF2-40B4-BE49-F238E27FC236}">
                <a16:creationId xmlns:a16="http://schemas.microsoft.com/office/drawing/2014/main" id="{3F4F68E6-2801-B9F2-EAD1-E82286699AA8}"/>
              </a:ext>
            </a:extLst>
          </p:cNvPr>
          <p:cNvSpPr txBox="1"/>
          <p:nvPr/>
        </p:nvSpPr>
        <p:spPr>
          <a:xfrm>
            <a:off x="5147926" y="5016880"/>
            <a:ext cx="16241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2F5597"/>
                </a:solidFill>
              </a:rPr>
              <a:t>New Revenue:</a:t>
            </a:r>
          </a:p>
        </p:txBody>
      </p:sp>
      <p:sp>
        <p:nvSpPr>
          <p:cNvPr id="21" name="TextBox 24">
            <a:extLst>
              <a:ext uri="{FF2B5EF4-FFF2-40B4-BE49-F238E27FC236}">
                <a16:creationId xmlns:a16="http://schemas.microsoft.com/office/drawing/2014/main" id="{BC106FB7-5807-5278-7987-C1D6F675EFB8}"/>
              </a:ext>
            </a:extLst>
          </p:cNvPr>
          <p:cNvSpPr txBox="1"/>
          <p:nvPr/>
        </p:nvSpPr>
        <p:spPr>
          <a:xfrm>
            <a:off x="7232150" y="5016880"/>
            <a:ext cx="111808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2F5597"/>
                </a:solidFill>
              </a:rPr>
              <a:t>New Profit:</a:t>
            </a:r>
          </a:p>
        </p:txBody>
      </p:sp>
      <p:sp>
        <p:nvSpPr>
          <p:cNvPr id="22" name="TextBox 25">
            <a:extLst>
              <a:ext uri="{FF2B5EF4-FFF2-40B4-BE49-F238E27FC236}">
                <a16:creationId xmlns:a16="http://schemas.microsoft.com/office/drawing/2014/main" id="{9EBA24F1-3A8C-6150-D927-082474F79D22}"/>
              </a:ext>
            </a:extLst>
          </p:cNvPr>
          <p:cNvSpPr txBox="1"/>
          <p:nvPr/>
        </p:nvSpPr>
        <p:spPr>
          <a:xfrm>
            <a:off x="5141641" y="5262605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2F5597"/>
                </a:solidFill>
              </a:rPr>
              <a:t>$212.54M</a:t>
            </a:r>
            <a:endParaRPr lang="en-US" sz="2000" dirty="0">
              <a:solidFill>
                <a:srgbClr val="2F5597"/>
              </a:solidFill>
            </a:endParaRPr>
          </a:p>
        </p:txBody>
      </p:sp>
      <p:sp>
        <p:nvSpPr>
          <p:cNvPr id="23" name="TextBox 26">
            <a:extLst>
              <a:ext uri="{FF2B5EF4-FFF2-40B4-BE49-F238E27FC236}">
                <a16:creationId xmlns:a16="http://schemas.microsoft.com/office/drawing/2014/main" id="{681ACBDE-3D92-84E0-860E-5CE53753C151}"/>
              </a:ext>
            </a:extLst>
          </p:cNvPr>
          <p:cNvSpPr txBox="1"/>
          <p:nvPr/>
        </p:nvSpPr>
        <p:spPr>
          <a:xfrm>
            <a:off x="6935190" y="5262605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2F5597"/>
                </a:solidFill>
              </a:rPr>
              <a:t>$26.58M</a:t>
            </a:r>
            <a:endParaRPr lang="en-US" sz="2000" dirty="0">
              <a:solidFill>
                <a:srgbClr val="2F5597"/>
              </a:solidFill>
            </a:endParaRP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5CB06021-EBF8-C602-9396-8BD2590988EA}"/>
              </a:ext>
            </a:extLst>
          </p:cNvPr>
          <p:cNvSpPr txBox="1">
            <a:spLocks/>
          </p:cNvSpPr>
          <p:nvPr/>
        </p:nvSpPr>
        <p:spPr>
          <a:xfrm>
            <a:off x="327270" y="7482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1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latin typeface="Garamond" panose="02020404030301010803" pitchFamily="18" charset="0"/>
              </a:rPr>
              <a:t>Traditional Volume-Based DTE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A2EDBB93-332B-1AB6-EB1B-9C270F8629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0"/>
            <a:ext cx="4313105" cy="2743200"/>
          </a:xfrm>
          <a:prstGeom prst="rect">
            <a:avLst/>
          </a:prstGeom>
        </p:spPr>
      </p:pic>
      <p:pic>
        <p:nvPicPr>
          <p:cNvPr id="1026" name="Picture 2" descr="Key Benefit Administrators Partners with Tennova Healthcare and UT Medical  Center to Provide Direct-to-Employer Health Plans for East Tennessee  Employers | Business Wire">
            <a:extLst>
              <a:ext uri="{FF2B5EF4-FFF2-40B4-BE49-F238E27FC236}">
                <a16:creationId xmlns:a16="http://schemas.microsoft.com/office/drawing/2014/main" id="{E784EB8F-FE7C-3931-B3B9-745064A0584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01" t="37311" r="2234" b="36582"/>
          <a:stretch/>
        </p:blipFill>
        <p:spPr bwMode="auto">
          <a:xfrm>
            <a:off x="581967" y="6528043"/>
            <a:ext cx="1678913" cy="2551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6">
            <a:extLst>
              <a:ext uri="{FF2B5EF4-FFF2-40B4-BE49-F238E27FC236}">
                <a16:creationId xmlns:a16="http://schemas.microsoft.com/office/drawing/2014/main" id="{3242B65F-F983-BAE9-112C-59B9EA0096AD}"/>
              </a:ext>
            </a:extLst>
          </p:cNvPr>
          <p:cNvSpPr/>
          <p:nvPr/>
        </p:nvSpPr>
        <p:spPr>
          <a:xfrm>
            <a:off x="2732818" y="6622035"/>
            <a:ext cx="9459182" cy="255133"/>
          </a:xfrm>
          <a:prstGeom prst="rect">
            <a:avLst/>
          </a:prstGeom>
          <a:solidFill>
            <a:srgbClr val="254F96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67288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3B7911-4429-5620-651D-8CF02A22E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1" y="6199791"/>
            <a:ext cx="2743200" cy="250380"/>
          </a:xfrm>
        </p:spPr>
        <p:txBody>
          <a:bodyPr/>
          <a:lstStyle/>
          <a:p>
            <a:fld id="{3AFC719D-C4A7-4544-876E-D411D11AF6C9}" type="slidenum">
              <a:rPr lang="en-US" smtClean="0"/>
              <a:t>8</a:t>
            </a:fld>
            <a:endParaRPr lang="en-US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074741D-2B9A-0122-543B-08154EC422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4134252"/>
              </p:ext>
            </p:extLst>
          </p:nvPr>
        </p:nvGraphicFramePr>
        <p:xfrm>
          <a:off x="8710838" y="338214"/>
          <a:ext cx="3228870" cy="5755496"/>
        </p:xfrm>
        <a:graphic>
          <a:graphicData uri="http://schemas.openxmlformats.org/drawingml/2006/table">
            <a:tbl>
              <a:tblPr/>
              <a:tblGrid>
                <a:gridCol w="1076290">
                  <a:extLst>
                    <a:ext uri="{9D8B030D-6E8A-4147-A177-3AD203B41FA5}">
                      <a16:colId xmlns:a16="http://schemas.microsoft.com/office/drawing/2014/main" val="747333909"/>
                    </a:ext>
                  </a:extLst>
                </a:gridCol>
                <a:gridCol w="1076290">
                  <a:extLst>
                    <a:ext uri="{9D8B030D-6E8A-4147-A177-3AD203B41FA5}">
                      <a16:colId xmlns:a16="http://schemas.microsoft.com/office/drawing/2014/main" val="3421697369"/>
                    </a:ext>
                  </a:extLst>
                </a:gridCol>
                <a:gridCol w="1076290">
                  <a:extLst>
                    <a:ext uri="{9D8B030D-6E8A-4147-A177-3AD203B41FA5}">
                      <a16:colId xmlns:a16="http://schemas.microsoft.com/office/drawing/2014/main" val="1427849391"/>
                    </a:ext>
                  </a:extLst>
                </a:gridCol>
              </a:tblGrid>
              <a:tr h="60439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Year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Target</a:t>
                      </a:r>
                    </a:p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Employees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Target</a:t>
                      </a:r>
                    </a:p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Members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7570731"/>
                  </a:ext>
                </a:extLst>
              </a:tr>
              <a:tr h="20604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200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0220669"/>
                  </a:ext>
                </a:extLst>
              </a:tr>
              <a:tr h="20604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200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400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0363122"/>
                  </a:ext>
                </a:extLst>
              </a:tr>
              <a:tr h="20604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300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500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1343589"/>
                  </a:ext>
                </a:extLst>
              </a:tr>
              <a:tr h="20604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400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700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6413393"/>
                  </a:ext>
                </a:extLst>
              </a:tr>
              <a:tr h="20604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600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1,100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5085520"/>
                  </a:ext>
                </a:extLst>
              </a:tr>
              <a:tr h="20604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900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1,600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7458886"/>
                  </a:ext>
                </a:extLst>
              </a:tr>
              <a:tr h="20604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1,200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2,200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7589541"/>
                  </a:ext>
                </a:extLst>
              </a:tr>
              <a:tr h="20604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1,600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2,900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991442"/>
                  </a:ext>
                </a:extLst>
              </a:tr>
              <a:tr h="20604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2,100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3,800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2558393"/>
                  </a:ext>
                </a:extLst>
              </a:tr>
              <a:tr h="20604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2,600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4,700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9837802"/>
                  </a:ext>
                </a:extLst>
              </a:tr>
              <a:tr h="20604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3,300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5,900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5900602"/>
                  </a:ext>
                </a:extLst>
              </a:tr>
              <a:tr h="20604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4,000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7,200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9062366"/>
                  </a:ext>
                </a:extLst>
              </a:tr>
              <a:tr h="20604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4,800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8,600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7002496"/>
                  </a:ext>
                </a:extLst>
              </a:tr>
              <a:tr h="20604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5,500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9,900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8553573"/>
                  </a:ext>
                </a:extLst>
              </a:tr>
              <a:tr h="20604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6,300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11,300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893595"/>
                  </a:ext>
                </a:extLst>
              </a:tr>
              <a:tr h="20604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6,900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12,400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4918751"/>
                  </a:ext>
                </a:extLst>
              </a:tr>
              <a:tr h="20604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7,500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13,500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0869320"/>
                  </a:ext>
                </a:extLst>
              </a:tr>
              <a:tr h="20604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8,000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14,400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531247"/>
                  </a:ext>
                </a:extLst>
              </a:tr>
              <a:tr h="20604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8,400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15,100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404874"/>
                  </a:ext>
                </a:extLst>
              </a:tr>
              <a:tr h="20604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20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8,700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15,700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2138655"/>
                  </a:ext>
                </a:extLst>
              </a:tr>
              <a:tr h="20604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21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8,900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16,000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0445984"/>
                  </a:ext>
                </a:extLst>
              </a:tr>
              <a:tr h="20604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22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9,100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16,400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2368928"/>
                  </a:ext>
                </a:extLst>
              </a:tr>
              <a:tr h="20604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23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9,200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16,600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6833567"/>
                  </a:ext>
                </a:extLst>
              </a:tr>
              <a:tr h="20604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24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9,300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16,700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9667492"/>
                  </a:ext>
                </a:extLst>
              </a:tr>
              <a:tr h="20604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25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9,400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16,900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699002"/>
                  </a:ext>
                </a:extLst>
              </a:tr>
            </a:tbl>
          </a:graphicData>
        </a:graphic>
      </p:graphicFrame>
      <p:sp>
        <p:nvSpPr>
          <p:cNvPr id="27" name="Title 1">
            <a:extLst>
              <a:ext uri="{FF2B5EF4-FFF2-40B4-BE49-F238E27FC236}">
                <a16:creationId xmlns:a16="http://schemas.microsoft.com/office/drawing/2014/main" id="{5CB06021-EBF8-C602-9396-8BD2590988EA}"/>
              </a:ext>
            </a:extLst>
          </p:cNvPr>
          <p:cNvSpPr txBox="1">
            <a:spLocks/>
          </p:cNvSpPr>
          <p:nvPr/>
        </p:nvSpPr>
        <p:spPr>
          <a:xfrm>
            <a:off x="327270" y="7482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1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latin typeface="Garamond" panose="02020404030301010803" pitchFamily="18" charset="0"/>
              </a:rPr>
              <a:t>Margin-Focused DTE</a:t>
            </a:r>
          </a:p>
        </p:txBody>
      </p:sp>
      <p:sp>
        <p:nvSpPr>
          <p:cNvPr id="3" name="TextBox 13">
            <a:extLst>
              <a:ext uri="{FF2B5EF4-FFF2-40B4-BE49-F238E27FC236}">
                <a16:creationId xmlns:a16="http://schemas.microsoft.com/office/drawing/2014/main" id="{7C3C7598-6660-4FB4-EB3D-A0A45ADE6DD5}"/>
              </a:ext>
            </a:extLst>
          </p:cNvPr>
          <p:cNvSpPr txBox="1"/>
          <p:nvPr/>
        </p:nvSpPr>
        <p:spPr>
          <a:xfrm>
            <a:off x="5586890" y="1216553"/>
            <a:ext cx="2568332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rgbClr val="6087CE"/>
                </a:solidFill>
              </a:rPr>
              <a:t>Early Stage</a:t>
            </a:r>
          </a:p>
          <a:p>
            <a:pPr algn="ctr"/>
            <a:r>
              <a:rPr lang="en-US" sz="1100" dirty="0">
                <a:solidFill>
                  <a:srgbClr val="6087CE"/>
                </a:solidFill>
              </a:rPr>
              <a:t>Gaining Name Recognition, Early Growth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6E4B4D13-3141-F0D2-CEE7-0A4E14B0E7E3}"/>
              </a:ext>
            </a:extLst>
          </p:cNvPr>
          <p:cNvSpPr txBox="1"/>
          <p:nvPr/>
        </p:nvSpPr>
        <p:spPr>
          <a:xfrm>
            <a:off x="5149746" y="1873479"/>
            <a:ext cx="16241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6087CE"/>
                </a:solidFill>
              </a:rPr>
              <a:t>New Revenue:</a:t>
            </a:r>
          </a:p>
        </p:txBody>
      </p:sp>
      <p:sp>
        <p:nvSpPr>
          <p:cNvPr id="24" name="TextBox 7">
            <a:extLst>
              <a:ext uri="{FF2B5EF4-FFF2-40B4-BE49-F238E27FC236}">
                <a16:creationId xmlns:a16="http://schemas.microsoft.com/office/drawing/2014/main" id="{9778C666-653F-5F1F-BF94-15501A5C22F6}"/>
              </a:ext>
            </a:extLst>
          </p:cNvPr>
          <p:cNvSpPr txBox="1"/>
          <p:nvPr/>
        </p:nvSpPr>
        <p:spPr>
          <a:xfrm>
            <a:off x="7233970" y="1873479"/>
            <a:ext cx="111808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6087CE"/>
                </a:solidFill>
              </a:rPr>
              <a:t>New Profit:</a:t>
            </a:r>
          </a:p>
        </p:txBody>
      </p:sp>
      <p:sp>
        <p:nvSpPr>
          <p:cNvPr id="25" name="TextBox 9">
            <a:extLst>
              <a:ext uri="{FF2B5EF4-FFF2-40B4-BE49-F238E27FC236}">
                <a16:creationId xmlns:a16="http://schemas.microsoft.com/office/drawing/2014/main" id="{84C48BCB-F206-200A-4FBC-326A716E90D7}"/>
              </a:ext>
            </a:extLst>
          </p:cNvPr>
          <p:cNvSpPr txBox="1"/>
          <p:nvPr/>
        </p:nvSpPr>
        <p:spPr>
          <a:xfrm>
            <a:off x="5143461" y="2119204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6087CE"/>
                </a:solidFill>
              </a:rPr>
              <a:t>$2.55M</a:t>
            </a:r>
            <a:endParaRPr lang="en-US" sz="2000" dirty="0"/>
          </a:p>
        </p:txBody>
      </p:sp>
      <p:sp>
        <p:nvSpPr>
          <p:cNvPr id="26" name="TextBox 14">
            <a:extLst>
              <a:ext uri="{FF2B5EF4-FFF2-40B4-BE49-F238E27FC236}">
                <a16:creationId xmlns:a16="http://schemas.microsoft.com/office/drawing/2014/main" id="{4701CB32-7002-50CC-E4FD-3B2BE3DED5A3}"/>
              </a:ext>
            </a:extLst>
          </p:cNvPr>
          <p:cNvSpPr txBox="1"/>
          <p:nvPr/>
        </p:nvSpPr>
        <p:spPr>
          <a:xfrm>
            <a:off x="6937010" y="2119204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6087CE"/>
                </a:solidFill>
              </a:rPr>
              <a:t>$0.37M</a:t>
            </a:r>
            <a:endParaRPr lang="en-US" sz="2000" dirty="0"/>
          </a:p>
        </p:txBody>
      </p:sp>
      <p:sp>
        <p:nvSpPr>
          <p:cNvPr id="28" name="TextBox 15">
            <a:extLst>
              <a:ext uri="{FF2B5EF4-FFF2-40B4-BE49-F238E27FC236}">
                <a16:creationId xmlns:a16="http://schemas.microsoft.com/office/drawing/2014/main" id="{20A0EF07-55BD-5BD1-D289-D769AF292463}"/>
              </a:ext>
            </a:extLst>
          </p:cNvPr>
          <p:cNvSpPr txBox="1"/>
          <p:nvPr/>
        </p:nvSpPr>
        <p:spPr>
          <a:xfrm>
            <a:off x="5795891" y="2730969"/>
            <a:ext cx="2132315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rgbClr val="2F5597"/>
                </a:solidFill>
              </a:rPr>
              <a:t>Growth Stage</a:t>
            </a:r>
          </a:p>
          <a:p>
            <a:pPr algn="ctr"/>
            <a:r>
              <a:rPr lang="en-US" sz="1100" dirty="0">
                <a:solidFill>
                  <a:srgbClr val="2F5597"/>
                </a:solidFill>
              </a:rPr>
              <a:t>Strong Reputation, Strong Growth</a:t>
            </a:r>
          </a:p>
        </p:txBody>
      </p:sp>
      <p:sp>
        <p:nvSpPr>
          <p:cNvPr id="29" name="TextBox 16">
            <a:extLst>
              <a:ext uri="{FF2B5EF4-FFF2-40B4-BE49-F238E27FC236}">
                <a16:creationId xmlns:a16="http://schemas.microsoft.com/office/drawing/2014/main" id="{5F35CCBE-D9AF-2C00-152C-29BC4213DD03}"/>
              </a:ext>
            </a:extLst>
          </p:cNvPr>
          <p:cNvSpPr txBox="1"/>
          <p:nvPr/>
        </p:nvSpPr>
        <p:spPr>
          <a:xfrm>
            <a:off x="5140737" y="3387895"/>
            <a:ext cx="16241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2F5597"/>
                </a:solidFill>
              </a:rPr>
              <a:t>New Revenue:</a:t>
            </a:r>
          </a:p>
        </p:txBody>
      </p:sp>
      <p:sp>
        <p:nvSpPr>
          <p:cNvPr id="30" name="TextBox 17">
            <a:extLst>
              <a:ext uri="{FF2B5EF4-FFF2-40B4-BE49-F238E27FC236}">
                <a16:creationId xmlns:a16="http://schemas.microsoft.com/office/drawing/2014/main" id="{C1D3B1A8-FAAE-0B88-C29F-E85065B280D4}"/>
              </a:ext>
            </a:extLst>
          </p:cNvPr>
          <p:cNvSpPr txBox="1"/>
          <p:nvPr/>
        </p:nvSpPr>
        <p:spPr>
          <a:xfrm>
            <a:off x="7224961" y="3387895"/>
            <a:ext cx="111808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2F5597"/>
                </a:solidFill>
              </a:rPr>
              <a:t>New Profit:</a:t>
            </a:r>
          </a:p>
        </p:txBody>
      </p:sp>
      <p:sp>
        <p:nvSpPr>
          <p:cNvPr id="31" name="TextBox 20">
            <a:extLst>
              <a:ext uri="{FF2B5EF4-FFF2-40B4-BE49-F238E27FC236}">
                <a16:creationId xmlns:a16="http://schemas.microsoft.com/office/drawing/2014/main" id="{2874283C-CA06-5479-4602-EB0270C154E4}"/>
              </a:ext>
            </a:extLst>
          </p:cNvPr>
          <p:cNvSpPr txBox="1"/>
          <p:nvPr/>
        </p:nvSpPr>
        <p:spPr>
          <a:xfrm>
            <a:off x="5134452" y="3633620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2F5597"/>
                </a:solidFill>
              </a:rPr>
              <a:t>$17.78M</a:t>
            </a:r>
            <a:endParaRPr lang="en-US" sz="2000" dirty="0">
              <a:solidFill>
                <a:srgbClr val="2F5597"/>
              </a:solidFill>
            </a:endParaRPr>
          </a:p>
        </p:txBody>
      </p:sp>
      <p:sp>
        <p:nvSpPr>
          <p:cNvPr id="32" name="TextBox 21">
            <a:extLst>
              <a:ext uri="{FF2B5EF4-FFF2-40B4-BE49-F238E27FC236}">
                <a16:creationId xmlns:a16="http://schemas.microsoft.com/office/drawing/2014/main" id="{4D69DD81-2339-406D-F79D-43DD31A624AE}"/>
              </a:ext>
            </a:extLst>
          </p:cNvPr>
          <p:cNvSpPr txBox="1"/>
          <p:nvPr/>
        </p:nvSpPr>
        <p:spPr>
          <a:xfrm>
            <a:off x="6928001" y="3633620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2F5597"/>
                </a:solidFill>
              </a:rPr>
              <a:t>$3.75M</a:t>
            </a:r>
            <a:endParaRPr lang="en-US" sz="2000" dirty="0">
              <a:solidFill>
                <a:srgbClr val="2F5597"/>
              </a:solidFill>
            </a:endParaRPr>
          </a:p>
        </p:txBody>
      </p:sp>
      <p:sp>
        <p:nvSpPr>
          <p:cNvPr id="33" name="TextBox 22">
            <a:extLst>
              <a:ext uri="{FF2B5EF4-FFF2-40B4-BE49-F238E27FC236}">
                <a16:creationId xmlns:a16="http://schemas.microsoft.com/office/drawing/2014/main" id="{312B49EA-FDDE-9E1D-77A0-02F68C559BD9}"/>
              </a:ext>
            </a:extLst>
          </p:cNvPr>
          <p:cNvSpPr txBox="1"/>
          <p:nvPr/>
        </p:nvSpPr>
        <p:spPr>
          <a:xfrm>
            <a:off x="5743985" y="4351536"/>
            <a:ext cx="2254143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rgbClr val="2F5597"/>
                </a:solidFill>
              </a:rPr>
              <a:t>Mature Stage</a:t>
            </a:r>
          </a:p>
          <a:p>
            <a:pPr algn="ctr"/>
            <a:r>
              <a:rPr lang="en-US" sz="1100" dirty="0">
                <a:solidFill>
                  <a:srgbClr val="2F5597"/>
                </a:solidFill>
              </a:rPr>
              <a:t>High Profitability, Market Saturation</a:t>
            </a:r>
          </a:p>
        </p:txBody>
      </p:sp>
      <p:sp>
        <p:nvSpPr>
          <p:cNvPr id="34" name="TextBox 23">
            <a:extLst>
              <a:ext uri="{FF2B5EF4-FFF2-40B4-BE49-F238E27FC236}">
                <a16:creationId xmlns:a16="http://schemas.microsoft.com/office/drawing/2014/main" id="{A1A34FF8-3080-8575-C5C5-BC34F65F6E3C}"/>
              </a:ext>
            </a:extLst>
          </p:cNvPr>
          <p:cNvSpPr txBox="1"/>
          <p:nvPr/>
        </p:nvSpPr>
        <p:spPr>
          <a:xfrm>
            <a:off x="5149746" y="5008462"/>
            <a:ext cx="16241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2F5597"/>
                </a:solidFill>
              </a:rPr>
              <a:t>New Revenue:</a:t>
            </a:r>
          </a:p>
        </p:txBody>
      </p:sp>
      <p:sp>
        <p:nvSpPr>
          <p:cNvPr id="35" name="TextBox 24">
            <a:extLst>
              <a:ext uri="{FF2B5EF4-FFF2-40B4-BE49-F238E27FC236}">
                <a16:creationId xmlns:a16="http://schemas.microsoft.com/office/drawing/2014/main" id="{B8C04B80-4154-902A-4A59-2F92CBA523E7}"/>
              </a:ext>
            </a:extLst>
          </p:cNvPr>
          <p:cNvSpPr txBox="1"/>
          <p:nvPr/>
        </p:nvSpPr>
        <p:spPr>
          <a:xfrm>
            <a:off x="7233970" y="5008462"/>
            <a:ext cx="111808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2F5597"/>
                </a:solidFill>
              </a:rPr>
              <a:t>New Profit:</a:t>
            </a:r>
          </a:p>
        </p:txBody>
      </p:sp>
      <p:sp>
        <p:nvSpPr>
          <p:cNvPr id="36" name="TextBox 25">
            <a:extLst>
              <a:ext uri="{FF2B5EF4-FFF2-40B4-BE49-F238E27FC236}">
                <a16:creationId xmlns:a16="http://schemas.microsoft.com/office/drawing/2014/main" id="{2C44FC3C-3343-4CC8-02C5-6DCA80215658}"/>
              </a:ext>
            </a:extLst>
          </p:cNvPr>
          <p:cNvSpPr txBox="1"/>
          <p:nvPr/>
        </p:nvSpPr>
        <p:spPr>
          <a:xfrm>
            <a:off x="5143461" y="5254187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2F5597"/>
                </a:solidFill>
              </a:rPr>
              <a:t>$35.42M</a:t>
            </a:r>
            <a:endParaRPr lang="en-US" sz="2000" dirty="0">
              <a:solidFill>
                <a:srgbClr val="2F5597"/>
              </a:solidFill>
            </a:endParaRPr>
          </a:p>
        </p:txBody>
      </p:sp>
      <p:sp>
        <p:nvSpPr>
          <p:cNvPr id="37" name="TextBox 26">
            <a:extLst>
              <a:ext uri="{FF2B5EF4-FFF2-40B4-BE49-F238E27FC236}">
                <a16:creationId xmlns:a16="http://schemas.microsoft.com/office/drawing/2014/main" id="{22C2A19F-FEC8-EE24-6C1A-DEC9F80CB3E3}"/>
              </a:ext>
            </a:extLst>
          </p:cNvPr>
          <p:cNvSpPr txBox="1"/>
          <p:nvPr/>
        </p:nvSpPr>
        <p:spPr>
          <a:xfrm>
            <a:off x="6937010" y="5254187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2F5597"/>
                </a:solidFill>
              </a:rPr>
              <a:t>$7.63M</a:t>
            </a:r>
            <a:endParaRPr lang="en-US" sz="2000" dirty="0">
              <a:solidFill>
                <a:srgbClr val="2F5597"/>
              </a:solidFill>
            </a:endParaRP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66E78E96-C838-C2C3-A09C-AF8AD995CA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0"/>
            <a:ext cx="4313104" cy="2743200"/>
          </a:xfrm>
          <a:prstGeom prst="rect">
            <a:avLst/>
          </a:prstGeom>
        </p:spPr>
      </p:pic>
      <p:pic>
        <p:nvPicPr>
          <p:cNvPr id="2" name="Picture 2" descr="Key Benefit Administrators Partners with Tennova Healthcare and UT Medical  Center to Provide Direct-to-Employer Health Plans for East Tennessee  Employers | Business Wire">
            <a:extLst>
              <a:ext uri="{FF2B5EF4-FFF2-40B4-BE49-F238E27FC236}">
                <a16:creationId xmlns:a16="http://schemas.microsoft.com/office/drawing/2014/main" id="{9B558DBB-66FB-BAD0-6D55-52E6FE24BA0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01" t="37311" r="2234" b="36582"/>
          <a:stretch/>
        </p:blipFill>
        <p:spPr bwMode="auto">
          <a:xfrm>
            <a:off x="581967" y="6528043"/>
            <a:ext cx="1678913" cy="2551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FC744B69-5E8A-3265-EE80-940EE2968AFE}"/>
              </a:ext>
            </a:extLst>
          </p:cNvPr>
          <p:cNvSpPr/>
          <p:nvPr/>
        </p:nvSpPr>
        <p:spPr>
          <a:xfrm>
            <a:off x="2732818" y="6622035"/>
            <a:ext cx="9459182" cy="255133"/>
          </a:xfrm>
          <a:prstGeom prst="rect">
            <a:avLst/>
          </a:prstGeom>
          <a:solidFill>
            <a:srgbClr val="254F96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28632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3B7911-4429-5620-651D-8CF02A22E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1" y="6209839"/>
            <a:ext cx="2743200" cy="250380"/>
          </a:xfrm>
        </p:spPr>
        <p:txBody>
          <a:bodyPr/>
          <a:lstStyle/>
          <a:p>
            <a:fld id="{3AFC719D-C4A7-4544-876E-D411D11AF6C9}" type="slidenum">
              <a:rPr lang="en-US" smtClean="0"/>
              <a:t>9</a:t>
            </a:fld>
            <a:endParaRPr lang="en-US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074741D-2B9A-0122-543B-08154EC422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0639798"/>
              </p:ext>
            </p:extLst>
          </p:nvPr>
        </p:nvGraphicFramePr>
        <p:xfrm>
          <a:off x="8700415" y="1712788"/>
          <a:ext cx="3228870" cy="2664836"/>
        </p:xfrm>
        <a:graphic>
          <a:graphicData uri="http://schemas.openxmlformats.org/drawingml/2006/table">
            <a:tbl>
              <a:tblPr/>
              <a:tblGrid>
                <a:gridCol w="1076290">
                  <a:extLst>
                    <a:ext uri="{9D8B030D-6E8A-4147-A177-3AD203B41FA5}">
                      <a16:colId xmlns:a16="http://schemas.microsoft.com/office/drawing/2014/main" val="747333909"/>
                    </a:ext>
                  </a:extLst>
                </a:gridCol>
                <a:gridCol w="1076290">
                  <a:extLst>
                    <a:ext uri="{9D8B030D-6E8A-4147-A177-3AD203B41FA5}">
                      <a16:colId xmlns:a16="http://schemas.microsoft.com/office/drawing/2014/main" val="3421697369"/>
                    </a:ext>
                  </a:extLst>
                </a:gridCol>
                <a:gridCol w="1076290">
                  <a:extLst>
                    <a:ext uri="{9D8B030D-6E8A-4147-A177-3AD203B41FA5}">
                      <a16:colId xmlns:a16="http://schemas.microsoft.com/office/drawing/2014/main" val="1427849391"/>
                    </a:ext>
                  </a:extLst>
                </a:gridCol>
              </a:tblGrid>
              <a:tr h="60439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Year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Employees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Members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7570731"/>
                  </a:ext>
                </a:extLst>
              </a:tr>
              <a:tr h="206044">
                <a:tc>
                  <a:txBody>
                    <a:bodyPr/>
                    <a:lstStyle/>
                    <a:p>
                      <a:pPr marL="0" marR="0" algn="ctr" defTabSz="914411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i="0" u="none" kern="1200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+mn-ea"/>
                          <a:cs typeface="Arial"/>
                        </a:rPr>
                        <a:t>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11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kern="1200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+mn-ea"/>
                          <a:cs typeface="Arial"/>
                        </a:rPr>
                        <a:t>9,100</a:t>
                      </a:r>
                    </a:p>
                  </a:txBody>
                  <a:tcPr marL="9525" marR="9525" marT="9525" marB="0" anchor="b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11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kern="1200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+mn-ea"/>
                          <a:cs typeface="Arial"/>
                        </a:rPr>
                        <a:t>20,020</a:t>
                      </a:r>
                    </a:p>
                  </a:txBody>
                  <a:tcPr marL="9525" marR="9525" marT="9525" marB="0" anchor="b">
                    <a:lnL w="0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0220669"/>
                  </a:ext>
                </a:extLst>
              </a:tr>
              <a:tr h="206044">
                <a:tc>
                  <a:txBody>
                    <a:bodyPr/>
                    <a:lstStyle/>
                    <a:p>
                      <a:pPr marL="0" marR="0" algn="ctr" defTabSz="914411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i="0" u="none" kern="1200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+mn-ea"/>
                          <a:cs typeface="Arial"/>
                        </a:rPr>
                        <a:t>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11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kern="1200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+mn-ea"/>
                          <a:cs typeface="Arial"/>
                        </a:rPr>
                        <a:t>18,300</a:t>
                      </a:r>
                    </a:p>
                  </a:txBody>
                  <a:tcPr marL="9525" marR="9525" marT="9525" marB="0" anchor="b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11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kern="1200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+mn-ea"/>
                          <a:cs typeface="Arial"/>
                        </a:rPr>
                        <a:t>40,260</a:t>
                      </a:r>
                    </a:p>
                  </a:txBody>
                  <a:tcPr marL="9525" marR="9525" marT="9525" marB="0" anchor="b">
                    <a:lnL w="0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0363122"/>
                  </a:ext>
                </a:extLst>
              </a:tr>
              <a:tr h="206044">
                <a:tc>
                  <a:txBody>
                    <a:bodyPr/>
                    <a:lstStyle/>
                    <a:p>
                      <a:pPr marL="0" marR="0" algn="ctr" defTabSz="914411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i="0" u="none" kern="1200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+mn-ea"/>
                          <a:cs typeface="Arial"/>
                        </a:rPr>
                        <a:t>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11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kern="1200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+mn-ea"/>
                          <a:cs typeface="Arial"/>
                        </a:rPr>
                        <a:t>27,600</a:t>
                      </a:r>
                    </a:p>
                  </a:txBody>
                  <a:tcPr marL="9525" marR="9525" marT="9525" marB="0" anchor="b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11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kern="1200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+mn-ea"/>
                          <a:cs typeface="Arial"/>
                        </a:rPr>
                        <a:t>60,720</a:t>
                      </a:r>
                    </a:p>
                  </a:txBody>
                  <a:tcPr marL="9525" marR="9525" marT="9525" marB="0" anchor="b">
                    <a:lnL w="0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1343589"/>
                  </a:ext>
                </a:extLst>
              </a:tr>
              <a:tr h="206044">
                <a:tc>
                  <a:txBody>
                    <a:bodyPr/>
                    <a:lstStyle/>
                    <a:p>
                      <a:pPr marL="0" marR="0" algn="ctr" defTabSz="914411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i="0" u="none" kern="1200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+mn-ea"/>
                          <a:cs typeface="Arial"/>
                        </a:rPr>
                        <a:t>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11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kern="1200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+mn-ea"/>
                          <a:cs typeface="Arial"/>
                        </a:rPr>
                        <a:t>38,200</a:t>
                      </a:r>
                    </a:p>
                  </a:txBody>
                  <a:tcPr marL="9525" marR="9525" marT="9525" marB="0" anchor="b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11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kern="1200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+mn-ea"/>
                          <a:cs typeface="Arial"/>
                        </a:rPr>
                        <a:t>84,040</a:t>
                      </a:r>
                    </a:p>
                  </a:txBody>
                  <a:tcPr marL="9525" marR="9525" marT="9525" marB="0" anchor="b">
                    <a:lnL w="0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6413393"/>
                  </a:ext>
                </a:extLst>
              </a:tr>
              <a:tr h="206044">
                <a:tc>
                  <a:txBody>
                    <a:bodyPr/>
                    <a:lstStyle/>
                    <a:p>
                      <a:pPr marL="0" marR="0" algn="ctr" defTabSz="914411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i="0" u="none" kern="1200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+mn-ea"/>
                          <a:cs typeface="Arial"/>
                        </a:rPr>
                        <a:t>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11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kern="1200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+mn-ea"/>
                          <a:cs typeface="Arial"/>
                        </a:rPr>
                        <a:t>49,600</a:t>
                      </a:r>
                    </a:p>
                  </a:txBody>
                  <a:tcPr marL="9525" marR="9525" marT="9525" marB="0" anchor="b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11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kern="1200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+mn-ea"/>
                          <a:cs typeface="Arial"/>
                        </a:rPr>
                        <a:t>109,120</a:t>
                      </a:r>
                    </a:p>
                  </a:txBody>
                  <a:tcPr marL="9525" marR="9525" marT="9525" marB="0" anchor="b">
                    <a:lnL w="0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5085520"/>
                  </a:ext>
                </a:extLst>
              </a:tr>
              <a:tr h="206044">
                <a:tc>
                  <a:txBody>
                    <a:bodyPr/>
                    <a:lstStyle/>
                    <a:p>
                      <a:pPr marL="0" marR="0" algn="ctr" defTabSz="914411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i="0" u="none" kern="1200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+mn-ea"/>
                          <a:cs typeface="Arial"/>
                        </a:rPr>
                        <a:t>6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11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kern="1200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+mn-ea"/>
                          <a:cs typeface="Arial"/>
                        </a:rPr>
                        <a:t>61,300</a:t>
                      </a:r>
                    </a:p>
                  </a:txBody>
                  <a:tcPr marL="9525" marR="9525" marT="9525" marB="0" anchor="b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11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kern="1200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+mn-ea"/>
                          <a:cs typeface="Arial"/>
                        </a:rPr>
                        <a:t>134,860</a:t>
                      </a:r>
                    </a:p>
                  </a:txBody>
                  <a:tcPr marL="9525" marR="9525" marT="9525" marB="0" anchor="b">
                    <a:lnL w="0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7458886"/>
                  </a:ext>
                </a:extLst>
              </a:tr>
              <a:tr h="206044">
                <a:tc>
                  <a:txBody>
                    <a:bodyPr/>
                    <a:lstStyle/>
                    <a:p>
                      <a:pPr marL="0" marR="0" algn="ctr" defTabSz="914411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i="0" u="none" kern="1200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+mn-ea"/>
                          <a:cs typeface="Arial"/>
                        </a:rPr>
                        <a:t>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11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kern="1200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+mn-ea"/>
                          <a:cs typeface="Arial"/>
                        </a:rPr>
                        <a:t>72,900</a:t>
                      </a:r>
                    </a:p>
                  </a:txBody>
                  <a:tcPr marL="9525" marR="9525" marT="9525" marB="0" anchor="b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11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kern="1200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+mn-ea"/>
                          <a:cs typeface="Arial"/>
                        </a:rPr>
                        <a:t>160,380</a:t>
                      </a:r>
                    </a:p>
                  </a:txBody>
                  <a:tcPr marL="9525" marR="9525" marT="9525" marB="0" anchor="b">
                    <a:lnL w="0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7589541"/>
                  </a:ext>
                </a:extLst>
              </a:tr>
              <a:tr h="206044">
                <a:tc>
                  <a:txBody>
                    <a:bodyPr/>
                    <a:lstStyle/>
                    <a:p>
                      <a:pPr marL="0" marR="0" algn="ctr" defTabSz="914411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i="0" u="none" kern="1200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+mn-ea"/>
                          <a:cs typeface="Arial"/>
                        </a:rPr>
                        <a:t>8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11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kern="1200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+mn-ea"/>
                          <a:cs typeface="Arial"/>
                        </a:rPr>
                        <a:t>83,600</a:t>
                      </a:r>
                    </a:p>
                  </a:txBody>
                  <a:tcPr marL="9525" marR="9525" marT="9525" marB="0" anchor="b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11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kern="1200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+mn-ea"/>
                          <a:cs typeface="Arial"/>
                        </a:rPr>
                        <a:t>183,920</a:t>
                      </a:r>
                    </a:p>
                  </a:txBody>
                  <a:tcPr marL="9525" marR="9525" marT="9525" marB="0" anchor="b">
                    <a:lnL w="0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991442"/>
                  </a:ext>
                </a:extLst>
              </a:tr>
              <a:tr h="206044">
                <a:tc>
                  <a:txBody>
                    <a:bodyPr/>
                    <a:lstStyle/>
                    <a:p>
                      <a:pPr marL="0" marR="0" algn="ctr" defTabSz="914411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i="0" u="none" kern="1200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+mn-ea"/>
                          <a:cs typeface="Arial"/>
                        </a:rPr>
                        <a:t>9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11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kern="1200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+mn-ea"/>
                          <a:cs typeface="Arial"/>
                        </a:rPr>
                        <a:t>93,200</a:t>
                      </a:r>
                    </a:p>
                  </a:txBody>
                  <a:tcPr marL="9525" marR="9525" marT="9525" marB="0" anchor="b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11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kern="1200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+mn-ea"/>
                          <a:cs typeface="Arial"/>
                        </a:rPr>
                        <a:t>205,040</a:t>
                      </a:r>
                    </a:p>
                  </a:txBody>
                  <a:tcPr marL="9525" marR="9525" marT="9525" marB="0" anchor="b">
                    <a:lnL w="0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2558393"/>
                  </a:ext>
                </a:extLst>
              </a:tr>
              <a:tr h="206044">
                <a:tc>
                  <a:txBody>
                    <a:bodyPr/>
                    <a:lstStyle/>
                    <a:p>
                      <a:pPr marL="0" marR="0" algn="ctr" defTabSz="914411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i="0" u="none" kern="1200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+mn-ea"/>
                          <a:cs typeface="Arial"/>
                        </a:rPr>
                        <a:t>10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11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kern="1200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+mn-ea"/>
                          <a:cs typeface="Arial"/>
                        </a:rPr>
                        <a:t>101,400</a:t>
                      </a:r>
                    </a:p>
                  </a:txBody>
                  <a:tcPr marL="9525" marR="9525" marT="9525" marB="0" anchor="b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11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kern="1200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+mn-ea"/>
                          <a:cs typeface="Arial"/>
                        </a:rPr>
                        <a:t>223,080</a:t>
                      </a:r>
                    </a:p>
                  </a:txBody>
                  <a:tcPr marL="9525" marR="9525" marT="9525" marB="0" anchor="b">
                    <a:lnL w="0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9837802"/>
                  </a:ext>
                </a:extLst>
              </a:tr>
            </a:tbl>
          </a:graphicData>
        </a:graphic>
      </p:graphicFrame>
      <p:sp>
        <p:nvSpPr>
          <p:cNvPr id="27" name="Title 1">
            <a:extLst>
              <a:ext uri="{FF2B5EF4-FFF2-40B4-BE49-F238E27FC236}">
                <a16:creationId xmlns:a16="http://schemas.microsoft.com/office/drawing/2014/main" id="{5CB06021-EBF8-C602-9396-8BD2590988EA}"/>
              </a:ext>
            </a:extLst>
          </p:cNvPr>
          <p:cNvSpPr txBox="1">
            <a:spLocks/>
          </p:cNvSpPr>
          <p:nvPr/>
        </p:nvSpPr>
        <p:spPr>
          <a:xfrm>
            <a:off x="319042" y="6477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1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latin typeface="Garamond" panose="02020404030301010803" pitchFamily="18" charset="0"/>
              </a:rPr>
              <a:t>State-Wide DTE</a:t>
            </a:r>
          </a:p>
        </p:txBody>
      </p:sp>
      <p:sp>
        <p:nvSpPr>
          <p:cNvPr id="38" name="TextBox 13">
            <a:extLst>
              <a:ext uri="{FF2B5EF4-FFF2-40B4-BE49-F238E27FC236}">
                <a16:creationId xmlns:a16="http://schemas.microsoft.com/office/drawing/2014/main" id="{B59902C4-7FD1-F4A5-BE4E-9204ED577CCA}"/>
              </a:ext>
            </a:extLst>
          </p:cNvPr>
          <p:cNvSpPr txBox="1"/>
          <p:nvPr/>
        </p:nvSpPr>
        <p:spPr>
          <a:xfrm>
            <a:off x="5576842" y="1196457"/>
            <a:ext cx="2568332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rgbClr val="6087CE"/>
                </a:solidFill>
              </a:rPr>
              <a:t>Early Stage</a:t>
            </a:r>
          </a:p>
          <a:p>
            <a:pPr algn="ctr"/>
            <a:r>
              <a:rPr lang="en-US" sz="1100" dirty="0">
                <a:solidFill>
                  <a:srgbClr val="6087CE"/>
                </a:solidFill>
              </a:rPr>
              <a:t>Gaining Name Recognition, Early Growth</a:t>
            </a:r>
          </a:p>
        </p:txBody>
      </p:sp>
      <p:sp>
        <p:nvSpPr>
          <p:cNvPr id="39" name="TextBox 6">
            <a:extLst>
              <a:ext uri="{FF2B5EF4-FFF2-40B4-BE49-F238E27FC236}">
                <a16:creationId xmlns:a16="http://schemas.microsoft.com/office/drawing/2014/main" id="{E45599C2-66D9-647F-48A6-2321DBA54CC3}"/>
              </a:ext>
            </a:extLst>
          </p:cNvPr>
          <p:cNvSpPr txBox="1"/>
          <p:nvPr/>
        </p:nvSpPr>
        <p:spPr>
          <a:xfrm>
            <a:off x="5139698" y="1853383"/>
            <a:ext cx="16241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6087CE"/>
                </a:solidFill>
              </a:rPr>
              <a:t>New Revenue:</a:t>
            </a:r>
          </a:p>
        </p:txBody>
      </p:sp>
      <p:sp>
        <p:nvSpPr>
          <p:cNvPr id="40" name="TextBox 7">
            <a:extLst>
              <a:ext uri="{FF2B5EF4-FFF2-40B4-BE49-F238E27FC236}">
                <a16:creationId xmlns:a16="http://schemas.microsoft.com/office/drawing/2014/main" id="{58CFC727-98D7-62CE-89F0-573E962A246B}"/>
              </a:ext>
            </a:extLst>
          </p:cNvPr>
          <p:cNvSpPr txBox="1"/>
          <p:nvPr/>
        </p:nvSpPr>
        <p:spPr>
          <a:xfrm>
            <a:off x="7223922" y="1853383"/>
            <a:ext cx="111808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6087CE"/>
                </a:solidFill>
              </a:rPr>
              <a:t>New Profit:</a:t>
            </a:r>
          </a:p>
        </p:txBody>
      </p:sp>
      <p:sp>
        <p:nvSpPr>
          <p:cNvPr id="41" name="TextBox 9">
            <a:extLst>
              <a:ext uri="{FF2B5EF4-FFF2-40B4-BE49-F238E27FC236}">
                <a16:creationId xmlns:a16="http://schemas.microsoft.com/office/drawing/2014/main" id="{E4A829FD-164F-8DB7-364E-EF7312F8462E}"/>
              </a:ext>
            </a:extLst>
          </p:cNvPr>
          <p:cNvSpPr txBox="1"/>
          <p:nvPr/>
        </p:nvSpPr>
        <p:spPr>
          <a:xfrm>
            <a:off x="5133413" y="2099108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6087CE"/>
                </a:solidFill>
              </a:rPr>
              <a:t>$0M</a:t>
            </a:r>
            <a:endParaRPr lang="en-US" sz="2000" dirty="0"/>
          </a:p>
        </p:txBody>
      </p:sp>
      <p:sp>
        <p:nvSpPr>
          <p:cNvPr id="42" name="TextBox 14">
            <a:extLst>
              <a:ext uri="{FF2B5EF4-FFF2-40B4-BE49-F238E27FC236}">
                <a16:creationId xmlns:a16="http://schemas.microsoft.com/office/drawing/2014/main" id="{5A8A101E-3AB6-C93B-0252-9A624BE57254}"/>
              </a:ext>
            </a:extLst>
          </p:cNvPr>
          <p:cNvSpPr txBox="1"/>
          <p:nvPr/>
        </p:nvSpPr>
        <p:spPr>
          <a:xfrm>
            <a:off x="6926962" y="2099108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6087CE"/>
                </a:solidFill>
              </a:rPr>
              <a:t>$0M</a:t>
            </a:r>
            <a:endParaRPr lang="en-US" sz="2000" dirty="0"/>
          </a:p>
        </p:txBody>
      </p:sp>
      <p:sp>
        <p:nvSpPr>
          <p:cNvPr id="43" name="TextBox 15">
            <a:extLst>
              <a:ext uri="{FF2B5EF4-FFF2-40B4-BE49-F238E27FC236}">
                <a16:creationId xmlns:a16="http://schemas.microsoft.com/office/drawing/2014/main" id="{ED224C45-9D66-A5A0-B7E7-65E8652BEB9B}"/>
              </a:ext>
            </a:extLst>
          </p:cNvPr>
          <p:cNvSpPr txBox="1"/>
          <p:nvPr/>
        </p:nvSpPr>
        <p:spPr>
          <a:xfrm>
            <a:off x="5785843" y="2710873"/>
            <a:ext cx="2132315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rgbClr val="2F5597"/>
                </a:solidFill>
              </a:rPr>
              <a:t>Growth Stage</a:t>
            </a:r>
          </a:p>
          <a:p>
            <a:pPr algn="ctr"/>
            <a:r>
              <a:rPr lang="en-US" sz="1100" dirty="0">
                <a:solidFill>
                  <a:srgbClr val="2F5597"/>
                </a:solidFill>
              </a:rPr>
              <a:t>Strong Reputation, Strong Growth</a:t>
            </a:r>
          </a:p>
        </p:txBody>
      </p:sp>
      <p:sp>
        <p:nvSpPr>
          <p:cNvPr id="44" name="TextBox 16">
            <a:extLst>
              <a:ext uri="{FF2B5EF4-FFF2-40B4-BE49-F238E27FC236}">
                <a16:creationId xmlns:a16="http://schemas.microsoft.com/office/drawing/2014/main" id="{23C14FE5-6236-6CF3-3013-1E0933D78809}"/>
              </a:ext>
            </a:extLst>
          </p:cNvPr>
          <p:cNvSpPr txBox="1"/>
          <p:nvPr/>
        </p:nvSpPr>
        <p:spPr>
          <a:xfrm>
            <a:off x="5130689" y="3367799"/>
            <a:ext cx="16241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2F5597"/>
                </a:solidFill>
              </a:rPr>
              <a:t>New Revenue:</a:t>
            </a:r>
          </a:p>
        </p:txBody>
      </p:sp>
      <p:sp>
        <p:nvSpPr>
          <p:cNvPr id="45" name="TextBox 17">
            <a:extLst>
              <a:ext uri="{FF2B5EF4-FFF2-40B4-BE49-F238E27FC236}">
                <a16:creationId xmlns:a16="http://schemas.microsoft.com/office/drawing/2014/main" id="{56BF6F06-2AD8-1DDA-0DDD-2B6F165F49CE}"/>
              </a:ext>
            </a:extLst>
          </p:cNvPr>
          <p:cNvSpPr txBox="1"/>
          <p:nvPr/>
        </p:nvSpPr>
        <p:spPr>
          <a:xfrm>
            <a:off x="7214913" y="3367799"/>
            <a:ext cx="111808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2F5597"/>
                </a:solidFill>
              </a:rPr>
              <a:t>New Profit:</a:t>
            </a:r>
          </a:p>
        </p:txBody>
      </p:sp>
      <p:sp>
        <p:nvSpPr>
          <p:cNvPr id="46" name="TextBox 20">
            <a:extLst>
              <a:ext uri="{FF2B5EF4-FFF2-40B4-BE49-F238E27FC236}">
                <a16:creationId xmlns:a16="http://schemas.microsoft.com/office/drawing/2014/main" id="{2AEAF150-16D0-7903-CB63-3745FFBF619D}"/>
              </a:ext>
            </a:extLst>
          </p:cNvPr>
          <p:cNvSpPr txBox="1"/>
          <p:nvPr/>
        </p:nvSpPr>
        <p:spPr>
          <a:xfrm>
            <a:off x="5124404" y="3613524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2F5597"/>
                </a:solidFill>
              </a:rPr>
              <a:t>$0M</a:t>
            </a:r>
            <a:endParaRPr lang="en-US" sz="2000" dirty="0">
              <a:solidFill>
                <a:srgbClr val="2F5597"/>
              </a:solidFill>
            </a:endParaRPr>
          </a:p>
        </p:txBody>
      </p:sp>
      <p:sp>
        <p:nvSpPr>
          <p:cNvPr id="47" name="TextBox 21">
            <a:extLst>
              <a:ext uri="{FF2B5EF4-FFF2-40B4-BE49-F238E27FC236}">
                <a16:creationId xmlns:a16="http://schemas.microsoft.com/office/drawing/2014/main" id="{43D38FFD-B2C4-C300-4FCA-EB94ECBDF280}"/>
              </a:ext>
            </a:extLst>
          </p:cNvPr>
          <p:cNvSpPr txBox="1"/>
          <p:nvPr/>
        </p:nvSpPr>
        <p:spPr>
          <a:xfrm>
            <a:off x="6917953" y="3613524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2F5597"/>
                </a:solidFill>
              </a:rPr>
              <a:t>$0M</a:t>
            </a:r>
            <a:endParaRPr lang="en-US" sz="2000" dirty="0">
              <a:solidFill>
                <a:srgbClr val="2F5597"/>
              </a:solidFill>
            </a:endParaRPr>
          </a:p>
        </p:txBody>
      </p:sp>
      <p:sp>
        <p:nvSpPr>
          <p:cNvPr id="48" name="TextBox 22">
            <a:extLst>
              <a:ext uri="{FF2B5EF4-FFF2-40B4-BE49-F238E27FC236}">
                <a16:creationId xmlns:a16="http://schemas.microsoft.com/office/drawing/2014/main" id="{FAE4B28E-F4EA-A7EB-D15E-AF6466E1E0C4}"/>
              </a:ext>
            </a:extLst>
          </p:cNvPr>
          <p:cNvSpPr txBox="1"/>
          <p:nvPr/>
        </p:nvSpPr>
        <p:spPr>
          <a:xfrm>
            <a:off x="5733937" y="4331440"/>
            <a:ext cx="2254143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rgbClr val="2F5597"/>
                </a:solidFill>
              </a:rPr>
              <a:t>Mature Stage</a:t>
            </a:r>
          </a:p>
          <a:p>
            <a:pPr algn="ctr"/>
            <a:r>
              <a:rPr lang="en-US" sz="1100" dirty="0">
                <a:solidFill>
                  <a:srgbClr val="2F5597"/>
                </a:solidFill>
              </a:rPr>
              <a:t>High Profitability, Market Saturation</a:t>
            </a:r>
          </a:p>
        </p:txBody>
      </p:sp>
      <p:sp>
        <p:nvSpPr>
          <p:cNvPr id="49" name="TextBox 23">
            <a:extLst>
              <a:ext uri="{FF2B5EF4-FFF2-40B4-BE49-F238E27FC236}">
                <a16:creationId xmlns:a16="http://schemas.microsoft.com/office/drawing/2014/main" id="{7BD911B9-2A59-EA60-CF23-3538655E860A}"/>
              </a:ext>
            </a:extLst>
          </p:cNvPr>
          <p:cNvSpPr txBox="1"/>
          <p:nvPr/>
        </p:nvSpPr>
        <p:spPr>
          <a:xfrm>
            <a:off x="5139698" y="4988366"/>
            <a:ext cx="16241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2F5597"/>
                </a:solidFill>
              </a:rPr>
              <a:t>New Revenue:</a:t>
            </a:r>
          </a:p>
        </p:txBody>
      </p:sp>
      <p:sp>
        <p:nvSpPr>
          <p:cNvPr id="50" name="TextBox 24">
            <a:extLst>
              <a:ext uri="{FF2B5EF4-FFF2-40B4-BE49-F238E27FC236}">
                <a16:creationId xmlns:a16="http://schemas.microsoft.com/office/drawing/2014/main" id="{4087BB16-49AE-3800-9E71-5EF2BE2A84DE}"/>
              </a:ext>
            </a:extLst>
          </p:cNvPr>
          <p:cNvSpPr txBox="1"/>
          <p:nvPr/>
        </p:nvSpPr>
        <p:spPr>
          <a:xfrm>
            <a:off x="7223922" y="4988366"/>
            <a:ext cx="111808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2F5597"/>
                </a:solidFill>
              </a:rPr>
              <a:t>New Profit:</a:t>
            </a:r>
          </a:p>
        </p:txBody>
      </p:sp>
      <p:sp>
        <p:nvSpPr>
          <p:cNvPr id="51" name="TextBox 25">
            <a:extLst>
              <a:ext uri="{FF2B5EF4-FFF2-40B4-BE49-F238E27FC236}">
                <a16:creationId xmlns:a16="http://schemas.microsoft.com/office/drawing/2014/main" id="{56930A29-01DD-91E7-EA0B-27BE38DB5E6E}"/>
              </a:ext>
            </a:extLst>
          </p:cNvPr>
          <p:cNvSpPr txBox="1"/>
          <p:nvPr/>
        </p:nvSpPr>
        <p:spPr>
          <a:xfrm>
            <a:off x="5133413" y="5234091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2F5597"/>
                </a:solidFill>
              </a:rPr>
              <a:t>$0M</a:t>
            </a:r>
            <a:endParaRPr lang="en-US" sz="2000" dirty="0">
              <a:solidFill>
                <a:srgbClr val="2F5597"/>
              </a:solidFill>
            </a:endParaRPr>
          </a:p>
        </p:txBody>
      </p:sp>
      <p:sp>
        <p:nvSpPr>
          <p:cNvPr id="52" name="TextBox 26">
            <a:extLst>
              <a:ext uri="{FF2B5EF4-FFF2-40B4-BE49-F238E27FC236}">
                <a16:creationId xmlns:a16="http://schemas.microsoft.com/office/drawing/2014/main" id="{9B9CAC14-29C4-08EE-9339-2B048C7F45AE}"/>
              </a:ext>
            </a:extLst>
          </p:cNvPr>
          <p:cNvSpPr txBox="1"/>
          <p:nvPr/>
        </p:nvSpPr>
        <p:spPr>
          <a:xfrm>
            <a:off x="6926962" y="5234091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2F5597"/>
                </a:solidFill>
              </a:rPr>
              <a:t>$0M</a:t>
            </a:r>
            <a:endParaRPr lang="en-US" sz="2000" dirty="0">
              <a:solidFill>
                <a:srgbClr val="2F5597"/>
              </a:solidFill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83BD93A0-B825-A6F8-E887-1FAC1F00892F}"/>
              </a:ext>
            </a:extLst>
          </p:cNvPr>
          <p:cNvSpPr/>
          <p:nvPr/>
        </p:nvSpPr>
        <p:spPr>
          <a:xfrm>
            <a:off x="8699557" y="4394054"/>
            <a:ext cx="3228870" cy="1092346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0"/>
                </a:schemeClr>
              </a:gs>
              <a:gs pos="5000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Target of reaching 20% of the population in 10 years. 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AA8C296A-0E12-DE3F-DE63-377F5BDD94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0"/>
            <a:ext cx="4313104" cy="2743200"/>
          </a:xfrm>
          <a:prstGeom prst="rect">
            <a:avLst/>
          </a:prstGeom>
        </p:spPr>
      </p:pic>
      <p:pic>
        <p:nvPicPr>
          <p:cNvPr id="2" name="Picture 2" descr="Key Benefit Administrators Partners with Tennova Healthcare and UT Medical  Center to Provide Direct-to-Employer Health Plans for East Tennessee  Employers | Business Wire">
            <a:extLst>
              <a:ext uri="{FF2B5EF4-FFF2-40B4-BE49-F238E27FC236}">
                <a16:creationId xmlns:a16="http://schemas.microsoft.com/office/drawing/2014/main" id="{30397B89-52E0-5B39-B444-A2273679824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01" t="37311" r="2234" b="36582"/>
          <a:stretch/>
        </p:blipFill>
        <p:spPr bwMode="auto">
          <a:xfrm>
            <a:off x="581967" y="6528043"/>
            <a:ext cx="1678913" cy="2551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6">
            <a:extLst>
              <a:ext uri="{FF2B5EF4-FFF2-40B4-BE49-F238E27FC236}">
                <a16:creationId xmlns:a16="http://schemas.microsoft.com/office/drawing/2014/main" id="{976FB48C-7409-C94F-1139-4E86B51326DE}"/>
              </a:ext>
            </a:extLst>
          </p:cNvPr>
          <p:cNvSpPr/>
          <p:nvPr/>
        </p:nvSpPr>
        <p:spPr>
          <a:xfrm>
            <a:off x="2732818" y="6622035"/>
            <a:ext cx="9459182" cy="255133"/>
          </a:xfrm>
          <a:prstGeom prst="rect">
            <a:avLst/>
          </a:prstGeom>
          <a:solidFill>
            <a:srgbClr val="254F96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96078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87B89F-DAD6-6909-B929-104898F647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ACB7BA-9C15-20F8-F38F-B14116D8AB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23551" y="6277663"/>
            <a:ext cx="2743200" cy="250380"/>
          </a:xfrm>
        </p:spPr>
        <p:txBody>
          <a:bodyPr/>
          <a:lstStyle/>
          <a:p>
            <a:fld id="{3AFC719D-C4A7-4544-876E-D411D11AF6C9}" type="slidenum">
              <a:rPr lang="en-US" smtClean="0"/>
              <a:t>10</a:t>
            </a:fld>
            <a:endParaRPr lang="en-US" dirty="0"/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0AA7C80-C75C-F656-2A18-BEED017FA9BB}"/>
              </a:ext>
            </a:extLst>
          </p:cNvPr>
          <p:cNvSpPr txBox="1">
            <a:spLocks/>
          </p:cNvSpPr>
          <p:nvPr/>
        </p:nvSpPr>
        <p:spPr>
          <a:xfrm>
            <a:off x="319042" y="6477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1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latin typeface="Garamond" panose="02020404030301010803" pitchFamily="18" charset="0"/>
              </a:rPr>
              <a:t>Traditional Value-Based Care is Backwards</a:t>
            </a:r>
          </a:p>
        </p:txBody>
      </p:sp>
      <p:pic>
        <p:nvPicPr>
          <p:cNvPr id="2" name="Picture 2" descr="Key Benefit Administrators Partners with Tennova Healthcare and UT Medical  Center to Provide Direct-to-Employer Health Plans for East Tennessee  Employers | Business Wire">
            <a:extLst>
              <a:ext uri="{FF2B5EF4-FFF2-40B4-BE49-F238E27FC236}">
                <a16:creationId xmlns:a16="http://schemas.microsoft.com/office/drawing/2014/main" id="{90211593-E930-5924-3C4A-FB53F8B5D46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01" t="37311" r="2234" b="36582"/>
          <a:stretch/>
        </p:blipFill>
        <p:spPr bwMode="auto">
          <a:xfrm>
            <a:off x="581967" y="6528043"/>
            <a:ext cx="1678913" cy="2551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6">
            <a:extLst>
              <a:ext uri="{FF2B5EF4-FFF2-40B4-BE49-F238E27FC236}">
                <a16:creationId xmlns:a16="http://schemas.microsoft.com/office/drawing/2014/main" id="{B0D660ED-B4CA-3032-3E97-052ADEC6E232}"/>
              </a:ext>
            </a:extLst>
          </p:cNvPr>
          <p:cNvSpPr/>
          <p:nvPr/>
        </p:nvSpPr>
        <p:spPr>
          <a:xfrm>
            <a:off x="2732818" y="6622035"/>
            <a:ext cx="9459182" cy="255133"/>
          </a:xfrm>
          <a:prstGeom prst="rect">
            <a:avLst/>
          </a:prstGeom>
          <a:solidFill>
            <a:srgbClr val="254F96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18682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E02C88E-E45C-8BD0-E259-47F58B65523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2303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7">
            <a:extLst>
              <a:ext uri="{FF2B5EF4-FFF2-40B4-BE49-F238E27FC236}">
                <a16:creationId xmlns:a16="http://schemas.microsoft.com/office/drawing/2014/main" id="{5AC771EF-729E-0DB3-69CD-F9BA251F24B6}"/>
              </a:ext>
            </a:extLst>
          </p:cNvPr>
          <p:cNvSpPr txBox="1"/>
          <p:nvPr/>
        </p:nvSpPr>
        <p:spPr>
          <a:xfrm>
            <a:off x="8681065" y="4863403"/>
            <a:ext cx="32313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A probabilistic model of patient zip codes in the Medicare HSAF data reveals that MaineHealth brand quality is attracting patients from farther away than expected.  </a:t>
            </a:r>
          </a:p>
        </p:txBody>
      </p:sp>
      <p:pic>
        <p:nvPicPr>
          <p:cNvPr id="4" name="Picture 8">
            <a:extLst>
              <a:ext uri="{FF2B5EF4-FFF2-40B4-BE49-F238E27FC236}">
                <a16:creationId xmlns:a16="http://schemas.microsoft.com/office/drawing/2014/main" id="{52C5A56F-440E-A2BD-90EC-6DA93AF9D7C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l="37418" t="4566" r="11438" b="21549"/>
          <a:stretch/>
        </p:blipFill>
        <p:spPr>
          <a:xfrm>
            <a:off x="10382" y="0"/>
            <a:ext cx="8468361" cy="6862916"/>
          </a:xfrm>
          <a:prstGeom prst="rect">
            <a:avLst/>
          </a:prstGeom>
        </p:spPr>
      </p:pic>
      <p:sp>
        <p:nvSpPr>
          <p:cNvPr id="5" name="TextBox 24">
            <a:extLst>
              <a:ext uri="{FF2B5EF4-FFF2-40B4-BE49-F238E27FC236}">
                <a16:creationId xmlns:a16="http://schemas.microsoft.com/office/drawing/2014/main" id="{A51C7283-DD26-DFEE-3866-33D92B2775BB}"/>
              </a:ext>
            </a:extLst>
          </p:cNvPr>
          <p:cNvSpPr txBox="1"/>
          <p:nvPr/>
        </p:nvSpPr>
        <p:spPr>
          <a:xfrm>
            <a:off x="212703" y="2154338"/>
            <a:ext cx="8500233" cy="456713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Patients are Driving </a:t>
            </a:r>
          </a:p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Further to</a:t>
            </a:r>
            <a:r>
              <a:rPr lang="en-US" sz="44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Reach</a:t>
            </a:r>
            <a:r>
              <a:rPr lang="en-US" sz="44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</a:p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MaineHealth</a:t>
            </a:r>
            <a:endParaRPr lang="en-US" sz="44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" name="TextBox 18">
            <a:extLst>
              <a:ext uri="{FF2B5EF4-FFF2-40B4-BE49-F238E27FC236}">
                <a16:creationId xmlns:a16="http://schemas.microsoft.com/office/drawing/2014/main" id="{87226688-32AA-707C-74FB-7F75CAC7E39F}"/>
              </a:ext>
            </a:extLst>
          </p:cNvPr>
          <p:cNvSpPr txBox="1"/>
          <p:nvPr/>
        </p:nvSpPr>
        <p:spPr>
          <a:xfrm>
            <a:off x="8714883" y="3784121"/>
            <a:ext cx="3466735" cy="83466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/>
          <a:p>
            <a:pPr defTabSz="914400">
              <a:lnSpc>
                <a:spcPct val="90000"/>
              </a:lnSpc>
              <a:spcBef>
                <a:spcPts val="1000"/>
              </a:spcBef>
            </a:pPr>
            <a:r>
              <a:rPr lang="en-US" sz="19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14 patients (admissions) traveled 272.4 miles to Maine Medical Center despite 34 closer hospitals. </a:t>
            </a: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FFAD2608-51CF-AA82-31AA-917E6BE33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712937" y="6349039"/>
            <a:ext cx="32766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Key Benefit Administrators</a:t>
            </a:r>
          </a:p>
        </p:txBody>
      </p:sp>
      <p:pic>
        <p:nvPicPr>
          <p:cNvPr id="8" name="Content Placeholder 7"/>
          <p:cNvPicPr>
            <a:picLocks noGrp="1"/>
          </p:cNvPicPr>
          <p:nvPr>
            <p:ph/>
          </p:nvPr>
        </p:nvPicPr>
        <p:blipFill>
          <a:blip r:embed="rId3" cstate="print"/>
          <a:stretch>
            <a:fillRect/>
          </a:stretch>
        </p:blipFill>
        <p:spPr>
          <a:xfrm>
            <a:off x="7168896" y="0"/>
            <a:ext cx="4809744" cy="3776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46981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00AB6DC-A143-A995-75EF-56875F016F42}"/>
              </a:ext>
            </a:extLst>
          </p:cNvPr>
          <p:cNvSpPr/>
          <p:nvPr/>
        </p:nvSpPr>
        <p:spPr>
          <a:xfrm>
            <a:off x="3376246" y="472273"/>
            <a:ext cx="4220308" cy="588833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5E79D2-6475-1CC0-C017-A3D73BD1C9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Key Benefit Administrators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E5ACA3-0F37-6795-0DDB-5E0C02AA0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12</a:t>
            </a:fld>
            <a:endParaRPr lang="en-US" dirty="0"/>
          </a:p>
        </p:txBody>
      </p:sp>
      <p:pic>
        <p:nvPicPr>
          <p:cNvPr id="23" name="Picture 22" descr="A map of maine with colorful dots&#10;&#10;Description automatically generated">
            <a:extLst>
              <a:ext uri="{FF2B5EF4-FFF2-40B4-BE49-F238E27FC236}">
                <a16:creationId xmlns:a16="http://schemas.microsoft.com/office/drawing/2014/main" id="{238E4367-CE55-CD10-AAD0-C7FBF3B0DB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  <p:sp>
        <p:nvSpPr>
          <p:cNvPr id="24" name="Rectangle 6">
            <a:extLst>
              <a:ext uri="{FF2B5EF4-FFF2-40B4-BE49-F238E27FC236}">
                <a16:creationId xmlns:a16="http://schemas.microsoft.com/office/drawing/2014/main" id="{0190236D-DBB5-89A8-79CC-4993EBE85F77}"/>
              </a:ext>
            </a:extLst>
          </p:cNvPr>
          <p:cNvSpPr/>
          <p:nvPr/>
        </p:nvSpPr>
        <p:spPr>
          <a:xfrm>
            <a:off x="0" y="0"/>
            <a:ext cx="981075" cy="6858000"/>
          </a:xfrm>
          <a:prstGeom prst="rect">
            <a:avLst/>
          </a:prstGeom>
          <a:solidFill>
            <a:srgbClr val="254F96">
              <a:alpha val="9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56119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00AB6DC-A143-A995-75EF-56875F016F42}"/>
              </a:ext>
            </a:extLst>
          </p:cNvPr>
          <p:cNvSpPr/>
          <p:nvPr/>
        </p:nvSpPr>
        <p:spPr>
          <a:xfrm>
            <a:off x="3376246" y="472273"/>
            <a:ext cx="4220308" cy="588833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5E79D2-6475-1CC0-C017-A3D73BD1C9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Key Benefit Administrators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E5ACA3-0F37-6795-0DDB-5E0C02AA0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13</a:t>
            </a:fld>
            <a:endParaRPr lang="en-US" dirty="0"/>
          </a:p>
        </p:txBody>
      </p:sp>
      <p:pic>
        <p:nvPicPr>
          <p:cNvPr id="13" name="Picture 12" descr="A map of maine with green dots&#10;&#10;Description automatically generated">
            <a:extLst>
              <a:ext uri="{FF2B5EF4-FFF2-40B4-BE49-F238E27FC236}">
                <a16:creationId xmlns:a16="http://schemas.microsoft.com/office/drawing/2014/main" id="{C12DED49-6BCD-1664-97E4-1096D2CFA1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  <p:sp>
        <p:nvSpPr>
          <p:cNvPr id="14" name="Rectangle 6">
            <a:extLst>
              <a:ext uri="{FF2B5EF4-FFF2-40B4-BE49-F238E27FC236}">
                <a16:creationId xmlns:a16="http://schemas.microsoft.com/office/drawing/2014/main" id="{ED3770BA-F7E1-8DA8-9ADD-C5154D6CBD29}"/>
              </a:ext>
            </a:extLst>
          </p:cNvPr>
          <p:cNvSpPr/>
          <p:nvPr/>
        </p:nvSpPr>
        <p:spPr>
          <a:xfrm>
            <a:off x="0" y="0"/>
            <a:ext cx="981075" cy="6858000"/>
          </a:xfrm>
          <a:prstGeom prst="rect">
            <a:avLst/>
          </a:prstGeom>
          <a:solidFill>
            <a:srgbClr val="254F96">
              <a:alpha val="9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9026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00AB6DC-A143-A995-75EF-56875F016F42}"/>
              </a:ext>
            </a:extLst>
          </p:cNvPr>
          <p:cNvSpPr/>
          <p:nvPr/>
        </p:nvSpPr>
        <p:spPr>
          <a:xfrm>
            <a:off x="3376246" y="472273"/>
            <a:ext cx="4220308" cy="588833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5E79D2-6475-1CC0-C017-A3D73BD1C9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Key Benefit Administrators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E5ACA3-0F37-6795-0DDB-5E0C02AA0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14</a:t>
            </a:fld>
            <a:endParaRPr lang="en-US" dirty="0"/>
          </a:p>
        </p:txBody>
      </p:sp>
      <p:sp>
        <p:nvSpPr>
          <p:cNvPr id="14" name="Rectangle 6">
            <a:extLst>
              <a:ext uri="{FF2B5EF4-FFF2-40B4-BE49-F238E27FC236}">
                <a16:creationId xmlns:a16="http://schemas.microsoft.com/office/drawing/2014/main" id="{ED3770BA-F7E1-8DA8-9ADD-C5154D6CBD29}"/>
              </a:ext>
            </a:extLst>
          </p:cNvPr>
          <p:cNvSpPr/>
          <p:nvPr/>
        </p:nvSpPr>
        <p:spPr>
          <a:xfrm>
            <a:off x="0" y="0"/>
            <a:ext cx="981075" cy="6858000"/>
          </a:xfrm>
          <a:prstGeom prst="rect">
            <a:avLst/>
          </a:prstGeom>
          <a:solidFill>
            <a:srgbClr val="254F96">
              <a:alpha val="9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 descr="A white and green map&#10;&#10;Description automatically generated">
            <a:extLst>
              <a:ext uri="{FF2B5EF4-FFF2-40B4-BE49-F238E27FC236}">
                <a16:creationId xmlns:a16="http://schemas.microsoft.com/office/drawing/2014/main" id="{0D55C815-A745-9C30-6F4B-D22C0DF4F0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2EF0790-8A0D-E049-88E7-9ABED7AB7791}"/>
              </a:ext>
            </a:extLst>
          </p:cNvPr>
          <p:cNvSpPr txBox="1"/>
          <p:nvPr/>
        </p:nvSpPr>
        <p:spPr>
          <a:xfrm>
            <a:off x="7938198" y="5345723"/>
            <a:ext cx="35866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Hospitals with incomplete data are not plotted</a:t>
            </a:r>
          </a:p>
        </p:txBody>
      </p:sp>
    </p:spTree>
    <p:extLst>
      <p:ext uri="{BB962C8B-B14F-4D97-AF65-F5344CB8AC3E}">
        <p14:creationId xmlns:p14="http://schemas.microsoft.com/office/powerpoint/2010/main" val="15844771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00AB6DC-A143-A995-75EF-56875F016F42}"/>
              </a:ext>
            </a:extLst>
          </p:cNvPr>
          <p:cNvSpPr/>
          <p:nvPr/>
        </p:nvSpPr>
        <p:spPr>
          <a:xfrm>
            <a:off x="3376246" y="472273"/>
            <a:ext cx="4220308" cy="588833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5E79D2-6475-1CC0-C017-A3D73BD1C9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Key Benefit Administrators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E5ACA3-0F37-6795-0DDB-5E0C02AA0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15</a:t>
            </a:fld>
            <a:endParaRPr lang="en-US" dirty="0"/>
          </a:p>
        </p:txBody>
      </p:sp>
      <p:sp>
        <p:nvSpPr>
          <p:cNvPr id="14" name="Rectangle 6">
            <a:extLst>
              <a:ext uri="{FF2B5EF4-FFF2-40B4-BE49-F238E27FC236}">
                <a16:creationId xmlns:a16="http://schemas.microsoft.com/office/drawing/2014/main" id="{ED3770BA-F7E1-8DA8-9ADD-C5154D6CBD29}"/>
              </a:ext>
            </a:extLst>
          </p:cNvPr>
          <p:cNvSpPr/>
          <p:nvPr/>
        </p:nvSpPr>
        <p:spPr>
          <a:xfrm>
            <a:off x="0" y="0"/>
            <a:ext cx="981075" cy="6858000"/>
          </a:xfrm>
          <a:prstGeom prst="rect">
            <a:avLst/>
          </a:prstGeom>
          <a:solidFill>
            <a:srgbClr val="254F96">
              <a:alpha val="9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 descr="A map of maine with green dots&#10;&#10;Description automatically generated">
            <a:extLst>
              <a:ext uri="{FF2B5EF4-FFF2-40B4-BE49-F238E27FC236}">
                <a16:creationId xmlns:a16="http://schemas.microsoft.com/office/drawing/2014/main" id="{B34703D6-1648-F545-0DDC-A93529ECFF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30832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12E69C7-B12F-2A96-399C-CF6A1FCAD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Insights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68BA346-D542-5D79-642B-1BC0132EF7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C8A3B0-E1FB-AD50-ED61-EFB87DFE02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Key Benefit Administrators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E1907F-5ED2-649A-743A-8A8C984AE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81842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1143000"/>
          </a:xfrm>
        </p:spPr>
        <p:txBody>
          <a:bodyPr/>
          <a:lstStyle/>
          <a:p>
            <a:pPr algn="ctr"/>
            <a:r>
              <a:rPr lang="en-US" b="1" dirty="0"/>
              <a:t>Companies by County</a:t>
            </a:r>
            <a:endParaRPr b="1" dirty="0"/>
          </a:p>
        </p:txBody>
      </p:sp>
      <p:grpSp>
        <p:nvGrpSpPr>
          <p:cNvPr id="3" name="Content Placeholder 2"/>
          <p:cNvGrpSpPr/>
          <p:nvPr/>
        </p:nvGrpSpPr>
        <p:grpSpPr>
          <a:xfrm>
            <a:off x="1981200" y="1600201"/>
            <a:ext cx="8229600" cy="4525963"/>
            <a:chOff x="457200" y="1600200"/>
            <a:chExt cx="8229600" cy="4525963"/>
          </a:xfrm>
        </p:grpSpPr>
        <p:sp>
          <p:nvSpPr>
            <p:cNvPr id="4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" name="pg4"/>
            <p:cNvSpPr/>
            <p:nvPr/>
          </p:nvSpPr>
          <p:spPr>
            <a:xfrm>
              <a:off x="3872291" y="4223939"/>
              <a:ext cx="241881" cy="392976"/>
            </a:xfrm>
            <a:custGeom>
              <a:avLst/>
              <a:gdLst/>
              <a:ahLst/>
              <a:cxnLst/>
              <a:rect l="0" t="0" r="0" b="0"/>
              <a:pathLst>
                <a:path w="241881" h="392976">
                  <a:moveTo>
                    <a:pt x="125207" y="11964"/>
                  </a:moveTo>
                  <a:lnTo>
                    <a:pt x="182125" y="0"/>
                  </a:lnTo>
                  <a:lnTo>
                    <a:pt x="196350" y="55803"/>
                  </a:lnTo>
                  <a:lnTo>
                    <a:pt x="182125" y="71730"/>
                  </a:lnTo>
                  <a:lnTo>
                    <a:pt x="207732" y="123459"/>
                  </a:lnTo>
                  <a:lnTo>
                    <a:pt x="207732" y="187036"/>
                  </a:lnTo>
                  <a:lnTo>
                    <a:pt x="241881" y="202914"/>
                  </a:lnTo>
                  <a:lnTo>
                    <a:pt x="233344" y="238619"/>
                  </a:lnTo>
                  <a:lnTo>
                    <a:pt x="241881" y="242584"/>
                  </a:lnTo>
                  <a:lnTo>
                    <a:pt x="224807" y="313892"/>
                  </a:lnTo>
                  <a:lnTo>
                    <a:pt x="224807" y="325762"/>
                  </a:lnTo>
                  <a:lnTo>
                    <a:pt x="219115" y="341587"/>
                  </a:lnTo>
                  <a:lnTo>
                    <a:pt x="224807" y="353452"/>
                  </a:lnTo>
                  <a:lnTo>
                    <a:pt x="202041" y="381122"/>
                  </a:lnTo>
                  <a:lnTo>
                    <a:pt x="196350" y="377171"/>
                  </a:lnTo>
                  <a:lnTo>
                    <a:pt x="184967" y="392976"/>
                  </a:lnTo>
                  <a:lnTo>
                    <a:pt x="139439" y="369266"/>
                  </a:lnTo>
                  <a:lnTo>
                    <a:pt x="136594" y="361359"/>
                  </a:lnTo>
                  <a:lnTo>
                    <a:pt x="85367" y="305972"/>
                  </a:lnTo>
                  <a:lnTo>
                    <a:pt x="54068" y="337631"/>
                  </a:lnTo>
                  <a:lnTo>
                    <a:pt x="45531" y="329719"/>
                  </a:lnTo>
                  <a:lnTo>
                    <a:pt x="34148" y="341587"/>
                  </a:lnTo>
                  <a:lnTo>
                    <a:pt x="17074" y="325762"/>
                  </a:lnTo>
                  <a:lnTo>
                    <a:pt x="11382" y="325762"/>
                  </a:lnTo>
                  <a:lnTo>
                    <a:pt x="2845" y="305972"/>
                  </a:lnTo>
                  <a:lnTo>
                    <a:pt x="0" y="286173"/>
                  </a:lnTo>
                  <a:lnTo>
                    <a:pt x="25611" y="251833"/>
                  </a:lnTo>
                  <a:lnTo>
                    <a:pt x="51222" y="217463"/>
                  </a:lnTo>
                  <a:lnTo>
                    <a:pt x="76834" y="183065"/>
                  </a:lnTo>
                  <a:lnTo>
                    <a:pt x="82521" y="183065"/>
                  </a:lnTo>
                  <a:lnTo>
                    <a:pt x="95327" y="135387"/>
                  </a:lnTo>
                  <a:lnTo>
                    <a:pt x="108133" y="87654"/>
                  </a:lnTo>
                  <a:lnTo>
                    <a:pt x="102441" y="51820"/>
                  </a:lnTo>
                  <a:lnTo>
                    <a:pt x="108133" y="47836"/>
                  </a:lnTo>
                  <a:lnTo>
                    <a:pt x="108133" y="31897"/>
                  </a:lnTo>
                  <a:close/>
                </a:path>
              </a:pathLst>
            </a:custGeom>
            <a:solidFill>
              <a:srgbClr val="99B2D7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" name="pg5"/>
            <p:cNvSpPr/>
            <p:nvPr/>
          </p:nvSpPr>
          <p:spPr>
            <a:xfrm>
              <a:off x="4097099" y="2089798"/>
              <a:ext cx="1126881" cy="1365026"/>
            </a:xfrm>
            <a:custGeom>
              <a:avLst/>
              <a:gdLst/>
              <a:ahLst/>
              <a:cxnLst/>
              <a:rect l="0" t="0" r="0" b="0"/>
              <a:pathLst>
                <a:path w="1126881" h="1365026">
                  <a:moveTo>
                    <a:pt x="998828" y="1328418"/>
                  </a:moveTo>
                  <a:lnTo>
                    <a:pt x="956143" y="1335200"/>
                  </a:lnTo>
                  <a:lnTo>
                    <a:pt x="913457" y="1341980"/>
                  </a:lnTo>
                  <a:lnTo>
                    <a:pt x="870771" y="1348760"/>
                  </a:lnTo>
                  <a:lnTo>
                    <a:pt x="870771" y="1356894"/>
                  </a:lnTo>
                  <a:lnTo>
                    <a:pt x="811015" y="1365026"/>
                  </a:lnTo>
                  <a:lnTo>
                    <a:pt x="796783" y="1356894"/>
                  </a:lnTo>
                  <a:lnTo>
                    <a:pt x="796783" y="1315530"/>
                  </a:lnTo>
                  <a:lnTo>
                    <a:pt x="796783" y="1274122"/>
                  </a:lnTo>
                  <a:lnTo>
                    <a:pt x="796783" y="1232672"/>
                  </a:lnTo>
                  <a:lnTo>
                    <a:pt x="796783" y="1191178"/>
                  </a:lnTo>
                  <a:lnTo>
                    <a:pt x="796783" y="1149641"/>
                  </a:lnTo>
                  <a:lnTo>
                    <a:pt x="796783" y="1108060"/>
                  </a:lnTo>
                  <a:lnTo>
                    <a:pt x="796783" y="1099878"/>
                  </a:lnTo>
                  <a:lnTo>
                    <a:pt x="796783" y="1056001"/>
                  </a:lnTo>
                  <a:lnTo>
                    <a:pt x="796783" y="1012076"/>
                  </a:lnTo>
                  <a:lnTo>
                    <a:pt x="796783" y="968101"/>
                  </a:lnTo>
                  <a:lnTo>
                    <a:pt x="796783" y="924078"/>
                  </a:lnTo>
                  <a:lnTo>
                    <a:pt x="796783" y="880006"/>
                  </a:lnTo>
                  <a:lnTo>
                    <a:pt x="796783" y="835884"/>
                  </a:lnTo>
                  <a:lnTo>
                    <a:pt x="796783" y="791713"/>
                  </a:lnTo>
                  <a:lnTo>
                    <a:pt x="754099" y="790338"/>
                  </a:lnTo>
                  <a:lnTo>
                    <a:pt x="711414" y="788962"/>
                  </a:lnTo>
                  <a:lnTo>
                    <a:pt x="668730" y="787587"/>
                  </a:lnTo>
                  <a:lnTo>
                    <a:pt x="663038" y="783459"/>
                  </a:lnTo>
                  <a:lnTo>
                    <a:pt x="603279" y="783459"/>
                  </a:lnTo>
                  <a:lnTo>
                    <a:pt x="599484" y="740803"/>
                  </a:lnTo>
                  <a:lnTo>
                    <a:pt x="595690" y="698101"/>
                  </a:lnTo>
                  <a:lnTo>
                    <a:pt x="591896" y="655352"/>
                  </a:lnTo>
                  <a:lnTo>
                    <a:pt x="548073" y="655766"/>
                  </a:lnTo>
                  <a:lnTo>
                    <a:pt x="504249" y="656180"/>
                  </a:lnTo>
                  <a:lnTo>
                    <a:pt x="460426" y="656594"/>
                  </a:lnTo>
                  <a:lnTo>
                    <a:pt x="416603" y="657008"/>
                  </a:lnTo>
                  <a:lnTo>
                    <a:pt x="372780" y="657422"/>
                  </a:lnTo>
                  <a:lnTo>
                    <a:pt x="328957" y="657836"/>
                  </a:lnTo>
                  <a:lnTo>
                    <a:pt x="285134" y="658250"/>
                  </a:lnTo>
                  <a:lnTo>
                    <a:pt x="241310" y="658664"/>
                  </a:lnTo>
                  <a:lnTo>
                    <a:pt x="197487" y="659077"/>
                  </a:lnTo>
                  <a:lnTo>
                    <a:pt x="153664" y="659491"/>
                  </a:lnTo>
                  <a:lnTo>
                    <a:pt x="102443" y="659491"/>
                  </a:lnTo>
                  <a:lnTo>
                    <a:pt x="51221" y="659491"/>
                  </a:lnTo>
                  <a:lnTo>
                    <a:pt x="0" y="659491"/>
                  </a:lnTo>
                  <a:lnTo>
                    <a:pt x="2845" y="622223"/>
                  </a:lnTo>
                  <a:lnTo>
                    <a:pt x="19916" y="551730"/>
                  </a:lnTo>
                  <a:lnTo>
                    <a:pt x="44104" y="515744"/>
                  </a:lnTo>
                  <a:lnTo>
                    <a:pt x="68293" y="479725"/>
                  </a:lnTo>
                  <a:lnTo>
                    <a:pt x="92481" y="443672"/>
                  </a:lnTo>
                  <a:lnTo>
                    <a:pt x="116670" y="407586"/>
                  </a:lnTo>
                  <a:lnTo>
                    <a:pt x="140858" y="371467"/>
                  </a:lnTo>
                  <a:lnTo>
                    <a:pt x="165047" y="335314"/>
                  </a:lnTo>
                  <a:lnTo>
                    <a:pt x="194215" y="292514"/>
                  </a:lnTo>
                  <a:lnTo>
                    <a:pt x="223384" y="249666"/>
                  </a:lnTo>
                  <a:lnTo>
                    <a:pt x="252552" y="206771"/>
                  </a:lnTo>
                  <a:lnTo>
                    <a:pt x="281721" y="163829"/>
                  </a:lnTo>
                  <a:lnTo>
                    <a:pt x="313971" y="117690"/>
                  </a:lnTo>
                  <a:lnTo>
                    <a:pt x="346221" y="71496"/>
                  </a:lnTo>
                  <a:lnTo>
                    <a:pt x="378471" y="25247"/>
                  </a:lnTo>
                  <a:lnTo>
                    <a:pt x="392700" y="8415"/>
                  </a:lnTo>
                  <a:lnTo>
                    <a:pt x="406932" y="0"/>
                  </a:lnTo>
                  <a:lnTo>
                    <a:pt x="424003" y="0"/>
                  </a:lnTo>
                  <a:lnTo>
                    <a:pt x="441077" y="8415"/>
                  </a:lnTo>
                  <a:lnTo>
                    <a:pt x="472380" y="16832"/>
                  </a:lnTo>
                  <a:lnTo>
                    <a:pt x="486608" y="16832"/>
                  </a:lnTo>
                  <a:lnTo>
                    <a:pt x="489450" y="29456"/>
                  </a:lnTo>
                  <a:lnTo>
                    <a:pt x="480917" y="100899"/>
                  </a:lnTo>
                  <a:lnTo>
                    <a:pt x="486608" y="151251"/>
                  </a:lnTo>
                  <a:lnTo>
                    <a:pt x="509374" y="172209"/>
                  </a:lnTo>
                  <a:lnTo>
                    <a:pt x="552056" y="197347"/>
                  </a:lnTo>
                  <a:lnTo>
                    <a:pt x="577667" y="193159"/>
                  </a:lnTo>
                  <a:lnTo>
                    <a:pt x="628890" y="163829"/>
                  </a:lnTo>
                  <a:lnTo>
                    <a:pt x="671576" y="151251"/>
                  </a:lnTo>
                  <a:lnTo>
                    <a:pt x="697187" y="151251"/>
                  </a:lnTo>
                  <a:lnTo>
                    <a:pt x="722798" y="126080"/>
                  </a:lnTo>
                  <a:lnTo>
                    <a:pt x="748410" y="117690"/>
                  </a:lnTo>
                  <a:lnTo>
                    <a:pt x="805320" y="126080"/>
                  </a:lnTo>
                  <a:lnTo>
                    <a:pt x="813861" y="121884"/>
                  </a:lnTo>
                  <a:lnTo>
                    <a:pt x="816703" y="84100"/>
                  </a:lnTo>
                  <a:lnTo>
                    <a:pt x="822394" y="79899"/>
                  </a:lnTo>
                  <a:lnTo>
                    <a:pt x="873617" y="71496"/>
                  </a:lnTo>
                  <a:lnTo>
                    <a:pt x="910611" y="79899"/>
                  </a:lnTo>
                  <a:lnTo>
                    <a:pt x="930531" y="96700"/>
                  </a:lnTo>
                  <a:lnTo>
                    <a:pt x="970369" y="134473"/>
                  </a:lnTo>
                  <a:lnTo>
                    <a:pt x="1010207" y="172209"/>
                  </a:lnTo>
                  <a:lnTo>
                    <a:pt x="1038668" y="201535"/>
                  </a:lnTo>
                  <a:lnTo>
                    <a:pt x="1061434" y="243392"/>
                  </a:lnTo>
                  <a:lnTo>
                    <a:pt x="1072813" y="255940"/>
                  </a:lnTo>
                  <a:lnTo>
                    <a:pt x="1095579" y="276844"/>
                  </a:lnTo>
                  <a:lnTo>
                    <a:pt x="1112653" y="297737"/>
                  </a:lnTo>
                  <a:lnTo>
                    <a:pt x="1121190" y="335314"/>
                  </a:lnTo>
                  <a:lnTo>
                    <a:pt x="1121664" y="378416"/>
                  </a:lnTo>
                  <a:lnTo>
                    <a:pt x="1122139" y="421470"/>
                  </a:lnTo>
                  <a:lnTo>
                    <a:pt x="1122613" y="464476"/>
                  </a:lnTo>
                  <a:lnTo>
                    <a:pt x="1123087" y="507435"/>
                  </a:lnTo>
                  <a:lnTo>
                    <a:pt x="1123561" y="550347"/>
                  </a:lnTo>
                  <a:lnTo>
                    <a:pt x="1124036" y="593212"/>
                  </a:lnTo>
                  <a:lnTo>
                    <a:pt x="1123680" y="636202"/>
                  </a:lnTo>
                  <a:lnTo>
                    <a:pt x="1123324" y="679145"/>
                  </a:lnTo>
                  <a:lnTo>
                    <a:pt x="1122969" y="722041"/>
                  </a:lnTo>
                  <a:lnTo>
                    <a:pt x="1122613" y="764891"/>
                  </a:lnTo>
                  <a:lnTo>
                    <a:pt x="1122257" y="807693"/>
                  </a:lnTo>
                  <a:lnTo>
                    <a:pt x="1121901" y="850449"/>
                  </a:lnTo>
                  <a:lnTo>
                    <a:pt x="1121546" y="893159"/>
                  </a:lnTo>
                  <a:lnTo>
                    <a:pt x="1121190" y="935822"/>
                  </a:lnTo>
                  <a:lnTo>
                    <a:pt x="1123087" y="987846"/>
                  </a:lnTo>
                  <a:lnTo>
                    <a:pt x="1124984" y="1039801"/>
                  </a:lnTo>
                  <a:lnTo>
                    <a:pt x="1126881" y="1091688"/>
                  </a:lnTo>
                  <a:lnTo>
                    <a:pt x="1126881" y="1112155"/>
                  </a:lnTo>
                  <a:lnTo>
                    <a:pt x="1121190" y="1132608"/>
                  </a:lnTo>
                  <a:lnTo>
                    <a:pt x="1112653" y="1153048"/>
                  </a:lnTo>
                  <a:lnTo>
                    <a:pt x="1112653" y="1169394"/>
                  </a:lnTo>
                  <a:lnTo>
                    <a:pt x="1124036" y="1181649"/>
                  </a:lnTo>
                  <a:lnTo>
                    <a:pt x="1126881" y="1189818"/>
                  </a:lnTo>
                  <a:lnTo>
                    <a:pt x="1112653" y="1206149"/>
                  </a:lnTo>
                  <a:lnTo>
                    <a:pt x="1104116" y="1251023"/>
                  </a:lnTo>
                  <a:lnTo>
                    <a:pt x="1106961" y="1275482"/>
                  </a:lnTo>
                  <a:lnTo>
                    <a:pt x="1118344" y="1291779"/>
                  </a:lnTo>
                  <a:lnTo>
                    <a:pt x="1078506" y="1303995"/>
                  </a:lnTo>
                  <a:lnTo>
                    <a:pt x="1038667" y="1316208"/>
                  </a:lnTo>
                  <a:close/>
                </a:path>
              </a:pathLst>
            </a:custGeom>
            <a:solidFill>
              <a:srgbClr val="A2C3DD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" name="pg6"/>
            <p:cNvSpPr/>
            <p:nvPr/>
          </p:nvSpPr>
          <p:spPr>
            <a:xfrm>
              <a:off x="3681633" y="4438756"/>
              <a:ext cx="503679" cy="434137"/>
            </a:xfrm>
            <a:custGeom>
              <a:avLst/>
              <a:gdLst/>
              <a:ahLst/>
              <a:cxnLst/>
              <a:rect l="0" t="0" r="0" b="0"/>
              <a:pathLst>
                <a:path w="503679" h="434137">
                  <a:moveTo>
                    <a:pt x="415465" y="138635"/>
                  </a:moveTo>
                  <a:lnTo>
                    <a:pt x="424003" y="150496"/>
                  </a:lnTo>
                  <a:lnTo>
                    <a:pt x="435382" y="158399"/>
                  </a:lnTo>
                  <a:lnTo>
                    <a:pt x="449614" y="166305"/>
                  </a:lnTo>
                  <a:lnTo>
                    <a:pt x="466688" y="170254"/>
                  </a:lnTo>
                  <a:lnTo>
                    <a:pt x="475225" y="170254"/>
                  </a:lnTo>
                  <a:lnTo>
                    <a:pt x="486608" y="158399"/>
                  </a:lnTo>
                  <a:lnTo>
                    <a:pt x="492300" y="146542"/>
                  </a:lnTo>
                  <a:lnTo>
                    <a:pt x="500833" y="150496"/>
                  </a:lnTo>
                  <a:lnTo>
                    <a:pt x="503679" y="154449"/>
                  </a:lnTo>
                  <a:lnTo>
                    <a:pt x="492300" y="182109"/>
                  </a:lnTo>
                  <a:lnTo>
                    <a:pt x="480913" y="217642"/>
                  </a:lnTo>
                  <a:lnTo>
                    <a:pt x="466688" y="221588"/>
                  </a:lnTo>
                  <a:lnTo>
                    <a:pt x="443923" y="245259"/>
                  </a:lnTo>
                  <a:lnTo>
                    <a:pt x="441077" y="225537"/>
                  </a:lnTo>
                  <a:lnTo>
                    <a:pt x="435382" y="221588"/>
                  </a:lnTo>
                  <a:lnTo>
                    <a:pt x="421157" y="225537"/>
                  </a:lnTo>
                  <a:lnTo>
                    <a:pt x="395546" y="249203"/>
                  </a:lnTo>
                  <a:lnTo>
                    <a:pt x="369934" y="257090"/>
                  </a:lnTo>
                  <a:lnTo>
                    <a:pt x="350018" y="276800"/>
                  </a:lnTo>
                  <a:lnTo>
                    <a:pt x="330098" y="284681"/>
                  </a:lnTo>
                  <a:lnTo>
                    <a:pt x="324403" y="296500"/>
                  </a:lnTo>
                  <a:lnTo>
                    <a:pt x="321557" y="308316"/>
                  </a:lnTo>
                  <a:lnTo>
                    <a:pt x="304487" y="320128"/>
                  </a:lnTo>
                  <a:lnTo>
                    <a:pt x="298791" y="339808"/>
                  </a:lnTo>
                  <a:lnTo>
                    <a:pt x="290258" y="355542"/>
                  </a:lnTo>
                  <a:lnTo>
                    <a:pt x="307332" y="375205"/>
                  </a:lnTo>
                  <a:lnTo>
                    <a:pt x="321557" y="402717"/>
                  </a:lnTo>
                  <a:lnTo>
                    <a:pt x="315866" y="418430"/>
                  </a:lnTo>
                  <a:lnTo>
                    <a:pt x="298791" y="426284"/>
                  </a:lnTo>
                  <a:lnTo>
                    <a:pt x="270338" y="430211"/>
                  </a:lnTo>
                  <a:lnTo>
                    <a:pt x="253260" y="434137"/>
                  </a:lnTo>
                  <a:lnTo>
                    <a:pt x="213424" y="410577"/>
                  </a:lnTo>
                  <a:lnTo>
                    <a:pt x="204887" y="394861"/>
                  </a:lnTo>
                  <a:lnTo>
                    <a:pt x="190658" y="383067"/>
                  </a:lnTo>
                  <a:lnTo>
                    <a:pt x="204887" y="363411"/>
                  </a:lnTo>
                  <a:lnTo>
                    <a:pt x="156510" y="312251"/>
                  </a:lnTo>
                  <a:lnTo>
                    <a:pt x="142281" y="327998"/>
                  </a:lnTo>
                  <a:lnTo>
                    <a:pt x="133744" y="324065"/>
                  </a:lnTo>
                  <a:lnTo>
                    <a:pt x="128056" y="335873"/>
                  </a:lnTo>
                  <a:lnTo>
                    <a:pt x="108133" y="316191"/>
                  </a:lnTo>
                  <a:lnTo>
                    <a:pt x="110978" y="304378"/>
                  </a:lnTo>
                  <a:lnTo>
                    <a:pt x="110978" y="276800"/>
                  </a:lnTo>
                  <a:lnTo>
                    <a:pt x="102445" y="264975"/>
                  </a:lnTo>
                  <a:lnTo>
                    <a:pt x="91058" y="257090"/>
                  </a:lnTo>
                  <a:lnTo>
                    <a:pt x="76830" y="257090"/>
                  </a:lnTo>
                  <a:lnTo>
                    <a:pt x="65451" y="257090"/>
                  </a:lnTo>
                  <a:lnTo>
                    <a:pt x="48373" y="257090"/>
                  </a:lnTo>
                  <a:lnTo>
                    <a:pt x="42685" y="257090"/>
                  </a:lnTo>
                  <a:lnTo>
                    <a:pt x="34148" y="229480"/>
                  </a:lnTo>
                  <a:lnTo>
                    <a:pt x="36994" y="217642"/>
                  </a:lnTo>
                  <a:lnTo>
                    <a:pt x="36994" y="205800"/>
                  </a:lnTo>
                  <a:lnTo>
                    <a:pt x="65451" y="190006"/>
                  </a:lnTo>
                  <a:lnTo>
                    <a:pt x="54064" y="178159"/>
                  </a:lnTo>
                  <a:lnTo>
                    <a:pt x="71138" y="150496"/>
                  </a:lnTo>
                  <a:lnTo>
                    <a:pt x="68293" y="146542"/>
                  </a:lnTo>
                  <a:lnTo>
                    <a:pt x="76830" y="138635"/>
                  </a:lnTo>
                  <a:lnTo>
                    <a:pt x="36994" y="91155"/>
                  </a:lnTo>
                  <a:lnTo>
                    <a:pt x="5687" y="79277"/>
                  </a:lnTo>
                  <a:lnTo>
                    <a:pt x="5687" y="71356"/>
                  </a:lnTo>
                  <a:lnTo>
                    <a:pt x="0" y="63434"/>
                  </a:lnTo>
                  <a:lnTo>
                    <a:pt x="5687" y="59472"/>
                  </a:lnTo>
                  <a:lnTo>
                    <a:pt x="22765" y="59472"/>
                  </a:lnTo>
                  <a:lnTo>
                    <a:pt x="85371" y="19836"/>
                  </a:lnTo>
                  <a:lnTo>
                    <a:pt x="88213" y="19836"/>
                  </a:lnTo>
                  <a:lnTo>
                    <a:pt x="122361" y="0"/>
                  </a:lnTo>
                  <a:lnTo>
                    <a:pt x="128056" y="7937"/>
                  </a:lnTo>
                  <a:lnTo>
                    <a:pt x="136590" y="3970"/>
                  </a:lnTo>
                  <a:lnTo>
                    <a:pt x="145127" y="7937"/>
                  </a:lnTo>
                  <a:lnTo>
                    <a:pt x="156510" y="7937"/>
                  </a:lnTo>
                  <a:lnTo>
                    <a:pt x="179275" y="35696"/>
                  </a:lnTo>
                  <a:lnTo>
                    <a:pt x="190658" y="71356"/>
                  </a:lnTo>
                  <a:lnTo>
                    <a:pt x="193504" y="91155"/>
                  </a:lnTo>
                  <a:lnTo>
                    <a:pt x="202041" y="110945"/>
                  </a:lnTo>
                  <a:lnTo>
                    <a:pt x="207732" y="110945"/>
                  </a:lnTo>
                  <a:lnTo>
                    <a:pt x="224807" y="126770"/>
                  </a:lnTo>
                  <a:lnTo>
                    <a:pt x="236190" y="114902"/>
                  </a:lnTo>
                  <a:lnTo>
                    <a:pt x="244727" y="122814"/>
                  </a:lnTo>
                  <a:lnTo>
                    <a:pt x="276026" y="91155"/>
                  </a:lnTo>
                  <a:lnTo>
                    <a:pt x="327252" y="146542"/>
                  </a:lnTo>
                  <a:lnTo>
                    <a:pt x="330098" y="154449"/>
                  </a:lnTo>
                  <a:lnTo>
                    <a:pt x="375626" y="178159"/>
                  </a:lnTo>
                  <a:lnTo>
                    <a:pt x="387008" y="162354"/>
                  </a:lnTo>
                  <a:lnTo>
                    <a:pt x="392700" y="166305"/>
                  </a:lnTo>
                  <a:close/>
                </a:path>
              </a:pathLst>
            </a:custGeom>
            <a:solidFill>
              <a:srgbClr val="00008B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" name="pg7"/>
            <p:cNvSpPr/>
            <p:nvPr/>
          </p:nvSpPr>
          <p:spPr>
            <a:xfrm>
              <a:off x="3695861" y="3393795"/>
              <a:ext cx="452460" cy="842108"/>
            </a:xfrm>
            <a:custGeom>
              <a:avLst/>
              <a:gdLst/>
              <a:ahLst/>
              <a:cxnLst/>
              <a:rect l="0" t="0" r="0" b="0"/>
              <a:pathLst>
                <a:path w="452460" h="842108">
                  <a:moveTo>
                    <a:pt x="358555" y="830144"/>
                  </a:moveTo>
                  <a:lnTo>
                    <a:pt x="301637" y="842108"/>
                  </a:lnTo>
                  <a:lnTo>
                    <a:pt x="284563" y="802213"/>
                  </a:lnTo>
                  <a:lnTo>
                    <a:pt x="278871" y="802213"/>
                  </a:lnTo>
                  <a:lnTo>
                    <a:pt x="267492" y="786247"/>
                  </a:lnTo>
                  <a:lnTo>
                    <a:pt x="264643" y="786247"/>
                  </a:lnTo>
                  <a:lnTo>
                    <a:pt x="276030" y="770272"/>
                  </a:lnTo>
                  <a:lnTo>
                    <a:pt x="232395" y="760950"/>
                  </a:lnTo>
                  <a:lnTo>
                    <a:pt x="188761" y="751626"/>
                  </a:lnTo>
                  <a:lnTo>
                    <a:pt x="145127" y="742300"/>
                  </a:lnTo>
                  <a:lnTo>
                    <a:pt x="153664" y="726307"/>
                  </a:lnTo>
                  <a:lnTo>
                    <a:pt x="130898" y="674288"/>
                  </a:lnTo>
                  <a:lnTo>
                    <a:pt x="108133" y="622201"/>
                  </a:lnTo>
                  <a:lnTo>
                    <a:pt x="39836" y="650256"/>
                  </a:lnTo>
                  <a:lnTo>
                    <a:pt x="38413" y="604155"/>
                  </a:lnTo>
                  <a:lnTo>
                    <a:pt x="36990" y="558002"/>
                  </a:lnTo>
                  <a:lnTo>
                    <a:pt x="31302" y="525867"/>
                  </a:lnTo>
                  <a:lnTo>
                    <a:pt x="22765" y="525867"/>
                  </a:lnTo>
                  <a:lnTo>
                    <a:pt x="11382" y="469567"/>
                  </a:lnTo>
                  <a:lnTo>
                    <a:pt x="11382" y="461514"/>
                  </a:lnTo>
                  <a:lnTo>
                    <a:pt x="17070" y="453466"/>
                  </a:lnTo>
                  <a:lnTo>
                    <a:pt x="31302" y="449440"/>
                  </a:lnTo>
                  <a:lnTo>
                    <a:pt x="23477" y="408147"/>
                  </a:lnTo>
                  <a:lnTo>
                    <a:pt x="15651" y="366812"/>
                  </a:lnTo>
                  <a:lnTo>
                    <a:pt x="7825" y="325435"/>
                  </a:lnTo>
                  <a:lnTo>
                    <a:pt x="0" y="284014"/>
                  </a:lnTo>
                  <a:lnTo>
                    <a:pt x="5691" y="275930"/>
                  </a:lnTo>
                  <a:lnTo>
                    <a:pt x="8537" y="235471"/>
                  </a:lnTo>
                  <a:lnTo>
                    <a:pt x="11382" y="186865"/>
                  </a:lnTo>
                  <a:lnTo>
                    <a:pt x="14224" y="174705"/>
                  </a:lnTo>
                  <a:lnTo>
                    <a:pt x="22765" y="166595"/>
                  </a:lnTo>
                  <a:lnTo>
                    <a:pt x="39836" y="174705"/>
                  </a:lnTo>
                  <a:lnTo>
                    <a:pt x="88216" y="190918"/>
                  </a:lnTo>
                  <a:lnTo>
                    <a:pt x="99596" y="186865"/>
                  </a:lnTo>
                  <a:lnTo>
                    <a:pt x="105287" y="178761"/>
                  </a:lnTo>
                  <a:lnTo>
                    <a:pt x="99596" y="174705"/>
                  </a:lnTo>
                  <a:lnTo>
                    <a:pt x="71142" y="134145"/>
                  </a:lnTo>
                  <a:lnTo>
                    <a:pt x="59756" y="101666"/>
                  </a:lnTo>
                  <a:lnTo>
                    <a:pt x="62601" y="85416"/>
                  </a:lnTo>
                  <a:lnTo>
                    <a:pt x="73984" y="69160"/>
                  </a:lnTo>
                  <a:lnTo>
                    <a:pt x="99596" y="36629"/>
                  </a:lnTo>
                  <a:lnTo>
                    <a:pt x="125207" y="4071"/>
                  </a:lnTo>
                  <a:lnTo>
                    <a:pt x="139435" y="0"/>
                  </a:lnTo>
                  <a:lnTo>
                    <a:pt x="152241" y="50865"/>
                  </a:lnTo>
                  <a:lnTo>
                    <a:pt x="165047" y="101666"/>
                  </a:lnTo>
                  <a:lnTo>
                    <a:pt x="162201" y="109785"/>
                  </a:lnTo>
                  <a:lnTo>
                    <a:pt x="170738" y="150372"/>
                  </a:lnTo>
                  <a:lnTo>
                    <a:pt x="179275" y="190917"/>
                  </a:lnTo>
                  <a:lnTo>
                    <a:pt x="187813" y="231421"/>
                  </a:lnTo>
                  <a:lnTo>
                    <a:pt x="196350" y="271884"/>
                  </a:lnTo>
                  <a:lnTo>
                    <a:pt x="204887" y="312307"/>
                  </a:lnTo>
                  <a:lnTo>
                    <a:pt x="213424" y="352688"/>
                  </a:lnTo>
                  <a:lnTo>
                    <a:pt x="230498" y="352688"/>
                  </a:lnTo>
                  <a:lnTo>
                    <a:pt x="230498" y="344615"/>
                  </a:lnTo>
                  <a:lnTo>
                    <a:pt x="267492" y="336540"/>
                  </a:lnTo>
                  <a:lnTo>
                    <a:pt x="278871" y="380931"/>
                  </a:lnTo>
                  <a:lnTo>
                    <a:pt x="335789" y="376898"/>
                  </a:lnTo>
                  <a:lnTo>
                    <a:pt x="343378" y="418557"/>
                  </a:lnTo>
                  <a:lnTo>
                    <a:pt x="350967" y="460174"/>
                  </a:lnTo>
                  <a:lnTo>
                    <a:pt x="358555" y="501747"/>
                  </a:lnTo>
                  <a:lnTo>
                    <a:pt x="344323" y="505768"/>
                  </a:lnTo>
                  <a:lnTo>
                    <a:pt x="344323" y="533904"/>
                  </a:lnTo>
                  <a:lnTo>
                    <a:pt x="341477" y="533904"/>
                  </a:lnTo>
                  <a:lnTo>
                    <a:pt x="341477" y="541939"/>
                  </a:lnTo>
                  <a:lnTo>
                    <a:pt x="347168" y="541939"/>
                  </a:lnTo>
                  <a:lnTo>
                    <a:pt x="350014" y="562020"/>
                  </a:lnTo>
                  <a:lnTo>
                    <a:pt x="395546" y="558002"/>
                  </a:lnTo>
                  <a:lnTo>
                    <a:pt x="398391" y="582091"/>
                  </a:lnTo>
                  <a:lnTo>
                    <a:pt x="395546" y="582091"/>
                  </a:lnTo>
                  <a:lnTo>
                    <a:pt x="398391" y="594129"/>
                  </a:lnTo>
                  <a:lnTo>
                    <a:pt x="406928" y="594129"/>
                  </a:lnTo>
                  <a:lnTo>
                    <a:pt x="415465" y="630219"/>
                  </a:lnTo>
                  <a:lnTo>
                    <a:pt x="406928" y="634227"/>
                  </a:lnTo>
                  <a:lnTo>
                    <a:pt x="421153" y="686298"/>
                  </a:lnTo>
                  <a:lnTo>
                    <a:pt x="432540" y="686298"/>
                  </a:lnTo>
                  <a:lnTo>
                    <a:pt x="452460" y="742300"/>
                  </a:lnTo>
                  <a:lnTo>
                    <a:pt x="452460" y="758286"/>
                  </a:lnTo>
                  <a:lnTo>
                    <a:pt x="432540" y="762279"/>
                  </a:lnTo>
                  <a:lnTo>
                    <a:pt x="404083" y="758286"/>
                  </a:lnTo>
                  <a:lnTo>
                    <a:pt x="384163" y="782254"/>
                  </a:lnTo>
                  <a:lnTo>
                    <a:pt x="378471" y="790237"/>
                  </a:lnTo>
                  <a:lnTo>
                    <a:pt x="378471" y="798224"/>
                  </a:lnTo>
                  <a:lnTo>
                    <a:pt x="395546" y="806204"/>
                  </a:lnTo>
                  <a:lnTo>
                    <a:pt x="392700" y="826155"/>
                  </a:lnTo>
                  <a:close/>
                </a:path>
              </a:pathLst>
            </a:custGeom>
            <a:solidFill>
              <a:srgbClr val="ACD6E5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" name="pg8"/>
            <p:cNvSpPr/>
            <p:nvPr/>
          </p:nvSpPr>
          <p:spPr>
            <a:xfrm>
              <a:off x="4683307" y="3681852"/>
              <a:ext cx="429694" cy="701320"/>
            </a:xfrm>
            <a:custGeom>
              <a:avLst/>
              <a:gdLst/>
              <a:ahLst/>
              <a:cxnLst/>
              <a:rect l="0" t="0" r="0" b="0"/>
              <a:pathLst>
                <a:path w="429694" h="701320">
                  <a:moveTo>
                    <a:pt x="14224" y="398240"/>
                  </a:moveTo>
                  <a:lnTo>
                    <a:pt x="42681" y="398240"/>
                  </a:lnTo>
                  <a:lnTo>
                    <a:pt x="42681" y="414249"/>
                  </a:lnTo>
                  <a:lnTo>
                    <a:pt x="56910" y="414249"/>
                  </a:lnTo>
                  <a:lnTo>
                    <a:pt x="62601" y="390234"/>
                  </a:lnTo>
                  <a:lnTo>
                    <a:pt x="85367" y="374216"/>
                  </a:lnTo>
                  <a:lnTo>
                    <a:pt x="108129" y="382225"/>
                  </a:lnTo>
                  <a:lnTo>
                    <a:pt x="122361" y="354187"/>
                  </a:lnTo>
                  <a:lnTo>
                    <a:pt x="199192" y="342161"/>
                  </a:lnTo>
                  <a:lnTo>
                    <a:pt x="193501" y="294032"/>
                  </a:lnTo>
                  <a:lnTo>
                    <a:pt x="187811" y="245845"/>
                  </a:lnTo>
                  <a:lnTo>
                    <a:pt x="182121" y="197601"/>
                  </a:lnTo>
                  <a:lnTo>
                    <a:pt x="239032" y="181509"/>
                  </a:lnTo>
                  <a:lnTo>
                    <a:pt x="227652" y="121097"/>
                  </a:lnTo>
                  <a:lnTo>
                    <a:pt x="287409" y="100939"/>
                  </a:lnTo>
                  <a:lnTo>
                    <a:pt x="278871" y="32328"/>
                  </a:lnTo>
                  <a:lnTo>
                    <a:pt x="331517" y="16167"/>
                  </a:lnTo>
                  <a:lnTo>
                    <a:pt x="384163" y="0"/>
                  </a:lnTo>
                  <a:lnTo>
                    <a:pt x="390992" y="41213"/>
                  </a:lnTo>
                  <a:lnTo>
                    <a:pt x="397821" y="82384"/>
                  </a:lnTo>
                  <a:lnTo>
                    <a:pt x="404650" y="123514"/>
                  </a:lnTo>
                  <a:lnTo>
                    <a:pt x="411478" y="164601"/>
                  </a:lnTo>
                  <a:lnTo>
                    <a:pt x="418307" y="205646"/>
                  </a:lnTo>
                  <a:lnTo>
                    <a:pt x="372780" y="221731"/>
                  </a:lnTo>
                  <a:lnTo>
                    <a:pt x="379182" y="266934"/>
                  </a:lnTo>
                  <a:lnTo>
                    <a:pt x="385584" y="312088"/>
                  </a:lnTo>
                  <a:lnTo>
                    <a:pt x="391986" y="357190"/>
                  </a:lnTo>
                  <a:lnTo>
                    <a:pt x="398387" y="402243"/>
                  </a:lnTo>
                  <a:lnTo>
                    <a:pt x="412620" y="402243"/>
                  </a:lnTo>
                  <a:lnTo>
                    <a:pt x="423999" y="462236"/>
                  </a:lnTo>
                  <a:lnTo>
                    <a:pt x="418307" y="466232"/>
                  </a:lnTo>
                  <a:lnTo>
                    <a:pt x="429694" y="538097"/>
                  </a:lnTo>
                  <a:lnTo>
                    <a:pt x="421153" y="538097"/>
                  </a:lnTo>
                  <a:lnTo>
                    <a:pt x="415462" y="554050"/>
                  </a:lnTo>
                  <a:lnTo>
                    <a:pt x="423999" y="597890"/>
                  </a:lnTo>
                  <a:lnTo>
                    <a:pt x="398387" y="605855"/>
                  </a:lnTo>
                  <a:lnTo>
                    <a:pt x="398387" y="629740"/>
                  </a:lnTo>
                  <a:lnTo>
                    <a:pt x="381317" y="645658"/>
                  </a:lnTo>
                  <a:lnTo>
                    <a:pt x="378467" y="625763"/>
                  </a:lnTo>
                  <a:lnTo>
                    <a:pt x="381317" y="601870"/>
                  </a:lnTo>
                  <a:lnTo>
                    <a:pt x="358551" y="581954"/>
                  </a:lnTo>
                  <a:lnTo>
                    <a:pt x="369934" y="566011"/>
                  </a:lnTo>
                  <a:lnTo>
                    <a:pt x="358551" y="550063"/>
                  </a:lnTo>
                  <a:lnTo>
                    <a:pt x="338631" y="558038"/>
                  </a:lnTo>
                  <a:lnTo>
                    <a:pt x="327248" y="538097"/>
                  </a:lnTo>
                  <a:lnTo>
                    <a:pt x="321557" y="522137"/>
                  </a:lnTo>
                  <a:lnTo>
                    <a:pt x="307329" y="522137"/>
                  </a:lnTo>
                  <a:lnTo>
                    <a:pt x="301637" y="534108"/>
                  </a:lnTo>
                  <a:lnTo>
                    <a:pt x="301637" y="550063"/>
                  </a:lnTo>
                  <a:lnTo>
                    <a:pt x="293100" y="558038"/>
                  </a:lnTo>
                  <a:lnTo>
                    <a:pt x="284563" y="550063"/>
                  </a:lnTo>
                  <a:lnTo>
                    <a:pt x="276026" y="534108"/>
                  </a:lnTo>
                  <a:lnTo>
                    <a:pt x="267489" y="526131"/>
                  </a:lnTo>
                  <a:lnTo>
                    <a:pt x="264643" y="534108"/>
                  </a:lnTo>
                  <a:lnTo>
                    <a:pt x="267489" y="554050"/>
                  </a:lnTo>
                  <a:lnTo>
                    <a:pt x="247572" y="573983"/>
                  </a:lnTo>
                  <a:lnTo>
                    <a:pt x="236186" y="573983"/>
                  </a:lnTo>
                  <a:lnTo>
                    <a:pt x="219112" y="593906"/>
                  </a:lnTo>
                  <a:lnTo>
                    <a:pt x="210574" y="593906"/>
                  </a:lnTo>
                  <a:lnTo>
                    <a:pt x="199192" y="585935"/>
                  </a:lnTo>
                  <a:lnTo>
                    <a:pt x="196346" y="577969"/>
                  </a:lnTo>
                  <a:lnTo>
                    <a:pt x="207732" y="558038"/>
                  </a:lnTo>
                  <a:lnTo>
                    <a:pt x="196346" y="538097"/>
                  </a:lnTo>
                  <a:lnTo>
                    <a:pt x="184967" y="546074"/>
                  </a:lnTo>
                  <a:lnTo>
                    <a:pt x="182121" y="573983"/>
                  </a:lnTo>
                  <a:lnTo>
                    <a:pt x="165047" y="589922"/>
                  </a:lnTo>
                  <a:lnTo>
                    <a:pt x="153660" y="597890"/>
                  </a:lnTo>
                  <a:lnTo>
                    <a:pt x="145127" y="601870"/>
                  </a:lnTo>
                  <a:lnTo>
                    <a:pt x="128053" y="605855"/>
                  </a:lnTo>
                  <a:lnTo>
                    <a:pt x="136590" y="625763"/>
                  </a:lnTo>
                  <a:lnTo>
                    <a:pt x="128053" y="645658"/>
                  </a:lnTo>
                  <a:lnTo>
                    <a:pt x="130895" y="661569"/>
                  </a:lnTo>
                  <a:lnTo>
                    <a:pt x="142281" y="673498"/>
                  </a:lnTo>
                  <a:lnTo>
                    <a:pt x="153660" y="681449"/>
                  </a:lnTo>
                  <a:lnTo>
                    <a:pt x="145127" y="701320"/>
                  </a:lnTo>
                  <a:lnTo>
                    <a:pt x="130895" y="701320"/>
                  </a:lnTo>
                  <a:lnTo>
                    <a:pt x="99596" y="685424"/>
                  </a:lnTo>
                  <a:lnTo>
                    <a:pt x="93904" y="697346"/>
                  </a:lnTo>
                  <a:lnTo>
                    <a:pt x="82521" y="697346"/>
                  </a:lnTo>
                  <a:lnTo>
                    <a:pt x="73984" y="665546"/>
                  </a:lnTo>
                  <a:lnTo>
                    <a:pt x="59756" y="661569"/>
                  </a:lnTo>
                  <a:lnTo>
                    <a:pt x="42681" y="657592"/>
                  </a:lnTo>
                  <a:lnTo>
                    <a:pt x="14224" y="657592"/>
                  </a:lnTo>
                  <a:lnTo>
                    <a:pt x="5687" y="649636"/>
                  </a:lnTo>
                  <a:lnTo>
                    <a:pt x="5687" y="637702"/>
                  </a:lnTo>
                  <a:lnTo>
                    <a:pt x="14224" y="633720"/>
                  </a:lnTo>
                  <a:lnTo>
                    <a:pt x="28453" y="633720"/>
                  </a:lnTo>
                  <a:lnTo>
                    <a:pt x="25611" y="613817"/>
                  </a:lnTo>
                  <a:lnTo>
                    <a:pt x="34144" y="601870"/>
                  </a:lnTo>
                  <a:lnTo>
                    <a:pt x="48373" y="605855"/>
                  </a:lnTo>
                  <a:lnTo>
                    <a:pt x="73984" y="613817"/>
                  </a:lnTo>
                  <a:lnTo>
                    <a:pt x="73984" y="605855"/>
                  </a:lnTo>
                  <a:lnTo>
                    <a:pt x="62601" y="593906"/>
                  </a:lnTo>
                  <a:lnTo>
                    <a:pt x="65447" y="577969"/>
                  </a:lnTo>
                  <a:lnTo>
                    <a:pt x="54064" y="573983"/>
                  </a:lnTo>
                  <a:lnTo>
                    <a:pt x="39836" y="573983"/>
                  </a:lnTo>
                  <a:lnTo>
                    <a:pt x="25611" y="593906"/>
                  </a:lnTo>
                  <a:lnTo>
                    <a:pt x="14224" y="589922"/>
                  </a:lnTo>
                  <a:lnTo>
                    <a:pt x="19916" y="573983"/>
                  </a:lnTo>
                  <a:lnTo>
                    <a:pt x="36990" y="538097"/>
                  </a:lnTo>
                  <a:lnTo>
                    <a:pt x="36990" y="514155"/>
                  </a:lnTo>
                  <a:lnTo>
                    <a:pt x="28453" y="494196"/>
                  </a:lnTo>
                  <a:lnTo>
                    <a:pt x="22765" y="486206"/>
                  </a:lnTo>
                  <a:lnTo>
                    <a:pt x="14224" y="466232"/>
                  </a:lnTo>
                  <a:lnTo>
                    <a:pt x="2845" y="454242"/>
                  </a:lnTo>
                  <a:lnTo>
                    <a:pt x="0" y="446246"/>
                  </a:lnTo>
                  <a:lnTo>
                    <a:pt x="2845" y="434250"/>
                  </a:lnTo>
                  <a:lnTo>
                    <a:pt x="5687" y="418250"/>
                  </a:lnTo>
                  <a:lnTo>
                    <a:pt x="11379" y="406245"/>
                  </a:lnTo>
                  <a:close/>
                </a:path>
              </a:pathLst>
            </a:custGeom>
            <a:solidFill>
              <a:srgbClr val="A5C9E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" name="pg9"/>
            <p:cNvSpPr/>
            <p:nvPr/>
          </p:nvSpPr>
          <p:spPr>
            <a:xfrm>
              <a:off x="4054417" y="4056069"/>
              <a:ext cx="367088" cy="422347"/>
            </a:xfrm>
            <a:custGeom>
              <a:avLst/>
              <a:gdLst/>
              <a:ahLst/>
              <a:cxnLst/>
              <a:rect l="0" t="0" r="0" b="0"/>
              <a:pathLst>
                <a:path w="367088" h="422347">
                  <a:moveTo>
                    <a:pt x="0" y="167870"/>
                  </a:moveTo>
                  <a:lnTo>
                    <a:pt x="34144" y="163881"/>
                  </a:lnTo>
                  <a:lnTo>
                    <a:pt x="36990" y="143930"/>
                  </a:lnTo>
                  <a:lnTo>
                    <a:pt x="19916" y="135950"/>
                  </a:lnTo>
                  <a:lnTo>
                    <a:pt x="19916" y="127963"/>
                  </a:lnTo>
                  <a:lnTo>
                    <a:pt x="25607" y="119980"/>
                  </a:lnTo>
                  <a:lnTo>
                    <a:pt x="45527" y="96012"/>
                  </a:lnTo>
                  <a:lnTo>
                    <a:pt x="73984" y="100005"/>
                  </a:lnTo>
                  <a:lnTo>
                    <a:pt x="93904" y="96012"/>
                  </a:lnTo>
                  <a:lnTo>
                    <a:pt x="93904" y="80026"/>
                  </a:lnTo>
                  <a:lnTo>
                    <a:pt x="122361" y="68029"/>
                  </a:lnTo>
                  <a:lnTo>
                    <a:pt x="139435" y="72030"/>
                  </a:lnTo>
                  <a:lnTo>
                    <a:pt x="150815" y="80026"/>
                  </a:lnTo>
                  <a:lnTo>
                    <a:pt x="147969" y="92016"/>
                  </a:lnTo>
                  <a:lnTo>
                    <a:pt x="159355" y="100005"/>
                  </a:lnTo>
                  <a:lnTo>
                    <a:pt x="173580" y="80026"/>
                  </a:lnTo>
                  <a:lnTo>
                    <a:pt x="184963" y="80026"/>
                  </a:lnTo>
                  <a:lnTo>
                    <a:pt x="190654" y="84020"/>
                  </a:lnTo>
                  <a:lnTo>
                    <a:pt x="256106" y="96012"/>
                  </a:lnTo>
                  <a:lnTo>
                    <a:pt x="264643" y="88020"/>
                  </a:lnTo>
                  <a:lnTo>
                    <a:pt x="267489" y="64033"/>
                  </a:lnTo>
                  <a:lnTo>
                    <a:pt x="264643" y="48034"/>
                  </a:lnTo>
                  <a:lnTo>
                    <a:pt x="250414" y="40032"/>
                  </a:lnTo>
                  <a:lnTo>
                    <a:pt x="241877" y="24024"/>
                  </a:lnTo>
                  <a:lnTo>
                    <a:pt x="241877" y="12014"/>
                  </a:lnTo>
                  <a:lnTo>
                    <a:pt x="321557" y="0"/>
                  </a:lnTo>
                  <a:lnTo>
                    <a:pt x="330090" y="8009"/>
                  </a:lnTo>
                  <a:lnTo>
                    <a:pt x="332936" y="28027"/>
                  </a:lnTo>
                  <a:lnTo>
                    <a:pt x="327248" y="48034"/>
                  </a:lnTo>
                  <a:lnTo>
                    <a:pt x="352856" y="52035"/>
                  </a:lnTo>
                  <a:lnTo>
                    <a:pt x="347168" y="111989"/>
                  </a:lnTo>
                  <a:lnTo>
                    <a:pt x="367088" y="119980"/>
                  </a:lnTo>
                  <a:lnTo>
                    <a:pt x="352856" y="175846"/>
                  </a:lnTo>
                  <a:lnTo>
                    <a:pt x="330090" y="175846"/>
                  </a:lnTo>
                  <a:lnTo>
                    <a:pt x="317287" y="215705"/>
                  </a:lnTo>
                  <a:lnTo>
                    <a:pt x="304483" y="255524"/>
                  </a:lnTo>
                  <a:lnTo>
                    <a:pt x="290254" y="311208"/>
                  </a:lnTo>
                  <a:lnTo>
                    <a:pt x="227649" y="303258"/>
                  </a:lnTo>
                  <a:lnTo>
                    <a:pt x="221957" y="335049"/>
                  </a:lnTo>
                  <a:lnTo>
                    <a:pt x="224807" y="374753"/>
                  </a:lnTo>
                  <a:lnTo>
                    <a:pt x="230494" y="410454"/>
                  </a:lnTo>
                  <a:lnTo>
                    <a:pt x="179275" y="402523"/>
                  </a:lnTo>
                  <a:lnTo>
                    <a:pt x="176426" y="390624"/>
                  </a:lnTo>
                  <a:lnTo>
                    <a:pt x="122361" y="378721"/>
                  </a:lnTo>
                  <a:lnTo>
                    <a:pt x="108129" y="422347"/>
                  </a:lnTo>
                  <a:lnTo>
                    <a:pt x="59756" y="410454"/>
                  </a:lnTo>
                  <a:lnTo>
                    <a:pt x="51218" y="406489"/>
                  </a:lnTo>
                  <a:lnTo>
                    <a:pt x="59756" y="370784"/>
                  </a:lnTo>
                  <a:lnTo>
                    <a:pt x="25607" y="354906"/>
                  </a:lnTo>
                  <a:lnTo>
                    <a:pt x="25607" y="291329"/>
                  </a:lnTo>
                  <a:lnTo>
                    <a:pt x="0" y="239601"/>
                  </a:lnTo>
                  <a:lnTo>
                    <a:pt x="14224" y="223673"/>
                  </a:lnTo>
                  <a:close/>
                </a:path>
              </a:pathLst>
            </a:custGeom>
            <a:solidFill>
              <a:srgbClr val="93A7D2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" name="pg10"/>
            <p:cNvSpPr/>
            <p:nvPr/>
          </p:nvSpPr>
          <p:spPr>
            <a:xfrm>
              <a:off x="4384508" y="4303635"/>
              <a:ext cx="207736" cy="305375"/>
            </a:xfrm>
            <a:custGeom>
              <a:avLst/>
              <a:gdLst/>
              <a:ahLst/>
              <a:cxnLst/>
              <a:rect l="0" t="0" r="0" b="0"/>
              <a:pathLst>
                <a:path w="207736" h="305375">
                  <a:moveTo>
                    <a:pt x="17078" y="19899"/>
                  </a:moveTo>
                  <a:lnTo>
                    <a:pt x="28460" y="7958"/>
                  </a:lnTo>
                  <a:lnTo>
                    <a:pt x="51226" y="27854"/>
                  </a:lnTo>
                  <a:lnTo>
                    <a:pt x="91062" y="0"/>
                  </a:lnTo>
                  <a:lnTo>
                    <a:pt x="130902" y="37799"/>
                  </a:lnTo>
                  <a:lnTo>
                    <a:pt x="170742" y="75564"/>
                  </a:lnTo>
                  <a:lnTo>
                    <a:pt x="184971" y="75564"/>
                  </a:lnTo>
                  <a:lnTo>
                    <a:pt x="193508" y="67616"/>
                  </a:lnTo>
                  <a:lnTo>
                    <a:pt x="207736" y="75564"/>
                  </a:lnTo>
                  <a:lnTo>
                    <a:pt x="196353" y="107340"/>
                  </a:lnTo>
                  <a:lnTo>
                    <a:pt x="187816" y="119249"/>
                  </a:lnTo>
                  <a:lnTo>
                    <a:pt x="179279" y="147025"/>
                  </a:lnTo>
                  <a:lnTo>
                    <a:pt x="170742" y="158923"/>
                  </a:lnTo>
                  <a:lnTo>
                    <a:pt x="165051" y="170817"/>
                  </a:lnTo>
                  <a:lnTo>
                    <a:pt x="165051" y="182705"/>
                  </a:lnTo>
                  <a:lnTo>
                    <a:pt x="179279" y="194593"/>
                  </a:lnTo>
                  <a:lnTo>
                    <a:pt x="176433" y="218361"/>
                  </a:lnTo>
                  <a:lnTo>
                    <a:pt x="165051" y="226276"/>
                  </a:lnTo>
                  <a:lnTo>
                    <a:pt x="147976" y="234196"/>
                  </a:lnTo>
                  <a:lnTo>
                    <a:pt x="145131" y="242109"/>
                  </a:lnTo>
                  <a:lnTo>
                    <a:pt x="145131" y="250023"/>
                  </a:lnTo>
                  <a:lnTo>
                    <a:pt x="133748" y="257935"/>
                  </a:lnTo>
                  <a:lnTo>
                    <a:pt x="119523" y="265846"/>
                  </a:lnTo>
                  <a:lnTo>
                    <a:pt x="108136" y="297475"/>
                  </a:lnTo>
                  <a:lnTo>
                    <a:pt x="96757" y="305375"/>
                  </a:lnTo>
                  <a:lnTo>
                    <a:pt x="85371" y="301426"/>
                  </a:lnTo>
                  <a:lnTo>
                    <a:pt x="79679" y="281663"/>
                  </a:lnTo>
                  <a:lnTo>
                    <a:pt x="96757" y="265846"/>
                  </a:lnTo>
                  <a:lnTo>
                    <a:pt x="99603" y="257935"/>
                  </a:lnTo>
                  <a:lnTo>
                    <a:pt x="79679" y="257935"/>
                  </a:lnTo>
                  <a:lnTo>
                    <a:pt x="62605" y="257935"/>
                  </a:lnTo>
                  <a:lnTo>
                    <a:pt x="65451" y="234196"/>
                  </a:lnTo>
                  <a:lnTo>
                    <a:pt x="71142" y="218361"/>
                  </a:lnTo>
                  <a:lnTo>
                    <a:pt x="76837" y="210438"/>
                  </a:lnTo>
                  <a:lnTo>
                    <a:pt x="85371" y="194593"/>
                  </a:lnTo>
                  <a:lnTo>
                    <a:pt x="82525" y="186671"/>
                  </a:lnTo>
                  <a:lnTo>
                    <a:pt x="71142" y="178742"/>
                  </a:lnTo>
                  <a:lnTo>
                    <a:pt x="71142" y="139091"/>
                  </a:lnTo>
                  <a:lnTo>
                    <a:pt x="62605" y="123218"/>
                  </a:lnTo>
                  <a:lnTo>
                    <a:pt x="54072" y="107340"/>
                  </a:lnTo>
                  <a:lnTo>
                    <a:pt x="48377" y="107340"/>
                  </a:lnTo>
                  <a:lnTo>
                    <a:pt x="31306" y="103369"/>
                  </a:lnTo>
                  <a:lnTo>
                    <a:pt x="28460" y="95427"/>
                  </a:lnTo>
                  <a:lnTo>
                    <a:pt x="17078" y="87483"/>
                  </a:lnTo>
                  <a:lnTo>
                    <a:pt x="5695" y="75564"/>
                  </a:lnTo>
                  <a:lnTo>
                    <a:pt x="0" y="63641"/>
                  </a:lnTo>
                  <a:lnTo>
                    <a:pt x="5695" y="43763"/>
                  </a:lnTo>
                  <a:lnTo>
                    <a:pt x="0" y="35809"/>
                  </a:lnTo>
                  <a:lnTo>
                    <a:pt x="2845" y="23875"/>
                  </a:lnTo>
                  <a:close/>
                </a:path>
              </a:pathLst>
            </a:custGeom>
            <a:solidFill>
              <a:srgbClr val="A4C7DF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" name="pg11"/>
            <p:cNvSpPr/>
            <p:nvPr/>
          </p:nvSpPr>
          <p:spPr>
            <a:xfrm>
              <a:off x="4208077" y="4311593"/>
              <a:ext cx="261801" cy="356643"/>
            </a:xfrm>
            <a:custGeom>
              <a:avLst/>
              <a:gdLst/>
              <a:ahLst/>
              <a:cxnLst/>
              <a:rect l="0" t="0" r="0" b="0"/>
              <a:pathLst>
                <a:path w="261801" h="356643">
                  <a:moveTo>
                    <a:pt x="150822" y="0"/>
                  </a:moveTo>
                  <a:lnTo>
                    <a:pt x="193508" y="11941"/>
                  </a:lnTo>
                  <a:lnTo>
                    <a:pt x="179275" y="15917"/>
                  </a:lnTo>
                  <a:lnTo>
                    <a:pt x="176430" y="27851"/>
                  </a:lnTo>
                  <a:lnTo>
                    <a:pt x="182125" y="35805"/>
                  </a:lnTo>
                  <a:lnTo>
                    <a:pt x="176430" y="55683"/>
                  </a:lnTo>
                  <a:lnTo>
                    <a:pt x="182125" y="67605"/>
                  </a:lnTo>
                  <a:lnTo>
                    <a:pt x="193508" y="79524"/>
                  </a:lnTo>
                  <a:lnTo>
                    <a:pt x="204891" y="87468"/>
                  </a:lnTo>
                  <a:lnTo>
                    <a:pt x="207736" y="95411"/>
                  </a:lnTo>
                  <a:lnTo>
                    <a:pt x="224807" y="99381"/>
                  </a:lnTo>
                  <a:lnTo>
                    <a:pt x="230502" y="99381"/>
                  </a:lnTo>
                  <a:lnTo>
                    <a:pt x="239035" y="115260"/>
                  </a:lnTo>
                  <a:lnTo>
                    <a:pt x="247572" y="131132"/>
                  </a:lnTo>
                  <a:lnTo>
                    <a:pt x="247572" y="170784"/>
                  </a:lnTo>
                  <a:lnTo>
                    <a:pt x="258955" y="178713"/>
                  </a:lnTo>
                  <a:lnTo>
                    <a:pt x="261801" y="186635"/>
                  </a:lnTo>
                  <a:lnTo>
                    <a:pt x="253268" y="202479"/>
                  </a:lnTo>
                  <a:lnTo>
                    <a:pt x="247572" y="210402"/>
                  </a:lnTo>
                  <a:lnTo>
                    <a:pt x="241881" y="226238"/>
                  </a:lnTo>
                  <a:lnTo>
                    <a:pt x="239035" y="249977"/>
                  </a:lnTo>
                  <a:lnTo>
                    <a:pt x="224807" y="265797"/>
                  </a:lnTo>
                  <a:lnTo>
                    <a:pt x="219115" y="265797"/>
                  </a:lnTo>
                  <a:lnTo>
                    <a:pt x="207736" y="257888"/>
                  </a:lnTo>
                  <a:lnTo>
                    <a:pt x="216270" y="230193"/>
                  </a:lnTo>
                  <a:lnTo>
                    <a:pt x="213428" y="218318"/>
                  </a:lnTo>
                  <a:lnTo>
                    <a:pt x="204891" y="218318"/>
                  </a:lnTo>
                  <a:lnTo>
                    <a:pt x="196350" y="226238"/>
                  </a:lnTo>
                  <a:lnTo>
                    <a:pt x="190662" y="253933"/>
                  </a:lnTo>
                  <a:lnTo>
                    <a:pt x="176430" y="257888"/>
                  </a:lnTo>
                  <a:lnTo>
                    <a:pt x="170742" y="305321"/>
                  </a:lnTo>
                  <a:lnTo>
                    <a:pt x="167896" y="309271"/>
                  </a:lnTo>
                  <a:lnTo>
                    <a:pt x="153664" y="321120"/>
                  </a:lnTo>
                  <a:lnTo>
                    <a:pt x="147976" y="348751"/>
                  </a:lnTo>
                  <a:lnTo>
                    <a:pt x="142285" y="352700"/>
                  </a:lnTo>
                  <a:lnTo>
                    <a:pt x="133744" y="348751"/>
                  </a:lnTo>
                  <a:lnTo>
                    <a:pt x="130902" y="321120"/>
                  </a:lnTo>
                  <a:lnTo>
                    <a:pt x="96754" y="297417"/>
                  </a:lnTo>
                  <a:lnTo>
                    <a:pt x="99599" y="344804"/>
                  </a:lnTo>
                  <a:lnTo>
                    <a:pt x="91062" y="356643"/>
                  </a:lnTo>
                  <a:lnTo>
                    <a:pt x="76834" y="356643"/>
                  </a:lnTo>
                  <a:lnTo>
                    <a:pt x="62605" y="344804"/>
                  </a:lnTo>
                  <a:lnTo>
                    <a:pt x="54068" y="329015"/>
                  </a:lnTo>
                  <a:lnTo>
                    <a:pt x="36994" y="325069"/>
                  </a:lnTo>
                  <a:lnTo>
                    <a:pt x="28460" y="325069"/>
                  </a:lnTo>
                  <a:lnTo>
                    <a:pt x="42685" y="277658"/>
                  </a:lnTo>
                  <a:lnTo>
                    <a:pt x="54068" y="242065"/>
                  </a:lnTo>
                  <a:lnTo>
                    <a:pt x="45531" y="234151"/>
                  </a:lnTo>
                  <a:lnTo>
                    <a:pt x="25615" y="230193"/>
                  </a:lnTo>
                  <a:lnTo>
                    <a:pt x="0" y="226238"/>
                  </a:lnTo>
                  <a:lnTo>
                    <a:pt x="8540" y="214359"/>
                  </a:lnTo>
                  <a:lnTo>
                    <a:pt x="14228" y="190596"/>
                  </a:lnTo>
                  <a:lnTo>
                    <a:pt x="25615" y="146999"/>
                  </a:lnTo>
                  <a:lnTo>
                    <a:pt x="76834" y="154929"/>
                  </a:lnTo>
                  <a:lnTo>
                    <a:pt x="71146" y="119229"/>
                  </a:lnTo>
                  <a:lnTo>
                    <a:pt x="68297" y="79524"/>
                  </a:lnTo>
                  <a:lnTo>
                    <a:pt x="73988" y="47733"/>
                  </a:lnTo>
                  <a:lnTo>
                    <a:pt x="136594" y="55683"/>
                  </a:lnTo>
                  <a:close/>
                </a:path>
              </a:pathLst>
            </a:custGeom>
            <a:solidFill>
              <a:srgbClr val="A9CFE3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" name="pg12"/>
            <p:cNvSpPr/>
            <p:nvPr/>
          </p:nvSpPr>
          <p:spPr>
            <a:xfrm>
              <a:off x="3579187" y="3613070"/>
              <a:ext cx="418311" cy="1090660"/>
            </a:xfrm>
            <a:custGeom>
              <a:avLst/>
              <a:gdLst/>
              <a:ahLst/>
              <a:cxnLst/>
              <a:rect l="0" t="0" r="0" b="0"/>
              <a:pathLst>
                <a:path w="418311" h="1090660">
                  <a:moveTo>
                    <a:pt x="0" y="28337"/>
                  </a:moveTo>
                  <a:lnTo>
                    <a:pt x="17074" y="24290"/>
                  </a:lnTo>
                  <a:lnTo>
                    <a:pt x="31302" y="4049"/>
                  </a:lnTo>
                  <a:lnTo>
                    <a:pt x="51222" y="0"/>
                  </a:lnTo>
                  <a:lnTo>
                    <a:pt x="68297" y="4049"/>
                  </a:lnTo>
                  <a:lnTo>
                    <a:pt x="76834" y="24290"/>
                  </a:lnTo>
                  <a:lnTo>
                    <a:pt x="85371" y="60698"/>
                  </a:lnTo>
                  <a:lnTo>
                    <a:pt x="99599" y="68781"/>
                  </a:lnTo>
                  <a:lnTo>
                    <a:pt x="116674" y="64739"/>
                  </a:lnTo>
                  <a:lnTo>
                    <a:pt x="124499" y="106159"/>
                  </a:lnTo>
                  <a:lnTo>
                    <a:pt x="132325" y="147536"/>
                  </a:lnTo>
                  <a:lnTo>
                    <a:pt x="140151" y="188871"/>
                  </a:lnTo>
                  <a:lnTo>
                    <a:pt x="147976" y="230164"/>
                  </a:lnTo>
                  <a:lnTo>
                    <a:pt x="133744" y="234190"/>
                  </a:lnTo>
                  <a:lnTo>
                    <a:pt x="128056" y="242239"/>
                  </a:lnTo>
                  <a:lnTo>
                    <a:pt x="128056" y="250291"/>
                  </a:lnTo>
                  <a:lnTo>
                    <a:pt x="139439" y="306591"/>
                  </a:lnTo>
                  <a:lnTo>
                    <a:pt x="147976" y="306591"/>
                  </a:lnTo>
                  <a:lnTo>
                    <a:pt x="153664" y="338726"/>
                  </a:lnTo>
                  <a:lnTo>
                    <a:pt x="155087" y="384880"/>
                  </a:lnTo>
                  <a:lnTo>
                    <a:pt x="156510" y="430980"/>
                  </a:lnTo>
                  <a:lnTo>
                    <a:pt x="224807" y="402925"/>
                  </a:lnTo>
                  <a:lnTo>
                    <a:pt x="247572" y="455012"/>
                  </a:lnTo>
                  <a:lnTo>
                    <a:pt x="270338" y="507031"/>
                  </a:lnTo>
                  <a:lnTo>
                    <a:pt x="261801" y="523024"/>
                  </a:lnTo>
                  <a:lnTo>
                    <a:pt x="305435" y="532350"/>
                  </a:lnTo>
                  <a:lnTo>
                    <a:pt x="349069" y="541674"/>
                  </a:lnTo>
                  <a:lnTo>
                    <a:pt x="392704" y="550996"/>
                  </a:lnTo>
                  <a:lnTo>
                    <a:pt x="381317" y="566971"/>
                  </a:lnTo>
                  <a:lnTo>
                    <a:pt x="384166" y="566971"/>
                  </a:lnTo>
                  <a:lnTo>
                    <a:pt x="395546" y="582937"/>
                  </a:lnTo>
                  <a:lnTo>
                    <a:pt x="401237" y="582937"/>
                  </a:lnTo>
                  <a:lnTo>
                    <a:pt x="418311" y="622832"/>
                  </a:lnTo>
                  <a:lnTo>
                    <a:pt x="401237" y="642765"/>
                  </a:lnTo>
                  <a:lnTo>
                    <a:pt x="401237" y="658704"/>
                  </a:lnTo>
                  <a:lnTo>
                    <a:pt x="395546" y="662688"/>
                  </a:lnTo>
                  <a:lnTo>
                    <a:pt x="401237" y="698522"/>
                  </a:lnTo>
                  <a:lnTo>
                    <a:pt x="388431" y="746256"/>
                  </a:lnTo>
                  <a:lnTo>
                    <a:pt x="375626" y="793933"/>
                  </a:lnTo>
                  <a:lnTo>
                    <a:pt x="369938" y="793933"/>
                  </a:lnTo>
                  <a:lnTo>
                    <a:pt x="344327" y="828332"/>
                  </a:lnTo>
                  <a:lnTo>
                    <a:pt x="318715" y="862701"/>
                  </a:lnTo>
                  <a:lnTo>
                    <a:pt x="293104" y="897042"/>
                  </a:lnTo>
                  <a:lnTo>
                    <a:pt x="281721" y="861381"/>
                  </a:lnTo>
                  <a:lnTo>
                    <a:pt x="258955" y="833622"/>
                  </a:lnTo>
                  <a:lnTo>
                    <a:pt x="247572" y="833622"/>
                  </a:lnTo>
                  <a:lnTo>
                    <a:pt x="239035" y="829655"/>
                  </a:lnTo>
                  <a:lnTo>
                    <a:pt x="230502" y="833622"/>
                  </a:lnTo>
                  <a:lnTo>
                    <a:pt x="224807" y="825685"/>
                  </a:lnTo>
                  <a:lnTo>
                    <a:pt x="190658" y="845521"/>
                  </a:lnTo>
                  <a:lnTo>
                    <a:pt x="187816" y="845521"/>
                  </a:lnTo>
                  <a:lnTo>
                    <a:pt x="125211" y="885157"/>
                  </a:lnTo>
                  <a:lnTo>
                    <a:pt x="108133" y="885157"/>
                  </a:lnTo>
                  <a:lnTo>
                    <a:pt x="102445" y="889119"/>
                  </a:lnTo>
                  <a:lnTo>
                    <a:pt x="108133" y="897042"/>
                  </a:lnTo>
                  <a:lnTo>
                    <a:pt x="108133" y="904962"/>
                  </a:lnTo>
                  <a:lnTo>
                    <a:pt x="139439" y="916841"/>
                  </a:lnTo>
                  <a:lnTo>
                    <a:pt x="179275" y="964320"/>
                  </a:lnTo>
                  <a:lnTo>
                    <a:pt x="170738" y="972228"/>
                  </a:lnTo>
                  <a:lnTo>
                    <a:pt x="173584" y="976181"/>
                  </a:lnTo>
                  <a:lnTo>
                    <a:pt x="156510" y="1003844"/>
                  </a:lnTo>
                  <a:lnTo>
                    <a:pt x="167896" y="1015691"/>
                  </a:lnTo>
                  <a:lnTo>
                    <a:pt x="139439" y="1031485"/>
                  </a:lnTo>
                  <a:lnTo>
                    <a:pt x="139439" y="1043327"/>
                  </a:lnTo>
                  <a:lnTo>
                    <a:pt x="136594" y="1055166"/>
                  </a:lnTo>
                  <a:lnTo>
                    <a:pt x="145131" y="1082775"/>
                  </a:lnTo>
                  <a:lnTo>
                    <a:pt x="125211" y="1074889"/>
                  </a:lnTo>
                  <a:lnTo>
                    <a:pt x="108133" y="1074889"/>
                  </a:lnTo>
                  <a:lnTo>
                    <a:pt x="76834" y="1082775"/>
                  </a:lnTo>
                  <a:lnTo>
                    <a:pt x="51222" y="1090660"/>
                  </a:lnTo>
                  <a:lnTo>
                    <a:pt x="48377" y="1047274"/>
                  </a:lnTo>
                  <a:lnTo>
                    <a:pt x="45531" y="1003843"/>
                  </a:lnTo>
                  <a:lnTo>
                    <a:pt x="42685" y="960365"/>
                  </a:lnTo>
                  <a:lnTo>
                    <a:pt x="39839" y="916841"/>
                  </a:lnTo>
                  <a:lnTo>
                    <a:pt x="36994" y="873271"/>
                  </a:lnTo>
                  <a:lnTo>
                    <a:pt x="34148" y="829654"/>
                  </a:lnTo>
                  <a:lnTo>
                    <a:pt x="31302" y="785990"/>
                  </a:lnTo>
                  <a:lnTo>
                    <a:pt x="28457" y="742280"/>
                  </a:lnTo>
                  <a:lnTo>
                    <a:pt x="26783" y="700630"/>
                  </a:lnTo>
                  <a:lnTo>
                    <a:pt x="25109" y="658938"/>
                  </a:lnTo>
                  <a:lnTo>
                    <a:pt x="23435" y="617202"/>
                  </a:lnTo>
                  <a:lnTo>
                    <a:pt x="21761" y="575424"/>
                  </a:lnTo>
                  <a:lnTo>
                    <a:pt x="20087" y="533602"/>
                  </a:lnTo>
                  <a:lnTo>
                    <a:pt x="18413" y="491738"/>
                  </a:lnTo>
                  <a:lnTo>
                    <a:pt x="16739" y="449830"/>
                  </a:lnTo>
                  <a:lnTo>
                    <a:pt x="15065" y="407878"/>
                  </a:lnTo>
                  <a:lnTo>
                    <a:pt x="13391" y="365883"/>
                  </a:lnTo>
                  <a:lnTo>
                    <a:pt x="11717" y="323845"/>
                  </a:lnTo>
                  <a:lnTo>
                    <a:pt x="10043" y="281762"/>
                  </a:lnTo>
                  <a:lnTo>
                    <a:pt x="8369" y="239635"/>
                  </a:lnTo>
                  <a:lnTo>
                    <a:pt x="6695" y="197464"/>
                  </a:lnTo>
                  <a:lnTo>
                    <a:pt x="5021" y="155249"/>
                  </a:lnTo>
                  <a:lnTo>
                    <a:pt x="3347" y="112990"/>
                  </a:lnTo>
                  <a:lnTo>
                    <a:pt x="1673" y="70686"/>
                  </a:lnTo>
                  <a:close/>
                </a:path>
              </a:pathLst>
            </a:custGeom>
            <a:solidFill>
              <a:srgbClr val="A6CAE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" name="pg13"/>
            <p:cNvSpPr/>
            <p:nvPr/>
          </p:nvSpPr>
          <p:spPr>
            <a:xfrm>
              <a:off x="4435734" y="2873257"/>
              <a:ext cx="685800" cy="1230846"/>
            </a:xfrm>
            <a:custGeom>
              <a:avLst/>
              <a:gdLst/>
              <a:ahLst/>
              <a:cxnLst/>
              <a:rect l="0" t="0" r="0" b="0"/>
              <a:pathLst>
                <a:path w="685800" h="1230846">
                  <a:moveTo>
                    <a:pt x="261797" y="1206835"/>
                  </a:moveTo>
                  <a:lnTo>
                    <a:pt x="253260" y="1194825"/>
                  </a:lnTo>
                  <a:lnTo>
                    <a:pt x="236186" y="1202832"/>
                  </a:lnTo>
                  <a:lnTo>
                    <a:pt x="185913" y="1212172"/>
                  </a:lnTo>
                  <a:lnTo>
                    <a:pt x="135640" y="1221510"/>
                  </a:lnTo>
                  <a:lnTo>
                    <a:pt x="85367" y="1230846"/>
                  </a:lnTo>
                  <a:lnTo>
                    <a:pt x="71138" y="1174800"/>
                  </a:lnTo>
                  <a:lnTo>
                    <a:pt x="39836" y="1182811"/>
                  </a:lnTo>
                  <a:lnTo>
                    <a:pt x="33196" y="1140735"/>
                  </a:lnTo>
                  <a:lnTo>
                    <a:pt x="26557" y="1098614"/>
                  </a:lnTo>
                  <a:lnTo>
                    <a:pt x="19918" y="1056450"/>
                  </a:lnTo>
                  <a:lnTo>
                    <a:pt x="13278" y="1014242"/>
                  </a:lnTo>
                  <a:lnTo>
                    <a:pt x="6639" y="971989"/>
                  </a:lnTo>
                  <a:lnTo>
                    <a:pt x="0" y="929692"/>
                  </a:lnTo>
                  <a:lnTo>
                    <a:pt x="39838" y="920958"/>
                  </a:lnTo>
                  <a:lnTo>
                    <a:pt x="79677" y="912223"/>
                  </a:lnTo>
                  <a:lnTo>
                    <a:pt x="119516" y="903485"/>
                  </a:lnTo>
                  <a:lnTo>
                    <a:pt x="159354" y="894746"/>
                  </a:lnTo>
                  <a:lnTo>
                    <a:pt x="199193" y="886005"/>
                  </a:lnTo>
                  <a:lnTo>
                    <a:pt x="239032" y="877261"/>
                  </a:lnTo>
                  <a:lnTo>
                    <a:pt x="233340" y="828806"/>
                  </a:lnTo>
                  <a:lnTo>
                    <a:pt x="284563" y="816682"/>
                  </a:lnTo>
                  <a:lnTo>
                    <a:pt x="276026" y="776243"/>
                  </a:lnTo>
                  <a:lnTo>
                    <a:pt x="267489" y="735763"/>
                  </a:lnTo>
                  <a:lnTo>
                    <a:pt x="258951" y="695242"/>
                  </a:lnTo>
                  <a:lnTo>
                    <a:pt x="250414" y="654680"/>
                  </a:lnTo>
                  <a:lnTo>
                    <a:pt x="241877" y="614077"/>
                  </a:lnTo>
                  <a:lnTo>
                    <a:pt x="199192" y="614077"/>
                  </a:lnTo>
                  <a:lnTo>
                    <a:pt x="202041" y="577501"/>
                  </a:lnTo>
                  <a:lnTo>
                    <a:pt x="199192" y="536821"/>
                  </a:lnTo>
                  <a:lnTo>
                    <a:pt x="196346" y="520537"/>
                  </a:lnTo>
                  <a:lnTo>
                    <a:pt x="256106" y="492023"/>
                  </a:lnTo>
                  <a:lnTo>
                    <a:pt x="256882" y="447545"/>
                  </a:lnTo>
                  <a:lnTo>
                    <a:pt x="257658" y="403018"/>
                  </a:lnTo>
                  <a:lnTo>
                    <a:pt x="258434" y="358440"/>
                  </a:lnTo>
                  <a:lnTo>
                    <a:pt x="259210" y="313813"/>
                  </a:lnTo>
                  <a:lnTo>
                    <a:pt x="259986" y="269135"/>
                  </a:lnTo>
                  <a:lnTo>
                    <a:pt x="260762" y="224406"/>
                  </a:lnTo>
                  <a:lnTo>
                    <a:pt x="261538" y="179627"/>
                  </a:lnTo>
                  <a:lnTo>
                    <a:pt x="262315" y="134797"/>
                  </a:lnTo>
                  <a:lnTo>
                    <a:pt x="263091" y="89916"/>
                  </a:lnTo>
                  <a:lnTo>
                    <a:pt x="263867" y="44983"/>
                  </a:lnTo>
                  <a:lnTo>
                    <a:pt x="264643" y="0"/>
                  </a:lnTo>
                  <a:lnTo>
                    <a:pt x="324403" y="0"/>
                  </a:lnTo>
                  <a:lnTo>
                    <a:pt x="330094" y="4128"/>
                  </a:lnTo>
                  <a:lnTo>
                    <a:pt x="372779" y="5503"/>
                  </a:lnTo>
                  <a:lnTo>
                    <a:pt x="415463" y="6878"/>
                  </a:lnTo>
                  <a:lnTo>
                    <a:pt x="458147" y="8253"/>
                  </a:lnTo>
                  <a:lnTo>
                    <a:pt x="458147" y="52425"/>
                  </a:lnTo>
                  <a:lnTo>
                    <a:pt x="458147" y="96546"/>
                  </a:lnTo>
                  <a:lnTo>
                    <a:pt x="458147" y="140619"/>
                  </a:lnTo>
                  <a:lnTo>
                    <a:pt x="458147" y="184642"/>
                  </a:lnTo>
                  <a:lnTo>
                    <a:pt x="458147" y="228616"/>
                  </a:lnTo>
                  <a:lnTo>
                    <a:pt x="458147" y="272542"/>
                  </a:lnTo>
                  <a:lnTo>
                    <a:pt x="458147" y="316418"/>
                  </a:lnTo>
                  <a:lnTo>
                    <a:pt x="458147" y="324601"/>
                  </a:lnTo>
                  <a:lnTo>
                    <a:pt x="458147" y="366181"/>
                  </a:lnTo>
                  <a:lnTo>
                    <a:pt x="458147" y="407719"/>
                  </a:lnTo>
                  <a:lnTo>
                    <a:pt x="458147" y="449212"/>
                  </a:lnTo>
                  <a:lnTo>
                    <a:pt x="458147" y="490663"/>
                  </a:lnTo>
                  <a:lnTo>
                    <a:pt x="458147" y="532070"/>
                  </a:lnTo>
                  <a:lnTo>
                    <a:pt x="458147" y="573434"/>
                  </a:lnTo>
                  <a:lnTo>
                    <a:pt x="472380" y="581567"/>
                  </a:lnTo>
                  <a:lnTo>
                    <a:pt x="532136" y="573434"/>
                  </a:lnTo>
                  <a:lnTo>
                    <a:pt x="532136" y="565301"/>
                  </a:lnTo>
                  <a:lnTo>
                    <a:pt x="574821" y="558521"/>
                  </a:lnTo>
                  <a:lnTo>
                    <a:pt x="617507" y="551740"/>
                  </a:lnTo>
                  <a:lnTo>
                    <a:pt x="660193" y="544958"/>
                  </a:lnTo>
                  <a:lnTo>
                    <a:pt x="664461" y="586987"/>
                  </a:lnTo>
                  <a:lnTo>
                    <a:pt x="668729" y="628971"/>
                  </a:lnTo>
                  <a:lnTo>
                    <a:pt x="672997" y="670911"/>
                  </a:lnTo>
                  <a:lnTo>
                    <a:pt x="677264" y="712807"/>
                  </a:lnTo>
                  <a:lnTo>
                    <a:pt x="681532" y="754659"/>
                  </a:lnTo>
                  <a:lnTo>
                    <a:pt x="685800" y="796468"/>
                  </a:lnTo>
                  <a:lnTo>
                    <a:pt x="631736" y="808595"/>
                  </a:lnTo>
                  <a:lnTo>
                    <a:pt x="579090" y="824762"/>
                  </a:lnTo>
                  <a:lnTo>
                    <a:pt x="526444" y="840923"/>
                  </a:lnTo>
                  <a:lnTo>
                    <a:pt x="534981" y="909535"/>
                  </a:lnTo>
                  <a:lnTo>
                    <a:pt x="475225" y="929692"/>
                  </a:lnTo>
                  <a:lnTo>
                    <a:pt x="486604" y="990104"/>
                  </a:lnTo>
                  <a:lnTo>
                    <a:pt x="429694" y="1006196"/>
                  </a:lnTo>
                  <a:lnTo>
                    <a:pt x="435384" y="1054440"/>
                  </a:lnTo>
                  <a:lnTo>
                    <a:pt x="441074" y="1102627"/>
                  </a:lnTo>
                  <a:lnTo>
                    <a:pt x="446765" y="1150756"/>
                  </a:lnTo>
                  <a:lnTo>
                    <a:pt x="369934" y="1162782"/>
                  </a:lnTo>
                  <a:lnTo>
                    <a:pt x="355702" y="1190821"/>
                  </a:lnTo>
                  <a:lnTo>
                    <a:pt x="332940" y="1182811"/>
                  </a:lnTo>
                  <a:lnTo>
                    <a:pt x="310174" y="1198829"/>
                  </a:lnTo>
                  <a:lnTo>
                    <a:pt x="304483" y="1222844"/>
                  </a:lnTo>
                  <a:lnTo>
                    <a:pt x="290254" y="1222844"/>
                  </a:lnTo>
                  <a:lnTo>
                    <a:pt x="290254" y="1206835"/>
                  </a:lnTo>
                  <a:close/>
                </a:path>
              </a:pathLst>
            </a:custGeom>
            <a:solidFill>
              <a:srgbClr val="8E9FCF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" name="pg14"/>
            <p:cNvSpPr/>
            <p:nvPr/>
          </p:nvSpPr>
          <p:spPr>
            <a:xfrm>
              <a:off x="4196698" y="2745150"/>
              <a:ext cx="523599" cy="1110159"/>
            </a:xfrm>
            <a:custGeom>
              <a:avLst/>
              <a:gdLst/>
              <a:ahLst/>
              <a:cxnLst/>
              <a:rect l="0" t="0" r="0" b="0"/>
              <a:pathLst>
                <a:path w="523599" h="1110159">
                  <a:moveTo>
                    <a:pt x="239035" y="1057799"/>
                  </a:moveTo>
                  <a:lnTo>
                    <a:pt x="165043" y="1073918"/>
                  </a:lnTo>
                  <a:lnTo>
                    <a:pt x="167889" y="1094054"/>
                  </a:lnTo>
                  <a:lnTo>
                    <a:pt x="105287" y="1110159"/>
                  </a:lnTo>
                  <a:lnTo>
                    <a:pt x="91058" y="1045706"/>
                  </a:lnTo>
                  <a:lnTo>
                    <a:pt x="85367" y="1041674"/>
                  </a:lnTo>
                  <a:lnTo>
                    <a:pt x="75881" y="997297"/>
                  </a:lnTo>
                  <a:lnTo>
                    <a:pt x="66396" y="952871"/>
                  </a:lnTo>
                  <a:lnTo>
                    <a:pt x="56910" y="908395"/>
                  </a:lnTo>
                  <a:lnTo>
                    <a:pt x="65447" y="904347"/>
                  </a:lnTo>
                  <a:lnTo>
                    <a:pt x="55487" y="860831"/>
                  </a:lnTo>
                  <a:lnTo>
                    <a:pt x="45527" y="817267"/>
                  </a:lnTo>
                  <a:lnTo>
                    <a:pt x="35567" y="773656"/>
                  </a:lnTo>
                  <a:lnTo>
                    <a:pt x="25607" y="729997"/>
                  </a:lnTo>
                  <a:lnTo>
                    <a:pt x="36994" y="721869"/>
                  </a:lnTo>
                  <a:lnTo>
                    <a:pt x="45527" y="709673"/>
                  </a:lnTo>
                  <a:lnTo>
                    <a:pt x="54064" y="693407"/>
                  </a:lnTo>
                  <a:lnTo>
                    <a:pt x="54064" y="681206"/>
                  </a:lnTo>
                  <a:lnTo>
                    <a:pt x="65447" y="668995"/>
                  </a:lnTo>
                  <a:lnTo>
                    <a:pt x="65447" y="660855"/>
                  </a:lnTo>
                  <a:lnTo>
                    <a:pt x="65447" y="652715"/>
                  </a:lnTo>
                  <a:lnTo>
                    <a:pt x="65447" y="648644"/>
                  </a:lnTo>
                  <a:lnTo>
                    <a:pt x="56910" y="648644"/>
                  </a:lnTo>
                  <a:lnTo>
                    <a:pt x="42681" y="652715"/>
                  </a:lnTo>
                  <a:lnTo>
                    <a:pt x="36994" y="648644"/>
                  </a:lnTo>
                  <a:lnTo>
                    <a:pt x="42681" y="640496"/>
                  </a:lnTo>
                  <a:lnTo>
                    <a:pt x="31299" y="636426"/>
                  </a:lnTo>
                  <a:lnTo>
                    <a:pt x="22761" y="624204"/>
                  </a:lnTo>
                  <a:lnTo>
                    <a:pt x="8533" y="595670"/>
                  </a:lnTo>
                  <a:lnTo>
                    <a:pt x="0" y="595670"/>
                  </a:lnTo>
                  <a:lnTo>
                    <a:pt x="5687" y="591595"/>
                  </a:lnTo>
                  <a:lnTo>
                    <a:pt x="14228" y="583439"/>
                  </a:lnTo>
                  <a:lnTo>
                    <a:pt x="17074" y="567121"/>
                  </a:lnTo>
                  <a:lnTo>
                    <a:pt x="19919" y="563040"/>
                  </a:lnTo>
                  <a:lnTo>
                    <a:pt x="25607" y="563040"/>
                  </a:lnTo>
                  <a:lnTo>
                    <a:pt x="34144" y="575281"/>
                  </a:lnTo>
                  <a:lnTo>
                    <a:pt x="45527" y="579360"/>
                  </a:lnTo>
                  <a:lnTo>
                    <a:pt x="51218" y="579360"/>
                  </a:lnTo>
                  <a:lnTo>
                    <a:pt x="51218" y="571201"/>
                  </a:lnTo>
                  <a:lnTo>
                    <a:pt x="45527" y="563040"/>
                  </a:lnTo>
                  <a:lnTo>
                    <a:pt x="56910" y="550796"/>
                  </a:lnTo>
                  <a:lnTo>
                    <a:pt x="62605" y="518127"/>
                  </a:lnTo>
                  <a:lnTo>
                    <a:pt x="48373" y="497695"/>
                  </a:lnTo>
                  <a:lnTo>
                    <a:pt x="65447" y="493607"/>
                  </a:lnTo>
                  <a:lnTo>
                    <a:pt x="71138" y="505872"/>
                  </a:lnTo>
                  <a:lnTo>
                    <a:pt x="99596" y="501782"/>
                  </a:lnTo>
                  <a:lnTo>
                    <a:pt x="76830" y="424055"/>
                  </a:lnTo>
                  <a:lnTo>
                    <a:pt x="54064" y="424055"/>
                  </a:lnTo>
                  <a:lnTo>
                    <a:pt x="53251" y="382498"/>
                  </a:lnTo>
                  <a:lnTo>
                    <a:pt x="52438" y="340898"/>
                  </a:lnTo>
                  <a:lnTo>
                    <a:pt x="51625" y="299253"/>
                  </a:lnTo>
                  <a:lnTo>
                    <a:pt x="50812" y="257565"/>
                  </a:lnTo>
                  <a:lnTo>
                    <a:pt x="49999" y="215833"/>
                  </a:lnTo>
                  <a:lnTo>
                    <a:pt x="49186" y="174056"/>
                  </a:lnTo>
                  <a:lnTo>
                    <a:pt x="48373" y="132235"/>
                  </a:lnTo>
                  <a:lnTo>
                    <a:pt x="51218" y="128106"/>
                  </a:lnTo>
                  <a:lnTo>
                    <a:pt x="52641" y="66171"/>
                  </a:lnTo>
                  <a:lnTo>
                    <a:pt x="54064" y="4139"/>
                  </a:lnTo>
                  <a:lnTo>
                    <a:pt x="97887" y="3725"/>
                  </a:lnTo>
                  <a:lnTo>
                    <a:pt x="141711" y="3311"/>
                  </a:lnTo>
                  <a:lnTo>
                    <a:pt x="185534" y="2897"/>
                  </a:lnTo>
                  <a:lnTo>
                    <a:pt x="229357" y="2483"/>
                  </a:lnTo>
                  <a:lnTo>
                    <a:pt x="273180" y="2069"/>
                  </a:lnTo>
                  <a:lnTo>
                    <a:pt x="317003" y="1655"/>
                  </a:lnTo>
                  <a:lnTo>
                    <a:pt x="360826" y="1241"/>
                  </a:lnTo>
                  <a:lnTo>
                    <a:pt x="404650" y="827"/>
                  </a:lnTo>
                  <a:lnTo>
                    <a:pt x="448473" y="413"/>
                  </a:lnTo>
                  <a:lnTo>
                    <a:pt x="492296" y="0"/>
                  </a:lnTo>
                  <a:lnTo>
                    <a:pt x="496090" y="42748"/>
                  </a:lnTo>
                  <a:lnTo>
                    <a:pt x="499884" y="85450"/>
                  </a:lnTo>
                  <a:lnTo>
                    <a:pt x="503679" y="128106"/>
                  </a:lnTo>
                  <a:lnTo>
                    <a:pt x="502903" y="173090"/>
                  </a:lnTo>
                  <a:lnTo>
                    <a:pt x="502126" y="218022"/>
                  </a:lnTo>
                  <a:lnTo>
                    <a:pt x="501350" y="262904"/>
                  </a:lnTo>
                  <a:lnTo>
                    <a:pt x="500574" y="307734"/>
                  </a:lnTo>
                  <a:lnTo>
                    <a:pt x="499798" y="352513"/>
                  </a:lnTo>
                  <a:lnTo>
                    <a:pt x="499022" y="397241"/>
                  </a:lnTo>
                  <a:lnTo>
                    <a:pt x="498246" y="441920"/>
                  </a:lnTo>
                  <a:lnTo>
                    <a:pt x="497470" y="486547"/>
                  </a:lnTo>
                  <a:lnTo>
                    <a:pt x="496694" y="531125"/>
                  </a:lnTo>
                  <a:lnTo>
                    <a:pt x="495918" y="575652"/>
                  </a:lnTo>
                  <a:lnTo>
                    <a:pt x="495142" y="620130"/>
                  </a:lnTo>
                  <a:lnTo>
                    <a:pt x="435382" y="648644"/>
                  </a:lnTo>
                  <a:lnTo>
                    <a:pt x="438227" y="664928"/>
                  </a:lnTo>
                  <a:lnTo>
                    <a:pt x="441077" y="705607"/>
                  </a:lnTo>
                  <a:lnTo>
                    <a:pt x="438227" y="742183"/>
                  </a:lnTo>
                  <a:lnTo>
                    <a:pt x="480913" y="742183"/>
                  </a:lnTo>
                  <a:lnTo>
                    <a:pt x="489450" y="782787"/>
                  </a:lnTo>
                  <a:lnTo>
                    <a:pt x="497987" y="823349"/>
                  </a:lnTo>
                  <a:lnTo>
                    <a:pt x="506524" y="863870"/>
                  </a:lnTo>
                  <a:lnTo>
                    <a:pt x="515062" y="904350"/>
                  </a:lnTo>
                  <a:lnTo>
                    <a:pt x="523599" y="944789"/>
                  </a:lnTo>
                  <a:lnTo>
                    <a:pt x="472376" y="956912"/>
                  </a:lnTo>
                  <a:lnTo>
                    <a:pt x="478067" y="1005368"/>
                  </a:lnTo>
                  <a:lnTo>
                    <a:pt x="438229" y="1014111"/>
                  </a:lnTo>
                  <a:lnTo>
                    <a:pt x="398390" y="1022853"/>
                  </a:lnTo>
                  <a:lnTo>
                    <a:pt x="358551" y="1031592"/>
                  </a:lnTo>
                  <a:lnTo>
                    <a:pt x="318713" y="1040330"/>
                  </a:lnTo>
                  <a:lnTo>
                    <a:pt x="278874" y="1049065"/>
                  </a:lnTo>
                  <a:close/>
                </a:path>
              </a:pathLst>
            </a:custGeom>
            <a:solidFill>
              <a:srgbClr val="ADD8E6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" name="pg15"/>
            <p:cNvSpPr/>
            <p:nvPr/>
          </p:nvSpPr>
          <p:spPr>
            <a:xfrm>
              <a:off x="4091407" y="4434791"/>
              <a:ext cx="170738" cy="328030"/>
            </a:xfrm>
            <a:custGeom>
              <a:avLst/>
              <a:gdLst/>
              <a:ahLst/>
              <a:cxnLst/>
              <a:rect l="0" t="0" r="0" b="0"/>
              <a:pathLst>
                <a:path w="170738" h="328030">
                  <a:moveTo>
                    <a:pt x="22765" y="31732"/>
                  </a:moveTo>
                  <a:lnTo>
                    <a:pt x="71138" y="43625"/>
                  </a:lnTo>
                  <a:lnTo>
                    <a:pt x="85371" y="0"/>
                  </a:lnTo>
                  <a:lnTo>
                    <a:pt x="139435" y="11902"/>
                  </a:lnTo>
                  <a:lnTo>
                    <a:pt x="142285" y="23801"/>
                  </a:lnTo>
                  <a:lnTo>
                    <a:pt x="130898" y="67399"/>
                  </a:lnTo>
                  <a:lnTo>
                    <a:pt x="125211" y="91162"/>
                  </a:lnTo>
                  <a:lnTo>
                    <a:pt x="116670" y="103040"/>
                  </a:lnTo>
                  <a:lnTo>
                    <a:pt x="142285" y="106996"/>
                  </a:lnTo>
                  <a:lnTo>
                    <a:pt x="162201" y="110953"/>
                  </a:lnTo>
                  <a:lnTo>
                    <a:pt x="170738" y="118867"/>
                  </a:lnTo>
                  <a:lnTo>
                    <a:pt x="159355" y="154461"/>
                  </a:lnTo>
                  <a:lnTo>
                    <a:pt x="145131" y="201872"/>
                  </a:lnTo>
                  <a:lnTo>
                    <a:pt x="128053" y="205817"/>
                  </a:lnTo>
                  <a:lnTo>
                    <a:pt x="113824" y="245281"/>
                  </a:lnTo>
                  <a:lnTo>
                    <a:pt x="105291" y="261055"/>
                  </a:lnTo>
                  <a:lnTo>
                    <a:pt x="113824" y="300465"/>
                  </a:lnTo>
                  <a:lnTo>
                    <a:pt x="102445" y="328030"/>
                  </a:lnTo>
                  <a:lnTo>
                    <a:pt x="93904" y="328030"/>
                  </a:lnTo>
                  <a:lnTo>
                    <a:pt x="85371" y="320156"/>
                  </a:lnTo>
                  <a:lnTo>
                    <a:pt x="85371" y="304404"/>
                  </a:lnTo>
                  <a:lnTo>
                    <a:pt x="76834" y="288646"/>
                  </a:lnTo>
                  <a:lnTo>
                    <a:pt x="76834" y="261055"/>
                  </a:lnTo>
                  <a:lnTo>
                    <a:pt x="79679" y="233446"/>
                  </a:lnTo>
                  <a:lnTo>
                    <a:pt x="71138" y="221607"/>
                  </a:lnTo>
                  <a:lnTo>
                    <a:pt x="82525" y="186074"/>
                  </a:lnTo>
                  <a:lnTo>
                    <a:pt x="93904" y="158414"/>
                  </a:lnTo>
                  <a:lnTo>
                    <a:pt x="91058" y="154461"/>
                  </a:lnTo>
                  <a:lnTo>
                    <a:pt x="82525" y="150508"/>
                  </a:lnTo>
                  <a:lnTo>
                    <a:pt x="76834" y="162364"/>
                  </a:lnTo>
                  <a:lnTo>
                    <a:pt x="65451" y="174219"/>
                  </a:lnTo>
                  <a:lnTo>
                    <a:pt x="56914" y="174219"/>
                  </a:lnTo>
                  <a:lnTo>
                    <a:pt x="39839" y="170271"/>
                  </a:lnTo>
                  <a:lnTo>
                    <a:pt x="25607" y="162364"/>
                  </a:lnTo>
                  <a:lnTo>
                    <a:pt x="14228" y="154461"/>
                  </a:lnTo>
                  <a:lnTo>
                    <a:pt x="5691" y="142600"/>
                  </a:lnTo>
                  <a:lnTo>
                    <a:pt x="0" y="130735"/>
                  </a:lnTo>
                  <a:lnTo>
                    <a:pt x="5691" y="114910"/>
                  </a:lnTo>
                  <a:lnTo>
                    <a:pt x="5691" y="103040"/>
                  </a:lnTo>
                  <a:close/>
                </a:path>
              </a:pathLst>
            </a:custGeom>
            <a:solidFill>
              <a:srgbClr val="A9D0E3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" name="pg16"/>
            <p:cNvSpPr/>
            <p:nvPr/>
          </p:nvSpPr>
          <p:spPr>
            <a:xfrm>
              <a:off x="3835297" y="2749290"/>
              <a:ext cx="640273" cy="1406784"/>
            </a:xfrm>
            <a:custGeom>
              <a:avLst/>
              <a:gdLst/>
              <a:ahLst/>
              <a:cxnLst/>
              <a:rect l="0" t="0" r="0" b="0"/>
              <a:pathLst>
                <a:path w="640273" h="1406784">
                  <a:moveTo>
                    <a:pt x="549210" y="1314788"/>
                  </a:moveTo>
                  <a:lnTo>
                    <a:pt x="540677" y="1306778"/>
                  </a:lnTo>
                  <a:lnTo>
                    <a:pt x="460997" y="1318792"/>
                  </a:lnTo>
                  <a:lnTo>
                    <a:pt x="460997" y="1330803"/>
                  </a:lnTo>
                  <a:lnTo>
                    <a:pt x="469534" y="1346811"/>
                  </a:lnTo>
                  <a:lnTo>
                    <a:pt x="483763" y="1354813"/>
                  </a:lnTo>
                  <a:lnTo>
                    <a:pt x="486608" y="1370812"/>
                  </a:lnTo>
                  <a:lnTo>
                    <a:pt x="483763" y="1394799"/>
                  </a:lnTo>
                  <a:lnTo>
                    <a:pt x="475225" y="1402791"/>
                  </a:lnTo>
                  <a:lnTo>
                    <a:pt x="409774" y="1390799"/>
                  </a:lnTo>
                  <a:lnTo>
                    <a:pt x="404083" y="1386805"/>
                  </a:lnTo>
                  <a:lnTo>
                    <a:pt x="392700" y="1386805"/>
                  </a:lnTo>
                  <a:lnTo>
                    <a:pt x="378475" y="1406784"/>
                  </a:lnTo>
                  <a:lnTo>
                    <a:pt x="367088" y="1398795"/>
                  </a:lnTo>
                  <a:lnTo>
                    <a:pt x="369934" y="1386805"/>
                  </a:lnTo>
                  <a:lnTo>
                    <a:pt x="358555" y="1378809"/>
                  </a:lnTo>
                  <a:lnTo>
                    <a:pt x="341481" y="1374808"/>
                  </a:lnTo>
                  <a:lnTo>
                    <a:pt x="313024" y="1386805"/>
                  </a:lnTo>
                  <a:lnTo>
                    <a:pt x="293104" y="1330803"/>
                  </a:lnTo>
                  <a:lnTo>
                    <a:pt x="281717" y="1330803"/>
                  </a:lnTo>
                  <a:lnTo>
                    <a:pt x="267492" y="1278732"/>
                  </a:lnTo>
                  <a:lnTo>
                    <a:pt x="276030" y="1274724"/>
                  </a:lnTo>
                  <a:lnTo>
                    <a:pt x="267492" y="1238634"/>
                  </a:lnTo>
                  <a:lnTo>
                    <a:pt x="258955" y="1238634"/>
                  </a:lnTo>
                  <a:lnTo>
                    <a:pt x="256110" y="1226596"/>
                  </a:lnTo>
                  <a:lnTo>
                    <a:pt x="258955" y="1226596"/>
                  </a:lnTo>
                  <a:lnTo>
                    <a:pt x="256110" y="1202507"/>
                  </a:lnTo>
                  <a:lnTo>
                    <a:pt x="210578" y="1206525"/>
                  </a:lnTo>
                  <a:lnTo>
                    <a:pt x="207732" y="1186444"/>
                  </a:lnTo>
                  <a:lnTo>
                    <a:pt x="202041" y="1186444"/>
                  </a:lnTo>
                  <a:lnTo>
                    <a:pt x="202041" y="1178409"/>
                  </a:lnTo>
                  <a:lnTo>
                    <a:pt x="204887" y="1178409"/>
                  </a:lnTo>
                  <a:lnTo>
                    <a:pt x="204887" y="1150273"/>
                  </a:lnTo>
                  <a:lnTo>
                    <a:pt x="219119" y="1146252"/>
                  </a:lnTo>
                  <a:lnTo>
                    <a:pt x="211531" y="1104678"/>
                  </a:lnTo>
                  <a:lnTo>
                    <a:pt x="203942" y="1063062"/>
                  </a:lnTo>
                  <a:lnTo>
                    <a:pt x="196353" y="1021403"/>
                  </a:lnTo>
                  <a:lnTo>
                    <a:pt x="139435" y="1025436"/>
                  </a:lnTo>
                  <a:lnTo>
                    <a:pt x="128056" y="981045"/>
                  </a:lnTo>
                  <a:lnTo>
                    <a:pt x="91062" y="989120"/>
                  </a:lnTo>
                  <a:lnTo>
                    <a:pt x="91062" y="997193"/>
                  </a:lnTo>
                  <a:lnTo>
                    <a:pt x="73988" y="997193"/>
                  </a:lnTo>
                  <a:lnTo>
                    <a:pt x="65451" y="956811"/>
                  </a:lnTo>
                  <a:lnTo>
                    <a:pt x="56914" y="916389"/>
                  </a:lnTo>
                  <a:lnTo>
                    <a:pt x="48377" y="875926"/>
                  </a:lnTo>
                  <a:lnTo>
                    <a:pt x="39839" y="835422"/>
                  </a:lnTo>
                  <a:lnTo>
                    <a:pt x="31302" y="794877"/>
                  </a:lnTo>
                  <a:lnTo>
                    <a:pt x="22765" y="754290"/>
                  </a:lnTo>
                  <a:lnTo>
                    <a:pt x="25611" y="746171"/>
                  </a:lnTo>
                  <a:lnTo>
                    <a:pt x="12805" y="695370"/>
                  </a:lnTo>
                  <a:lnTo>
                    <a:pt x="0" y="644504"/>
                  </a:lnTo>
                  <a:lnTo>
                    <a:pt x="8537" y="636357"/>
                  </a:lnTo>
                  <a:lnTo>
                    <a:pt x="31302" y="632287"/>
                  </a:lnTo>
                  <a:lnTo>
                    <a:pt x="42685" y="615991"/>
                  </a:lnTo>
                  <a:lnTo>
                    <a:pt x="62605" y="603764"/>
                  </a:lnTo>
                  <a:lnTo>
                    <a:pt x="79676" y="587456"/>
                  </a:lnTo>
                  <a:lnTo>
                    <a:pt x="82525" y="575221"/>
                  </a:lnTo>
                  <a:lnTo>
                    <a:pt x="73988" y="558901"/>
                  </a:lnTo>
                  <a:lnTo>
                    <a:pt x="79676" y="538492"/>
                  </a:lnTo>
                  <a:lnTo>
                    <a:pt x="85371" y="518073"/>
                  </a:lnTo>
                  <a:lnTo>
                    <a:pt x="99596" y="505816"/>
                  </a:lnTo>
                  <a:lnTo>
                    <a:pt x="125207" y="497643"/>
                  </a:lnTo>
                  <a:lnTo>
                    <a:pt x="139435" y="481291"/>
                  </a:lnTo>
                  <a:lnTo>
                    <a:pt x="147973" y="440386"/>
                  </a:lnTo>
                  <a:lnTo>
                    <a:pt x="145127" y="432196"/>
                  </a:lnTo>
                  <a:lnTo>
                    <a:pt x="128056" y="419916"/>
                  </a:lnTo>
                  <a:lnTo>
                    <a:pt x="125207" y="378944"/>
                  </a:lnTo>
                  <a:lnTo>
                    <a:pt x="142281" y="354343"/>
                  </a:lnTo>
                  <a:lnTo>
                    <a:pt x="156514" y="296875"/>
                  </a:lnTo>
                  <a:lnTo>
                    <a:pt x="150822" y="288659"/>
                  </a:lnTo>
                  <a:lnTo>
                    <a:pt x="130902" y="259887"/>
                  </a:lnTo>
                  <a:lnTo>
                    <a:pt x="145127" y="222865"/>
                  </a:lnTo>
                  <a:lnTo>
                    <a:pt x="159355" y="202281"/>
                  </a:lnTo>
                  <a:lnTo>
                    <a:pt x="170738" y="177570"/>
                  </a:lnTo>
                  <a:lnTo>
                    <a:pt x="176433" y="161085"/>
                  </a:lnTo>
                  <a:lnTo>
                    <a:pt x="184967" y="152838"/>
                  </a:lnTo>
                  <a:lnTo>
                    <a:pt x="207732" y="136343"/>
                  </a:lnTo>
                  <a:lnTo>
                    <a:pt x="230498" y="119841"/>
                  </a:lnTo>
                  <a:lnTo>
                    <a:pt x="241881" y="99206"/>
                  </a:lnTo>
                  <a:lnTo>
                    <a:pt x="253264" y="66164"/>
                  </a:lnTo>
                  <a:lnTo>
                    <a:pt x="258955" y="16549"/>
                  </a:lnTo>
                  <a:lnTo>
                    <a:pt x="261801" y="0"/>
                  </a:lnTo>
                  <a:lnTo>
                    <a:pt x="313022" y="0"/>
                  </a:lnTo>
                  <a:lnTo>
                    <a:pt x="364244" y="0"/>
                  </a:lnTo>
                  <a:lnTo>
                    <a:pt x="415465" y="0"/>
                  </a:lnTo>
                  <a:lnTo>
                    <a:pt x="414043" y="62032"/>
                  </a:lnTo>
                  <a:lnTo>
                    <a:pt x="412620" y="123967"/>
                  </a:lnTo>
                  <a:lnTo>
                    <a:pt x="409774" y="128095"/>
                  </a:lnTo>
                  <a:lnTo>
                    <a:pt x="410587" y="169917"/>
                  </a:lnTo>
                  <a:lnTo>
                    <a:pt x="411400" y="211693"/>
                  </a:lnTo>
                  <a:lnTo>
                    <a:pt x="412213" y="253426"/>
                  </a:lnTo>
                  <a:lnTo>
                    <a:pt x="413026" y="295114"/>
                  </a:lnTo>
                  <a:lnTo>
                    <a:pt x="413839" y="336758"/>
                  </a:lnTo>
                  <a:lnTo>
                    <a:pt x="414652" y="378359"/>
                  </a:lnTo>
                  <a:lnTo>
                    <a:pt x="415465" y="419916"/>
                  </a:lnTo>
                  <a:lnTo>
                    <a:pt x="438231" y="419916"/>
                  </a:lnTo>
                  <a:lnTo>
                    <a:pt x="460997" y="497643"/>
                  </a:lnTo>
                  <a:lnTo>
                    <a:pt x="432540" y="501733"/>
                  </a:lnTo>
                  <a:lnTo>
                    <a:pt x="426848" y="489468"/>
                  </a:lnTo>
                  <a:lnTo>
                    <a:pt x="409774" y="493556"/>
                  </a:lnTo>
                  <a:lnTo>
                    <a:pt x="424006" y="513988"/>
                  </a:lnTo>
                  <a:lnTo>
                    <a:pt x="418311" y="546657"/>
                  </a:lnTo>
                  <a:lnTo>
                    <a:pt x="406928" y="558901"/>
                  </a:lnTo>
                  <a:lnTo>
                    <a:pt x="412620" y="567062"/>
                  </a:lnTo>
                  <a:lnTo>
                    <a:pt x="412620" y="575221"/>
                  </a:lnTo>
                  <a:lnTo>
                    <a:pt x="406928" y="575221"/>
                  </a:lnTo>
                  <a:lnTo>
                    <a:pt x="395546" y="571142"/>
                  </a:lnTo>
                  <a:lnTo>
                    <a:pt x="387008" y="558901"/>
                  </a:lnTo>
                  <a:lnTo>
                    <a:pt x="381321" y="558901"/>
                  </a:lnTo>
                  <a:lnTo>
                    <a:pt x="378475" y="562982"/>
                  </a:lnTo>
                  <a:lnTo>
                    <a:pt x="375629" y="579300"/>
                  </a:lnTo>
                  <a:lnTo>
                    <a:pt x="367088" y="587456"/>
                  </a:lnTo>
                  <a:lnTo>
                    <a:pt x="361401" y="591531"/>
                  </a:lnTo>
                  <a:lnTo>
                    <a:pt x="369934" y="591531"/>
                  </a:lnTo>
                  <a:lnTo>
                    <a:pt x="384163" y="620065"/>
                  </a:lnTo>
                  <a:lnTo>
                    <a:pt x="392700" y="632287"/>
                  </a:lnTo>
                  <a:lnTo>
                    <a:pt x="404083" y="636357"/>
                  </a:lnTo>
                  <a:lnTo>
                    <a:pt x="398395" y="644504"/>
                  </a:lnTo>
                  <a:lnTo>
                    <a:pt x="404083" y="648576"/>
                  </a:lnTo>
                  <a:lnTo>
                    <a:pt x="418311" y="644504"/>
                  </a:lnTo>
                  <a:lnTo>
                    <a:pt x="426848" y="644504"/>
                  </a:lnTo>
                  <a:lnTo>
                    <a:pt x="426848" y="648576"/>
                  </a:lnTo>
                  <a:lnTo>
                    <a:pt x="426848" y="656716"/>
                  </a:lnTo>
                  <a:lnTo>
                    <a:pt x="426848" y="664856"/>
                  </a:lnTo>
                  <a:lnTo>
                    <a:pt x="415465" y="677067"/>
                  </a:lnTo>
                  <a:lnTo>
                    <a:pt x="415465" y="689268"/>
                  </a:lnTo>
                  <a:lnTo>
                    <a:pt x="406928" y="705534"/>
                  </a:lnTo>
                  <a:lnTo>
                    <a:pt x="398395" y="717730"/>
                  </a:lnTo>
                  <a:lnTo>
                    <a:pt x="387008" y="725858"/>
                  </a:lnTo>
                  <a:lnTo>
                    <a:pt x="396968" y="769517"/>
                  </a:lnTo>
                  <a:lnTo>
                    <a:pt x="406928" y="813128"/>
                  </a:lnTo>
                  <a:lnTo>
                    <a:pt x="416888" y="856691"/>
                  </a:lnTo>
                  <a:lnTo>
                    <a:pt x="426848" y="900208"/>
                  </a:lnTo>
                  <a:lnTo>
                    <a:pt x="418311" y="904256"/>
                  </a:lnTo>
                  <a:lnTo>
                    <a:pt x="427797" y="948731"/>
                  </a:lnTo>
                  <a:lnTo>
                    <a:pt x="437283" y="993158"/>
                  </a:lnTo>
                  <a:lnTo>
                    <a:pt x="446768" y="1037534"/>
                  </a:lnTo>
                  <a:lnTo>
                    <a:pt x="452460" y="1041566"/>
                  </a:lnTo>
                  <a:lnTo>
                    <a:pt x="466688" y="1106019"/>
                  </a:lnTo>
                  <a:lnTo>
                    <a:pt x="529290" y="1089915"/>
                  </a:lnTo>
                  <a:lnTo>
                    <a:pt x="526444" y="1069778"/>
                  </a:lnTo>
                  <a:lnTo>
                    <a:pt x="600437" y="1053660"/>
                  </a:lnTo>
                  <a:lnTo>
                    <a:pt x="607076" y="1095957"/>
                  </a:lnTo>
                  <a:lnTo>
                    <a:pt x="613715" y="1138209"/>
                  </a:lnTo>
                  <a:lnTo>
                    <a:pt x="620355" y="1180418"/>
                  </a:lnTo>
                  <a:lnTo>
                    <a:pt x="626994" y="1222582"/>
                  </a:lnTo>
                  <a:lnTo>
                    <a:pt x="633633" y="1264702"/>
                  </a:lnTo>
                  <a:lnTo>
                    <a:pt x="640273" y="1306778"/>
                  </a:lnTo>
                  <a:lnTo>
                    <a:pt x="611816" y="1306778"/>
                  </a:lnTo>
                  <a:lnTo>
                    <a:pt x="603282" y="1274724"/>
                  </a:lnTo>
                  <a:lnTo>
                    <a:pt x="580517" y="1278732"/>
                  </a:lnTo>
                  <a:lnTo>
                    <a:pt x="569130" y="1290754"/>
                  </a:lnTo>
                  <a:lnTo>
                    <a:pt x="566288" y="1310784"/>
                  </a:lnTo>
                  <a:close/>
                </a:path>
              </a:pathLst>
            </a:custGeom>
            <a:solidFill>
              <a:srgbClr val="A8CEE2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" name="pg17"/>
            <p:cNvSpPr/>
            <p:nvPr/>
          </p:nvSpPr>
          <p:spPr>
            <a:xfrm>
              <a:off x="4358900" y="4024014"/>
              <a:ext cx="347172" cy="355185"/>
            </a:xfrm>
            <a:custGeom>
              <a:avLst/>
              <a:gdLst/>
              <a:ahLst/>
              <a:cxnLst/>
              <a:rect l="0" t="0" r="0" b="0"/>
              <a:pathLst>
                <a:path w="347172" h="355185">
                  <a:moveTo>
                    <a:pt x="116670" y="32054"/>
                  </a:moveTo>
                  <a:lnTo>
                    <a:pt x="147973" y="24043"/>
                  </a:lnTo>
                  <a:lnTo>
                    <a:pt x="162201" y="80089"/>
                  </a:lnTo>
                  <a:lnTo>
                    <a:pt x="212474" y="70753"/>
                  </a:lnTo>
                  <a:lnTo>
                    <a:pt x="262747" y="61416"/>
                  </a:lnTo>
                  <a:lnTo>
                    <a:pt x="313020" y="52076"/>
                  </a:lnTo>
                  <a:lnTo>
                    <a:pt x="330094" y="44068"/>
                  </a:lnTo>
                  <a:lnTo>
                    <a:pt x="338631" y="56079"/>
                  </a:lnTo>
                  <a:lnTo>
                    <a:pt x="335786" y="64084"/>
                  </a:lnTo>
                  <a:lnTo>
                    <a:pt x="330094" y="76088"/>
                  </a:lnTo>
                  <a:lnTo>
                    <a:pt x="327252" y="92089"/>
                  </a:lnTo>
                  <a:lnTo>
                    <a:pt x="324407" y="104085"/>
                  </a:lnTo>
                  <a:lnTo>
                    <a:pt x="327252" y="112081"/>
                  </a:lnTo>
                  <a:lnTo>
                    <a:pt x="338631" y="124071"/>
                  </a:lnTo>
                  <a:lnTo>
                    <a:pt x="347172" y="144044"/>
                  </a:lnTo>
                  <a:lnTo>
                    <a:pt x="338631" y="144044"/>
                  </a:lnTo>
                  <a:lnTo>
                    <a:pt x="324407" y="211889"/>
                  </a:lnTo>
                  <a:lnTo>
                    <a:pt x="310174" y="223850"/>
                  </a:lnTo>
                  <a:lnTo>
                    <a:pt x="278875" y="223850"/>
                  </a:lnTo>
                  <a:lnTo>
                    <a:pt x="261801" y="235807"/>
                  </a:lnTo>
                  <a:lnTo>
                    <a:pt x="250414" y="247761"/>
                  </a:lnTo>
                  <a:lnTo>
                    <a:pt x="250414" y="263694"/>
                  </a:lnTo>
                  <a:lnTo>
                    <a:pt x="261801" y="283601"/>
                  </a:lnTo>
                  <a:lnTo>
                    <a:pt x="256110" y="315430"/>
                  </a:lnTo>
                  <a:lnTo>
                    <a:pt x="253260" y="331337"/>
                  </a:lnTo>
                  <a:lnTo>
                    <a:pt x="233344" y="355185"/>
                  </a:lnTo>
                  <a:lnTo>
                    <a:pt x="219115" y="347237"/>
                  </a:lnTo>
                  <a:lnTo>
                    <a:pt x="210578" y="355185"/>
                  </a:lnTo>
                  <a:lnTo>
                    <a:pt x="196350" y="355185"/>
                  </a:lnTo>
                  <a:lnTo>
                    <a:pt x="156510" y="317420"/>
                  </a:lnTo>
                  <a:lnTo>
                    <a:pt x="116670" y="279621"/>
                  </a:lnTo>
                  <a:lnTo>
                    <a:pt x="76834" y="307475"/>
                  </a:lnTo>
                  <a:lnTo>
                    <a:pt x="54068" y="287579"/>
                  </a:lnTo>
                  <a:lnTo>
                    <a:pt x="42685" y="299520"/>
                  </a:lnTo>
                  <a:lnTo>
                    <a:pt x="0" y="287579"/>
                  </a:lnTo>
                  <a:lnTo>
                    <a:pt x="12803" y="247760"/>
                  </a:lnTo>
                  <a:lnTo>
                    <a:pt x="25607" y="207901"/>
                  </a:lnTo>
                  <a:lnTo>
                    <a:pt x="48373" y="207901"/>
                  </a:lnTo>
                  <a:lnTo>
                    <a:pt x="62605" y="152034"/>
                  </a:lnTo>
                  <a:lnTo>
                    <a:pt x="42685" y="144044"/>
                  </a:lnTo>
                  <a:lnTo>
                    <a:pt x="48373" y="84089"/>
                  </a:lnTo>
                  <a:lnTo>
                    <a:pt x="22765" y="80089"/>
                  </a:lnTo>
                  <a:lnTo>
                    <a:pt x="28453" y="60082"/>
                  </a:lnTo>
                  <a:lnTo>
                    <a:pt x="25607" y="40064"/>
                  </a:lnTo>
                  <a:lnTo>
                    <a:pt x="42685" y="36059"/>
                  </a:lnTo>
                  <a:lnTo>
                    <a:pt x="45527" y="16030"/>
                  </a:lnTo>
                  <a:lnTo>
                    <a:pt x="56914" y="4008"/>
                  </a:lnTo>
                  <a:lnTo>
                    <a:pt x="79679" y="0"/>
                  </a:lnTo>
                  <a:lnTo>
                    <a:pt x="88213" y="32054"/>
                  </a:lnTo>
                  <a:close/>
                </a:path>
              </a:pathLst>
            </a:custGeom>
            <a:solidFill>
              <a:srgbClr val="A9D1E3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" name="pg18"/>
            <p:cNvSpPr/>
            <p:nvPr/>
          </p:nvSpPr>
          <p:spPr>
            <a:xfrm>
              <a:off x="5056087" y="3377503"/>
              <a:ext cx="543519" cy="890284"/>
            </a:xfrm>
            <a:custGeom>
              <a:avLst/>
              <a:gdLst/>
              <a:ahLst/>
              <a:cxnLst/>
              <a:rect l="0" t="0" r="0" b="0"/>
              <a:pathLst>
                <a:path w="543519" h="890284">
                  <a:moveTo>
                    <a:pt x="159355" y="4073"/>
                  </a:moveTo>
                  <a:lnTo>
                    <a:pt x="170738" y="8143"/>
                  </a:lnTo>
                  <a:lnTo>
                    <a:pt x="184963" y="8143"/>
                  </a:lnTo>
                  <a:lnTo>
                    <a:pt x="202041" y="0"/>
                  </a:lnTo>
                  <a:lnTo>
                    <a:pt x="213424" y="28502"/>
                  </a:lnTo>
                  <a:lnTo>
                    <a:pt x="224807" y="40712"/>
                  </a:lnTo>
                  <a:lnTo>
                    <a:pt x="261801" y="56987"/>
                  </a:lnTo>
                  <a:lnTo>
                    <a:pt x="287409" y="69188"/>
                  </a:lnTo>
                  <a:lnTo>
                    <a:pt x="318711" y="56987"/>
                  </a:lnTo>
                  <a:lnTo>
                    <a:pt x="330094" y="61054"/>
                  </a:lnTo>
                  <a:lnTo>
                    <a:pt x="338631" y="77320"/>
                  </a:lnTo>
                  <a:lnTo>
                    <a:pt x="341477" y="117957"/>
                  </a:lnTo>
                  <a:lnTo>
                    <a:pt x="332940" y="134200"/>
                  </a:lnTo>
                  <a:lnTo>
                    <a:pt x="310174" y="138257"/>
                  </a:lnTo>
                  <a:lnTo>
                    <a:pt x="307329" y="150436"/>
                  </a:lnTo>
                  <a:lnTo>
                    <a:pt x="307329" y="158549"/>
                  </a:lnTo>
                  <a:lnTo>
                    <a:pt x="321557" y="199103"/>
                  </a:lnTo>
                  <a:lnTo>
                    <a:pt x="335786" y="215313"/>
                  </a:lnTo>
                  <a:lnTo>
                    <a:pt x="338631" y="231517"/>
                  </a:lnTo>
                  <a:lnTo>
                    <a:pt x="324403" y="284130"/>
                  </a:lnTo>
                  <a:lnTo>
                    <a:pt x="318711" y="292221"/>
                  </a:lnTo>
                  <a:lnTo>
                    <a:pt x="332940" y="316475"/>
                  </a:lnTo>
                  <a:lnTo>
                    <a:pt x="358551" y="368979"/>
                  </a:lnTo>
                  <a:lnTo>
                    <a:pt x="375626" y="381086"/>
                  </a:lnTo>
                  <a:lnTo>
                    <a:pt x="392700" y="373015"/>
                  </a:lnTo>
                  <a:lnTo>
                    <a:pt x="418311" y="344755"/>
                  </a:lnTo>
                  <a:lnTo>
                    <a:pt x="426848" y="352831"/>
                  </a:lnTo>
                  <a:lnTo>
                    <a:pt x="443923" y="360906"/>
                  </a:lnTo>
                  <a:lnTo>
                    <a:pt x="460997" y="364943"/>
                  </a:lnTo>
                  <a:lnTo>
                    <a:pt x="489454" y="397222"/>
                  </a:lnTo>
                  <a:lnTo>
                    <a:pt x="506528" y="421415"/>
                  </a:lnTo>
                  <a:lnTo>
                    <a:pt x="492296" y="441565"/>
                  </a:lnTo>
                  <a:lnTo>
                    <a:pt x="489454" y="453649"/>
                  </a:lnTo>
                  <a:lnTo>
                    <a:pt x="515062" y="493903"/>
                  </a:lnTo>
                  <a:lnTo>
                    <a:pt x="515062" y="518038"/>
                  </a:lnTo>
                  <a:lnTo>
                    <a:pt x="506528" y="534120"/>
                  </a:lnTo>
                  <a:lnTo>
                    <a:pt x="486608" y="534120"/>
                  </a:lnTo>
                  <a:lnTo>
                    <a:pt x="455302" y="534120"/>
                  </a:lnTo>
                  <a:lnTo>
                    <a:pt x="452456" y="574293"/>
                  </a:lnTo>
                  <a:lnTo>
                    <a:pt x="469534" y="578311"/>
                  </a:lnTo>
                  <a:lnTo>
                    <a:pt x="478067" y="586341"/>
                  </a:lnTo>
                  <a:lnTo>
                    <a:pt x="492296" y="574293"/>
                  </a:lnTo>
                  <a:lnTo>
                    <a:pt x="500833" y="574293"/>
                  </a:lnTo>
                  <a:lnTo>
                    <a:pt x="506528" y="586341"/>
                  </a:lnTo>
                  <a:lnTo>
                    <a:pt x="512216" y="602393"/>
                  </a:lnTo>
                  <a:lnTo>
                    <a:pt x="534981" y="598382"/>
                  </a:lnTo>
                  <a:lnTo>
                    <a:pt x="543519" y="598382"/>
                  </a:lnTo>
                  <a:lnTo>
                    <a:pt x="537827" y="614432"/>
                  </a:lnTo>
                  <a:lnTo>
                    <a:pt x="537827" y="638492"/>
                  </a:lnTo>
                  <a:lnTo>
                    <a:pt x="526444" y="646510"/>
                  </a:lnTo>
                  <a:lnTo>
                    <a:pt x="506528" y="650518"/>
                  </a:lnTo>
                  <a:lnTo>
                    <a:pt x="495142" y="662540"/>
                  </a:lnTo>
                  <a:lnTo>
                    <a:pt x="469534" y="706592"/>
                  </a:lnTo>
                  <a:lnTo>
                    <a:pt x="455302" y="722599"/>
                  </a:lnTo>
                  <a:lnTo>
                    <a:pt x="441077" y="726599"/>
                  </a:lnTo>
                  <a:lnTo>
                    <a:pt x="429694" y="742598"/>
                  </a:lnTo>
                  <a:lnTo>
                    <a:pt x="412616" y="730600"/>
                  </a:lnTo>
                  <a:lnTo>
                    <a:pt x="398391" y="734600"/>
                  </a:lnTo>
                  <a:lnTo>
                    <a:pt x="398391" y="718598"/>
                  </a:lnTo>
                  <a:lnTo>
                    <a:pt x="395546" y="702589"/>
                  </a:lnTo>
                  <a:lnTo>
                    <a:pt x="381317" y="694583"/>
                  </a:lnTo>
                  <a:lnTo>
                    <a:pt x="367088" y="694583"/>
                  </a:lnTo>
                  <a:lnTo>
                    <a:pt x="355706" y="698586"/>
                  </a:lnTo>
                  <a:lnTo>
                    <a:pt x="358551" y="722599"/>
                  </a:lnTo>
                  <a:lnTo>
                    <a:pt x="352860" y="746594"/>
                  </a:lnTo>
                  <a:lnTo>
                    <a:pt x="344323" y="762585"/>
                  </a:lnTo>
                  <a:lnTo>
                    <a:pt x="332940" y="758591"/>
                  </a:lnTo>
                  <a:lnTo>
                    <a:pt x="327252" y="758591"/>
                  </a:lnTo>
                  <a:lnTo>
                    <a:pt x="332940" y="734600"/>
                  </a:lnTo>
                  <a:lnTo>
                    <a:pt x="321557" y="730600"/>
                  </a:lnTo>
                  <a:lnTo>
                    <a:pt x="313020" y="734600"/>
                  </a:lnTo>
                  <a:lnTo>
                    <a:pt x="301637" y="758591"/>
                  </a:lnTo>
                  <a:lnTo>
                    <a:pt x="295946" y="750595"/>
                  </a:lnTo>
                  <a:lnTo>
                    <a:pt x="276026" y="742598"/>
                  </a:lnTo>
                  <a:lnTo>
                    <a:pt x="264647" y="738599"/>
                  </a:lnTo>
                  <a:lnTo>
                    <a:pt x="258955" y="758591"/>
                  </a:lnTo>
                  <a:lnTo>
                    <a:pt x="261801" y="786563"/>
                  </a:lnTo>
                  <a:lnTo>
                    <a:pt x="253260" y="806528"/>
                  </a:lnTo>
                  <a:lnTo>
                    <a:pt x="239035" y="810521"/>
                  </a:lnTo>
                  <a:lnTo>
                    <a:pt x="219115" y="798545"/>
                  </a:lnTo>
                  <a:lnTo>
                    <a:pt x="207729" y="798545"/>
                  </a:lnTo>
                  <a:lnTo>
                    <a:pt x="184963" y="826486"/>
                  </a:lnTo>
                  <a:lnTo>
                    <a:pt x="179275" y="822496"/>
                  </a:lnTo>
                  <a:lnTo>
                    <a:pt x="167893" y="814515"/>
                  </a:lnTo>
                  <a:lnTo>
                    <a:pt x="167893" y="786563"/>
                  </a:lnTo>
                  <a:lnTo>
                    <a:pt x="162201" y="782568"/>
                  </a:lnTo>
                  <a:lnTo>
                    <a:pt x="147973" y="790555"/>
                  </a:lnTo>
                  <a:lnTo>
                    <a:pt x="133744" y="790555"/>
                  </a:lnTo>
                  <a:lnTo>
                    <a:pt x="125207" y="786563"/>
                  </a:lnTo>
                  <a:lnTo>
                    <a:pt x="122365" y="802538"/>
                  </a:lnTo>
                  <a:lnTo>
                    <a:pt x="110978" y="814515"/>
                  </a:lnTo>
                  <a:lnTo>
                    <a:pt x="113824" y="838457"/>
                  </a:lnTo>
                  <a:lnTo>
                    <a:pt x="108133" y="854412"/>
                  </a:lnTo>
                  <a:lnTo>
                    <a:pt x="96750" y="870360"/>
                  </a:lnTo>
                  <a:lnTo>
                    <a:pt x="96750" y="886302"/>
                  </a:lnTo>
                  <a:lnTo>
                    <a:pt x="88213" y="890284"/>
                  </a:lnTo>
                  <a:lnTo>
                    <a:pt x="73984" y="870360"/>
                  </a:lnTo>
                  <a:lnTo>
                    <a:pt x="59759" y="866374"/>
                  </a:lnTo>
                  <a:lnTo>
                    <a:pt x="54068" y="854412"/>
                  </a:lnTo>
                  <a:lnTo>
                    <a:pt x="56914" y="842446"/>
                  </a:lnTo>
                  <a:lnTo>
                    <a:pt x="45527" y="770581"/>
                  </a:lnTo>
                  <a:lnTo>
                    <a:pt x="51218" y="766585"/>
                  </a:lnTo>
                  <a:lnTo>
                    <a:pt x="39839" y="706592"/>
                  </a:lnTo>
                  <a:lnTo>
                    <a:pt x="25607" y="706592"/>
                  </a:lnTo>
                  <a:lnTo>
                    <a:pt x="19205" y="661539"/>
                  </a:lnTo>
                  <a:lnTo>
                    <a:pt x="12803" y="616437"/>
                  </a:lnTo>
                  <a:lnTo>
                    <a:pt x="6401" y="571283"/>
                  </a:lnTo>
                  <a:lnTo>
                    <a:pt x="0" y="526080"/>
                  </a:lnTo>
                  <a:lnTo>
                    <a:pt x="45527" y="509995"/>
                  </a:lnTo>
                  <a:lnTo>
                    <a:pt x="38698" y="468950"/>
                  </a:lnTo>
                  <a:lnTo>
                    <a:pt x="31869" y="427862"/>
                  </a:lnTo>
                  <a:lnTo>
                    <a:pt x="25040" y="386733"/>
                  </a:lnTo>
                  <a:lnTo>
                    <a:pt x="18211" y="345562"/>
                  </a:lnTo>
                  <a:lnTo>
                    <a:pt x="11382" y="304348"/>
                  </a:lnTo>
                  <a:lnTo>
                    <a:pt x="65447" y="292221"/>
                  </a:lnTo>
                  <a:lnTo>
                    <a:pt x="61179" y="250413"/>
                  </a:lnTo>
                  <a:lnTo>
                    <a:pt x="56911" y="208561"/>
                  </a:lnTo>
                  <a:lnTo>
                    <a:pt x="52643" y="166665"/>
                  </a:lnTo>
                  <a:lnTo>
                    <a:pt x="48375" y="124725"/>
                  </a:lnTo>
                  <a:lnTo>
                    <a:pt x="44107" y="82741"/>
                  </a:lnTo>
                  <a:lnTo>
                    <a:pt x="39839" y="40712"/>
                  </a:lnTo>
                  <a:lnTo>
                    <a:pt x="79678" y="28503"/>
                  </a:lnTo>
                  <a:lnTo>
                    <a:pt x="119517" y="16290"/>
                  </a:lnTo>
                  <a:close/>
                </a:path>
              </a:pathLst>
            </a:custGeom>
            <a:solidFill>
              <a:srgbClr val="ACD5E5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" name="pg19"/>
            <p:cNvSpPr/>
            <p:nvPr/>
          </p:nvSpPr>
          <p:spPr>
            <a:xfrm>
              <a:off x="3630410" y="4687960"/>
              <a:ext cx="304483" cy="513404"/>
            </a:xfrm>
            <a:custGeom>
              <a:avLst/>
              <a:gdLst/>
              <a:ahLst/>
              <a:cxnLst/>
              <a:rect l="0" t="0" r="0" b="0"/>
              <a:pathLst>
                <a:path w="304483" h="513404">
                  <a:moveTo>
                    <a:pt x="79676" y="466640"/>
                  </a:moveTo>
                  <a:lnTo>
                    <a:pt x="73988" y="447138"/>
                  </a:lnTo>
                  <a:lnTo>
                    <a:pt x="76834" y="419820"/>
                  </a:lnTo>
                  <a:lnTo>
                    <a:pt x="76834" y="392487"/>
                  </a:lnTo>
                  <a:lnTo>
                    <a:pt x="71142" y="384674"/>
                  </a:lnTo>
                  <a:lnTo>
                    <a:pt x="56910" y="369042"/>
                  </a:lnTo>
                  <a:lnTo>
                    <a:pt x="19919" y="326026"/>
                  </a:lnTo>
                  <a:lnTo>
                    <a:pt x="2845" y="290797"/>
                  </a:lnTo>
                  <a:lnTo>
                    <a:pt x="0" y="263376"/>
                  </a:lnTo>
                  <a:lnTo>
                    <a:pt x="2845" y="224175"/>
                  </a:lnTo>
                  <a:lnTo>
                    <a:pt x="5691" y="208482"/>
                  </a:lnTo>
                  <a:lnTo>
                    <a:pt x="5691" y="173153"/>
                  </a:lnTo>
                  <a:lnTo>
                    <a:pt x="0" y="153513"/>
                  </a:lnTo>
                  <a:lnTo>
                    <a:pt x="0" y="107650"/>
                  </a:lnTo>
                  <a:lnTo>
                    <a:pt x="0" y="61736"/>
                  </a:lnTo>
                  <a:lnTo>
                    <a:pt x="0" y="15771"/>
                  </a:lnTo>
                  <a:lnTo>
                    <a:pt x="25611" y="7886"/>
                  </a:lnTo>
                  <a:lnTo>
                    <a:pt x="56910" y="0"/>
                  </a:lnTo>
                  <a:lnTo>
                    <a:pt x="73988" y="0"/>
                  </a:lnTo>
                  <a:lnTo>
                    <a:pt x="93908" y="7886"/>
                  </a:lnTo>
                  <a:lnTo>
                    <a:pt x="99596" y="7886"/>
                  </a:lnTo>
                  <a:lnTo>
                    <a:pt x="116674" y="7886"/>
                  </a:lnTo>
                  <a:lnTo>
                    <a:pt x="128053" y="7886"/>
                  </a:lnTo>
                  <a:lnTo>
                    <a:pt x="142281" y="7886"/>
                  </a:lnTo>
                  <a:lnTo>
                    <a:pt x="153668" y="15771"/>
                  </a:lnTo>
                  <a:lnTo>
                    <a:pt x="162201" y="27596"/>
                  </a:lnTo>
                  <a:lnTo>
                    <a:pt x="162201" y="55174"/>
                  </a:lnTo>
                  <a:lnTo>
                    <a:pt x="159355" y="66987"/>
                  </a:lnTo>
                  <a:lnTo>
                    <a:pt x="179279" y="86669"/>
                  </a:lnTo>
                  <a:lnTo>
                    <a:pt x="184967" y="74861"/>
                  </a:lnTo>
                  <a:lnTo>
                    <a:pt x="193504" y="78795"/>
                  </a:lnTo>
                  <a:lnTo>
                    <a:pt x="207732" y="63047"/>
                  </a:lnTo>
                  <a:lnTo>
                    <a:pt x="256110" y="114207"/>
                  </a:lnTo>
                  <a:lnTo>
                    <a:pt x="241881" y="133864"/>
                  </a:lnTo>
                  <a:lnTo>
                    <a:pt x="256110" y="145657"/>
                  </a:lnTo>
                  <a:lnTo>
                    <a:pt x="264647" y="161373"/>
                  </a:lnTo>
                  <a:lnTo>
                    <a:pt x="304483" y="184933"/>
                  </a:lnTo>
                  <a:lnTo>
                    <a:pt x="290258" y="220249"/>
                  </a:lnTo>
                  <a:lnTo>
                    <a:pt x="290258" y="232016"/>
                  </a:lnTo>
                  <a:lnTo>
                    <a:pt x="295949" y="263376"/>
                  </a:lnTo>
                  <a:lnTo>
                    <a:pt x="290258" y="275130"/>
                  </a:lnTo>
                  <a:lnTo>
                    <a:pt x="276030" y="286883"/>
                  </a:lnTo>
                  <a:lnTo>
                    <a:pt x="261797" y="310372"/>
                  </a:lnTo>
                  <a:lnTo>
                    <a:pt x="250418" y="326026"/>
                  </a:lnTo>
                  <a:lnTo>
                    <a:pt x="230498" y="326026"/>
                  </a:lnTo>
                  <a:lnTo>
                    <a:pt x="216270" y="326026"/>
                  </a:lnTo>
                  <a:lnTo>
                    <a:pt x="199199" y="357315"/>
                  </a:lnTo>
                  <a:lnTo>
                    <a:pt x="182121" y="404202"/>
                  </a:lnTo>
                  <a:lnTo>
                    <a:pt x="173584" y="443237"/>
                  </a:lnTo>
                  <a:lnTo>
                    <a:pt x="159355" y="466640"/>
                  </a:lnTo>
                  <a:lnTo>
                    <a:pt x="153668" y="490030"/>
                  </a:lnTo>
                  <a:lnTo>
                    <a:pt x="150818" y="505616"/>
                  </a:lnTo>
                  <a:lnTo>
                    <a:pt x="136594" y="513404"/>
                  </a:lnTo>
                  <a:lnTo>
                    <a:pt x="116674" y="497824"/>
                  </a:lnTo>
                  <a:lnTo>
                    <a:pt x="99596" y="486132"/>
                  </a:lnTo>
                  <a:lnTo>
                    <a:pt x="85371" y="474438"/>
                  </a:lnTo>
                  <a:close/>
                </a:path>
              </a:pathLst>
            </a:custGeom>
            <a:solidFill>
              <a:srgbClr val="8A98CC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" name="tx20"/>
            <p:cNvSpPr/>
            <p:nvPr/>
          </p:nvSpPr>
          <p:spPr>
            <a:xfrm>
              <a:off x="3920541" y="4405825"/>
              <a:ext cx="180869" cy="779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117</a:t>
              </a:r>
            </a:p>
          </p:txBody>
        </p:sp>
        <p:sp>
          <p:nvSpPr>
            <p:cNvPr id="22" name="tx21"/>
            <p:cNvSpPr/>
            <p:nvPr/>
          </p:nvSpPr>
          <p:spPr>
            <a:xfrm>
              <a:off x="4794288" y="2612267"/>
              <a:ext cx="120579" cy="779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75</a:t>
              </a:r>
            </a:p>
          </p:txBody>
        </p:sp>
        <p:sp>
          <p:nvSpPr>
            <p:cNvPr id="23" name="tx22"/>
            <p:cNvSpPr/>
            <p:nvPr/>
          </p:nvSpPr>
          <p:spPr>
            <a:xfrm>
              <a:off x="3829798" y="4602585"/>
              <a:ext cx="180869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568</a:t>
              </a:r>
            </a:p>
          </p:txBody>
        </p:sp>
        <p:sp>
          <p:nvSpPr>
            <p:cNvPr id="24" name="tx23"/>
            <p:cNvSpPr/>
            <p:nvPr/>
          </p:nvSpPr>
          <p:spPr>
            <a:xfrm>
              <a:off x="3862811" y="3845544"/>
              <a:ext cx="120579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28</a:t>
              </a:r>
            </a:p>
          </p:txBody>
        </p:sp>
        <p:sp>
          <p:nvSpPr>
            <p:cNvPr id="25" name="tx24"/>
            <p:cNvSpPr/>
            <p:nvPr/>
          </p:nvSpPr>
          <p:spPr>
            <a:xfrm>
              <a:off x="4802206" y="4161994"/>
              <a:ext cx="120579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60</a:t>
              </a:r>
            </a:p>
          </p:txBody>
        </p:sp>
        <p:sp>
          <p:nvSpPr>
            <p:cNvPr id="26" name="tx25"/>
            <p:cNvSpPr/>
            <p:nvPr/>
          </p:nvSpPr>
          <p:spPr>
            <a:xfrm>
              <a:off x="4134828" y="4190805"/>
              <a:ext cx="180869" cy="779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144</a:t>
              </a:r>
            </a:p>
          </p:txBody>
        </p:sp>
        <p:sp>
          <p:nvSpPr>
            <p:cNvPr id="27" name="tx26"/>
            <p:cNvSpPr/>
            <p:nvPr/>
          </p:nvSpPr>
          <p:spPr>
            <a:xfrm>
              <a:off x="4420683" y="4418394"/>
              <a:ext cx="120579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65</a:t>
              </a:r>
            </a:p>
          </p:txBody>
        </p:sp>
        <p:sp>
          <p:nvSpPr>
            <p:cNvPr id="28" name="tx27"/>
            <p:cNvSpPr/>
            <p:nvPr/>
          </p:nvSpPr>
          <p:spPr>
            <a:xfrm>
              <a:off x="4296535" y="4470359"/>
              <a:ext cx="120579" cy="7929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43</a:t>
              </a:r>
            </a:p>
          </p:txBody>
        </p:sp>
        <p:sp>
          <p:nvSpPr>
            <p:cNvPr id="29" name="tx28"/>
            <p:cNvSpPr/>
            <p:nvPr/>
          </p:nvSpPr>
          <p:spPr>
            <a:xfrm>
              <a:off x="3709236" y="4204503"/>
              <a:ext cx="120579" cy="779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57</a:t>
              </a:r>
            </a:p>
          </p:txBody>
        </p:sp>
        <p:sp>
          <p:nvSpPr>
            <p:cNvPr id="30" name="tx29"/>
            <p:cNvSpPr/>
            <p:nvPr/>
          </p:nvSpPr>
          <p:spPr>
            <a:xfrm>
              <a:off x="4686710" y="3637371"/>
              <a:ext cx="180869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164</a:t>
              </a:r>
            </a:p>
          </p:txBody>
        </p:sp>
        <p:sp>
          <p:nvSpPr>
            <p:cNvPr id="31" name="tx30"/>
            <p:cNvSpPr/>
            <p:nvPr/>
          </p:nvSpPr>
          <p:spPr>
            <a:xfrm>
              <a:off x="4276629" y="3354746"/>
              <a:ext cx="120579" cy="779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22</a:t>
              </a:r>
            </a:p>
          </p:txBody>
        </p:sp>
        <p:sp>
          <p:nvSpPr>
            <p:cNvPr id="32" name="tx31"/>
            <p:cNvSpPr/>
            <p:nvPr/>
          </p:nvSpPr>
          <p:spPr>
            <a:xfrm>
              <a:off x="4116487" y="4559127"/>
              <a:ext cx="120579" cy="779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42</a:t>
              </a:r>
            </a:p>
          </p:txBody>
        </p:sp>
        <p:sp>
          <p:nvSpPr>
            <p:cNvPr id="33" name="tx32"/>
            <p:cNvSpPr/>
            <p:nvPr/>
          </p:nvSpPr>
          <p:spPr>
            <a:xfrm>
              <a:off x="4091145" y="3511074"/>
              <a:ext cx="120579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46</a:t>
              </a:r>
            </a:p>
          </p:txBody>
        </p:sp>
        <p:sp>
          <p:nvSpPr>
            <p:cNvPr id="34" name="tx33"/>
            <p:cNvSpPr/>
            <p:nvPr/>
          </p:nvSpPr>
          <p:spPr>
            <a:xfrm>
              <a:off x="4481412" y="4145796"/>
              <a:ext cx="120579" cy="7929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39</a:t>
              </a:r>
            </a:p>
          </p:txBody>
        </p:sp>
        <p:sp>
          <p:nvSpPr>
            <p:cNvPr id="35" name="tx34"/>
            <p:cNvSpPr/>
            <p:nvPr/>
          </p:nvSpPr>
          <p:spPr>
            <a:xfrm>
              <a:off x="5297540" y="3883423"/>
              <a:ext cx="120579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29</a:t>
              </a:r>
            </a:p>
          </p:txBody>
        </p:sp>
        <p:sp>
          <p:nvSpPr>
            <p:cNvPr id="36" name="tx35"/>
            <p:cNvSpPr/>
            <p:nvPr/>
          </p:nvSpPr>
          <p:spPr>
            <a:xfrm>
              <a:off x="3683138" y="4885383"/>
              <a:ext cx="180869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182</a:t>
              </a:r>
            </a:p>
          </p:txBody>
        </p:sp>
        <p:sp>
          <p:nvSpPr>
            <p:cNvPr id="37" name="tx36"/>
            <p:cNvSpPr/>
            <p:nvPr/>
          </p:nvSpPr>
          <p:spPr>
            <a:xfrm>
              <a:off x="3307155" y="5711234"/>
              <a:ext cx="1397613" cy="12946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Number of Companies</a:t>
              </a:r>
            </a:p>
          </p:txBody>
        </p:sp>
        <p:pic>
          <p:nvPicPr>
            <p:cNvPr id="38" name="pic3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74358" y="5594419"/>
              <a:ext cx="1097280" cy="219455"/>
            </a:xfrm>
            <a:prstGeom prst="rect">
              <a:avLst/>
            </a:prstGeom>
          </p:spPr>
        </p:pic>
        <p:sp>
          <p:nvSpPr>
            <p:cNvPr id="39" name="pl38"/>
            <p:cNvSpPr/>
            <p:nvPr/>
          </p:nvSpPr>
          <p:spPr>
            <a:xfrm>
              <a:off x="4932419" y="5769984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0"/>
                  </a:moveTo>
                  <a:lnTo>
                    <a:pt x="0" y="43891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" name="pl39"/>
            <p:cNvSpPr/>
            <p:nvPr/>
          </p:nvSpPr>
          <p:spPr>
            <a:xfrm>
              <a:off x="5132716" y="5769984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0"/>
                  </a:moveTo>
                  <a:lnTo>
                    <a:pt x="0" y="43891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" name="pl40"/>
            <p:cNvSpPr/>
            <p:nvPr/>
          </p:nvSpPr>
          <p:spPr>
            <a:xfrm>
              <a:off x="5333013" y="5769984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0"/>
                  </a:moveTo>
                  <a:lnTo>
                    <a:pt x="0" y="43891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" name="pl41"/>
            <p:cNvSpPr/>
            <p:nvPr/>
          </p:nvSpPr>
          <p:spPr>
            <a:xfrm>
              <a:off x="5533310" y="5769984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0"/>
                  </a:moveTo>
                  <a:lnTo>
                    <a:pt x="0" y="43891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" name="pl42"/>
            <p:cNvSpPr/>
            <p:nvPr/>
          </p:nvSpPr>
          <p:spPr>
            <a:xfrm>
              <a:off x="5733607" y="5769984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0"/>
                  </a:moveTo>
                  <a:lnTo>
                    <a:pt x="0" y="43891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" name="pl43"/>
            <p:cNvSpPr/>
            <p:nvPr/>
          </p:nvSpPr>
          <p:spPr>
            <a:xfrm>
              <a:off x="4932419" y="5594419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43891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" name="pl44"/>
            <p:cNvSpPr/>
            <p:nvPr/>
          </p:nvSpPr>
          <p:spPr>
            <a:xfrm>
              <a:off x="5132716" y="5594419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43891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" name="pl45"/>
            <p:cNvSpPr/>
            <p:nvPr/>
          </p:nvSpPr>
          <p:spPr>
            <a:xfrm>
              <a:off x="5333013" y="5594419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43891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" name="pl46"/>
            <p:cNvSpPr/>
            <p:nvPr/>
          </p:nvSpPr>
          <p:spPr>
            <a:xfrm>
              <a:off x="5533310" y="5594419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43891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" name="pl47"/>
            <p:cNvSpPr/>
            <p:nvPr/>
          </p:nvSpPr>
          <p:spPr>
            <a:xfrm>
              <a:off x="5733607" y="5594419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43891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" name="tx48"/>
            <p:cNvSpPr/>
            <p:nvPr/>
          </p:nvSpPr>
          <p:spPr>
            <a:xfrm>
              <a:off x="4839185" y="5881773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100</a:t>
              </a:r>
            </a:p>
          </p:txBody>
        </p:sp>
        <p:sp>
          <p:nvSpPr>
            <p:cNvPr id="50" name="tx49"/>
            <p:cNvSpPr/>
            <p:nvPr/>
          </p:nvSpPr>
          <p:spPr>
            <a:xfrm>
              <a:off x="5039483" y="5881773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200</a:t>
              </a:r>
            </a:p>
          </p:txBody>
        </p:sp>
        <p:sp>
          <p:nvSpPr>
            <p:cNvPr id="51" name="tx50"/>
            <p:cNvSpPr/>
            <p:nvPr/>
          </p:nvSpPr>
          <p:spPr>
            <a:xfrm>
              <a:off x="5239780" y="5881718"/>
              <a:ext cx="186466" cy="817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300</a:t>
              </a:r>
            </a:p>
          </p:txBody>
        </p:sp>
        <p:sp>
          <p:nvSpPr>
            <p:cNvPr id="52" name="tx51"/>
            <p:cNvSpPr/>
            <p:nvPr/>
          </p:nvSpPr>
          <p:spPr>
            <a:xfrm>
              <a:off x="5440077" y="5881773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400</a:t>
              </a:r>
            </a:p>
          </p:txBody>
        </p:sp>
        <p:sp>
          <p:nvSpPr>
            <p:cNvPr id="53" name="tx52"/>
            <p:cNvSpPr/>
            <p:nvPr/>
          </p:nvSpPr>
          <p:spPr>
            <a:xfrm>
              <a:off x="5640374" y="5881773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500</a:t>
              </a:r>
            </a:p>
          </p:txBody>
        </p:sp>
        <p:sp>
          <p:nvSpPr>
            <p:cNvPr id="54" name="tx53"/>
            <p:cNvSpPr/>
            <p:nvPr/>
          </p:nvSpPr>
          <p:spPr>
            <a:xfrm>
              <a:off x="1758041" y="1624545"/>
              <a:ext cx="5662711" cy="19069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600"/>
                </a:lnSpc>
              </a:pPr>
              <a:r>
                <a:rPr sz="160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Companies Headquartered by County With 50+ Employees</a:t>
              </a: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1143000"/>
          </a:xfrm>
        </p:spPr>
        <p:txBody>
          <a:bodyPr/>
          <a:lstStyle/>
          <a:p>
            <a:r>
              <a:t>Companies with 50-200 Employees</a:t>
            </a:r>
          </a:p>
        </p:txBody>
      </p:sp>
      <p:grpSp>
        <p:nvGrpSpPr>
          <p:cNvPr id="3" name="Content Placeholder 2"/>
          <p:cNvGrpSpPr/>
          <p:nvPr/>
        </p:nvGrpSpPr>
        <p:grpSpPr>
          <a:xfrm>
            <a:off x="1981200" y="1600201"/>
            <a:ext cx="8229600" cy="4525963"/>
            <a:chOff x="457200" y="1600200"/>
            <a:chExt cx="8229600" cy="4525963"/>
          </a:xfrm>
        </p:grpSpPr>
        <p:sp>
          <p:nvSpPr>
            <p:cNvPr id="4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" name="pg4"/>
            <p:cNvSpPr/>
            <p:nvPr/>
          </p:nvSpPr>
          <p:spPr>
            <a:xfrm>
              <a:off x="3872291" y="4223939"/>
              <a:ext cx="241881" cy="392976"/>
            </a:xfrm>
            <a:custGeom>
              <a:avLst/>
              <a:gdLst/>
              <a:ahLst/>
              <a:cxnLst/>
              <a:rect l="0" t="0" r="0" b="0"/>
              <a:pathLst>
                <a:path w="241881" h="392976">
                  <a:moveTo>
                    <a:pt x="125207" y="11964"/>
                  </a:moveTo>
                  <a:lnTo>
                    <a:pt x="182125" y="0"/>
                  </a:lnTo>
                  <a:lnTo>
                    <a:pt x="196350" y="55803"/>
                  </a:lnTo>
                  <a:lnTo>
                    <a:pt x="182125" y="71730"/>
                  </a:lnTo>
                  <a:lnTo>
                    <a:pt x="207732" y="123459"/>
                  </a:lnTo>
                  <a:lnTo>
                    <a:pt x="207732" y="187036"/>
                  </a:lnTo>
                  <a:lnTo>
                    <a:pt x="241881" y="202914"/>
                  </a:lnTo>
                  <a:lnTo>
                    <a:pt x="233344" y="238619"/>
                  </a:lnTo>
                  <a:lnTo>
                    <a:pt x="241881" y="242584"/>
                  </a:lnTo>
                  <a:lnTo>
                    <a:pt x="224807" y="313892"/>
                  </a:lnTo>
                  <a:lnTo>
                    <a:pt x="224807" y="325762"/>
                  </a:lnTo>
                  <a:lnTo>
                    <a:pt x="219115" y="341587"/>
                  </a:lnTo>
                  <a:lnTo>
                    <a:pt x="224807" y="353452"/>
                  </a:lnTo>
                  <a:lnTo>
                    <a:pt x="202041" y="381122"/>
                  </a:lnTo>
                  <a:lnTo>
                    <a:pt x="196350" y="377171"/>
                  </a:lnTo>
                  <a:lnTo>
                    <a:pt x="184967" y="392976"/>
                  </a:lnTo>
                  <a:lnTo>
                    <a:pt x="139439" y="369266"/>
                  </a:lnTo>
                  <a:lnTo>
                    <a:pt x="136594" y="361359"/>
                  </a:lnTo>
                  <a:lnTo>
                    <a:pt x="85367" y="305972"/>
                  </a:lnTo>
                  <a:lnTo>
                    <a:pt x="54068" y="337631"/>
                  </a:lnTo>
                  <a:lnTo>
                    <a:pt x="45531" y="329719"/>
                  </a:lnTo>
                  <a:lnTo>
                    <a:pt x="34148" y="341587"/>
                  </a:lnTo>
                  <a:lnTo>
                    <a:pt x="17074" y="325762"/>
                  </a:lnTo>
                  <a:lnTo>
                    <a:pt x="11382" y="325762"/>
                  </a:lnTo>
                  <a:lnTo>
                    <a:pt x="2845" y="305972"/>
                  </a:lnTo>
                  <a:lnTo>
                    <a:pt x="0" y="286173"/>
                  </a:lnTo>
                  <a:lnTo>
                    <a:pt x="25611" y="251833"/>
                  </a:lnTo>
                  <a:lnTo>
                    <a:pt x="51222" y="217463"/>
                  </a:lnTo>
                  <a:lnTo>
                    <a:pt x="76834" y="183065"/>
                  </a:lnTo>
                  <a:lnTo>
                    <a:pt x="82521" y="183065"/>
                  </a:lnTo>
                  <a:lnTo>
                    <a:pt x="95327" y="135387"/>
                  </a:lnTo>
                  <a:lnTo>
                    <a:pt x="108133" y="87654"/>
                  </a:lnTo>
                  <a:lnTo>
                    <a:pt x="102441" y="51820"/>
                  </a:lnTo>
                  <a:lnTo>
                    <a:pt x="108133" y="47836"/>
                  </a:lnTo>
                  <a:lnTo>
                    <a:pt x="108133" y="31897"/>
                  </a:lnTo>
                  <a:close/>
                </a:path>
              </a:pathLst>
            </a:custGeom>
            <a:solidFill>
              <a:srgbClr val="98B1D7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" name="pg5"/>
            <p:cNvSpPr/>
            <p:nvPr/>
          </p:nvSpPr>
          <p:spPr>
            <a:xfrm>
              <a:off x="4097099" y="2089798"/>
              <a:ext cx="1126881" cy="1365026"/>
            </a:xfrm>
            <a:custGeom>
              <a:avLst/>
              <a:gdLst/>
              <a:ahLst/>
              <a:cxnLst/>
              <a:rect l="0" t="0" r="0" b="0"/>
              <a:pathLst>
                <a:path w="1126881" h="1365026">
                  <a:moveTo>
                    <a:pt x="998828" y="1328418"/>
                  </a:moveTo>
                  <a:lnTo>
                    <a:pt x="956143" y="1335200"/>
                  </a:lnTo>
                  <a:lnTo>
                    <a:pt x="913457" y="1341980"/>
                  </a:lnTo>
                  <a:lnTo>
                    <a:pt x="870771" y="1348760"/>
                  </a:lnTo>
                  <a:lnTo>
                    <a:pt x="870771" y="1356894"/>
                  </a:lnTo>
                  <a:lnTo>
                    <a:pt x="811015" y="1365026"/>
                  </a:lnTo>
                  <a:lnTo>
                    <a:pt x="796783" y="1356894"/>
                  </a:lnTo>
                  <a:lnTo>
                    <a:pt x="796783" y="1315530"/>
                  </a:lnTo>
                  <a:lnTo>
                    <a:pt x="796783" y="1274122"/>
                  </a:lnTo>
                  <a:lnTo>
                    <a:pt x="796783" y="1232672"/>
                  </a:lnTo>
                  <a:lnTo>
                    <a:pt x="796783" y="1191178"/>
                  </a:lnTo>
                  <a:lnTo>
                    <a:pt x="796783" y="1149641"/>
                  </a:lnTo>
                  <a:lnTo>
                    <a:pt x="796783" y="1108060"/>
                  </a:lnTo>
                  <a:lnTo>
                    <a:pt x="796783" y="1099878"/>
                  </a:lnTo>
                  <a:lnTo>
                    <a:pt x="796783" y="1056001"/>
                  </a:lnTo>
                  <a:lnTo>
                    <a:pt x="796783" y="1012076"/>
                  </a:lnTo>
                  <a:lnTo>
                    <a:pt x="796783" y="968101"/>
                  </a:lnTo>
                  <a:lnTo>
                    <a:pt x="796783" y="924078"/>
                  </a:lnTo>
                  <a:lnTo>
                    <a:pt x="796783" y="880006"/>
                  </a:lnTo>
                  <a:lnTo>
                    <a:pt x="796783" y="835884"/>
                  </a:lnTo>
                  <a:lnTo>
                    <a:pt x="796783" y="791713"/>
                  </a:lnTo>
                  <a:lnTo>
                    <a:pt x="754099" y="790338"/>
                  </a:lnTo>
                  <a:lnTo>
                    <a:pt x="711414" y="788962"/>
                  </a:lnTo>
                  <a:lnTo>
                    <a:pt x="668730" y="787587"/>
                  </a:lnTo>
                  <a:lnTo>
                    <a:pt x="663038" y="783459"/>
                  </a:lnTo>
                  <a:lnTo>
                    <a:pt x="603279" y="783459"/>
                  </a:lnTo>
                  <a:lnTo>
                    <a:pt x="599484" y="740803"/>
                  </a:lnTo>
                  <a:lnTo>
                    <a:pt x="595690" y="698101"/>
                  </a:lnTo>
                  <a:lnTo>
                    <a:pt x="591896" y="655352"/>
                  </a:lnTo>
                  <a:lnTo>
                    <a:pt x="548073" y="655766"/>
                  </a:lnTo>
                  <a:lnTo>
                    <a:pt x="504249" y="656180"/>
                  </a:lnTo>
                  <a:lnTo>
                    <a:pt x="460426" y="656594"/>
                  </a:lnTo>
                  <a:lnTo>
                    <a:pt x="416603" y="657008"/>
                  </a:lnTo>
                  <a:lnTo>
                    <a:pt x="372780" y="657422"/>
                  </a:lnTo>
                  <a:lnTo>
                    <a:pt x="328957" y="657836"/>
                  </a:lnTo>
                  <a:lnTo>
                    <a:pt x="285134" y="658250"/>
                  </a:lnTo>
                  <a:lnTo>
                    <a:pt x="241310" y="658664"/>
                  </a:lnTo>
                  <a:lnTo>
                    <a:pt x="197487" y="659077"/>
                  </a:lnTo>
                  <a:lnTo>
                    <a:pt x="153664" y="659491"/>
                  </a:lnTo>
                  <a:lnTo>
                    <a:pt x="102443" y="659491"/>
                  </a:lnTo>
                  <a:lnTo>
                    <a:pt x="51221" y="659491"/>
                  </a:lnTo>
                  <a:lnTo>
                    <a:pt x="0" y="659491"/>
                  </a:lnTo>
                  <a:lnTo>
                    <a:pt x="2845" y="622223"/>
                  </a:lnTo>
                  <a:lnTo>
                    <a:pt x="19916" y="551730"/>
                  </a:lnTo>
                  <a:lnTo>
                    <a:pt x="44104" y="515744"/>
                  </a:lnTo>
                  <a:lnTo>
                    <a:pt x="68293" y="479725"/>
                  </a:lnTo>
                  <a:lnTo>
                    <a:pt x="92481" y="443672"/>
                  </a:lnTo>
                  <a:lnTo>
                    <a:pt x="116670" y="407586"/>
                  </a:lnTo>
                  <a:lnTo>
                    <a:pt x="140858" y="371467"/>
                  </a:lnTo>
                  <a:lnTo>
                    <a:pt x="165047" y="335314"/>
                  </a:lnTo>
                  <a:lnTo>
                    <a:pt x="194215" y="292514"/>
                  </a:lnTo>
                  <a:lnTo>
                    <a:pt x="223384" y="249666"/>
                  </a:lnTo>
                  <a:lnTo>
                    <a:pt x="252552" y="206771"/>
                  </a:lnTo>
                  <a:lnTo>
                    <a:pt x="281721" y="163829"/>
                  </a:lnTo>
                  <a:lnTo>
                    <a:pt x="313971" y="117690"/>
                  </a:lnTo>
                  <a:lnTo>
                    <a:pt x="346221" y="71496"/>
                  </a:lnTo>
                  <a:lnTo>
                    <a:pt x="378471" y="25247"/>
                  </a:lnTo>
                  <a:lnTo>
                    <a:pt x="392700" y="8415"/>
                  </a:lnTo>
                  <a:lnTo>
                    <a:pt x="406932" y="0"/>
                  </a:lnTo>
                  <a:lnTo>
                    <a:pt x="424003" y="0"/>
                  </a:lnTo>
                  <a:lnTo>
                    <a:pt x="441077" y="8415"/>
                  </a:lnTo>
                  <a:lnTo>
                    <a:pt x="472380" y="16832"/>
                  </a:lnTo>
                  <a:lnTo>
                    <a:pt x="486608" y="16832"/>
                  </a:lnTo>
                  <a:lnTo>
                    <a:pt x="489450" y="29456"/>
                  </a:lnTo>
                  <a:lnTo>
                    <a:pt x="480917" y="100899"/>
                  </a:lnTo>
                  <a:lnTo>
                    <a:pt x="486608" y="151251"/>
                  </a:lnTo>
                  <a:lnTo>
                    <a:pt x="509374" y="172209"/>
                  </a:lnTo>
                  <a:lnTo>
                    <a:pt x="552056" y="197347"/>
                  </a:lnTo>
                  <a:lnTo>
                    <a:pt x="577667" y="193159"/>
                  </a:lnTo>
                  <a:lnTo>
                    <a:pt x="628890" y="163829"/>
                  </a:lnTo>
                  <a:lnTo>
                    <a:pt x="671576" y="151251"/>
                  </a:lnTo>
                  <a:lnTo>
                    <a:pt x="697187" y="151251"/>
                  </a:lnTo>
                  <a:lnTo>
                    <a:pt x="722798" y="126080"/>
                  </a:lnTo>
                  <a:lnTo>
                    <a:pt x="748410" y="117690"/>
                  </a:lnTo>
                  <a:lnTo>
                    <a:pt x="805320" y="126080"/>
                  </a:lnTo>
                  <a:lnTo>
                    <a:pt x="813861" y="121884"/>
                  </a:lnTo>
                  <a:lnTo>
                    <a:pt x="816703" y="84100"/>
                  </a:lnTo>
                  <a:lnTo>
                    <a:pt x="822394" y="79899"/>
                  </a:lnTo>
                  <a:lnTo>
                    <a:pt x="873617" y="71496"/>
                  </a:lnTo>
                  <a:lnTo>
                    <a:pt x="910611" y="79899"/>
                  </a:lnTo>
                  <a:lnTo>
                    <a:pt x="930531" y="96700"/>
                  </a:lnTo>
                  <a:lnTo>
                    <a:pt x="970369" y="134473"/>
                  </a:lnTo>
                  <a:lnTo>
                    <a:pt x="1010207" y="172209"/>
                  </a:lnTo>
                  <a:lnTo>
                    <a:pt x="1038668" y="201535"/>
                  </a:lnTo>
                  <a:lnTo>
                    <a:pt x="1061434" y="243392"/>
                  </a:lnTo>
                  <a:lnTo>
                    <a:pt x="1072813" y="255940"/>
                  </a:lnTo>
                  <a:lnTo>
                    <a:pt x="1095579" y="276844"/>
                  </a:lnTo>
                  <a:lnTo>
                    <a:pt x="1112653" y="297737"/>
                  </a:lnTo>
                  <a:lnTo>
                    <a:pt x="1121190" y="335314"/>
                  </a:lnTo>
                  <a:lnTo>
                    <a:pt x="1121664" y="378416"/>
                  </a:lnTo>
                  <a:lnTo>
                    <a:pt x="1122139" y="421470"/>
                  </a:lnTo>
                  <a:lnTo>
                    <a:pt x="1122613" y="464476"/>
                  </a:lnTo>
                  <a:lnTo>
                    <a:pt x="1123087" y="507435"/>
                  </a:lnTo>
                  <a:lnTo>
                    <a:pt x="1123561" y="550347"/>
                  </a:lnTo>
                  <a:lnTo>
                    <a:pt x="1124036" y="593212"/>
                  </a:lnTo>
                  <a:lnTo>
                    <a:pt x="1123680" y="636202"/>
                  </a:lnTo>
                  <a:lnTo>
                    <a:pt x="1123324" y="679145"/>
                  </a:lnTo>
                  <a:lnTo>
                    <a:pt x="1122969" y="722041"/>
                  </a:lnTo>
                  <a:lnTo>
                    <a:pt x="1122613" y="764891"/>
                  </a:lnTo>
                  <a:lnTo>
                    <a:pt x="1122257" y="807693"/>
                  </a:lnTo>
                  <a:lnTo>
                    <a:pt x="1121901" y="850449"/>
                  </a:lnTo>
                  <a:lnTo>
                    <a:pt x="1121546" y="893159"/>
                  </a:lnTo>
                  <a:lnTo>
                    <a:pt x="1121190" y="935822"/>
                  </a:lnTo>
                  <a:lnTo>
                    <a:pt x="1123087" y="987846"/>
                  </a:lnTo>
                  <a:lnTo>
                    <a:pt x="1124984" y="1039801"/>
                  </a:lnTo>
                  <a:lnTo>
                    <a:pt x="1126881" y="1091688"/>
                  </a:lnTo>
                  <a:lnTo>
                    <a:pt x="1126881" y="1112155"/>
                  </a:lnTo>
                  <a:lnTo>
                    <a:pt x="1121190" y="1132608"/>
                  </a:lnTo>
                  <a:lnTo>
                    <a:pt x="1112653" y="1153048"/>
                  </a:lnTo>
                  <a:lnTo>
                    <a:pt x="1112653" y="1169394"/>
                  </a:lnTo>
                  <a:lnTo>
                    <a:pt x="1124036" y="1181649"/>
                  </a:lnTo>
                  <a:lnTo>
                    <a:pt x="1126881" y="1189818"/>
                  </a:lnTo>
                  <a:lnTo>
                    <a:pt x="1112653" y="1206149"/>
                  </a:lnTo>
                  <a:lnTo>
                    <a:pt x="1104116" y="1251023"/>
                  </a:lnTo>
                  <a:lnTo>
                    <a:pt x="1106961" y="1275482"/>
                  </a:lnTo>
                  <a:lnTo>
                    <a:pt x="1118344" y="1291779"/>
                  </a:lnTo>
                  <a:lnTo>
                    <a:pt x="1078506" y="1303995"/>
                  </a:lnTo>
                  <a:lnTo>
                    <a:pt x="1038667" y="1316208"/>
                  </a:lnTo>
                  <a:close/>
                </a:path>
              </a:pathLst>
            </a:custGeom>
            <a:solidFill>
              <a:srgbClr val="A1C1DD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" name="pg6"/>
            <p:cNvSpPr/>
            <p:nvPr/>
          </p:nvSpPr>
          <p:spPr>
            <a:xfrm>
              <a:off x="3681633" y="4438756"/>
              <a:ext cx="503679" cy="434137"/>
            </a:xfrm>
            <a:custGeom>
              <a:avLst/>
              <a:gdLst/>
              <a:ahLst/>
              <a:cxnLst/>
              <a:rect l="0" t="0" r="0" b="0"/>
              <a:pathLst>
                <a:path w="503679" h="434137">
                  <a:moveTo>
                    <a:pt x="415465" y="138635"/>
                  </a:moveTo>
                  <a:lnTo>
                    <a:pt x="424003" y="150496"/>
                  </a:lnTo>
                  <a:lnTo>
                    <a:pt x="435382" y="158399"/>
                  </a:lnTo>
                  <a:lnTo>
                    <a:pt x="449614" y="166305"/>
                  </a:lnTo>
                  <a:lnTo>
                    <a:pt x="466688" y="170254"/>
                  </a:lnTo>
                  <a:lnTo>
                    <a:pt x="475225" y="170254"/>
                  </a:lnTo>
                  <a:lnTo>
                    <a:pt x="486608" y="158399"/>
                  </a:lnTo>
                  <a:lnTo>
                    <a:pt x="492300" y="146542"/>
                  </a:lnTo>
                  <a:lnTo>
                    <a:pt x="500833" y="150496"/>
                  </a:lnTo>
                  <a:lnTo>
                    <a:pt x="503679" y="154449"/>
                  </a:lnTo>
                  <a:lnTo>
                    <a:pt x="492300" y="182109"/>
                  </a:lnTo>
                  <a:lnTo>
                    <a:pt x="480913" y="217642"/>
                  </a:lnTo>
                  <a:lnTo>
                    <a:pt x="466688" y="221588"/>
                  </a:lnTo>
                  <a:lnTo>
                    <a:pt x="443923" y="245259"/>
                  </a:lnTo>
                  <a:lnTo>
                    <a:pt x="441077" y="225537"/>
                  </a:lnTo>
                  <a:lnTo>
                    <a:pt x="435382" y="221588"/>
                  </a:lnTo>
                  <a:lnTo>
                    <a:pt x="421157" y="225537"/>
                  </a:lnTo>
                  <a:lnTo>
                    <a:pt x="395546" y="249203"/>
                  </a:lnTo>
                  <a:lnTo>
                    <a:pt x="369934" y="257090"/>
                  </a:lnTo>
                  <a:lnTo>
                    <a:pt x="350018" y="276800"/>
                  </a:lnTo>
                  <a:lnTo>
                    <a:pt x="330098" y="284681"/>
                  </a:lnTo>
                  <a:lnTo>
                    <a:pt x="324403" y="296500"/>
                  </a:lnTo>
                  <a:lnTo>
                    <a:pt x="321557" y="308316"/>
                  </a:lnTo>
                  <a:lnTo>
                    <a:pt x="304487" y="320128"/>
                  </a:lnTo>
                  <a:lnTo>
                    <a:pt x="298791" y="339808"/>
                  </a:lnTo>
                  <a:lnTo>
                    <a:pt x="290258" y="355542"/>
                  </a:lnTo>
                  <a:lnTo>
                    <a:pt x="307332" y="375205"/>
                  </a:lnTo>
                  <a:lnTo>
                    <a:pt x="321557" y="402717"/>
                  </a:lnTo>
                  <a:lnTo>
                    <a:pt x="315866" y="418430"/>
                  </a:lnTo>
                  <a:lnTo>
                    <a:pt x="298791" y="426284"/>
                  </a:lnTo>
                  <a:lnTo>
                    <a:pt x="270338" y="430211"/>
                  </a:lnTo>
                  <a:lnTo>
                    <a:pt x="253260" y="434137"/>
                  </a:lnTo>
                  <a:lnTo>
                    <a:pt x="213424" y="410577"/>
                  </a:lnTo>
                  <a:lnTo>
                    <a:pt x="204887" y="394861"/>
                  </a:lnTo>
                  <a:lnTo>
                    <a:pt x="190658" y="383067"/>
                  </a:lnTo>
                  <a:lnTo>
                    <a:pt x="204887" y="363411"/>
                  </a:lnTo>
                  <a:lnTo>
                    <a:pt x="156510" y="312251"/>
                  </a:lnTo>
                  <a:lnTo>
                    <a:pt x="142281" y="327998"/>
                  </a:lnTo>
                  <a:lnTo>
                    <a:pt x="133744" y="324065"/>
                  </a:lnTo>
                  <a:lnTo>
                    <a:pt x="128056" y="335873"/>
                  </a:lnTo>
                  <a:lnTo>
                    <a:pt x="108133" y="316191"/>
                  </a:lnTo>
                  <a:lnTo>
                    <a:pt x="110978" y="304378"/>
                  </a:lnTo>
                  <a:lnTo>
                    <a:pt x="110978" y="276800"/>
                  </a:lnTo>
                  <a:lnTo>
                    <a:pt x="102445" y="264975"/>
                  </a:lnTo>
                  <a:lnTo>
                    <a:pt x="91058" y="257090"/>
                  </a:lnTo>
                  <a:lnTo>
                    <a:pt x="76830" y="257090"/>
                  </a:lnTo>
                  <a:lnTo>
                    <a:pt x="65451" y="257090"/>
                  </a:lnTo>
                  <a:lnTo>
                    <a:pt x="48373" y="257090"/>
                  </a:lnTo>
                  <a:lnTo>
                    <a:pt x="42685" y="257090"/>
                  </a:lnTo>
                  <a:lnTo>
                    <a:pt x="34148" y="229480"/>
                  </a:lnTo>
                  <a:lnTo>
                    <a:pt x="36994" y="217642"/>
                  </a:lnTo>
                  <a:lnTo>
                    <a:pt x="36994" y="205800"/>
                  </a:lnTo>
                  <a:lnTo>
                    <a:pt x="65451" y="190006"/>
                  </a:lnTo>
                  <a:lnTo>
                    <a:pt x="54064" y="178159"/>
                  </a:lnTo>
                  <a:lnTo>
                    <a:pt x="71138" y="150496"/>
                  </a:lnTo>
                  <a:lnTo>
                    <a:pt x="68293" y="146542"/>
                  </a:lnTo>
                  <a:lnTo>
                    <a:pt x="76830" y="138635"/>
                  </a:lnTo>
                  <a:lnTo>
                    <a:pt x="36994" y="91155"/>
                  </a:lnTo>
                  <a:lnTo>
                    <a:pt x="5687" y="79277"/>
                  </a:lnTo>
                  <a:lnTo>
                    <a:pt x="5687" y="71356"/>
                  </a:lnTo>
                  <a:lnTo>
                    <a:pt x="0" y="63434"/>
                  </a:lnTo>
                  <a:lnTo>
                    <a:pt x="5687" y="59472"/>
                  </a:lnTo>
                  <a:lnTo>
                    <a:pt x="22765" y="59472"/>
                  </a:lnTo>
                  <a:lnTo>
                    <a:pt x="85371" y="19836"/>
                  </a:lnTo>
                  <a:lnTo>
                    <a:pt x="88213" y="19836"/>
                  </a:lnTo>
                  <a:lnTo>
                    <a:pt x="122361" y="0"/>
                  </a:lnTo>
                  <a:lnTo>
                    <a:pt x="128056" y="7937"/>
                  </a:lnTo>
                  <a:lnTo>
                    <a:pt x="136590" y="3970"/>
                  </a:lnTo>
                  <a:lnTo>
                    <a:pt x="145127" y="7937"/>
                  </a:lnTo>
                  <a:lnTo>
                    <a:pt x="156510" y="7937"/>
                  </a:lnTo>
                  <a:lnTo>
                    <a:pt x="179275" y="35696"/>
                  </a:lnTo>
                  <a:lnTo>
                    <a:pt x="190658" y="71356"/>
                  </a:lnTo>
                  <a:lnTo>
                    <a:pt x="193504" y="91155"/>
                  </a:lnTo>
                  <a:lnTo>
                    <a:pt x="202041" y="110945"/>
                  </a:lnTo>
                  <a:lnTo>
                    <a:pt x="207732" y="110945"/>
                  </a:lnTo>
                  <a:lnTo>
                    <a:pt x="224807" y="126770"/>
                  </a:lnTo>
                  <a:lnTo>
                    <a:pt x="236190" y="114902"/>
                  </a:lnTo>
                  <a:lnTo>
                    <a:pt x="244727" y="122814"/>
                  </a:lnTo>
                  <a:lnTo>
                    <a:pt x="276026" y="91155"/>
                  </a:lnTo>
                  <a:lnTo>
                    <a:pt x="327252" y="146542"/>
                  </a:lnTo>
                  <a:lnTo>
                    <a:pt x="330098" y="154449"/>
                  </a:lnTo>
                  <a:lnTo>
                    <a:pt x="375626" y="178159"/>
                  </a:lnTo>
                  <a:lnTo>
                    <a:pt x="387008" y="162354"/>
                  </a:lnTo>
                  <a:lnTo>
                    <a:pt x="392700" y="166305"/>
                  </a:lnTo>
                  <a:close/>
                </a:path>
              </a:pathLst>
            </a:custGeom>
            <a:solidFill>
              <a:srgbClr val="00008B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" name="pg7"/>
            <p:cNvSpPr/>
            <p:nvPr/>
          </p:nvSpPr>
          <p:spPr>
            <a:xfrm>
              <a:off x="3695861" y="3393795"/>
              <a:ext cx="452460" cy="842108"/>
            </a:xfrm>
            <a:custGeom>
              <a:avLst/>
              <a:gdLst/>
              <a:ahLst/>
              <a:cxnLst/>
              <a:rect l="0" t="0" r="0" b="0"/>
              <a:pathLst>
                <a:path w="452460" h="842108">
                  <a:moveTo>
                    <a:pt x="358555" y="830144"/>
                  </a:moveTo>
                  <a:lnTo>
                    <a:pt x="301637" y="842108"/>
                  </a:lnTo>
                  <a:lnTo>
                    <a:pt x="284563" y="802213"/>
                  </a:lnTo>
                  <a:lnTo>
                    <a:pt x="278871" y="802213"/>
                  </a:lnTo>
                  <a:lnTo>
                    <a:pt x="267492" y="786247"/>
                  </a:lnTo>
                  <a:lnTo>
                    <a:pt x="264643" y="786247"/>
                  </a:lnTo>
                  <a:lnTo>
                    <a:pt x="276030" y="770272"/>
                  </a:lnTo>
                  <a:lnTo>
                    <a:pt x="232395" y="760950"/>
                  </a:lnTo>
                  <a:lnTo>
                    <a:pt x="188761" y="751626"/>
                  </a:lnTo>
                  <a:lnTo>
                    <a:pt x="145127" y="742300"/>
                  </a:lnTo>
                  <a:lnTo>
                    <a:pt x="153664" y="726307"/>
                  </a:lnTo>
                  <a:lnTo>
                    <a:pt x="130898" y="674288"/>
                  </a:lnTo>
                  <a:lnTo>
                    <a:pt x="108133" y="622201"/>
                  </a:lnTo>
                  <a:lnTo>
                    <a:pt x="39836" y="650256"/>
                  </a:lnTo>
                  <a:lnTo>
                    <a:pt x="38413" y="604155"/>
                  </a:lnTo>
                  <a:lnTo>
                    <a:pt x="36990" y="558002"/>
                  </a:lnTo>
                  <a:lnTo>
                    <a:pt x="31302" y="525867"/>
                  </a:lnTo>
                  <a:lnTo>
                    <a:pt x="22765" y="525867"/>
                  </a:lnTo>
                  <a:lnTo>
                    <a:pt x="11382" y="469567"/>
                  </a:lnTo>
                  <a:lnTo>
                    <a:pt x="11382" y="461514"/>
                  </a:lnTo>
                  <a:lnTo>
                    <a:pt x="17070" y="453466"/>
                  </a:lnTo>
                  <a:lnTo>
                    <a:pt x="31302" y="449440"/>
                  </a:lnTo>
                  <a:lnTo>
                    <a:pt x="23477" y="408147"/>
                  </a:lnTo>
                  <a:lnTo>
                    <a:pt x="15651" y="366812"/>
                  </a:lnTo>
                  <a:lnTo>
                    <a:pt x="7825" y="325435"/>
                  </a:lnTo>
                  <a:lnTo>
                    <a:pt x="0" y="284014"/>
                  </a:lnTo>
                  <a:lnTo>
                    <a:pt x="5691" y="275930"/>
                  </a:lnTo>
                  <a:lnTo>
                    <a:pt x="8537" y="235471"/>
                  </a:lnTo>
                  <a:lnTo>
                    <a:pt x="11382" y="186865"/>
                  </a:lnTo>
                  <a:lnTo>
                    <a:pt x="14224" y="174705"/>
                  </a:lnTo>
                  <a:lnTo>
                    <a:pt x="22765" y="166595"/>
                  </a:lnTo>
                  <a:lnTo>
                    <a:pt x="39836" y="174705"/>
                  </a:lnTo>
                  <a:lnTo>
                    <a:pt x="88216" y="190918"/>
                  </a:lnTo>
                  <a:lnTo>
                    <a:pt x="99596" y="186865"/>
                  </a:lnTo>
                  <a:lnTo>
                    <a:pt x="105287" y="178761"/>
                  </a:lnTo>
                  <a:lnTo>
                    <a:pt x="99596" y="174705"/>
                  </a:lnTo>
                  <a:lnTo>
                    <a:pt x="71142" y="134145"/>
                  </a:lnTo>
                  <a:lnTo>
                    <a:pt x="59756" y="101666"/>
                  </a:lnTo>
                  <a:lnTo>
                    <a:pt x="62601" y="85416"/>
                  </a:lnTo>
                  <a:lnTo>
                    <a:pt x="73984" y="69160"/>
                  </a:lnTo>
                  <a:lnTo>
                    <a:pt x="99596" y="36629"/>
                  </a:lnTo>
                  <a:lnTo>
                    <a:pt x="125207" y="4071"/>
                  </a:lnTo>
                  <a:lnTo>
                    <a:pt x="139435" y="0"/>
                  </a:lnTo>
                  <a:lnTo>
                    <a:pt x="152241" y="50865"/>
                  </a:lnTo>
                  <a:lnTo>
                    <a:pt x="165047" y="101666"/>
                  </a:lnTo>
                  <a:lnTo>
                    <a:pt x="162201" y="109785"/>
                  </a:lnTo>
                  <a:lnTo>
                    <a:pt x="170738" y="150372"/>
                  </a:lnTo>
                  <a:lnTo>
                    <a:pt x="179275" y="190917"/>
                  </a:lnTo>
                  <a:lnTo>
                    <a:pt x="187813" y="231421"/>
                  </a:lnTo>
                  <a:lnTo>
                    <a:pt x="196350" y="271884"/>
                  </a:lnTo>
                  <a:lnTo>
                    <a:pt x="204887" y="312307"/>
                  </a:lnTo>
                  <a:lnTo>
                    <a:pt x="213424" y="352688"/>
                  </a:lnTo>
                  <a:lnTo>
                    <a:pt x="230498" y="352688"/>
                  </a:lnTo>
                  <a:lnTo>
                    <a:pt x="230498" y="344615"/>
                  </a:lnTo>
                  <a:lnTo>
                    <a:pt x="267492" y="336540"/>
                  </a:lnTo>
                  <a:lnTo>
                    <a:pt x="278871" y="380931"/>
                  </a:lnTo>
                  <a:lnTo>
                    <a:pt x="335789" y="376898"/>
                  </a:lnTo>
                  <a:lnTo>
                    <a:pt x="343378" y="418557"/>
                  </a:lnTo>
                  <a:lnTo>
                    <a:pt x="350967" y="460174"/>
                  </a:lnTo>
                  <a:lnTo>
                    <a:pt x="358555" y="501747"/>
                  </a:lnTo>
                  <a:lnTo>
                    <a:pt x="344323" y="505768"/>
                  </a:lnTo>
                  <a:lnTo>
                    <a:pt x="344323" y="533904"/>
                  </a:lnTo>
                  <a:lnTo>
                    <a:pt x="341477" y="533904"/>
                  </a:lnTo>
                  <a:lnTo>
                    <a:pt x="341477" y="541939"/>
                  </a:lnTo>
                  <a:lnTo>
                    <a:pt x="347168" y="541939"/>
                  </a:lnTo>
                  <a:lnTo>
                    <a:pt x="350014" y="562020"/>
                  </a:lnTo>
                  <a:lnTo>
                    <a:pt x="395546" y="558002"/>
                  </a:lnTo>
                  <a:lnTo>
                    <a:pt x="398391" y="582091"/>
                  </a:lnTo>
                  <a:lnTo>
                    <a:pt x="395546" y="582091"/>
                  </a:lnTo>
                  <a:lnTo>
                    <a:pt x="398391" y="594129"/>
                  </a:lnTo>
                  <a:lnTo>
                    <a:pt x="406928" y="594129"/>
                  </a:lnTo>
                  <a:lnTo>
                    <a:pt x="415465" y="630219"/>
                  </a:lnTo>
                  <a:lnTo>
                    <a:pt x="406928" y="634227"/>
                  </a:lnTo>
                  <a:lnTo>
                    <a:pt x="421153" y="686298"/>
                  </a:lnTo>
                  <a:lnTo>
                    <a:pt x="432540" y="686298"/>
                  </a:lnTo>
                  <a:lnTo>
                    <a:pt x="452460" y="742300"/>
                  </a:lnTo>
                  <a:lnTo>
                    <a:pt x="452460" y="758286"/>
                  </a:lnTo>
                  <a:lnTo>
                    <a:pt x="432540" y="762279"/>
                  </a:lnTo>
                  <a:lnTo>
                    <a:pt x="404083" y="758286"/>
                  </a:lnTo>
                  <a:lnTo>
                    <a:pt x="384163" y="782254"/>
                  </a:lnTo>
                  <a:lnTo>
                    <a:pt x="378471" y="790237"/>
                  </a:lnTo>
                  <a:lnTo>
                    <a:pt x="378471" y="798224"/>
                  </a:lnTo>
                  <a:lnTo>
                    <a:pt x="395546" y="806204"/>
                  </a:lnTo>
                  <a:lnTo>
                    <a:pt x="392700" y="826155"/>
                  </a:lnTo>
                  <a:close/>
                </a:path>
              </a:pathLst>
            </a:custGeom>
            <a:solidFill>
              <a:srgbClr val="ABD5E5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" name="pg8"/>
            <p:cNvSpPr/>
            <p:nvPr/>
          </p:nvSpPr>
          <p:spPr>
            <a:xfrm>
              <a:off x="4683307" y="3681852"/>
              <a:ext cx="429694" cy="701320"/>
            </a:xfrm>
            <a:custGeom>
              <a:avLst/>
              <a:gdLst/>
              <a:ahLst/>
              <a:cxnLst/>
              <a:rect l="0" t="0" r="0" b="0"/>
              <a:pathLst>
                <a:path w="429694" h="701320">
                  <a:moveTo>
                    <a:pt x="14224" y="398240"/>
                  </a:moveTo>
                  <a:lnTo>
                    <a:pt x="42681" y="398240"/>
                  </a:lnTo>
                  <a:lnTo>
                    <a:pt x="42681" y="414249"/>
                  </a:lnTo>
                  <a:lnTo>
                    <a:pt x="56910" y="414249"/>
                  </a:lnTo>
                  <a:lnTo>
                    <a:pt x="62601" y="390234"/>
                  </a:lnTo>
                  <a:lnTo>
                    <a:pt x="85367" y="374216"/>
                  </a:lnTo>
                  <a:lnTo>
                    <a:pt x="108129" y="382225"/>
                  </a:lnTo>
                  <a:lnTo>
                    <a:pt x="122361" y="354187"/>
                  </a:lnTo>
                  <a:lnTo>
                    <a:pt x="199192" y="342161"/>
                  </a:lnTo>
                  <a:lnTo>
                    <a:pt x="193501" y="294032"/>
                  </a:lnTo>
                  <a:lnTo>
                    <a:pt x="187811" y="245845"/>
                  </a:lnTo>
                  <a:lnTo>
                    <a:pt x="182121" y="197601"/>
                  </a:lnTo>
                  <a:lnTo>
                    <a:pt x="239032" y="181509"/>
                  </a:lnTo>
                  <a:lnTo>
                    <a:pt x="227652" y="121097"/>
                  </a:lnTo>
                  <a:lnTo>
                    <a:pt x="287409" y="100939"/>
                  </a:lnTo>
                  <a:lnTo>
                    <a:pt x="278871" y="32328"/>
                  </a:lnTo>
                  <a:lnTo>
                    <a:pt x="331517" y="16167"/>
                  </a:lnTo>
                  <a:lnTo>
                    <a:pt x="384163" y="0"/>
                  </a:lnTo>
                  <a:lnTo>
                    <a:pt x="390992" y="41213"/>
                  </a:lnTo>
                  <a:lnTo>
                    <a:pt x="397821" y="82384"/>
                  </a:lnTo>
                  <a:lnTo>
                    <a:pt x="404650" y="123514"/>
                  </a:lnTo>
                  <a:lnTo>
                    <a:pt x="411478" y="164601"/>
                  </a:lnTo>
                  <a:lnTo>
                    <a:pt x="418307" y="205646"/>
                  </a:lnTo>
                  <a:lnTo>
                    <a:pt x="372780" y="221731"/>
                  </a:lnTo>
                  <a:lnTo>
                    <a:pt x="379182" y="266934"/>
                  </a:lnTo>
                  <a:lnTo>
                    <a:pt x="385584" y="312088"/>
                  </a:lnTo>
                  <a:lnTo>
                    <a:pt x="391986" y="357190"/>
                  </a:lnTo>
                  <a:lnTo>
                    <a:pt x="398387" y="402243"/>
                  </a:lnTo>
                  <a:lnTo>
                    <a:pt x="412620" y="402243"/>
                  </a:lnTo>
                  <a:lnTo>
                    <a:pt x="423999" y="462236"/>
                  </a:lnTo>
                  <a:lnTo>
                    <a:pt x="418307" y="466232"/>
                  </a:lnTo>
                  <a:lnTo>
                    <a:pt x="429694" y="538097"/>
                  </a:lnTo>
                  <a:lnTo>
                    <a:pt x="421153" y="538097"/>
                  </a:lnTo>
                  <a:lnTo>
                    <a:pt x="415462" y="554050"/>
                  </a:lnTo>
                  <a:lnTo>
                    <a:pt x="423999" y="597890"/>
                  </a:lnTo>
                  <a:lnTo>
                    <a:pt x="398387" y="605855"/>
                  </a:lnTo>
                  <a:lnTo>
                    <a:pt x="398387" y="629740"/>
                  </a:lnTo>
                  <a:lnTo>
                    <a:pt x="381317" y="645658"/>
                  </a:lnTo>
                  <a:lnTo>
                    <a:pt x="378467" y="625763"/>
                  </a:lnTo>
                  <a:lnTo>
                    <a:pt x="381317" y="601870"/>
                  </a:lnTo>
                  <a:lnTo>
                    <a:pt x="358551" y="581954"/>
                  </a:lnTo>
                  <a:lnTo>
                    <a:pt x="369934" y="566011"/>
                  </a:lnTo>
                  <a:lnTo>
                    <a:pt x="358551" y="550063"/>
                  </a:lnTo>
                  <a:lnTo>
                    <a:pt x="338631" y="558038"/>
                  </a:lnTo>
                  <a:lnTo>
                    <a:pt x="327248" y="538097"/>
                  </a:lnTo>
                  <a:lnTo>
                    <a:pt x="321557" y="522137"/>
                  </a:lnTo>
                  <a:lnTo>
                    <a:pt x="307329" y="522137"/>
                  </a:lnTo>
                  <a:lnTo>
                    <a:pt x="301637" y="534108"/>
                  </a:lnTo>
                  <a:lnTo>
                    <a:pt x="301637" y="550063"/>
                  </a:lnTo>
                  <a:lnTo>
                    <a:pt x="293100" y="558038"/>
                  </a:lnTo>
                  <a:lnTo>
                    <a:pt x="284563" y="550063"/>
                  </a:lnTo>
                  <a:lnTo>
                    <a:pt x="276026" y="534108"/>
                  </a:lnTo>
                  <a:lnTo>
                    <a:pt x="267489" y="526131"/>
                  </a:lnTo>
                  <a:lnTo>
                    <a:pt x="264643" y="534108"/>
                  </a:lnTo>
                  <a:lnTo>
                    <a:pt x="267489" y="554050"/>
                  </a:lnTo>
                  <a:lnTo>
                    <a:pt x="247572" y="573983"/>
                  </a:lnTo>
                  <a:lnTo>
                    <a:pt x="236186" y="573983"/>
                  </a:lnTo>
                  <a:lnTo>
                    <a:pt x="219112" y="593906"/>
                  </a:lnTo>
                  <a:lnTo>
                    <a:pt x="210574" y="593906"/>
                  </a:lnTo>
                  <a:lnTo>
                    <a:pt x="199192" y="585935"/>
                  </a:lnTo>
                  <a:lnTo>
                    <a:pt x="196346" y="577969"/>
                  </a:lnTo>
                  <a:lnTo>
                    <a:pt x="207732" y="558038"/>
                  </a:lnTo>
                  <a:lnTo>
                    <a:pt x="196346" y="538097"/>
                  </a:lnTo>
                  <a:lnTo>
                    <a:pt x="184967" y="546074"/>
                  </a:lnTo>
                  <a:lnTo>
                    <a:pt x="182121" y="573983"/>
                  </a:lnTo>
                  <a:lnTo>
                    <a:pt x="165047" y="589922"/>
                  </a:lnTo>
                  <a:lnTo>
                    <a:pt x="153660" y="597890"/>
                  </a:lnTo>
                  <a:lnTo>
                    <a:pt x="145127" y="601870"/>
                  </a:lnTo>
                  <a:lnTo>
                    <a:pt x="128053" y="605855"/>
                  </a:lnTo>
                  <a:lnTo>
                    <a:pt x="136590" y="625763"/>
                  </a:lnTo>
                  <a:lnTo>
                    <a:pt x="128053" y="645658"/>
                  </a:lnTo>
                  <a:lnTo>
                    <a:pt x="130895" y="661569"/>
                  </a:lnTo>
                  <a:lnTo>
                    <a:pt x="142281" y="673498"/>
                  </a:lnTo>
                  <a:lnTo>
                    <a:pt x="153660" y="681449"/>
                  </a:lnTo>
                  <a:lnTo>
                    <a:pt x="145127" y="701320"/>
                  </a:lnTo>
                  <a:lnTo>
                    <a:pt x="130895" y="701320"/>
                  </a:lnTo>
                  <a:lnTo>
                    <a:pt x="99596" y="685424"/>
                  </a:lnTo>
                  <a:lnTo>
                    <a:pt x="93904" y="697346"/>
                  </a:lnTo>
                  <a:lnTo>
                    <a:pt x="82521" y="697346"/>
                  </a:lnTo>
                  <a:lnTo>
                    <a:pt x="73984" y="665546"/>
                  </a:lnTo>
                  <a:lnTo>
                    <a:pt x="59756" y="661569"/>
                  </a:lnTo>
                  <a:lnTo>
                    <a:pt x="42681" y="657592"/>
                  </a:lnTo>
                  <a:lnTo>
                    <a:pt x="14224" y="657592"/>
                  </a:lnTo>
                  <a:lnTo>
                    <a:pt x="5687" y="649636"/>
                  </a:lnTo>
                  <a:lnTo>
                    <a:pt x="5687" y="637702"/>
                  </a:lnTo>
                  <a:lnTo>
                    <a:pt x="14224" y="633720"/>
                  </a:lnTo>
                  <a:lnTo>
                    <a:pt x="28453" y="633720"/>
                  </a:lnTo>
                  <a:lnTo>
                    <a:pt x="25611" y="613817"/>
                  </a:lnTo>
                  <a:lnTo>
                    <a:pt x="34144" y="601870"/>
                  </a:lnTo>
                  <a:lnTo>
                    <a:pt x="48373" y="605855"/>
                  </a:lnTo>
                  <a:lnTo>
                    <a:pt x="73984" y="613817"/>
                  </a:lnTo>
                  <a:lnTo>
                    <a:pt x="73984" y="605855"/>
                  </a:lnTo>
                  <a:lnTo>
                    <a:pt x="62601" y="593906"/>
                  </a:lnTo>
                  <a:lnTo>
                    <a:pt x="65447" y="577969"/>
                  </a:lnTo>
                  <a:lnTo>
                    <a:pt x="54064" y="573983"/>
                  </a:lnTo>
                  <a:lnTo>
                    <a:pt x="39836" y="573983"/>
                  </a:lnTo>
                  <a:lnTo>
                    <a:pt x="25611" y="593906"/>
                  </a:lnTo>
                  <a:lnTo>
                    <a:pt x="14224" y="589922"/>
                  </a:lnTo>
                  <a:lnTo>
                    <a:pt x="19916" y="573983"/>
                  </a:lnTo>
                  <a:lnTo>
                    <a:pt x="36990" y="538097"/>
                  </a:lnTo>
                  <a:lnTo>
                    <a:pt x="36990" y="514155"/>
                  </a:lnTo>
                  <a:lnTo>
                    <a:pt x="28453" y="494196"/>
                  </a:lnTo>
                  <a:lnTo>
                    <a:pt x="22765" y="486206"/>
                  </a:lnTo>
                  <a:lnTo>
                    <a:pt x="14224" y="466232"/>
                  </a:lnTo>
                  <a:lnTo>
                    <a:pt x="2845" y="454242"/>
                  </a:lnTo>
                  <a:lnTo>
                    <a:pt x="0" y="446246"/>
                  </a:lnTo>
                  <a:lnTo>
                    <a:pt x="2845" y="434250"/>
                  </a:lnTo>
                  <a:lnTo>
                    <a:pt x="5687" y="418250"/>
                  </a:lnTo>
                  <a:lnTo>
                    <a:pt x="11379" y="406245"/>
                  </a:lnTo>
                  <a:close/>
                </a:path>
              </a:pathLst>
            </a:custGeom>
            <a:solidFill>
              <a:srgbClr val="A4C7DF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" name="pg9"/>
            <p:cNvSpPr/>
            <p:nvPr/>
          </p:nvSpPr>
          <p:spPr>
            <a:xfrm>
              <a:off x="4054417" y="4056069"/>
              <a:ext cx="367088" cy="422347"/>
            </a:xfrm>
            <a:custGeom>
              <a:avLst/>
              <a:gdLst/>
              <a:ahLst/>
              <a:cxnLst/>
              <a:rect l="0" t="0" r="0" b="0"/>
              <a:pathLst>
                <a:path w="367088" h="422347">
                  <a:moveTo>
                    <a:pt x="0" y="167870"/>
                  </a:moveTo>
                  <a:lnTo>
                    <a:pt x="34144" y="163881"/>
                  </a:lnTo>
                  <a:lnTo>
                    <a:pt x="36990" y="143930"/>
                  </a:lnTo>
                  <a:lnTo>
                    <a:pt x="19916" y="135950"/>
                  </a:lnTo>
                  <a:lnTo>
                    <a:pt x="19916" y="127963"/>
                  </a:lnTo>
                  <a:lnTo>
                    <a:pt x="25607" y="119980"/>
                  </a:lnTo>
                  <a:lnTo>
                    <a:pt x="45527" y="96012"/>
                  </a:lnTo>
                  <a:lnTo>
                    <a:pt x="73984" y="100005"/>
                  </a:lnTo>
                  <a:lnTo>
                    <a:pt x="93904" y="96012"/>
                  </a:lnTo>
                  <a:lnTo>
                    <a:pt x="93904" y="80026"/>
                  </a:lnTo>
                  <a:lnTo>
                    <a:pt x="122361" y="68029"/>
                  </a:lnTo>
                  <a:lnTo>
                    <a:pt x="139435" y="72030"/>
                  </a:lnTo>
                  <a:lnTo>
                    <a:pt x="150815" y="80026"/>
                  </a:lnTo>
                  <a:lnTo>
                    <a:pt x="147969" y="92016"/>
                  </a:lnTo>
                  <a:lnTo>
                    <a:pt x="159355" y="100005"/>
                  </a:lnTo>
                  <a:lnTo>
                    <a:pt x="173580" y="80026"/>
                  </a:lnTo>
                  <a:lnTo>
                    <a:pt x="184963" y="80026"/>
                  </a:lnTo>
                  <a:lnTo>
                    <a:pt x="190654" y="84020"/>
                  </a:lnTo>
                  <a:lnTo>
                    <a:pt x="256106" y="96012"/>
                  </a:lnTo>
                  <a:lnTo>
                    <a:pt x="264643" y="88020"/>
                  </a:lnTo>
                  <a:lnTo>
                    <a:pt x="267489" y="64033"/>
                  </a:lnTo>
                  <a:lnTo>
                    <a:pt x="264643" y="48034"/>
                  </a:lnTo>
                  <a:lnTo>
                    <a:pt x="250414" y="40032"/>
                  </a:lnTo>
                  <a:lnTo>
                    <a:pt x="241877" y="24024"/>
                  </a:lnTo>
                  <a:lnTo>
                    <a:pt x="241877" y="12014"/>
                  </a:lnTo>
                  <a:lnTo>
                    <a:pt x="321557" y="0"/>
                  </a:lnTo>
                  <a:lnTo>
                    <a:pt x="330090" y="8009"/>
                  </a:lnTo>
                  <a:lnTo>
                    <a:pt x="332936" y="28027"/>
                  </a:lnTo>
                  <a:lnTo>
                    <a:pt x="327248" y="48034"/>
                  </a:lnTo>
                  <a:lnTo>
                    <a:pt x="352856" y="52035"/>
                  </a:lnTo>
                  <a:lnTo>
                    <a:pt x="347168" y="111989"/>
                  </a:lnTo>
                  <a:lnTo>
                    <a:pt x="367088" y="119980"/>
                  </a:lnTo>
                  <a:lnTo>
                    <a:pt x="352856" y="175846"/>
                  </a:lnTo>
                  <a:lnTo>
                    <a:pt x="330090" y="175846"/>
                  </a:lnTo>
                  <a:lnTo>
                    <a:pt x="317287" y="215705"/>
                  </a:lnTo>
                  <a:lnTo>
                    <a:pt x="304483" y="255524"/>
                  </a:lnTo>
                  <a:lnTo>
                    <a:pt x="290254" y="311208"/>
                  </a:lnTo>
                  <a:lnTo>
                    <a:pt x="227649" y="303258"/>
                  </a:lnTo>
                  <a:lnTo>
                    <a:pt x="221957" y="335049"/>
                  </a:lnTo>
                  <a:lnTo>
                    <a:pt x="224807" y="374753"/>
                  </a:lnTo>
                  <a:lnTo>
                    <a:pt x="230494" y="410454"/>
                  </a:lnTo>
                  <a:lnTo>
                    <a:pt x="179275" y="402523"/>
                  </a:lnTo>
                  <a:lnTo>
                    <a:pt x="176426" y="390624"/>
                  </a:lnTo>
                  <a:lnTo>
                    <a:pt x="122361" y="378721"/>
                  </a:lnTo>
                  <a:lnTo>
                    <a:pt x="108129" y="422347"/>
                  </a:lnTo>
                  <a:lnTo>
                    <a:pt x="59756" y="410454"/>
                  </a:lnTo>
                  <a:lnTo>
                    <a:pt x="51218" y="406489"/>
                  </a:lnTo>
                  <a:lnTo>
                    <a:pt x="59756" y="370784"/>
                  </a:lnTo>
                  <a:lnTo>
                    <a:pt x="25607" y="354906"/>
                  </a:lnTo>
                  <a:lnTo>
                    <a:pt x="25607" y="291329"/>
                  </a:lnTo>
                  <a:lnTo>
                    <a:pt x="0" y="239601"/>
                  </a:lnTo>
                  <a:lnTo>
                    <a:pt x="14224" y="223673"/>
                  </a:lnTo>
                  <a:close/>
                </a:path>
              </a:pathLst>
            </a:custGeom>
            <a:solidFill>
              <a:srgbClr val="94AAD3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" name="pg10"/>
            <p:cNvSpPr/>
            <p:nvPr/>
          </p:nvSpPr>
          <p:spPr>
            <a:xfrm>
              <a:off x="4384508" y="4303635"/>
              <a:ext cx="207736" cy="305375"/>
            </a:xfrm>
            <a:custGeom>
              <a:avLst/>
              <a:gdLst/>
              <a:ahLst/>
              <a:cxnLst/>
              <a:rect l="0" t="0" r="0" b="0"/>
              <a:pathLst>
                <a:path w="207736" h="305375">
                  <a:moveTo>
                    <a:pt x="17078" y="19899"/>
                  </a:moveTo>
                  <a:lnTo>
                    <a:pt x="28460" y="7958"/>
                  </a:lnTo>
                  <a:lnTo>
                    <a:pt x="51226" y="27854"/>
                  </a:lnTo>
                  <a:lnTo>
                    <a:pt x="91062" y="0"/>
                  </a:lnTo>
                  <a:lnTo>
                    <a:pt x="130902" y="37799"/>
                  </a:lnTo>
                  <a:lnTo>
                    <a:pt x="170742" y="75564"/>
                  </a:lnTo>
                  <a:lnTo>
                    <a:pt x="184971" y="75564"/>
                  </a:lnTo>
                  <a:lnTo>
                    <a:pt x="193508" y="67616"/>
                  </a:lnTo>
                  <a:lnTo>
                    <a:pt x="207736" y="75564"/>
                  </a:lnTo>
                  <a:lnTo>
                    <a:pt x="196353" y="107340"/>
                  </a:lnTo>
                  <a:lnTo>
                    <a:pt x="187816" y="119249"/>
                  </a:lnTo>
                  <a:lnTo>
                    <a:pt x="179279" y="147025"/>
                  </a:lnTo>
                  <a:lnTo>
                    <a:pt x="170742" y="158923"/>
                  </a:lnTo>
                  <a:lnTo>
                    <a:pt x="165051" y="170817"/>
                  </a:lnTo>
                  <a:lnTo>
                    <a:pt x="165051" y="182705"/>
                  </a:lnTo>
                  <a:lnTo>
                    <a:pt x="179279" y="194593"/>
                  </a:lnTo>
                  <a:lnTo>
                    <a:pt x="176433" y="218361"/>
                  </a:lnTo>
                  <a:lnTo>
                    <a:pt x="165051" y="226276"/>
                  </a:lnTo>
                  <a:lnTo>
                    <a:pt x="147976" y="234196"/>
                  </a:lnTo>
                  <a:lnTo>
                    <a:pt x="145131" y="242109"/>
                  </a:lnTo>
                  <a:lnTo>
                    <a:pt x="145131" y="250023"/>
                  </a:lnTo>
                  <a:lnTo>
                    <a:pt x="133748" y="257935"/>
                  </a:lnTo>
                  <a:lnTo>
                    <a:pt x="119523" y="265846"/>
                  </a:lnTo>
                  <a:lnTo>
                    <a:pt x="108136" y="297475"/>
                  </a:lnTo>
                  <a:lnTo>
                    <a:pt x="96757" y="305375"/>
                  </a:lnTo>
                  <a:lnTo>
                    <a:pt x="85371" y="301426"/>
                  </a:lnTo>
                  <a:lnTo>
                    <a:pt x="79679" y="281663"/>
                  </a:lnTo>
                  <a:lnTo>
                    <a:pt x="96757" y="265846"/>
                  </a:lnTo>
                  <a:lnTo>
                    <a:pt x="99603" y="257935"/>
                  </a:lnTo>
                  <a:lnTo>
                    <a:pt x="79679" y="257935"/>
                  </a:lnTo>
                  <a:lnTo>
                    <a:pt x="62605" y="257935"/>
                  </a:lnTo>
                  <a:lnTo>
                    <a:pt x="65451" y="234196"/>
                  </a:lnTo>
                  <a:lnTo>
                    <a:pt x="71142" y="218361"/>
                  </a:lnTo>
                  <a:lnTo>
                    <a:pt x="76837" y="210438"/>
                  </a:lnTo>
                  <a:lnTo>
                    <a:pt x="85371" y="194593"/>
                  </a:lnTo>
                  <a:lnTo>
                    <a:pt x="82525" y="186671"/>
                  </a:lnTo>
                  <a:lnTo>
                    <a:pt x="71142" y="178742"/>
                  </a:lnTo>
                  <a:lnTo>
                    <a:pt x="71142" y="139091"/>
                  </a:lnTo>
                  <a:lnTo>
                    <a:pt x="62605" y="123218"/>
                  </a:lnTo>
                  <a:lnTo>
                    <a:pt x="54072" y="107340"/>
                  </a:lnTo>
                  <a:lnTo>
                    <a:pt x="48377" y="107340"/>
                  </a:lnTo>
                  <a:lnTo>
                    <a:pt x="31306" y="103369"/>
                  </a:lnTo>
                  <a:lnTo>
                    <a:pt x="28460" y="95427"/>
                  </a:lnTo>
                  <a:lnTo>
                    <a:pt x="17078" y="87483"/>
                  </a:lnTo>
                  <a:lnTo>
                    <a:pt x="5695" y="75564"/>
                  </a:lnTo>
                  <a:lnTo>
                    <a:pt x="0" y="63641"/>
                  </a:lnTo>
                  <a:lnTo>
                    <a:pt x="5695" y="43763"/>
                  </a:lnTo>
                  <a:lnTo>
                    <a:pt x="0" y="35809"/>
                  </a:lnTo>
                  <a:lnTo>
                    <a:pt x="2845" y="23875"/>
                  </a:lnTo>
                  <a:close/>
                </a:path>
              </a:pathLst>
            </a:custGeom>
            <a:solidFill>
              <a:srgbClr val="A3C5DF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" name="pg11"/>
            <p:cNvSpPr/>
            <p:nvPr/>
          </p:nvSpPr>
          <p:spPr>
            <a:xfrm>
              <a:off x="4208077" y="4311593"/>
              <a:ext cx="261801" cy="356643"/>
            </a:xfrm>
            <a:custGeom>
              <a:avLst/>
              <a:gdLst/>
              <a:ahLst/>
              <a:cxnLst/>
              <a:rect l="0" t="0" r="0" b="0"/>
              <a:pathLst>
                <a:path w="261801" h="356643">
                  <a:moveTo>
                    <a:pt x="150822" y="0"/>
                  </a:moveTo>
                  <a:lnTo>
                    <a:pt x="193508" y="11941"/>
                  </a:lnTo>
                  <a:lnTo>
                    <a:pt x="179275" y="15917"/>
                  </a:lnTo>
                  <a:lnTo>
                    <a:pt x="176430" y="27851"/>
                  </a:lnTo>
                  <a:lnTo>
                    <a:pt x="182125" y="35805"/>
                  </a:lnTo>
                  <a:lnTo>
                    <a:pt x="176430" y="55683"/>
                  </a:lnTo>
                  <a:lnTo>
                    <a:pt x="182125" y="67605"/>
                  </a:lnTo>
                  <a:lnTo>
                    <a:pt x="193508" y="79524"/>
                  </a:lnTo>
                  <a:lnTo>
                    <a:pt x="204891" y="87468"/>
                  </a:lnTo>
                  <a:lnTo>
                    <a:pt x="207736" y="95411"/>
                  </a:lnTo>
                  <a:lnTo>
                    <a:pt x="224807" y="99381"/>
                  </a:lnTo>
                  <a:lnTo>
                    <a:pt x="230502" y="99381"/>
                  </a:lnTo>
                  <a:lnTo>
                    <a:pt x="239035" y="115260"/>
                  </a:lnTo>
                  <a:lnTo>
                    <a:pt x="247572" y="131132"/>
                  </a:lnTo>
                  <a:lnTo>
                    <a:pt x="247572" y="170784"/>
                  </a:lnTo>
                  <a:lnTo>
                    <a:pt x="258955" y="178713"/>
                  </a:lnTo>
                  <a:lnTo>
                    <a:pt x="261801" y="186635"/>
                  </a:lnTo>
                  <a:lnTo>
                    <a:pt x="253268" y="202479"/>
                  </a:lnTo>
                  <a:lnTo>
                    <a:pt x="247572" y="210402"/>
                  </a:lnTo>
                  <a:lnTo>
                    <a:pt x="241881" y="226238"/>
                  </a:lnTo>
                  <a:lnTo>
                    <a:pt x="239035" y="249977"/>
                  </a:lnTo>
                  <a:lnTo>
                    <a:pt x="224807" y="265797"/>
                  </a:lnTo>
                  <a:lnTo>
                    <a:pt x="219115" y="265797"/>
                  </a:lnTo>
                  <a:lnTo>
                    <a:pt x="207736" y="257888"/>
                  </a:lnTo>
                  <a:lnTo>
                    <a:pt x="216270" y="230193"/>
                  </a:lnTo>
                  <a:lnTo>
                    <a:pt x="213428" y="218318"/>
                  </a:lnTo>
                  <a:lnTo>
                    <a:pt x="204891" y="218318"/>
                  </a:lnTo>
                  <a:lnTo>
                    <a:pt x="196350" y="226238"/>
                  </a:lnTo>
                  <a:lnTo>
                    <a:pt x="190662" y="253933"/>
                  </a:lnTo>
                  <a:lnTo>
                    <a:pt x="176430" y="257888"/>
                  </a:lnTo>
                  <a:lnTo>
                    <a:pt x="170742" y="305321"/>
                  </a:lnTo>
                  <a:lnTo>
                    <a:pt x="167896" y="309271"/>
                  </a:lnTo>
                  <a:lnTo>
                    <a:pt x="153664" y="321120"/>
                  </a:lnTo>
                  <a:lnTo>
                    <a:pt x="147976" y="348751"/>
                  </a:lnTo>
                  <a:lnTo>
                    <a:pt x="142285" y="352700"/>
                  </a:lnTo>
                  <a:lnTo>
                    <a:pt x="133744" y="348751"/>
                  </a:lnTo>
                  <a:lnTo>
                    <a:pt x="130902" y="321120"/>
                  </a:lnTo>
                  <a:lnTo>
                    <a:pt x="96754" y="297417"/>
                  </a:lnTo>
                  <a:lnTo>
                    <a:pt x="99599" y="344804"/>
                  </a:lnTo>
                  <a:lnTo>
                    <a:pt x="91062" y="356643"/>
                  </a:lnTo>
                  <a:lnTo>
                    <a:pt x="76834" y="356643"/>
                  </a:lnTo>
                  <a:lnTo>
                    <a:pt x="62605" y="344804"/>
                  </a:lnTo>
                  <a:lnTo>
                    <a:pt x="54068" y="329015"/>
                  </a:lnTo>
                  <a:lnTo>
                    <a:pt x="36994" y="325069"/>
                  </a:lnTo>
                  <a:lnTo>
                    <a:pt x="28460" y="325069"/>
                  </a:lnTo>
                  <a:lnTo>
                    <a:pt x="42685" y="277658"/>
                  </a:lnTo>
                  <a:lnTo>
                    <a:pt x="54068" y="242065"/>
                  </a:lnTo>
                  <a:lnTo>
                    <a:pt x="45531" y="234151"/>
                  </a:lnTo>
                  <a:lnTo>
                    <a:pt x="25615" y="230193"/>
                  </a:lnTo>
                  <a:lnTo>
                    <a:pt x="0" y="226238"/>
                  </a:lnTo>
                  <a:lnTo>
                    <a:pt x="8540" y="214359"/>
                  </a:lnTo>
                  <a:lnTo>
                    <a:pt x="14228" y="190596"/>
                  </a:lnTo>
                  <a:lnTo>
                    <a:pt x="25615" y="146999"/>
                  </a:lnTo>
                  <a:lnTo>
                    <a:pt x="76834" y="154929"/>
                  </a:lnTo>
                  <a:lnTo>
                    <a:pt x="71146" y="119229"/>
                  </a:lnTo>
                  <a:lnTo>
                    <a:pt x="68297" y="79524"/>
                  </a:lnTo>
                  <a:lnTo>
                    <a:pt x="73988" y="47733"/>
                  </a:lnTo>
                  <a:lnTo>
                    <a:pt x="136594" y="55683"/>
                  </a:lnTo>
                  <a:close/>
                </a:path>
              </a:pathLst>
            </a:custGeom>
            <a:solidFill>
              <a:srgbClr val="A7CDE2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" name="pg12"/>
            <p:cNvSpPr/>
            <p:nvPr/>
          </p:nvSpPr>
          <p:spPr>
            <a:xfrm>
              <a:off x="3579187" y="3613070"/>
              <a:ext cx="418311" cy="1090660"/>
            </a:xfrm>
            <a:custGeom>
              <a:avLst/>
              <a:gdLst/>
              <a:ahLst/>
              <a:cxnLst/>
              <a:rect l="0" t="0" r="0" b="0"/>
              <a:pathLst>
                <a:path w="418311" h="1090660">
                  <a:moveTo>
                    <a:pt x="0" y="28337"/>
                  </a:moveTo>
                  <a:lnTo>
                    <a:pt x="17074" y="24290"/>
                  </a:lnTo>
                  <a:lnTo>
                    <a:pt x="31302" y="4049"/>
                  </a:lnTo>
                  <a:lnTo>
                    <a:pt x="51222" y="0"/>
                  </a:lnTo>
                  <a:lnTo>
                    <a:pt x="68297" y="4049"/>
                  </a:lnTo>
                  <a:lnTo>
                    <a:pt x="76834" y="24290"/>
                  </a:lnTo>
                  <a:lnTo>
                    <a:pt x="85371" y="60698"/>
                  </a:lnTo>
                  <a:lnTo>
                    <a:pt x="99599" y="68781"/>
                  </a:lnTo>
                  <a:lnTo>
                    <a:pt x="116674" y="64739"/>
                  </a:lnTo>
                  <a:lnTo>
                    <a:pt x="124499" y="106159"/>
                  </a:lnTo>
                  <a:lnTo>
                    <a:pt x="132325" y="147536"/>
                  </a:lnTo>
                  <a:lnTo>
                    <a:pt x="140151" y="188871"/>
                  </a:lnTo>
                  <a:lnTo>
                    <a:pt x="147976" y="230164"/>
                  </a:lnTo>
                  <a:lnTo>
                    <a:pt x="133744" y="234190"/>
                  </a:lnTo>
                  <a:lnTo>
                    <a:pt x="128056" y="242239"/>
                  </a:lnTo>
                  <a:lnTo>
                    <a:pt x="128056" y="250291"/>
                  </a:lnTo>
                  <a:lnTo>
                    <a:pt x="139439" y="306591"/>
                  </a:lnTo>
                  <a:lnTo>
                    <a:pt x="147976" y="306591"/>
                  </a:lnTo>
                  <a:lnTo>
                    <a:pt x="153664" y="338726"/>
                  </a:lnTo>
                  <a:lnTo>
                    <a:pt x="155087" y="384880"/>
                  </a:lnTo>
                  <a:lnTo>
                    <a:pt x="156510" y="430980"/>
                  </a:lnTo>
                  <a:lnTo>
                    <a:pt x="224807" y="402925"/>
                  </a:lnTo>
                  <a:lnTo>
                    <a:pt x="247572" y="455012"/>
                  </a:lnTo>
                  <a:lnTo>
                    <a:pt x="270338" y="507031"/>
                  </a:lnTo>
                  <a:lnTo>
                    <a:pt x="261801" y="523024"/>
                  </a:lnTo>
                  <a:lnTo>
                    <a:pt x="305435" y="532350"/>
                  </a:lnTo>
                  <a:lnTo>
                    <a:pt x="349069" y="541674"/>
                  </a:lnTo>
                  <a:lnTo>
                    <a:pt x="392704" y="550996"/>
                  </a:lnTo>
                  <a:lnTo>
                    <a:pt x="381317" y="566971"/>
                  </a:lnTo>
                  <a:lnTo>
                    <a:pt x="384166" y="566971"/>
                  </a:lnTo>
                  <a:lnTo>
                    <a:pt x="395546" y="582937"/>
                  </a:lnTo>
                  <a:lnTo>
                    <a:pt x="401237" y="582937"/>
                  </a:lnTo>
                  <a:lnTo>
                    <a:pt x="418311" y="622832"/>
                  </a:lnTo>
                  <a:lnTo>
                    <a:pt x="401237" y="642765"/>
                  </a:lnTo>
                  <a:lnTo>
                    <a:pt x="401237" y="658704"/>
                  </a:lnTo>
                  <a:lnTo>
                    <a:pt x="395546" y="662688"/>
                  </a:lnTo>
                  <a:lnTo>
                    <a:pt x="401237" y="698522"/>
                  </a:lnTo>
                  <a:lnTo>
                    <a:pt x="388431" y="746256"/>
                  </a:lnTo>
                  <a:lnTo>
                    <a:pt x="375626" y="793933"/>
                  </a:lnTo>
                  <a:lnTo>
                    <a:pt x="369938" y="793933"/>
                  </a:lnTo>
                  <a:lnTo>
                    <a:pt x="344327" y="828332"/>
                  </a:lnTo>
                  <a:lnTo>
                    <a:pt x="318715" y="862701"/>
                  </a:lnTo>
                  <a:lnTo>
                    <a:pt x="293104" y="897042"/>
                  </a:lnTo>
                  <a:lnTo>
                    <a:pt x="281721" y="861381"/>
                  </a:lnTo>
                  <a:lnTo>
                    <a:pt x="258955" y="833622"/>
                  </a:lnTo>
                  <a:lnTo>
                    <a:pt x="247572" y="833622"/>
                  </a:lnTo>
                  <a:lnTo>
                    <a:pt x="239035" y="829655"/>
                  </a:lnTo>
                  <a:lnTo>
                    <a:pt x="230502" y="833622"/>
                  </a:lnTo>
                  <a:lnTo>
                    <a:pt x="224807" y="825685"/>
                  </a:lnTo>
                  <a:lnTo>
                    <a:pt x="190658" y="845521"/>
                  </a:lnTo>
                  <a:lnTo>
                    <a:pt x="187816" y="845521"/>
                  </a:lnTo>
                  <a:lnTo>
                    <a:pt x="125211" y="885157"/>
                  </a:lnTo>
                  <a:lnTo>
                    <a:pt x="108133" y="885157"/>
                  </a:lnTo>
                  <a:lnTo>
                    <a:pt x="102445" y="889119"/>
                  </a:lnTo>
                  <a:lnTo>
                    <a:pt x="108133" y="897042"/>
                  </a:lnTo>
                  <a:lnTo>
                    <a:pt x="108133" y="904962"/>
                  </a:lnTo>
                  <a:lnTo>
                    <a:pt x="139439" y="916841"/>
                  </a:lnTo>
                  <a:lnTo>
                    <a:pt x="179275" y="964320"/>
                  </a:lnTo>
                  <a:lnTo>
                    <a:pt x="170738" y="972228"/>
                  </a:lnTo>
                  <a:lnTo>
                    <a:pt x="173584" y="976181"/>
                  </a:lnTo>
                  <a:lnTo>
                    <a:pt x="156510" y="1003844"/>
                  </a:lnTo>
                  <a:lnTo>
                    <a:pt x="167896" y="1015691"/>
                  </a:lnTo>
                  <a:lnTo>
                    <a:pt x="139439" y="1031485"/>
                  </a:lnTo>
                  <a:lnTo>
                    <a:pt x="139439" y="1043327"/>
                  </a:lnTo>
                  <a:lnTo>
                    <a:pt x="136594" y="1055166"/>
                  </a:lnTo>
                  <a:lnTo>
                    <a:pt x="145131" y="1082775"/>
                  </a:lnTo>
                  <a:lnTo>
                    <a:pt x="125211" y="1074889"/>
                  </a:lnTo>
                  <a:lnTo>
                    <a:pt x="108133" y="1074889"/>
                  </a:lnTo>
                  <a:lnTo>
                    <a:pt x="76834" y="1082775"/>
                  </a:lnTo>
                  <a:lnTo>
                    <a:pt x="51222" y="1090660"/>
                  </a:lnTo>
                  <a:lnTo>
                    <a:pt x="48377" y="1047274"/>
                  </a:lnTo>
                  <a:lnTo>
                    <a:pt x="45531" y="1003843"/>
                  </a:lnTo>
                  <a:lnTo>
                    <a:pt x="42685" y="960365"/>
                  </a:lnTo>
                  <a:lnTo>
                    <a:pt x="39839" y="916841"/>
                  </a:lnTo>
                  <a:lnTo>
                    <a:pt x="36994" y="873271"/>
                  </a:lnTo>
                  <a:lnTo>
                    <a:pt x="34148" y="829654"/>
                  </a:lnTo>
                  <a:lnTo>
                    <a:pt x="31302" y="785990"/>
                  </a:lnTo>
                  <a:lnTo>
                    <a:pt x="28457" y="742280"/>
                  </a:lnTo>
                  <a:lnTo>
                    <a:pt x="26783" y="700630"/>
                  </a:lnTo>
                  <a:lnTo>
                    <a:pt x="25109" y="658938"/>
                  </a:lnTo>
                  <a:lnTo>
                    <a:pt x="23435" y="617202"/>
                  </a:lnTo>
                  <a:lnTo>
                    <a:pt x="21761" y="575424"/>
                  </a:lnTo>
                  <a:lnTo>
                    <a:pt x="20087" y="533602"/>
                  </a:lnTo>
                  <a:lnTo>
                    <a:pt x="18413" y="491738"/>
                  </a:lnTo>
                  <a:lnTo>
                    <a:pt x="16739" y="449830"/>
                  </a:lnTo>
                  <a:lnTo>
                    <a:pt x="15065" y="407878"/>
                  </a:lnTo>
                  <a:lnTo>
                    <a:pt x="13391" y="365883"/>
                  </a:lnTo>
                  <a:lnTo>
                    <a:pt x="11717" y="323845"/>
                  </a:lnTo>
                  <a:lnTo>
                    <a:pt x="10043" y="281762"/>
                  </a:lnTo>
                  <a:lnTo>
                    <a:pt x="8369" y="239635"/>
                  </a:lnTo>
                  <a:lnTo>
                    <a:pt x="6695" y="197464"/>
                  </a:lnTo>
                  <a:lnTo>
                    <a:pt x="5021" y="155249"/>
                  </a:lnTo>
                  <a:lnTo>
                    <a:pt x="3347" y="112990"/>
                  </a:lnTo>
                  <a:lnTo>
                    <a:pt x="1673" y="70686"/>
                  </a:lnTo>
                  <a:close/>
                </a:path>
              </a:pathLst>
            </a:custGeom>
            <a:solidFill>
              <a:srgbClr val="A5C9E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" name="pg13"/>
            <p:cNvSpPr/>
            <p:nvPr/>
          </p:nvSpPr>
          <p:spPr>
            <a:xfrm>
              <a:off x="4435734" y="2873257"/>
              <a:ext cx="685800" cy="1230846"/>
            </a:xfrm>
            <a:custGeom>
              <a:avLst/>
              <a:gdLst/>
              <a:ahLst/>
              <a:cxnLst/>
              <a:rect l="0" t="0" r="0" b="0"/>
              <a:pathLst>
                <a:path w="685800" h="1230846">
                  <a:moveTo>
                    <a:pt x="261797" y="1206835"/>
                  </a:moveTo>
                  <a:lnTo>
                    <a:pt x="253260" y="1194825"/>
                  </a:lnTo>
                  <a:lnTo>
                    <a:pt x="236186" y="1202832"/>
                  </a:lnTo>
                  <a:lnTo>
                    <a:pt x="185913" y="1212172"/>
                  </a:lnTo>
                  <a:lnTo>
                    <a:pt x="135640" y="1221510"/>
                  </a:lnTo>
                  <a:lnTo>
                    <a:pt x="85367" y="1230846"/>
                  </a:lnTo>
                  <a:lnTo>
                    <a:pt x="71138" y="1174800"/>
                  </a:lnTo>
                  <a:lnTo>
                    <a:pt x="39836" y="1182811"/>
                  </a:lnTo>
                  <a:lnTo>
                    <a:pt x="33196" y="1140735"/>
                  </a:lnTo>
                  <a:lnTo>
                    <a:pt x="26557" y="1098614"/>
                  </a:lnTo>
                  <a:lnTo>
                    <a:pt x="19918" y="1056450"/>
                  </a:lnTo>
                  <a:lnTo>
                    <a:pt x="13278" y="1014242"/>
                  </a:lnTo>
                  <a:lnTo>
                    <a:pt x="6639" y="971989"/>
                  </a:lnTo>
                  <a:lnTo>
                    <a:pt x="0" y="929692"/>
                  </a:lnTo>
                  <a:lnTo>
                    <a:pt x="39838" y="920958"/>
                  </a:lnTo>
                  <a:lnTo>
                    <a:pt x="79677" y="912223"/>
                  </a:lnTo>
                  <a:lnTo>
                    <a:pt x="119516" y="903485"/>
                  </a:lnTo>
                  <a:lnTo>
                    <a:pt x="159354" y="894746"/>
                  </a:lnTo>
                  <a:lnTo>
                    <a:pt x="199193" y="886005"/>
                  </a:lnTo>
                  <a:lnTo>
                    <a:pt x="239032" y="877261"/>
                  </a:lnTo>
                  <a:lnTo>
                    <a:pt x="233340" y="828806"/>
                  </a:lnTo>
                  <a:lnTo>
                    <a:pt x="284563" y="816682"/>
                  </a:lnTo>
                  <a:lnTo>
                    <a:pt x="276026" y="776243"/>
                  </a:lnTo>
                  <a:lnTo>
                    <a:pt x="267489" y="735763"/>
                  </a:lnTo>
                  <a:lnTo>
                    <a:pt x="258951" y="695242"/>
                  </a:lnTo>
                  <a:lnTo>
                    <a:pt x="250414" y="654680"/>
                  </a:lnTo>
                  <a:lnTo>
                    <a:pt x="241877" y="614077"/>
                  </a:lnTo>
                  <a:lnTo>
                    <a:pt x="199192" y="614077"/>
                  </a:lnTo>
                  <a:lnTo>
                    <a:pt x="202041" y="577501"/>
                  </a:lnTo>
                  <a:lnTo>
                    <a:pt x="199192" y="536821"/>
                  </a:lnTo>
                  <a:lnTo>
                    <a:pt x="196346" y="520537"/>
                  </a:lnTo>
                  <a:lnTo>
                    <a:pt x="256106" y="492023"/>
                  </a:lnTo>
                  <a:lnTo>
                    <a:pt x="256882" y="447545"/>
                  </a:lnTo>
                  <a:lnTo>
                    <a:pt x="257658" y="403018"/>
                  </a:lnTo>
                  <a:lnTo>
                    <a:pt x="258434" y="358440"/>
                  </a:lnTo>
                  <a:lnTo>
                    <a:pt x="259210" y="313813"/>
                  </a:lnTo>
                  <a:lnTo>
                    <a:pt x="259986" y="269135"/>
                  </a:lnTo>
                  <a:lnTo>
                    <a:pt x="260762" y="224406"/>
                  </a:lnTo>
                  <a:lnTo>
                    <a:pt x="261538" y="179627"/>
                  </a:lnTo>
                  <a:lnTo>
                    <a:pt x="262315" y="134797"/>
                  </a:lnTo>
                  <a:lnTo>
                    <a:pt x="263091" y="89916"/>
                  </a:lnTo>
                  <a:lnTo>
                    <a:pt x="263867" y="44983"/>
                  </a:lnTo>
                  <a:lnTo>
                    <a:pt x="264643" y="0"/>
                  </a:lnTo>
                  <a:lnTo>
                    <a:pt x="324403" y="0"/>
                  </a:lnTo>
                  <a:lnTo>
                    <a:pt x="330094" y="4128"/>
                  </a:lnTo>
                  <a:lnTo>
                    <a:pt x="372779" y="5503"/>
                  </a:lnTo>
                  <a:lnTo>
                    <a:pt x="415463" y="6878"/>
                  </a:lnTo>
                  <a:lnTo>
                    <a:pt x="458147" y="8253"/>
                  </a:lnTo>
                  <a:lnTo>
                    <a:pt x="458147" y="52425"/>
                  </a:lnTo>
                  <a:lnTo>
                    <a:pt x="458147" y="96546"/>
                  </a:lnTo>
                  <a:lnTo>
                    <a:pt x="458147" y="140619"/>
                  </a:lnTo>
                  <a:lnTo>
                    <a:pt x="458147" y="184642"/>
                  </a:lnTo>
                  <a:lnTo>
                    <a:pt x="458147" y="228616"/>
                  </a:lnTo>
                  <a:lnTo>
                    <a:pt x="458147" y="272542"/>
                  </a:lnTo>
                  <a:lnTo>
                    <a:pt x="458147" y="316418"/>
                  </a:lnTo>
                  <a:lnTo>
                    <a:pt x="458147" y="324601"/>
                  </a:lnTo>
                  <a:lnTo>
                    <a:pt x="458147" y="366181"/>
                  </a:lnTo>
                  <a:lnTo>
                    <a:pt x="458147" y="407719"/>
                  </a:lnTo>
                  <a:lnTo>
                    <a:pt x="458147" y="449212"/>
                  </a:lnTo>
                  <a:lnTo>
                    <a:pt x="458147" y="490663"/>
                  </a:lnTo>
                  <a:lnTo>
                    <a:pt x="458147" y="532070"/>
                  </a:lnTo>
                  <a:lnTo>
                    <a:pt x="458147" y="573434"/>
                  </a:lnTo>
                  <a:lnTo>
                    <a:pt x="472380" y="581567"/>
                  </a:lnTo>
                  <a:lnTo>
                    <a:pt x="532136" y="573434"/>
                  </a:lnTo>
                  <a:lnTo>
                    <a:pt x="532136" y="565301"/>
                  </a:lnTo>
                  <a:lnTo>
                    <a:pt x="574821" y="558521"/>
                  </a:lnTo>
                  <a:lnTo>
                    <a:pt x="617507" y="551740"/>
                  </a:lnTo>
                  <a:lnTo>
                    <a:pt x="660193" y="544958"/>
                  </a:lnTo>
                  <a:lnTo>
                    <a:pt x="664461" y="586987"/>
                  </a:lnTo>
                  <a:lnTo>
                    <a:pt x="668729" y="628971"/>
                  </a:lnTo>
                  <a:lnTo>
                    <a:pt x="672997" y="670911"/>
                  </a:lnTo>
                  <a:lnTo>
                    <a:pt x="677264" y="712807"/>
                  </a:lnTo>
                  <a:lnTo>
                    <a:pt x="681532" y="754659"/>
                  </a:lnTo>
                  <a:lnTo>
                    <a:pt x="685800" y="796468"/>
                  </a:lnTo>
                  <a:lnTo>
                    <a:pt x="631736" y="808595"/>
                  </a:lnTo>
                  <a:lnTo>
                    <a:pt x="579090" y="824762"/>
                  </a:lnTo>
                  <a:lnTo>
                    <a:pt x="526444" y="840923"/>
                  </a:lnTo>
                  <a:lnTo>
                    <a:pt x="534981" y="909535"/>
                  </a:lnTo>
                  <a:lnTo>
                    <a:pt x="475225" y="929692"/>
                  </a:lnTo>
                  <a:lnTo>
                    <a:pt x="486604" y="990104"/>
                  </a:lnTo>
                  <a:lnTo>
                    <a:pt x="429694" y="1006196"/>
                  </a:lnTo>
                  <a:lnTo>
                    <a:pt x="435384" y="1054440"/>
                  </a:lnTo>
                  <a:lnTo>
                    <a:pt x="441074" y="1102627"/>
                  </a:lnTo>
                  <a:lnTo>
                    <a:pt x="446765" y="1150756"/>
                  </a:lnTo>
                  <a:lnTo>
                    <a:pt x="369934" y="1162782"/>
                  </a:lnTo>
                  <a:lnTo>
                    <a:pt x="355702" y="1190821"/>
                  </a:lnTo>
                  <a:lnTo>
                    <a:pt x="332940" y="1182811"/>
                  </a:lnTo>
                  <a:lnTo>
                    <a:pt x="310174" y="1198829"/>
                  </a:lnTo>
                  <a:lnTo>
                    <a:pt x="304483" y="1222844"/>
                  </a:lnTo>
                  <a:lnTo>
                    <a:pt x="290254" y="1222844"/>
                  </a:lnTo>
                  <a:lnTo>
                    <a:pt x="290254" y="1206835"/>
                  </a:lnTo>
                  <a:close/>
                </a:path>
              </a:pathLst>
            </a:custGeom>
            <a:solidFill>
              <a:srgbClr val="8FA2D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" name="pg14"/>
            <p:cNvSpPr/>
            <p:nvPr/>
          </p:nvSpPr>
          <p:spPr>
            <a:xfrm>
              <a:off x="4196698" y="2745150"/>
              <a:ext cx="523599" cy="1110159"/>
            </a:xfrm>
            <a:custGeom>
              <a:avLst/>
              <a:gdLst/>
              <a:ahLst/>
              <a:cxnLst/>
              <a:rect l="0" t="0" r="0" b="0"/>
              <a:pathLst>
                <a:path w="523599" h="1110159">
                  <a:moveTo>
                    <a:pt x="239035" y="1057799"/>
                  </a:moveTo>
                  <a:lnTo>
                    <a:pt x="165043" y="1073918"/>
                  </a:lnTo>
                  <a:lnTo>
                    <a:pt x="167889" y="1094054"/>
                  </a:lnTo>
                  <a:lnTo>
                    <a:pt x="105287" y="1110159"/>
                  </a:lnTo>
                  <a:lnTo>
                    <a:pt x="91058" y="1045706"/>
                  </a:lnTo>
                  <a:lnTo>
                    <a:pt x="85367" y="1041674"/>
                  </a:lnTo>
                  <a:lnTo>
                    <a:pt x="75881" y="997297"/>
                  </a:lnTo>
                  <a:lnTo>
                    <a:pt x="66396" y="952871"/>
                  </a:lnTo>
                  <a:lnTo>
                    <a:pt x="56910" y="908395"/>
                  </a:lnTo>
                  <a:lnTo>
                    <a:pt x="65447" y="904347"/>
                  </a:lnTo>
                  <a:lnTo>
                    <a:pt x="55487" y="860831"/>
                  </a:lnTo>
                  <a:lnTo>
                    <a:pt x="45527" y="817267"/>
                  </a:lnTo>
                  <a:lnTo>
                    <a:pt x="35567" y="773656"/>
                  </a:lnTo>
                  <a:lnTo>
                    <a:pt x="25607" y="729997"/>
                  </a:lnTo>
                  <a:lnTo>
                    <a:pt x="36994" y="721869"/>
                  </a:lnTo>
                  <a:lnTo>
                    <a:pt x="45527" y="709673"/>
                  </a:lnTo>
                  <a:lnTo>
                    <a:pt x="54064" y="693407"/>
                  </a:lnTo>
                  <a:lnTo>
                    <a:pt x="54064" y="681206"/>
                  </a:lnTo>
                  <a:lnTo>
                    <a:pt x="65447" y="668995"/>
                  </a:lnTo>
                  <a:lnTo>
                    <a:pt x="65447" y="660855"/>
                  </a:lnTo>
                  <a:lnTo>
                    <a:pt x="65447" y="652715"/>
                  </a:lnTo>
                  <a:lnTo>
                    <a:pt x="65447" y="648644"/>
                  </a:lnTo>
                  <a:lnTo>
                    <a:pt x="56910" y="648644"/>
                  </a:lnTo>
                  <a:lnTo>
                    <a:pt x="42681" y="652715"/>
                  </a:lnTo>
                  <a:lnTo>
                    <a:pt x="36994" y="648644"/>
                  </a:lnTo>
                  <a:lnTo>
                    <a:pt x="42681" y="640496"/>
                  </a:lnTo>
                  <a:lnTo>
                    <a:pt x="31299" y="636426"/>
                  </a:lnTo>
                  <a:lnTo>
                    <a:pt x="22761" y="624204"/>
                  </a:lnTo>
                  <a:lnTo>
                    <a:pt x="8533" y="595670"/>
                  </a:lnTo>
                  <a:lnTo>
                    <a:pt x="0" y="595670"/>
                  </a:lnTo>
                  <a:lnTo>
                    <a:pt x="5687" y="591595"/>
                  </a:lnTo>
                  <a:lnTo>
                    <a:pt x="14228" y="583439"/>
                  </a:lnTo>
                  <a:lnTo>
                    <a:pt x="17074" y="567121"/>
                  </a:lnTo>
                  <a:lnTo>
                    <a:pt x="19919" y="563040"/>
                  </a:lnTo>
                  <a:lnTo>
                    <a:pt x="25607" y="563040"/>
                  </a:lnTo>
                  <a:lnTo>
                    <a:pt x="34144" y="575281"/>
                  </a:lnTo>
                  <a:lnTo>
                    <a:pt x="45527" y="579360"/>
                  </a:lnTo>
                  <a:lnTo>
                    <a:pt x="51218" y="579360"/>
                  </a:lnTo>
                  <a:lnTo>
                    <a:pt x="51218" y="571201"/>
                  </a:lnTo>
                  <a:lnTo>
                    <a:pt x="45527" y="563040"/>
                  </a:lnTo>
                  <a:lnTo>
                    <a:pt x="56910" y="550796"/>
                  </a:lnTo>
                  <a:lnTo>
                    <a:pt x="62605" y="518127"/>
                  </a:lnTo>
                  <a:lnTo>
                    <a:pt x="48373" y="497695"/>
                  </a:lnTo>
                  <a:lnTo>
                    <a:pt x="65447" y="493607"/>
                  </a:lnTo>
                  <a:lnTo>
                    <a:pt x="71138" y="505872"/>
                  </a:lnTo>
                  <a:lnTo>
                    <a:pt x="99596" y="501782"/>
                  </a:lnTo>
                  <a:lnTo>
                    <a:pt x="76830" y="424055"/>
                  </a:lnTo>
                  <a:lnTo>
                    <a:pt x="54064" y="424055"/>
                  </a:lnTo>
                  <a:lnTo>
                    <a:pt x="53251" y="382498"/>
                  </a:lnTo>
                  <a:lnTo>
                    <a:pt x="52438" y="340898"/>
                  </a:lnTo>
                  <a:lnTo>
                    <a:pt x="51625" y="299253"/>
                  </a:lnTo>
                  <a:lnTo>
                    <a:pt x="50812" y="257565"/>
                  </a:lnTo>
                  <a:lnTo>
                    <a:pt x="49999" y="215833"/>
                  </a:lnTo>
                  <a:lnTo>
                    <a:pt x="49186" y="174056"/>
                  </a:lnTo>
                  <a:lnTo>
                    <a:pt x="48373" y="132235"/>
                  </a:lnTo>
                  <a:lnTo>
                    <a:pt x="51218" y="128106"/>
                  </a:lnTo>
                  <a:lnTo>
                    <a:pt x="52641" y="66171"/>
                  </a:lnTo>
                  <a:lnTo>
                    <a:pt x="54064" y="4139"/>
                  </a:lnTo>
                  <a:lnTo>
                    <a:pt x="97887" y="3725"/>
                  </a:lnTo>
                  <a:lnTo>
                    <a:pt x="141711" y="3311"/>
                  </a:lnTo>
                  <a:lnTo>
                    <a:pt x="185534" y="2897"/>
                  </a:lnTo>
                  <a:lnTo>
                    <a:pt x="229357" y="2483"/>
                  </a:lnTo>
                  <a:lnTo>
                    <a:pt x="273180" y="2069"/>
                  </a:lnTo>
                  <a:lnTo>
                    <a:pt x="317003" y="1655"/>
                  </a:lnTo>
                  <a:lnTo>
                    <a:pt x="360826" y="1241"/>
                  </a:lnTo>
                  <a:lnTo>
                    <a:pt x="404650" y="827"/>
                  </a:lnTo>
                  <a:lnTo>
                    <a:pt x="448473" y="413"/>
                  </a:lnTo>
                  <a:lnTo>
                    <a:pt x="492296" y="0"/>
                  </a:lnTo>
                  <a:lnTo>
                    <a:pt x="496090" y="42748"/>
                  </a:lnTo>
                  <a:lnTo>
                    <a:pt x="499884" y="85450"/>
                  </a:lnTo>
                  <a:lnTo>
                    <a:pt x="503679" y="128106"/>
                  </a:lnTo>
                  <a:lnTo>
                    <a:pt x="502903" y="173090"/>
                  </a:lnTo>
                  <a:lnTo>
                    <a:pt x="502126" y="218022"/>
                  </a:lnTo>
                  <a:lnTo>
                    <a:pt x="501350" y="262904"/>
                  </a:lnTo>
                  <a:lnTo>
                    <a:pt x="500574" y="307734"/>
                  </a:lnTo>
                  <a:lnTo>
                    <a:pt x="499798" y="352513"/>
                  </a:lnTo>
                  <a:lnTo>
                    <a:pt x="499022" y="397241"/>
                  </a:lnTo>
                  <a:lnTo>
                    <a:pt x="498246" y="441920"/>
                  </a:lnTo>
                  <a:lnTo>
                    <a:pt x="497470" y="486547"/>
                  </a:lnTo>
                  <a:lnTo>
                    <a:pt x="496694" y="531125"/>
                  </a:lnTo>
                  <a:lnTo>
                    <a:pt x="495918" y="575652"/>
                  </a:lnTo>
                  <a:lnTo>
                    <a:pt x="495142" y="620130"/>
                  </a:lnTo>
                  <a:lnTo>
                    <a:pt x="435382" y="648644"/>
                  </a:lnTo>
                  <a:lnTo>
                    <a:pt x="438227" y="664928"/>
                  </a:lnTo>
                  <a:lnTo>
                    <a:pt x="441077" y="705607"/>
                  </a:lnTo>
                  <a:lnTo>
                    <a:pt x="438227" y="742183"/>
                  </a:lnTo>
                  <a:lnTo>
                    <a:pt x="480913" y="742183"/>
                  </a:lnTo>
                  <a:lnTo>
                    <a:pt x="489450" y="782787"/>
                  </a:lnTo>
                  <a:lnTo>
                    <a:pt x="497987" y="823349"/>
                  </a:lnTo>
                  <a:lnTo>
                    <a:pt x="506524" y="863870"/>
                  </a:lnTo>
                  <a:lnTo>
                    <a:pt x="515062" y="904350"/>
                  </a:lnTo>
                  <a:lnTo>
                    <a:pt x="523599" y="944789"/>
                  </a:lnTo>
                  <a:lnTo>
                    <a:pt x="472376" y="956912"/>
                  </a:lnTo>
                  <a:lnTo>
                    <a:pt x="478067" y="1005368"/>
                  </a:lnTo>
                  <a:lnTo>
                    <a:pt x="438229" y="1014111"/>
                  </a:lnTo>
                  <a:lnTo>
                    <a:pt x="398390" y="1022853"/>
                  </a:lnTo>
                  <a:lnTo>
                    <a:pt x="358551" y="1031592"/>
                  </a:lnTo>
                  <a:lnTo>
                    <a:pt x="318713" y="1040330"/>
                  </a:lnTo>
                  <a:lnTo>
                    <a:pt x="278874" y="1049065"/>
                  </a:lnTo>
                  <a:close/>
                </a:path>
              </a:pathLst>
            </a:custGeom>
            <a:solidFill>
              <a:srgbClr val="ADD8E6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" name="pg15"/>
            <p:cNvSpPr/>
            <p:nvPr/>
          </p:nvSpPr>
          <p:spPr>
            <a:xfrm>
              <a:off x="4091407" y="4434791"/>
              <a:ext cx="170738" cy="328030"/>
            </a:xfrm>
            <a:custGeom>
              <a:avLst/>
              <a:gdLst/>
              <a:ahLst/>
              <a:cxnLst/>
              <a:rect l="0" t="0" r="0" b="0"/>
              <a:pathLst>
                <a:path w="170738" h="328030">
                  <a:moveTo>
                    <a:pt x="22765" y="31732"/>
                  </a:moveTo>
                  <a:lnTo>
                    <a:pt x="71138" y="43625"/>
                  </a:lnTo>
                  <a:lnTo>
                    <a:pt x="85371" y="0"/>
                  </a:lnTo>
                  <a:lnTo>
                    <a:pt x="139435" y="11902"/>
                  </a:lnTo>
                  <a:lnTo>
                    <a:pt x="142285" y="23801"/>
                  </a:lnTo>
                  <a:lnTo>
                    <a:pt x="130898" y="67399"/>
                  </a:lnTo>
                  <a:lnTo>
                    <a:pt x="125211" y="91162"/>
                  </a:lnTo>
                  <a:lnTo>
                    <a:pt x="116670" y="103040"/>
                  </a:lnTo>
                  <a:lnTo>
                    <a:pt x="142285" y="106996"/>
                  </a:lnTo>
                  <a:lnTo>
                    <a:pt x="162201" y="110953"/>
                  </a:lnTo>
                  <a:lnTo>
                    <a:pt x="170738" y="118867"/>
                  </a:lnTo>
                  <a:lnTo>
                    <a:pt x="159355" y="154461"/>
                  </a:lnTo>
                  <a:lnTo>
                    <a:pt x="145131" y="201872"/>
                  </a:lnTo>
                  <a:lnTo>
                    <a:pt x="128053" y="205817"/>
                  </a:lnTo>
                  <a:lnTo>
                    <a:pt x="113824" y="245281"/>
                  </a:lnTo>
                  <a:lnTo>
                    <a:pt x="105291" y="261055"/>
                  </a:lnTo>
                  <a:lnTo>
                    <a:pt x="113824" y="300465"/>
                  </a:lnTo>
                  <a:lnTo>
                    <a:pt x="102445" y="328030"/>
                  </a:lnTo>
                  <a:lnTo>
                    <a:pt x="93904" y="328030"/>
                  </a:lnTo>
                  <a:lnTo>
                    <a:pt x="85371" y="320156"/>
                  </a:lnTo>
                  <a:lnTo>
                    <a:pt x="85371" y="304404"/>
                  </a:lnTo>
                  <a:lnTo>
                    <a:pt x="76834" y="288646"/>
                  </a:lnTo>
                  <a:lnTo>
                    <a:pt x="76834" y="261055"/>
                  </a:lnTo>
                  <a:lnTo>
                    <a:pt x="79679" y="233446"/>
                  </a:lnTo>
                  <a:lnTo>
                    <a:pt x="71138" y="221607"/>
                  </a:lnTo>
                  <a:lnTo>
                    <a:pt x="82525" y="186074"/>
                  </a:lnTo>
                  <a:lnTo>
                    <a:pt x="93904" y="158414"/>
                  </a:lnTo>
                  <a:lnTo>
                    <a:pt x="91058" y="154461"/>
                  </a:lnTo>
                  <a:lnTo>
                    <a:pt x="82525" y="150508"/>
                  </a:lnTo>
                  <a:lnTo>
                    <a:pt x="76834" y="162364"/>
                  </a:lnTo>
                  <a:lnTo>
                    <a:pt x="65451" y="174219"/>
                  </a:lnTo>
                  <a:lnTo>
                    <a:pt x="56914" y="174219"/>
                  </a:lnTo>
                  <a:lnTo>
                    <a:pt x="39839" y="170271"/>
                  </a:lnTo>
                  <a:lnTo>
                    <a:pt x="25607" y="162364"/>
                  </a:lnTo>
                  <a:lnTo>
                    <a:pt x="14228" y="154461"/>
                  </a:lnTo>
                  <a:lnTo>
                    <a:pt x="5691" y="142600"/>
                  </a:lnTo>
                  <a:lnTo>
                    <a:pt x="0" y="130735"/>
                  </a:lnTo>
                  <a:lnTo>
                    <a:pt x="5691" y="114910"/>
                  </a:lnTo>
                  <a:lnTo>
                    <a:pt x="5691" y="103040"/>
                  </a:lnTo>
                  <a:close/>
                </a:path>
              </a:pathLst>
            </a:custGeom>
            <a:solidFill>
              <a:srgbClr val="A8CFE2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" name="pg16"/>
            <p:cNvSpPr/>
            <p:nvPr/>
          </p:nvSpPr>
          <p:spPr>
            <a:xfrm>
              <a:off x="3835297" y="2749290"/>
              <a:ext cx="640273" cy="1406784"/>
            </a:xfrm>
            <a:custGeom>
              <a:avLst/>
              <a:gdLst/>
              <a:ahLst/>
              <a:cxnLst/>
              <a:rect l="0" t="0" r="0" b="0"/>
              <a:pathLst>
                <a:path w="640273" h="1406784">
                  <a:moveTo>
                    <a:pt x="549210" y="1314788"/>
                  </a:moveTo>
                  <a:lnTo>
                    <a:pt x="540677" y="1306778"/>
                  </a:lnTo>
                  <a:lnTo>
                    <a:pt x="460997" y="1318792"/>
                  </a:lnTo>
                  <a:lnTo>
                    <a:pt x="460997" y="1330803"/>
                  </a:lnTo>
                  <a:lnTo>
                    <a:pt x="469534" y="1346811"/>
                  </a:lnTo>
                  <a:lnTo>
                    <a:pt x="483763" y="1354813"/>
                  </a:lnTo>
                  <a:lnTo>
                    <a:pt x="486608" y="1370812"/>
                  </a:lnTo>
                  <a:lnTo>
                    <a:pt x="483763" y="1394799"/>
                  </a:lnTo>
                  <a:lnTo>
                    <a:pt x="475225" y="1402791"/>
                  </a:lnTo>
                  <a:lnTo>
                    <a:pt x="409774" y="1390799"/>
                  </a:lnTo>
                  <a:lnTo>
                    <a:pt x="404083" y="1386805"/>
                  </a:lnTo>
                  <a:lnTo>
                    <a:pt x="392700" y="1386805"/>
                  </a:lnTo>
                  <a:lnTo>
                    <a:pt x="378475" y="1406784"/>
                  </a:lnTo>
                  <a:lnTo>
                    <a:pt x="367088" y="1398795"/>
                  </a:lnTo>
                  <a:lnTo>
                    <a:pt x="369934" y="1386805"/>
                  </a:lnTo>
                  <a:lnTo>
                    <a:pt x="358555" y="1378809"/>
                  </a:lnTo>
                  <a:lnTo>
                    <a:pt x="341481" y="1374808"/>
                  </a:lnTo>
                  <a:lnTo>
                    <a:pt x="313024" y="1386805"/>
                  </a:lnTo>
                  <a:lnTo>
                    <a:pt x="293104" y="1330803"/>
                  </a:lnTo>
                  <a:lnTo>
                    <a:pt x="281717" y="1330803"/>
                  </a:lnTo>
                  <a:lnTo>
                    <a:pt x="267492" y="1278732"/>
                  </a:lnTo>
                  <a:lnTo>
                    <a:pt x="276030" y="1274724"/>
                  </a:lnTo>
                  <a:lnTo>
                    <a:pt x="267492" y="1238634"/>
                  </a:lnTo>
                  <a:lnTo>
                    <a:pt x="258955" y="1238634"/>
                  </a:lnTo>
                  <a:lnTo>
                    <a:pt x="256110" y="1226596"/>
                  </a:lnTo>
                  <a:lnTo>
                    <a:pt x="258955" y="1226596"/>
                  </a:lnTo>
                  <a:lnTo>
                    <a:pt x="256110" y="1202507"/>
                  </a:lnTo>
                  <a:lnTo>
                    <a:pt x="210578" y="1206525"/>
                  </a:lnTo>
                  <a:lnTo>
                    <a:pt x="207732" y="1186444"/>
                  </a:lnTo>
                  <a:lnTo>
                    <a:pt x="202041" y="1186444"/>
                  </a:lnTo>
                  <a:lnTo>
                    <a:pt x="202041" y="1178409"/>
                  </a:lnTo>
                  <a:lnTo>
                    <a:pt x="204887" y="1178409"/>
                  </a:lnTo>
                  <a:lnTo>
                    <a:pt x="204887" y="1150273"/>
                  </a:lnTo>
                  <a:lnTo>
                    <a:pt x="219119" y="1146252"/>
                  </a:lnTo>
                  <a:lnTo>
                    <a:pt x="211531" y="1104678"/>
                  </a:lnTo>
                  <a:lnTo>
                    <a:pt x="203942" y="1063062"/>
                  </a:lnTo>
                  <a:lnTo>
                    <a:pt x="196353" y="1021403"/>
                  </a:lnTo>
                  <a:lnTo>
                    <a:pt x="139435" y="1025436"/>
                  </a:lnTo>
                  <a:lnTo>
                    <a:pt x="128056" y="981045"/>
                  </a:lnTo>
                  <a:lnTo>
                    <a:pt x="91062" y="989120"/>
                  </a:lnTo>
                  <a:lnTo>
                    <a:pt x="91062" y="997193"/>
                  </a:lnTo>
                  <a:lnTo>
                    <a:pt x="73988" y="997193"/>
                  </a:lnTo>
                  <a:lnTo>
                    <a:pt x="65451" y="956811"/>
                  </a:lnTo>
                  <a:lnTo>
                    <a:pt x="56914" y="916389"/>
                  </a:lnTo>
                  <a:lnTo>
                    <a:pt x="48377" y="875926"/>
                  </a:lnTo>
                  <a:lnTo>
                    <a:pt x="39839" y="835422"/>
                  </a:lnTo>
                  <a:lnTo>
                    <a:pt x="31302" y="794877"/>
                  </a:lnTo>
                  <a:lnTo>
                    <a:pt x="22765" y="754290"/>
                  </a:lnTo>
                  <a:lnTo>
                    <a:pt x="25611" y="746171"/>
                  </a:lnTo>
                  <a:lnTo>
                    <a:pt x="12805" y="695370"/>
                  </a:lnTo>
                  <a:lnTo>
                    <a:pt x="0" y="644504"/>
                  </a:lnTo>
                  <a:lnTo>
                    <a:pt x="8537" y="636357"/>
                  </a:lnTo>
                  <a:lnTo>
                    <a:pt x="31302" y="632287"/>
                  </a:lnTo>
                  <a:lnTo>
                    <a:pt x="42685" y="615991"/>
                  </a:lnTo>
                  <a:lnTo>
                    <a:pt x="62605" y="603764"/>
                  </a:lnTo>
                  <a:lnTo>
                    <a:pt x="79676" y="587456"/>
                  </a:lnTo>
                  <a:lnTo>
                    <a:pt x="82525" y="575221"/>
                  </a:lnTo>
                  <a:lnTo>
                    <a:pt x="73988" y="558901"/>
                  </a:lnTo>
                  <a:lnTo>
                    <a:pt x="79676" y="538492"/>
                  </a:lnTo>
                  <a:lnTo>
                    <a:pt x="85371" y="518073"/>
                  </a:lnTo>
                  <a:lnTo>
                    <a:pt x="99596" y="505816"/>
                  </a:lnTo>
                  <a:lnTo>
                    <a:pt x="125207" y="497643"/>
                  </a:lnTo>
                  <a:lnTo>
                    <a:pt x="139435" y="481291"/>
                  </a:lnTo>
                  <a:lnTo>
                    <a:pt x="147973" y="440386"/>
                  </a:lnTo>
                  <a:lnTo>
                    <a:pt x="145127" y="432196"/>
                  </a:lnTo>
                  <a:lnTo>
                    <a:pt x="128056" y="419916"/>
                  </a:lnTo>
                  <a:lnTo>
                    <a:pt x="125207" y="378944"/>
                  </a:lnTo>
                  <a:lnTo>
                    <a:pt x="142281" y="354343"/>
                  </a:lnTo>
                  <a:lnTo>
                    <a:pt x="156514" y="296875"/>
                  </a:lnTo>
                  <a:lnTo>
                    <a:pt x="150822" y="288659"/>
                  </a:lnTo>
                  <a:lnTo>
                    <a:pt x="130902" y="259887"/>
                  </a:lnTo>
                  <a:lnTo>
                    <a:pt x="145127" y="222865"/>
                  </a:lnTo>
                  <a:lnTo>
                    <a:pt x="159355" y="202281"/>
                  </a:lnTo>
                  <a:lnTo>
                    <a:pt x="170738" y="177570"/>
                  </a:lnTo>
                  <a:lnTo>
                    <a:pt x="176433" y="161085"/>
                  </a:lnTo>
                  <a:lnTo>
                    <a:pt x="184967" y="152838"/>
                  </a:lnTo>
                  <a:lnTo>
                    <a:pt x="207732" y="136343"/>
                  </a:lnTo>
                  <a:lnTo>
                    <a:pt x="230498" y="119841"/>
                  </a:lnTo>
                  <a:lnTo>
                    <a:pt x="241881" y="99206"/>
                  </a:lnTo>
                  <a:lnTo>
                    <a:pt x="253264" y="66164"/>
                  </a:lnTo>
                  <a:lnTo>
                    <a:pt x="258955" y="16549"/>
                  </a:lnTo>
                  <a:lnTo>
                    <a:pt x="261801" y="0"/>
                  </a:lnTo>
                  <a:lnTo>
                    <a:pt x="313022" y="0"/>
                  </a:lnTo>
                  <a:lnTo>
                    <a:pt x="364244" y="0"/>
                  </a:lnTo>
                  <a:lnTo>
                    <a:pt x="415465" y="0"/>
                  </a:lnTo>
                  <a:lnTo>
                    <a:pt x="414043" y="62032"/>
                  </a:lnTo>
                  <a:lnTo>
                    <a:pt x="412620" y="123967"/>
                  </a:lnTo>
                  <a:lnTo>
                    <a:pt x="409774" y="128095"/>
                  </a:lnTo>
                  <a:lnTo>
                    <a:pt x="410587" y="169917"/>
                  </a:lnTo>
                  <a:lnTo>
                    <a:pt x="411400" y="211693"/>
                  </a:lnTo>
                  <a:lnTo>
                    <a:pt x="412213" y="253426"/>
                  </a:lnTo>
                  <a:lnTo>
                    <a:pt x="413026" y="295114"/>
                  </a:lnTo>
                  <a:lnTo>
                    <a:pt x="413839" y="336758"/>
                  </a:lnTo>
                  <a:lnTo>
                    <a:pt x="414652" y="378359"/>
                  </a:lnTo>
                  <a:lnTo>
                    <a:pt x="415465" y="419916"/>
                  </a:lnTo>
                  <a:lnTo>
                    <a:pt x="438231" y="419916"/>
                  </a:lnTo>
                  <a:lnTo>
                    <a:pt x="460997" y="497643"/>
                  </a:lnTo>
                  <a:lnTo>
                    <a:pt x="432540" y="501733"/>
                  </a:lnTo>
                  <a:lnTo>
                    <a:pt x="426848" y="489468"/>
                  </a:lnTo>
                  <a:lnTo>
                    <a:pt x="409774" y="493556"/>
                  </a:lnTo>
                  <a:lnTo>
                    <a:pt x="424006" y="513988"/>
                  </a:lnTo>
                  <a:lnTo>
                    <a:pt x="418311" y="546657"/>
                  </a:lnTo>
                  <a:lnTo>
                    <a:pt x="406928" y="558901"/>
                  </a:lnTo>
                  <a:lnTo>
                    <a:pt x="412620" y="567062"/>
                  </a:lnTo>
                  <a:lnTo>
                    <a:pt x="412620" y="575221"/>
                  </a:lnTo>
                  <a:lnTo>
                    <a:pt x="406928" y="575221"/>
                  </a:lnTo>
                  <a:lnTo>
                    <a:pt x="395546" y="571142"/>
                  </a:lnTo>
                  <a:lnTo>
                    <a:pt x="387008" y="558901"/>
                  </a:lnTo>
                  <a:lnTo>
                    <a:pt x="381321" y="558901"/>
                  </a:lnTo>
                  <a:lnTo>
                    <a:pt x="378475" y="562982"/>
                  </a:lnTo>
                  <a:lnTo>
                    <a:pt x="375629" y="579300"/>
                  </a:lnTo>
                  <a:lnTo>
                    <a:pt x="367088" y="587456"/>
                  </a:lnTo>
                  <a:lnTo>
                    <a:pt x="361401" y="591531"/>
                  </a:lnTo>
                  <a:lnTo>
                    <a:pt x="369934" y="591531"/>
                  </a:lnTo>
                  <a:lnTo>
                    <a:pt x="384163" y="620065"/>
                  </a:lnTo>
                  <a:lnTo>
                    <a:pt x="392700" y="632287"/>
                  </a:lnTo>
                  <a:lnTo>
                    <a:pt x="404083" y="636357"/>
                  </a:lnTo>
                  <a:lnTo>
                    <a:pt x="398395" y="644504"/>
                  </a:lnTo>
                  <a:lnTo>
                    <a:pt x="404083" y="648576"/>
                  </a:lnTo>
                  <a:lnTo>
                    <a:pt x="418311" y="644504"/>
                  </a:lnTo>
                  <a:lnTo>
                    <a:pt x="426848" y="644504"/>
                  </a:lnTo>
                  <a:lnTo>
                    <a:pt x="426848" y="648576"/>
                  </a:lnTo>
                  <a:lnTo>
                    <a:pt x="426848" y="656716"/>
                  </a:lnTo>
                  <a:lnTo>
                    <a:pt x="426848" y="664856"/>
                  </a:lnTo>
                  <a:lnTo>
                    <a:pt x="415465" y="677067"/>
                  </a:lnTo>
                  <a:lnTo>
                    <a:pt x="415465" y="689268"/>
                  </a:lnTo>
                  <a:lnTo>
                    <a:pt x="406928" y="705534"/>
                  </a:lnTo>
                  <a:lnTo>
                    <a:pt x="398395" y="717730"/>
                  </a:lnTo>
                  <a:lnTo>
                    <a:pt x="387008" y="725858"/>
                  </a:lnTo>
                  <a:lnTo>
                    <a:pt x="396968" y="769517"/>
                  </a:lnTo>
                  <a:lnTo>
                    <a:pt x="406928" y="813128"/>
                  </a:lnTo>
                  <a:lnTo>
                    <a:pt x="416888" y="856691"/>
                  </a:lnTo>
                  <a:lnTo>
                    <a:pt x="426848" y="900208"/>
                  </a:lnTo>
                  <a:lnTo>
                    <a:pt x="418311" y="904256"/>
                  </a:lnTo>
                  <a:lnTo>
                    <a:pt x="427797" y="948731"/>
                  </a:lnTo>
                  <a:lnTo>
                    <a:pt x="437283" y="993158"/>
                  </a:lnTo>
                  <a:lnTo>
                    <a:pt x="446768" y="1037534"/>
                  </a:lnTo>
                  <a:lnTo>
                    <a:pt x="452460" y="1041566"/>
                  </a:lnTo>
                  <a:lnTo>
                    <a:pt x="466688" y="1106019"/>
                  </a:lnTo>
                  <a:lnTo>
                    <a:pt x="529290" y="1089915"/>
                  </a:lnTo>
                  <a:lnTo>
                    <a:pt x="526444" y="1069778"/>
                  </a:lnTo>
                  <a:lnTo>
                    <a:pt x="600437" y="1053660"/>
                  </a:lnTo>
                  <a:lnTo>
                    <a:pt x="607076" y="1095957"/>
                  </a:lnTo>
                  <a:lnTo>
                    <a:pt x="613715" y="1138209"/>
                  </a:lnTo>
                  <a:lnTo>
                    <a:pt x="620355" y="1180418"/>
                  </a:lnTo>
                  <a:lnTo>
                    <a:pt x="626994" y="1222582"/>
                  </a:lnTo>
                  <a:lnTo>
                    <a:pt x="633633" y="1264702"/>
                  </a:lnTo>
                  <a:lnTo>
                    <a:pt x="640273" y="1306778"/>
                  </a:lnTo>
                  <a:lnTo>
                    <a:pt x="611816" y="1306778"/>
                  </a:lnTo>
                  <a:lnTo>
                    <a:pt x="603282" y="1274724"/>
                  </a:lnTo>
                  <a:lnTo>
                    <a:pt x="580517" y="1278732"/>
                  </a:lnTo>
                  <a:lnTo>
                    <a:pt x="569130" y="1290754"/>
                  </a:lnTo>
                  <a:lnTo>
                    <a:pt x="566288" y="1310784"/>
                  </a:lnTo>
                  <a:close/>
                </a:path>
              </a:pathLst>
            </a:custGeom>
            <a:solidFill>
              <a:srgbClr val="A8CEE2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" name="pg17"/>
            <p:cNvSpPr/>
            <p:nvPr/>
          </p:nvSpPr>
          <p:spPr>
            <a:xfrm>
              <a:off x="4358900" y="4024014"/>
              <a:ext cx="347172" cy="355185"/>
            </a:xfrm>
            <a:custGeom>
              <a:avLst/>
              <a:gdLst/>
              <a:ahLst/>
              <a:cxnLst/>
              <a:rect l="0" t="0" r="0" b="0"/>
              <a:pathLst>
                <a:path w="347172" h="355185">
                  <a:moveTo>
                    <a:pt x="116670" y="32054"/>
                  </a:moveTo>
                  <a:lnTo>
                    <a:pt x="147973" y="24043"/>
                  </a:lnTo>
                  <a:lnTo>
                    <a:pt x="162201" y="80089"/>
                  </a:lnTo>
                  <a:lnTo>
                    <a:pt x="212474" y="70753"/>
                  </a:lnTo>
                  <a:lnTo>
                    <a:pt x="262747" y="61416"/>
                  </a:lnTo>
                  <a:lnTo>
                    <a:pt x="313020" y="52076"/>
                  </a:lnTo>
                  <a:lnTo>
                    <a:pt x="330094" y="44068"/>
                  </a:lnTo>
                  <a:lnTo>
                    <a:pt x="338631" y="56079"/>
                  </a:lnTo>
                  <a:lnTo>
                    <a:pt x="335786" y="64084"/>
                  </a:lnTo>
                  <a:lnTo>
                    <a:pt x="330094" y="76088"/>
                  </a:lnTo>
                  <a:lnTo>
                    <a:pt x="327252" y="92089"/>
                  </a:lnTo>
                  <a:lnTo>
                    <a:pt x="324407" y="104085"/>
                  </a:lnTo>
                  <a:lnTo>
                    <a:pt x="327252" y="112081"/>
                  </a:lnTo>
                  <a:lnTo>
                    <a:pt x="338631" y="124071"/>
                  </a:lnTo>
                  <a:lnTo>
                    <a:pt x="347172" y="144044"/>
                  </a:lnTo>
                  <a:lnTo>
                    <a:pt x="338631" y="144044"/>
                  </a:lnTo>
                  <a:lnTo>
                    <a:pt x="324407" y="211889"/>
                  </a:lnTo>
                  <a:lnTo>
                    <a:pt x="310174" y="223850"/>
                  </a:lnTo>
                  <a:lnTo>
                    <a:pt x="278875" y="223850"/>
                  </a:lnTo>
                  <a:lnTo>
                    <a:pt x="261801" y="235807"/>
                  </a:lnTo>
                  <a:lnTo>
                    <a:pt x="250414" y="247761"/>
                  </a:lnTo>
                  <a:lnTo>
                    <a:pt x="250414" y="263694"/>
                  </a:lnTo>
                  <a:lnTo>
                    <a:pt x="261801" y="283601"/>
                  </a:lnTo>
                  <a:lnTo>
                    <a:pt x="256110" y="315430"/>
                  </a:lnTo>
                  <a:lnTo>
                    <a:pt x="253260" y="331337"/>
                  </a:lnTo>
                  <a:lnTo>
                    <a:pt x="233344" y="355185"/>
                  </a:lnTo>
                  <a:lnTo>
                    <a:pt x="219115" y="347237"/>
                  </a:lnTo>
                  <a:lnTo>
                    <a:pt x="210578" y="355185"/>
                  </a:lnTo>
                  <a:lnTo>
                    <a:pt x="196350" y="355185"/>
                  </a:lnTo>
                  <a:lnTo>
                    <a:pt x="156510" y="317420"/>
                  </a:lnTo>
                  <a:lnTo>
                    <a:pt x="116670" y="279621"/>
                  </a:lnTo>
                  <a:lnTo>
                    <a:pt x="76834" y="307475"/>
                  </a:lnTo>
                  <a:lnTo>
                    <a:pt x="54068" y="287579"/>
                  </a:lnTo>
                  <a:lnTo>
                    <a:pt x="42685" y="299520"/>
                  </a:lnTo>
                  <a:lnTo>
                    <a:pt x="0" y="287579"/>
                  </a:lnTo>
                  <a:lnTo>
                    <a:pt x="12803" y="247760"/>
                  </a:lnTo>
                  <a:lnTo>
                    <a:pt x="25607" y="207901"/>
                  </a:lnTo>
                  <a:lnTo>
                    <a:pt x="48373" y="207901"/>
                  </a:lnTo>
                  <a:lnTo>
                    <a:pt x="62605" y="152034"/>
                  </a:lnTo>
                  <a:lnTo>
                    <a:pt x="42685" y="144044"/>
                  </a:lnTo>
                  <a:lnTo>
                    <a:pt x="48373" y="84089"/>
                  </a:lnTo>
                  <a:lnTo>
                    <a:pt x="22765" y="80089"/>
                  </a:lnTo>
                  <a:lnTo>
                    <a:pt x="28453" y="60082"/>
                  </a:lnTo>
                  <a:lnTo>
                    <a:pt x="25607" y="40064"/>
                  </a:lnTo>
                  <a:lnTo>
                    <a:pt x="42685" y="36059"/>
                  </a:lnTo>
                  <a:lnTo>
                    <a:pt x="45527" y="16030"/>
                  </a:lnTo>
                  <a:lnTo>
                    <a:pt x="56914" y="4008"/>
                  </a:lnTo>
                  <a:lnTo>
                    <a:pt x="79679" y="0"/>
                  </a:lnTo>
                  <a:lnTo>
                    <a:pt x="88213" y="32054"/>
                  </a:lnTo>
                  <a:close/>
                </a:path>
              </a:pathLst>
            </a:custGeom>
            <a:solidFill>
              <a:srgbClr val="A9CFE3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" name="pg18"/>
            <p:cNvSpPr/>
            <p:nvPr/>
          </p:nvSpPr>
          <p:spPr>
            <a:xfrm>
              <a:off x="5056087" y="3377503"/>
              <a:ext cx="543519" cy="890284"/>
            </a:xfrm>
            <a:custGeom>
              <a:avLst/>
              <a:gdLst/>
              <a:ahLst/>
              <a:cxnLst/>
              <a:rect l="0" t="0" r="0" b="0"/>
              <a:pathLst>
                <a:path w="543519" h="890284">
                  <a:moveTo>
                    <a:pt x="159355" y="4073"/>
                  </a:moveTo>
                  <a:lnTo>
                    <a:pt x="170738" y="8143"/>
                  </a:lnTo>
                  <a:lnTo>
                    <a:pt x="184963" y="8143"/>
                  </a:lnTo>
                  <a:lnTo>
                    <a:pt x="202041" y="0"/>
                  </a:lnTo>
                  <a:lnTo>
                    <a:pt x="213424" y="28502"/>
                  </a:lnTo>
                  <a:lnTo>
                    <a:pt x="224807" y="40712"/>
                  </a:lnTo>
                  <a:lnTo>
                    <a:pt x="261801" y="56987"/>
                  </a:lnTo>
                  <a:lnTo>
                    <a:pt x="287409" y="69188"/>
                  </a:lnTo>
                  <a:lnTo>
                    <a:pt x="318711" y="56987"/>
                  </a:lnTo>
                  <a:lnTo>
                    <a:pt x="330094" y="61054"/>
                  </a:lnTo>
                  <a:lnTo>
                    <a:pt x="338631" y="77320"/>
                  </a:lnTo>
                  <a:lnTo>
                    <a:pt x="341477" y="117957"/>
                  </a:lnTo>
                  <a:lnTo>
                    <a:pt x="332940" y="134200"/>
                  </a:lnTo>
                  <a:lnTo>
                    <a:pt x="310174" y="138257"/>
                  </a:lnTo>
                  <a:lnTo>
                    <a:pt x="307329" y="150436"/>
                  </a:lnTo>
                  <a:lnTo>
                    <a:pt x="307329" y="158549"/>
                  </a:lnTo>
                  <a:lnTo>
                    <a:pt x="321557" y="199103"/>
                  </a:lnTo>
                  <a:lnTo>
                    <a:pt x="335786" y="215313"/>
                  </a:lnTo>
                  <a:lnTo>
                    <a:pt x="338631" y="231517"/>
                  </a:lnTo>
                  <a:lnTo>
                    <a:pt x="324403" y="284130"/>
                  </a:lnTo>
                  <a:lnTo>
                    <a:pt x="318711" y="292221"/>
                  </a:lnTo>
                  <a:lnTo>
                    <a:pt x="332940" y="316475"/>
                  </a:lnTo>
                  <a:lnTo>
                    <a:pt x="358551" y="368979"/>
                  </a:lnTo>
                  <a:lnTo>
                    <a:pt x="375626" y="381086"/>
                  </a:lnTo>
                  <a:lnTo>
                    <a:pt x="392700" y="373015"/>
                  </a:lnTo>
                  <a:lnTo>
                    <a:pt x="418311" y="344755"/>
                  </a:lnTo>
                  <a:lnTo>
                    <a:pt x="426848" y="352831"/>
                  </a:lnTo>
                  <a:lnTo>
                    <a:pt x="443923" y="360906"/>
                  </a:lnTo>
                  <a:lnTo>
                    <a:pt x="460997" y="364943"/>
                  </a:lnTo>
                  <a:lnTo>
                    <a:pt x="489454" y="397222"/>
                  </a:lnTo>
                  <a:lnTo>
                    <a:pt x="506528" y="421415"/>
                  </a:lnTo>
                  <a:lnTo>
                    <a:pt x="492296" y="441565"/>
                  </a:lnTo>
                  <a:lnTo>
                    <a:pt x="489454" y="453649"/>
                  </a:lnTo>
                  <a:lnTo>
                    <a:pt x="515062" y="493903"/>
                  </a:lnTo>
                  <a:lnTo>
                    <a:pt x="515062" y="518038"/>
                  </a:lnTo>
                  <a:lnTo>
                    <a:pt x="506528" y="534120"/>
                  </a:lnTo>
                  <a:lnTo>
                    <a:pt x="486608" y="534120"/>
                  </a:lnTo>
                  <a:lnTo>
                    <a:pt x="455302" y="534120"/>
                  </a:lnTo>
                  <a:lnTo>
                    <a:pt x="452456" y="574293"/>
                  </a:lnTo>
                  <a:lnTo>
                    <a:pt x="469534" y="578311"/>
                  </a:lnTo>
                  <a:lnTo>
                    <a:pt x="478067" y="586341"/>
                  </a:lnTo>
                  <a:lnTo>
                    <a:pt x="492296" y="574293"/>
                  </a:lnTo>
                  <a:lnTo>
                    <a:pt x="500833" y="574293"/>
                  </a:lnTo>
                  <a:lnTo>
                    <a:pt x="506528" y="586341"/>
                  </a:lnTo>
                  <a:lnTo>
                    <a:pt x="512216" y="602393"/>
                  </a:lnTo>
                  <a:lnTo>
                    <a:pt x="534981" y="598382"/>
                  </a:lnTo>
                  <a:lnTo>
                    <a:pt x="543519" y="598382"/>
                  </a:lnTo>
                  <a:lnTo>
                    <a:pt x="537827" y="614432"/>
                  </a:lnTo>
                  <a:lnTo>
                    <a:pt x="537827" y="638492"/>
                  </a:lnTo>
                  <a:lnTo>
                    <a:pt x="526444" y="646510"/>
                  </a:lnTo>
                  <a:lnTo>
                    <a:pt x="506528" y="650518"/>
                  </a:lnTo>
                  <a:lnTo>
                    <a:pt x="495142" y="662540"/>
                  </a:lnTo>
                  <a:lnTo>
                    <a:pt x="469534" y="706592"/>
                  </a:lnTo>
                  <a:lnTo>
                    <a:pt x="455302" y="722599"/>
                  </a:lnTo>
                  <a:lnTo>
                    <a:pt x="441077" y="726599"/>
                  </a:lnTo>
                  <a:lnTo>
                    <a:pt x="429694" y="742598"/>
                  </a:lnTo>
                  <a:lnTo>
                    <a:pt x="412616" y="730600"/>
                  </a:lnTo>
                  <a:lnTo>
                    <a:pt x="398391" y="734600"/>
                  </a:lnTo>
                  <a:lnTo>
                    <a:pt x="398391" y="718598"/>
                  </a:lnTo>
                  <a:lnTo>
                    <a:pt x="395546" y="702589"/>
                  </a:lnTo>
                  <a:lnTo>
                    <a:pt x="381317" y="694583"/>
                  </a:lnTo>
                  <a:lnTo>
                    <a:pt x="367088" y="694583"/>
                  </a:lnTo>
                  <a:lnTo>
                    <a:pt x="355706" y="698586"/>
                  </a:lnTo>
                  <a:lnTo>
                    <a:pt x="358551" y="722599"/>
                  </a:lnTo>
                  <a:lnTo>
                    <a:pt x="352860" y="746594"/>
                  </a:lnTo>
                  <a:lnTo>
                    <a:pt x="344323" y="762585"/>
                  </a:lnTo>
                  <a:lnTo>
                    <a:pt x="332940" y="758591"/>
                  </a:lnTo>
                  <a:lnTo>
                    <a:pt x="327252" y="758591"/>
                  </a:lnTo>
                  <a:lnTo>
                    <a:pt x="332940" y="734600"/>
                  </a:lnTo>
                  <a:lnTo>
                    <a:pt x="321557" y="730600"/>
                  </a:lnTo>
                  <a:lnTo>
                    <a:pt x="313020" y="734600"/>
                  </a:lnTo>
                  <a:lnTo>
                    <a:pt x="301637" y="758591"/>
                  </a:lnTo>
                  <a:lnTo>
                    <a:pt x="295946" y="750595"/>
                  </a:lnTo>
                  <a:lnTo>
                    <a:pt x="276026" y="742598"/>
                  </a:lnTo>
                  <a:lnTo>
                    <a:pt x="264647" y="738599"/>
                  </a:lnTo>
                  <a:lnTo>
                    <a:pt x="258955" y="758591"/>
                  </a:lnTo>
                  <a:lnTo>
                    <a:pt x="261801" y="786563"/>
                  </a:lnTo>
                  <a:lnTo>
                    <a:pt x="253260" y="806528"/>
                  </a:lnTo>
                  <a:lnTo>
                    <a:pt x="239035" y="810521"/>
                  </a:lnTo>
                  <a:lnTo>
                    <a:pt x="219115" y="798545"/>
                  </a:lnTo>
                  <a:lnTo>
                    <a:pt x="207729" y="798545"/>
                  </a:lnTo>
                  <a:lnTo>
                    <a:pt x="184963" y="826486"/>
                  </a:lnTo>
                  <a:lnTo>
                    <a:pt x="179275" y="822496"/>
                  </a:lnTo>
                  <a:lnTo>
                    <a:pt x="167893" y="814515"/>
                  </a:lnTo>
                  <a:lnTo>
                    <a:pt x="167893" y="786563"/>
                  </a:lnTo>
                  <a:lnTo>
                    <a:pt x="162201" y="782568"/>
                  </a:lnTo>
                  <a:lnTo>
                    <a:pt x="147973" y="790555"/>
                  </a:lnTo>
                  <a:lnTo>
                    <a:pt x="133744" y="790555"/>
                  </a:lnTo>
                  <a:lnTo>
                    <a:pt x="125207" y="786563"/>
                  </a:lnTo>
                  <a:lnTo>
                    <a:pt x="122365" y="802538"/>
                  </a:lnTo>
                  <a:lnTo>
                    <a:pt x="110978" y="814515"/>
                  </a:lnTo>
                  <a:lnTo>
                    <a:pt x="113824" y="838457"/>
                  </a:lnTo>
                  <a:lnTo>
                    <a:pt x="108133" y="854412"/>
                  </a:lnTo>
                  <a:lnTo>
                    <a:pt x="96750" y="870360"/>
                  </a:lnTo>
                  <a:lnTo>
                    <a:pt x="96750" y="886302"/>
                  </a:lnTo>
                  <a:lnTo>
                    <a:pt x="88213" y="890284"/>
                  </a:lnTo>
                  <a:lnTo>
                    <a:pt x="73984" y="870360"/>
                  </a:lnTo>
                  <a:lnTo>
                    <a:pt x="59759" y="866374"/>
                  </a:lnTo>
                  <a:lnTo>
                    <a:pt x="54068" y="854412"/>
                  </a:lnTo>
                  <a:lnTo>
                    <a:pt x="56914" y="842446"/>
                  </a:lnTo>
                  <a:lnTo>
                    <a:pt x="45527" y="770581"/>
                  </a:lnTo>
                  <a:lnTo>
                    <a:pt x="51218" y="766585"/>
                  </a:lnTo>
                  <a:lnTo>
                    <a:pt x="39839" y="706592"/>
                  </a:lnTo>
                  <a:lnTo>
                    <a:pt x="25607" y="706592"/>
                  </a:lnTo>
                  <a:lnTo>
                    <a:pt x="19205" y="661539"/>
                  </a:lnTo>
                  <a:lnTo>
                    <a:pt x="12803" y="616437"/>
                  </a:lnTo>
                  <a:lnTo>
                    <a:pt x="6401" y="571283"/>
                  </a:lnTo>
                  <a:lnTo>
                    <a:pt x="0" y="526080"/>
                  </a:lnTo>
                  <a:lnTo>
                    <a:pt x="45527" y="509995"/>
                  </a:lnTo>
                  <a:lnTo>
                    <a:pt x="38698" y="468950"/>
                  </a:lnTo>
                  <a:lnTo>
                    <a:pt x="31869" y="427862"/>
                  </a:lnTo>
                  <a:lnTo>
                    <a:pt x="25040" y="386733"/>
                  </a:lnTo>
                  <a:lnTo>
                    <a:pt x="18211" y="345562"/>
                  </a:lnTo>
                  <a:lnTo>
                    <a:pt x="11382" y="304348"/>
                  </a:lnTo>
                  <a:lnTo>
                    <a:pt x="65447" y="292221"/>
                  </a:lnTo>
                  <a:lnTo>
                    <a:pt x="61179" y="250413"/>
                  </a:lnTo>
                  <a:lnTo>
                    <a:pt x="56911" y="208561"/>
                  </a:lnTo>
                  <a:lnTo>
                    <a:pt x="52643" y="166665"/>
                  </a:lnTo>
                  <a:lnTo>
                    <a:pt x="48375" y="124725"/>
                  </a:lnTo>
                  <a:lnTo>
                    <a:pt x="44107" y="82741"/>
                  </a:lnTo>
                  <a:lnTo>
                    <a:pt x="39839" y="40712"/>
                  </a:lnTo>
                  <a:lnTo>
                    <a:pt x="79678" y="28503"/>
                  </a:lnTo>
                  <a:lnTo>
                    <a:pt x="119517" y="16290"/>
                  </a:lnTo>
                  <a:close/>
                </a:path>
              </a:pathLst>
            </a:custGeom>
            <a:solidFill>
              <a:srgbClr val="ACD5E5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" name="pg19"/>
            <p:cNvSpPr/>
            <p:nvPr/>
          </p:nvSpPr>
          <p:spPr>
            <a:xfrm>
              <a:off x="3630410" y="4687960"/>
              <a:ext cx="304483" cy="513404"/>
            </a:xfrm>
            <a:custGeom>
              <a:avLst/>
              <a:gdLst/>
              <a:ahLst/>
              <a:cxnLst/>
              <a:rect l="0" t="0" r="0" b="0"/>
              <a:pathLst>
                <a:path w="304483" h="513404">
                  <a:moveTo>
                    <a:pt x="79676" y="466640"/>
                  </a:moveTo>
                  <a:lnTo>
                    <a:pt x="73988" y="447138"/>
                  </a:lnTo>
                  <a:lnTo>
                    <a:pt x="76834" y="419820"/>
                  </a:lnTo>
                  <a:lnTo>
                    <a:pt x="76834" y="392487"/>
                  </a:lnTo>
                  <a:lnTo>
                    <a:pt x="71142" y="384674"/>
                  </a:lnTo>
                  <a:lnTo>
                    <a:pt x="56910" y="369042"/>
                  </a:lnTo>
                  <a:lnTo>
                    <a:pt x="19919" y="326026"/>
                  </a:lnTo>
                  <a:lnTo>
                    <a:pt x="2845" y="290797"/>
                  </a:lnTo>
                  <a:lnTo>
                    <a:pt x="0" y="263376"/>
                  </a:lnTo>
                  <a:lnTo>
                    <a:pt x="2845" y="224175"/>
                  </a:lnTo>
                  <a:lnTo>
                    <a:pt x="5691" y="208482"/>
                  </a:lnTo>
                  <a:lnTo>
                    <a:pt x="5691" y="173153"/>
                  </a:lnTo>
                  <a:lnTo>
                    <a:pt x="0" y="153513"/>
                  </a:lnTo>
                  <a:lnTo>
                    <a:pt x="0" y="107650"/>
                  </a:lnTo>
                  <a:lnTo>
                    <a:pt x="0" y="61736"/>
                  </a:lnTo>
                  <a:lnTo>
                    <a:pt x="0" y="15771"/>
                  </a:lnTo>
                  <a:lnTo>
                    <a:pt x="25611" y="7886"/>
                  </a:lnTo>
                  <a:lnTo>
                    <a:pt x="56910" y="0"/>
                  </a:lnTo>
                  <a:lnTo>
                    <a:pt x="73988" y="0"/>
                  </a:lnTo>
                  <a:lnTo>
                    <a:pt x="93908" y="7886"/>
                  </a:lnTo>
                  <a:lnTo>
                    <a:pt x="99596" y="7886"/>
                  </a:lnTo>
                  <a:lnTo>
                    <a:pt x="116674" y="7886"/>
                  </a:lnTo>
                  <a:lnTo>
                    <a:pt x="128053" y="7886"/>
                  </a:lnTo>
                  <a:lnTo>
                    <a:pt x="142281" y="7886"/>
                  </a:lnTo>
                  <a:lnTo>
                    <a:pt x="153668" y="15771"/>
                  </a:lnTo>
                  <a:lnTo>
                    <a:pt x="162201" y="27596"/>
                  </a:lnTo>
                  <a:lnTo>
                    <a:pt x="162201" y="55174"/>
                  </a:lnTo>
                  <a:lnTo>
                    <a:pt x="159355" y="66987"/>
                  </a:lnTo>
                  <a:lnTo>
                    <a:pt x="179279" y="86669"/>
                  </a:lnTo>
                  <a:lnTo>
                    <a:pt x="184967" y="74861"/>
                  </a:lnTo>
                  <a:lnTo>
                    <a:pt x="193504" y="78795"/>
                  </a:lnTo>
                  <a:lnTo>
                    <a:pt x="207732" y="63047"/>
                  </a:lnTo>
                  <a:lnTo>
                    <a:pt x="256110" y="114207"/>
                  </a:lnTo>
                  <a:lnTo>
                    <a:pt x="241881" y="133864"/>
                  </a:lnTo>
                  <a:lnTo>
                    <a:pt x="256110" y="145657"/>
                  </a:lnTo>
                  <a:lnTo>
                    <a:pt x="264647" y="161373"/>
                  </a:lnTo>
                  <a:lnTo>
                    <a:pt x="304483" y="184933"/>
                  </a:lnTo>
                  <a:lnTo>
                    <a:pt x="290258" y="220249"/>
                  </a:lnTo>
                  <a:lnTo>
                    <a:pt x="290258" y="232016"/>
                  </a:lnTo>
                  <a:lnTo>
                    <a:pt x="295949" y="263376"/>
                  </a:lnTo>
                  <a:lnTo>
                    <a:pt x="290258" y="275130"/>
                  </a:lnTo>
                  <a:lnTo>
                    <a:pt x="276030" y="286883"/>
                  </a:lnTo>
                  <a:lnTo>
                    <a:pt x="261797" y="310372"/>
                  </a:lnTo>
                  <a:lnTo>
                    <a:pt x="250418" y="326026"/>
                  </a:lnTo>
                  <a:lnTo>
                    <a:pt x="230498" y="326026"/>
                  </a:lnTo>
                  <a:lnTo>
                    <a:pt x="216270" y="326026"/>
                  </a:lnTo>
                  <a:lnTo>
                    <a:pt x="199199" y="357315"/>
                  </a:lnTo>
                  <a:lnTo>
                    <a:pt x="182121" y="404202"/>
                  </a:lnTo>
                  <a:lnTo>
                    <a:pt x="173584" y="443237"/>
                  </a:lnTo>
                  <a:lnTo>
                    <a:pt x="159355" y="466640"/>
                  </a:lnTo>
                  <a:lnTo>
                    <a:pt x="153668" y="490030"/>
                  </a:lnTo>
                  <a:lnTo>
                    <a:pt x="150818" y="505616"/>
                  </a:lnTo>
                  <a:lnTo>
                    <a:pt x="136594" y="513404"/>
                  </a:lnTo>
                  <a:lnTo>
                    <a:pt x="116674" y="497824"/>
                  </a:lnTo>
                  <a:lnTo>
                    <a:pt x="99596" y="486132"/>
                  </a:lnTo>
                  <a:lnTo>
                    <a:pt x="85371" y="474438"/>
                  </a:lnTo>
                  <a:close/>
                </a:path>
              </a:pathLst>
            </a:custGeom>
            <a:solidFill>
              <a:srgbClr val="8793CA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" name="tx20"/>
            <p:cNvSpPr/>
            <p:nvPr/>
          </p:nvSpPr>
          <p:spPr>
            <a:xfrm>
              <a:off x="3950686" y="4404502"/>
              <a:ext cx="120579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89</a:t>
              </a:r>
            </a:p>
          </p:txBody>
        </p:sp>
        <p:sp>
          <p:nvSpPr>
            <p:cNvPr id="22" name="tx21"/>
            <p:cNvSpPr/>
            <p:nvPr/>
          </p:nvSpPr>
          <p:spPr>
            <a:xfrm>
              <a:off x="4794288" y="2610944"/>
              <a:ext cx="120579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60</a:t>
              </a:r>
            </a:p>
          </p:txBody>
        </p:sp>
        <p:sp>
          <p:nvSpPr>
            <p:cNvPr id="23" name="tx22"/>
            <p:cNvSpPr/>
            <p:nvPr/>
          </p:nvSpPr>
          <p:spPr>
            <a:xfrm>
              <a:off x="3829798" y="4602585"/>
              <a:ext cx="180869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428</a:t>
              </a:r>
            </a:p>
          </p:txBody>
        </p:sp>
        <p:sp>
          <p:nvSpPr>
            <p:cNvPr id="24" name="tx23"/>
            <p:cNvSpPr/>
            <p:nvPr/>
          </p:nvSpPr>
          <p:spPr>
            <a:xfrm>
              <a:off x="3862811" y="3845491"/>
              <a:ext cx="120579" cy="7929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23</a:t>
              </a:r>
            </a:p>
          </p:txBody>
        </p:sp>
        <p:sp>
          <p:nvSpPr>
            <p:cNvPr id="25" name="tx24"/>
            <p:cNvSpPr/>
            <p:nvPr/>
          </p:nvSpPr>
          <p:spPr>
            <a:xfrm>
              <a:off x="4802206" y="4161994"/>
              <a:ext cx="120579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48</a:t>
              </a:r>
            </a:p>
          </p:txBody>
        </p:sp>
        <p:sp>
          <p:nvSpPr>
            <p:cNvPr id="26" name="tx25"/>
            <p:cNvSpPr/>
            <p:nvPr/>
          </p:nvSpPr>
          <p:spPr>
            <a:xfrm>
              <a:off x="4134828" y="4189482"/>
              <a:ext cx="180869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104</a:t>
              </a:r>
            </a:p>
          </p:txBody>
        </p:sp>
        <p:sp>
          <p:nvSpPr>
            <p:cNvPr id="27" name="tx26"/>
            <p:cNvSpPr/>
            <p:nvPr/>
          </p:nvSpPr>
          <p:spPr>
            <a:xfrm>
              <a:off x="4420683" y="4418394"/>
              <a:ext cx="120579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52</a:t>
              </a:r>
            </a:p>
          </p:txBody>
        </p:sp>
        <p:sp>
          <p:nvSpPr>
            <p:cNvPr id="28" name="tx27"/>
            <p:cNvSpPr/>
            <p:nvPr/>
          </p:nvSpPr>
          <p:spPr>
            <a:xfrm>
              <a:off x="4296535" y="4470359"/>
              <a:ext cx="120579" cy="7929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37</a:t>
              </a:r>
            </a:p>
          </p:txBody>
        </p:sp>
        <p:sp>
          <p:nvSpPr>
            <p:cNvPr id="29" name="tx28"/>
            <p:cNvSpPr/>
            <p:nvPr/>
          </p:nvSpPr>
          <p:spPr>
            <a:xfrm>
              <a:off x="3709236" y="4203498"/>
              <a:ext cx="120579" cy="7892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45</a:t>
              </a:r>
            </a:p>
          </p:txBody>
        </p:sp>
        <p:sp>
          <p:nvSpPr>
            <p:cNvPr id="30" name="tx29"/>
            <p:cNvSpPr/>
            <p:nvPr/>
          </p:nvSpPr>
          <p:spPr>
            <a:xfrm>
              <a:off x="4686710" y="3637371"/>
              <a:ext cx="180869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119</a:t>
              </a:r>
            </a:p>
          </p:txBody>
        </p:sp>
        <p:sp>
          <p:nvSpPr>
            <p:cNvPr id="31" name="tx30"/>
            <p:cNvSpPr/>
            <p:nvPr/>
          </p:nvSpPr>
          <p:spPr>
            <a:xfrm>
              <a:off x="4276629" y="3354746"/>
              <a:ext cx="120579" cy="779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17</a:t>
              </a:r>
            </a:p>
          </p:txBody>
        </p:sp>
        <p:sp>
          <p:nvSpPr>
            <p:cNvPr id="32" name="tx31"/>
            <p:cNvSpPr/>
            <p:nvPr/>
          </p:nvSpPr>
          <p:spPr>
            <a:xfrm>
              <a:off x="4116487" y="4557751"/>
              <a:ext cx="120579" cy="7929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34</a:t>
              </a:r>
            </a:p>
          </p:txBody>
        </p:sp>
        <p:sp>
          <p:nvSpPr>
            <p:cNvPr id="33" name="tx32"/>
            <p:cNvSpPr/>
            <p:nvPr/>
          </p:nvSpPr>
          <p:spPr>
            <a:xfrm>
              <a:off x="4091145" y="3511021"/>
              <a:ext cx="120579" cy="7929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35</a:t>
              </a:r>
            </a:p>
          </p:txBody>
        </p:sp>
        <p:sp>
          <p:nvSpPr>
            <p:cNvPr id="34" name="tx33"/>
            <p:cNvSpPr/>
            <p:nvPr/>
          </p:nvSpPr>
          <p:spPr>
            <a:xfrm>
              <a:off x="4481412" y="4145796"/>
              <a:ext cx="120579" cy="7929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33</a:t>
              </a:r>
            </a:p>
          </p:txBody>
        </p:sp>
        <p:sp>
          <p:nvSpPr>
            <p:cNvPr id="35" name="tx34"/>
            <p:cNvSpPr/>
            <p:nvPr/>
          </p:nvSpPr>
          <p:spPr>
            <a:xfrm>
              <a:off x="5297540" y="3884746"/>
              <a:ext cx="120579" cy="779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22</a:t>
              </a:r>
            </a:p>
          </p:txBody>
        </p:sp>
        <p:sp>
          <p:nvSpPr>
            <p:cNvPr id="36" name="tx35"/>
            <p:cNvSpPr/>
            <p:nvPr/>
          </p:nvSpPr>
          <p:spPr>
            <a:xfrm>
              <a:off x="3683138" y="4885383"/>
              <a:ext cx="180869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148</a:t>
              </a:r>
            </a:p>
          </p:txBody>
        </p:sp>
        <p:sp>
          <p:nvSpPr>
            <p:cNvPr id="37" name="tx36"/>
            <p:cNvSpPr/>
            <p:nvPr/>
          </p:nvSpPr>
          <p:spPr>
            <a:xfrm>
              <a:off x="3307155" y="5711234"/>
              <a:ext cx="1397613" cy="12946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Number of Companies</a:t>
              </a:r>
            </a:p>
          </p:txBody>
        </p:sp>
        <p:pic>
          <p:nvPicPr>
            <p:cNvPr id="38" name="pic3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74358" y="5594419"/>
              <a:ext cx="1097280" cy="219455"/>
            </a:xfrm>
            <a:prstGeom prst="rect">
              <a:avLst/>
            </a:prstGeom>
          </p:spPr>
        </p:pic>
        <p:sp>
          <p:nvSpPr>
            <p:cNvPr id="39" name="pl38"/>
            <p:cNvSpPr/>
            <p:nvPr/>
          </p:nvSpPr>
          <p:spPr>
            <a:xfrm>
              <a:off x="4997040" y="5769984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0"/>
                  </a:moveTo>
                  <a:lnTo>
                    <a:pt x="0" y="43891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" name="pl39"/>
            <p:cNvSpPr/>
            <p:nvPr/>
          </p:nvSpPr>
          <p:spPr>
            <a:xfrm>
              <a:off x="5263128" y="5769984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0"/>
                  </a:moveTo>
                  <a:lnTo>
                    <a:pt x="0" y="43891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" name="pl40"/>
            <p:cNvSpPr/>
            <p:nvPr/>
          </p:nvSpPr>
          <p:spPr>
            <a:xfrm>
              <a:off x="5529217" y="5769984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0"/>
                  </a:moveTo>
                  <a:lnTo>
                    <a:pt x="0" y="43891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" name="pl41"/>
            <p:cNvSpPr/>
            <p:nvPr/>
          </p:nvSpPr>
          <p:spPr>
            <a:xfrm>
              <a:off x="5795305" y="5769984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0"/>
                  </a:moveTo>
                  <a:lnTo>
                    <a:pt x="0" y="43891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" name="pl42"/>
            <p:cNvSpPr/>
            <p:nvPr/>
          </p:nvSpPr>
          <p:spPr>
            <a:xfrm>
              <a:off x="4997040" y="5594419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43891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" name="pl43"/>
            <p:cNvSpPr/>
            <p:nvPr/>
          </p:nvSpPr>
          <p:spPr>
            <a:xfrm>
              <a:off x="5263128" y="5594419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43891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" name="pl44"/>
            <p:cNvSpPr/>
            <p:nvPr/>
          </p:nvSpPr>
          <p:spPr>
            <a:xfrm>
              <a:off x="5529217" y="5594419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43891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" name="pl45"/>
            <p:cNvSpPr/>
            <p:nvPr/>
          </p:nvSpPr>
          <p:spPr>
            <a:xfrm>
              <a:off x="5795305" y="5594419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43891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" name="tx46"/>
            <p:cNvSpPr/>
            <p:nvPr/>
          </p:nvSpPr>
          <p:spPr>
            <a:xfrm>
              <a:off x="4903807" y="5881773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100</a:t>
              </a:r>
            </a:p>
          </p:txBody>
        </p:sp>
        <p:sp>
          <p:nvSpPr>
            <p:cNvPr id="48" name="tx47"/>
            <p:cNvSpPr/>
            <p:nvPr/>
          </p:nvSpPr>
          <p:spPr>
            <a:xfrm>
              <a:off x="5169895" y="5881773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200</a:t>
              </a:r>
            </a:p>
          </p:txBody>
        </p:sp>
        <p:sp>
          <p:nvSpPr>
            <p:cNvPr id="49" name="tx48"/>
            <p:cNvSpPr/>
            <p:nvPr/>
          </p:nvSpPr>
          <p:spPr>
            <a:xfrm>
              <a:off x="5435983" y="5881718"/>
              <a:ext cx="186466" cy="817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300</a:t>
              </a:r>
            </a:p>
          </p:txBody>
        </p:sp>
        <p:sp>
          <p:nvSpPr>
            <p:cNvPr id="50" name="tx49"/>
            <p:cNvSpPr/>
            <p:nvPr/>
          </p:nvSpPr>
          <p:spPr>
            <a:xfrm>
              <a:off x="5702071" y="5881773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400</a:t>
              </a:r>
            </a:p>
          </p:txBody>
        </p:sp>
        <p:sp>
          <p:nvSpPr>
            <p:cNvPr id="51" name="tx50"/>
            <p:cNvSpPr/>
            <p:nvPr/>
          </p:nvSpPr>
          <p:spPr>
            <a:xfrm>
              <a:off x="2901091" y="1624545"/>
              <a:ext cx="3376612" cy="19069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600"/>
                </a:lnSpc>
              </a:pPr>
              <a:r>
                <a:rPr sz="160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Companies with 50-200 Employees</a:t>
              </a: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1143000"/>
          </a:xfrm>
        </p:spPr>
        <p:txBody>
          <a:bodyPr>
            <a:normAutofit fontScale="90000"/>
          </a:bodyPr>
          <a:lstStyle/>
          <a:p>
            <a:r>
              <a:t>Companies with 201-500 Employees</a:t>
            </a:r>
          </a:p>
        </p:txBody>
      </p:sp>
      <p:grpSp>
        <p:nvGrpSpPr>
          <p:cNvPr id="3" name="Content Placeholder 2"/>
          <p:cNvGrpSpPr/>
          <p:nvPr/>
        </p:nvGrpSpPr>
        <p:grpSpPr>
          <a:xfrm>
            <a:off x="1981200" y="1600201"/>
            <a:ext cx="8229600" cy="4525963"/>
            <a:chOff x="457200" y="1600200"/>
            <a:chExt cx="8229600" cy="4525963"/>
          </a:xfrm>
        </p:grpSpPr>
        <p:sp>
          <p:nvSpPr>
            <p:cNvPr id="4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" name="pg4"/>
            <p:cNvSpPr/>
            <p:nvPr/>
          </p:nvSpPr>
          <p:spPr>
            <a:xfrm>
              <a:off x="3872291" y="4223939"/>
              <a:ext cx="241881" cy="392976"/>
            </a:xfrm>
            <a:custGeom>
              <a:avLst/>
              <a:gdLst/>
              <a:ahLst/>
              <a:cxnLst/>
              <a:rect l="0" t="0" r="0" b="0"/>
              <a:pathLst>
                <a:path w="241881" h="392976">
                  <a:moveTo>
                    <a:pt x="125207" y="11964"/>
                  </a:moveTo>
                  <a:lnTo>
                    <a:pt x="182125" y="0"/>
                  </a:lnTo>
                  <a:lnTo>
                    <a:pt x="196350" y="55803"/>
                  </a:lnTo>
                  <a:lnTo>
                    <a:pt x="182125" y="71730"/>
                  </a:lnTo>
                  <a:lnTo>
                    <a:pt x="207732" y="123459"/>
                  </a:lnTo>
                  <a:lnTo>
                    <a:pt x="207732" y="187036"/>
                  </a:lnTo>
                  <a:lnTo>
                    <a:pt x="241881" y="202914"/>
                  </a:lnTo>
                  <a:lnTo>
                    <a:pt x="233344" y="238619"/>
                  </a:lnTo>
                  <a:lnTo>
                    <a:pt x="241881" y="242584"/>
                  </a:lnTo>
                  <a:lnTo>
                    <a:pt x="224807" y="313892"/>
                  </a:lnTo>
                  <a:lnTo>
                    <a:pt x="224807" y="325762"/>
                  </a:lnTo>
                  <a:lnTo>
                    <a:pt x="219115" y="341587"/>
                  </a:lnTo>
                  <a:lnTo>
                    <a:pt x="224807" y="353452"/>
                  </a:lnTo>
                  <a:lnTo>
                    <a:pt x="202041" y="381122"/>
                  </a:lnTo>
                  <a:lnTo>
                    <a:pt x="196350" y="377171"/>
                  </a:lnTo>
                  <a:lnTo>
                    <a:pt x="184967" y="392976"/>
                  </a:lnTo>
                  <a:lnTo>
                    <a:pt x="139439" y="369266"/>
                  </a:lnTo>
                  <a:lnTo>
                    <a:pt x="136594" y="361359"/>
                  </a:lnTo>
                  <a:lnTo>
                    <a:pt x="85367" y="305972"/>
                  </a:lnTo>
                  <a:lnTo>
                    <a:pt x="54068" y="337631"/>
                  </a:lnTo>
                  <a:lnTo>
                    <a:pt x="45531" y="329719"/>
                  </a:lnTo>
                  <a:lnTo>
                    <a:pt x="34148" y="341587"/>
                  </a:lnTo>
                  <a:lnTo>
                    <a:pt x="17074" y="325762"/>
                  </a:lnTo>
                  <a:lnTo>
                    <a:pt x="11382" y="325762"/>
                  </a:lnTo>
                  <a:lnTo>
                    <a:pt x="2845" y="305972"/>
                  </a:lnTo>
                  <a:lnTo>
                    <a:pt x="0" y="286173"/>
                  </a:lnTo>
                  <a:lnTo>
                    <a:pt x="25611" y="251833"/>
                  </a:lnTo>
                  <a:lnTo>
                    <a:pt x="51222" y="217463"/>
                  </a:lnTo>
                  <a:lnTo>
                    <a:pt x="76834" y="183065"/>
                  </a:lnTo>
                  <a:lnTo>
                    <a:pt x="82521" y="183065"/>
                  </a:lnTo>
                  <a:lnTo>
                    <a:pt x="95327" y="135387"/>
                  </a:lnTo>
                  <a:lnTo>
                    <a:pt x="108133" y="87654"/>
                  </a:lnTo>
                  <a:lnTo>
                    <a:pt x="102441" y="51820"/>
                  </a:lnTo>
                  <a:lnTo>
                    <a:pt x="108133" y="47836"/>
                  </a:lnTo>
                  <a:lnTo>
                    <a:pt x="108133" y="31897"/>
                  </a:lnTo>
                  <a:close/>
                </a:path>
              </a:pathLst>
            </a:custGeom>
            <a:solidFill>
              <a:srgbClr val="9AB4D8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" name="pg5"/>
            <p:cNvSpPr/>
            <p:nvPr/>
          </p:nvSpPr>
          <p:spPr>
            <a:xfrm>
              <a:off x="4097099" y="2089798"/>
              <a:ext cx="1126881" cy="1365026"/>
            </a:xfrm>
            <a:custGeom>
              <a:avLst/>
              <a:gdLst/>
              <a:ahLst/>
              <a:cxnLst/>
              <a:rect l="0" t="0" r="0" b="0"/>
              <a:pathLst>
                <a:path w="1126881" h="1365026">
                  <a:moveTo>
                    <a:pt x="998828" y="1328418"/>
                  </a:moveTo>
                  <a:lnTo>
                    <a:pt x="956143" y="1335200"/>
                  </a:lnTo>
                  <a:lnTo>
                    <a:pt x="913457" y="1341980"/>
                  </a:lnTo>
                  <a:lnTo>
                    <a:pt x="870771" y="1348760"/>
                  </a:lnTo>
                  <a:lnTo>
                    <a:pt x="870771" y="1356894"/>
                  </a:lnTo>
                  <a:lnTo>
                    <a:pt x="811015" y="1365026"/>
                  </a:lnTo>
                  <a:lnTo>
                    <a:pt x="796783" y="1356894"/>
                  </a:lnTo>
                  <a:lnTo>
                    <a:pt x="796783" y="1315530"/>
                  </a:lnTo>
                  <a:lnTo>
                    <a:pt x="796783" y="1274122"/>
                  </a:lnTo>
                  <a:lnTo>
                    <a:pt x="796783" y="1232672"/>
                  </a:lnTo>
                  <a:lnTo>
                    <a:pt x="796783" y="1191178"/>
                  </a:lnTo>
                  <a:lnTo>
                    <a:pt x="796783" y="1149641"/>
                  </a:lnTo>
                  <a:lnTo>
                    <a:pt x="796783" y="1108060"/>
                  </a:lnTo>
                  <a:lnTo>
                    <a:pt x="796783" y="1099878"/>
                  </a:lnTo>
                  <a:lnTo>
                    <a:pt x="796783" y="1056001"/>
                  </a:lnTo>
                  <a:lnTo>
                    <a:pt x="796783" y="1012076"/>
                  </a:lnTo>
                  <a:lnTo>
                    <a:pt x="796783" y="968101"/>
                  </a:lnTo>
                  <a:lnTo>
                    <a:pt x="796783" y="924078"/>
                  </a:lnTo>
                  <a:lnTo>
                    <a:pt x="796783" y="880006"/>
                  </a:lnTo>
                  <a:lnTo>
                    <a:pt x="796783" y="835884"/>
                  </a:lnTo>
                  <a:lnTo>
                    <a:pt x="796783" y="791713"/>
                  </a:lnTo>
                  <a:lnTo>
                    <a:pt x="754099" y="790338"/>
                  </a:lnTo>
                  <a:lnTo>
                    <a:pt x="711414" y="788962"/>
                  </a:lnTo>
                  <a:lnTo>
                    <a:pt x="668730" y="787587"/>
                  </a:lnTo>
                  <a:lnTo>
                    <a:pt x="663038" y="783459"/>
                  </a:lnTo>
                  <a:lnTo>
                    <a:pt x="603279" y="783459"/>
                  </a:lnTo>
                  <a:lnTo>
                    <a:pt x="599484" y="740803"/>
                  </a:lnTo>
                  <a:lnTo>
                    <a:pt x="595690" y="698101"/>
                  </a:lnTo>
                  <a:lnTo>
                    <a:pt x="591896" y="655352"/>
                  </a:lnTo>
                  <a:lnTo>
                    <a:pt x="548073" y="655766"/>
                  </a:lnTo>
                  <a:lnTo>
                    <a:pt x="504249" y="656180"/>
                  </a:lnTo>
                  <a:lnTo>
                    <a:pt x="460426" y="656594"/>
                  </a:lnTo>
                  <a:lnTo>
                    <a:pt x="416603" y="657008"/>
                  </a:lnTo>
                  <a:lnTo>
                    <a:pt x="372780" y="657422"/>
                  </a:lnTo>
                  <a:lnTo>
                    <a:pt x="328957" y="657836"/>
                  </a:lnTo>
                  <a:lnTo>
                    <a:pt x="285134" y="658250"/>
                  </a:lnTo>
                  <a:lnTo>
                    <a:pt x="241310" y="658664"/>
                  </a:lnTo>
                  <a:lnTo>
                    <a:pt x="197487" y="659077"/>
                  </a:lnTo>
                  <a:lnTo>
                    <a:pt x="153664" y="659491"/>
                  </a:lnTo>
                  <a:lnTo>
                    <a:pt x="102443" y="659491"/>
                  </a:lnTo>
                  <a:lnTo>
                    <a:pt x="51221" y="659491"/>
                  </a:lnTo>
                  <a:lnTo>
                    <a:pt x="0" y="659491"/>
                  </a:lnTo>
                  <a:lnTo>
                    <a:pt x="2845" y="622223"/>
                  </a:lnTo>
                  <a:lnTo>
                    <a:pt x="19916" y="551730"/>
                  </a:lnTo>
                  <a:lnTo>
                    <a:pt x="44104" y="515744"/>
                  </a:lnTo>
                  <a:lnTo>
                    <a:pt x="68293" y="479725"/>
                  </a:lnTo>
                  <a:lnTo>
                    <a:pt x="92481" y="443672"/>
                  </a:lnTo>
                  <a:lnTo>
                    <a:pt x="116670" y="407586"/>
                  </a:lnTo>
                  <a:lnTo>
                    <a:pt x="140858" y="371467"/>
                  </a:lnTo>
                  <a:lnTo>
                    <a:pt x="165047" y="335314"/>
                  </a:lnTo>
                  <a:lnTo>
                    <a:pt x="194215" y="292514"/>
                  </a:lnTo>
                  <a:lnTo>
                    <a:pt x="223384" y="249666"/>
                  </a:lnTo>
                  <a:lnTo>
                    <a:pt x="252552" y="206771"/>
                  </a:lnTo>
                  <a:lnTo>
                    <a:pt x="281721" y="163829"/>
                  </a:lnTo>
                  <a:lnTo>
                    <a:pt x="313971" y="117690"/>
                  </a:lnTo>
                  <a:lnTo>
                    <a:pt x="346221" y="71496"/>
                  </a:lnTo>
                  <a:lnTo>
                    <a:pt x="378471" y="25247"/>
                  </a:lnTo>
                  <a:lnTo>
                    <a:pt x="392700" y="8415"/>
                  </a:lnTo>
                  <a:lnTo>
                    <a:pt x="406932" y="0"/>
                  </a:lnTo>
                  <a:lnTo>
                    <a:pt x="424003" y="0"/>
                  </a:lnTo>
                  <a:lnTo>
                    <a:pt x="441077" y="8415"/>
                  </a:lnTo>
                  <a:lnTo>
                    <a:pt x="472380" y="16832"/>
                  </a:lnTo>
                  <a:lnTo>
                    <a:pt x="486608" y="16832"/>
                  </a:lnTo>
                  <a:lnTo>
                    <a:pt x="489450" y="29456"/>
                  </a:lnTo>
                  <a:lnTo>
                    <a:pt x="480917" y="100899"/>
                  </a:lnTo>
                  <a:lnTo>
                    <a:pt x="486608" y="151251"/>
                  </a:lnTo>
                  <a:lnTo>
                    <a:pt x="509374" y="172209"/>
                  </a:lnTo>
                  <a:lnTo>
                    <a:pt x="552056" y="197347"/>
                  </a:lnTo>
                  <a:lnTo>
                    <a:pt x="577667" y="193159"/>
                  </a:lnTo>
                  <a:lnTo>
                    <a:pt x="628890" y="163829"/>
                  </a:lnTo>
                  <a:lnTo>
                    <a:pt x="671576" y="151251"/>
                  </a:lnTo>
                  <a:lnTo>
                    <a:pt x="697187" y="151251"/>
                  </a:lnTo>
                  <a:lnTo>
                    <a:pt x="722798" y="126080"/>
                  </a:lnTo>
                  <a:lnTo>
                    <a:pt x="748410" y="117690"/>
                  </a:lnTo>
                  <a:lnTo>
                    <a:pt x="805320" y="126080"/>
                  </a:lnTo>
                  <a:lnTo>
                    <a:pt x="813861" y="121884"/>
                  </a:lnTo>
                  <a:lnTo>
                    <a:pt x="816703" y="84100"/>
                  </a:lnTo>
                  <a:lnTo>
                    <a:pt x="822394" y="79899"/>
                  </a:lnTo>
                  <a:lnTo>
                    <a:pt x="873617" y="71496"/>
                  </a:lnTo>
                  <a:lnTo>
                    <a:pt x="910611" y="79899"/>
                  </a:lnTo>
                  <a:lnTo>
                    <a:pt x="930531" y="96700"/>
                  </a:lnTo>
                  <a:lnTo>
                    <a:pt x="970369" y="134473"/>
                  </a:lnTo>
                  <a:lnTo>
                    <a:pt x="1010207" y="172209"/>
                  </a:lnTo>
                  <a:lnTo>
                    <a:pt x="1038668" y="201535"/>
                  </a:lnTo>
                  <a:lnTo>
                    <a:pt x="1061434" y="243392"/>
                  </a:lnTo>
                  <a:lnTo>
                    <a:pt x="1072813" y="255940"/>
                  </a:lnTo>
                  <a:lnTo>
                    <a:pt x="1095579" y="276844"/>
                  </a:lnTo>
                  <a:lnTo>
                    <a:pt x="1112653" y="297737"/>
                  </a:lnTo>
                  <a:lnTo>
                    <a:pt x="1121190" y="335314"/>
                  </a:lnTo>
                  <a:lnTo>
                    <a:pt x="1121664" y="378416"/>
                  </a:lnTo>
                  <a:lnTo>
                    <a:pt x="1122139" y="421470"/>
                  </a:lnTo>
                  <a:lnTo>
                    <a:pt x="1122613" y="464476"/>
                  </a:lnTo>
                  <a:lnTo>
                    <a:pt x="1123087" y="507435"/>
                  </a:lnTo>
                  <a:lnTo>
                    <a:pt x="1123561" y="550347"/>
                  </a:lnTo>
                  <a:lnTo>
                    <a:pt x="1124036" y="593212"/>
                  </a:lnTo>
                  <a:lnTo>
                    <a:pt x="1123680" y="636202"/>
                  </a:lnTo>
                  <a:lnTo>
                    <a:pt x="1123324" y="679145"/>
                  </a:lnTo>
                  <a:lnTo>
                    <a:pt x="1122969" y="722041"/>
                  </a:lnTo>
                  <a:lnTo>
                    <a:pt x="1122613" y="764891"/>
                  </a:lnTo>
                  <a:lnTo>
                    <a:pt x="1122257" y="807693"/>
                  </a:lnTo>
                  <a:lnTo>
                    <a:pt x="1121901" y="850449"/>
                  </a:lnTo>
                  <a:lnTo>
                    <a:pt x="1121546" y="893159"/>
                  </a:lnTo>
                  <a:lnTo>
                    <a:pt x="1121190" y="935822"/>
                  </a:lnTo>
                  <a:lnTo>
                    <a:pt x="1123087" y="987846"/>
                  </a:lnTo>
                  <a:lnTo>
                    <a:pt x="1124984" y="1039801"/>
                  </a:lnTo>
                  <a:lnTo>
                    <a:pt x="1126881" y="1091688"/>
                  </a:lnTo>
                  <a:lnTo>
                    <a:pt x="1126881" y="1112155"/>
                  </a:lnTo>
                  <a:lnTo>
                    <a:pt x="1121190" y="1132608"/>
                  </a:lnTo>
                  <a:lnTo>
                    <a:pt x="1112653" y="1153048"/>
                  </a:lnTo>
                  <a:lnTo>
                    <a:pt x="1112653" y="1169394"/>
                  </a:lnTo>
                  <a:lnTo>
                    <a:pt x="1124036" y="1181649"/>
                  </a:lnTo>
                  <a:lnTo>
                    <a:pt x="1126881" y="1189818"/>
                  </a:lnTo>
                  <a:lnTo>
                    <a:pt x="1112653" y="1206149"/>
                  </a:lnTo>
                  <a:lnTo>
                    <a:pt x="1104116" y="1251023"/>
                  </a:lnTo>
                  <a:lnTo>
                    <a:pt x="1106961" y="1275482"/>
                  </a:lnTo>
                  <a:lnTo>
                    <a:pt x="1118344" y="1291779"/>
                  </a:lnTo>
                  <a:lnTo>
                    <a:pt x="1078506" y="1303995"/>
                  </a:lnTo>
                  <a:lnTo>
                    <a:pt x="1038667" y="1316208"/>
                  </a:lnTo>
                  <a:close/>
                </a:path>
              </a:pathLst>
            </a:custGeom>
            <a:solidFill>
              <a:srgbClr val="A0BFDC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" name="pg6"/>
            <p:cNvSpPr/>
            <p:nvPr/>
          </p:nvSpPr>
          <p:spPr>
            <a:xfrm>
              <a:off x="3681633" y="4438756"/>
              <a:ext cx="503679" cy="434137"/>
            </a:xfrm>
            <a:custGeom>
              <a:avLst/>
              <a:gdLst/>
              <a:ahLst/>
              <a:cxnLst/>
              <a:rect l="0" t="0" r="0" b="0"/>
              <a:pathLst>
                <a:path w="503679" h="434137">
                  <a:moveTo>
                    <a:pt x="415465" y="138635"/>
                  </a:moveTo>
                  <a:lnTo>
                    <a:pt x="424003" y="150496"/>
                  </a:lnTo>
                  <a:lnTo>
                    <a:pt x="435382" y="158399"/>
                  </a:lnTo>
                  <a:lnTo>
                    <a:pt x="449614" y="166305"/>
                  </a:lnTo>
                  <a:lnTo>
                    <a:pt x="466688" y="170254"/>
                  </a:lnTo>
                  <a:lnTo>
                    <a:pt x="475225" y="170254"/>
                  </a:lnTo>
                  <a:lnTo>
                    <a:pt x="486608" y="158399"/>
                  </a:lnTo>
                  <a:lnTo>
                    <a:pt x="492300" y="146542"/>
                  </a:lnTo>
                  <a:lnTo>
                    <a:pt x="500833" y="150496"/>
                  </a:lnTo>
                  <a:lnTo>
                    <a:pt x="503679" y="154449"/>
                  </a:lnTo>
                  <a:lnTo>
                    <a:pt x="492300" y="182109"/>
                  </a:lnTo>
                  <a:lnTo>
                    <a:pt x="480913" y="217642"/>
                  </a:lnTo>
                  <a:lnTo>
                    <a:pt x="466688" y="221588"/>
                  </a:lnTo>
                  <a:lnTo>
                    <a:pt x="443923" y="245259"/>
                  </a:lnTo>
                  <a:lnTo>
                    <a:pt x="441077" y="225537"/>
                  </a:lnTo>
                  <a:lnTo>
                    <a:pt x="435382" y="221588"/>
                  </a:lnTo>
                  <a:lnTo>
                    <a:pt x="421157" y="225537"/>
                  </a:lnTo>
                  <a:lnTo>
                    <a:pt x="395546" y="249203"/>
                  </a:lnTo>
                  <a:lnTo>
                    <a:pt x="369934" y="257090"/>
                  </a:lnTo>
                  <a:lnTo>
                    <a:pt x="350018" y="276800"/>
                  </a:lnTo>
                  <a:lnTo>
                    <a:pt x="330098" y="284681"/>
                  </a:lnTo>
                  <a:lnTo>
                    <a:pt x="324403" y="296500"/>
                  </a:lnTo>
                  <a:lnTo>
                    <a:pt x="321557" y="308316"/>
                  </a:lnTo>
                  <a:lnTo>
                    <a:pt x="304487" y="320128"/>
                  </a:lnTo>
                  <a:lnTo>
                    <a:pt x="298791" y="339808"/>
                  </a:lnTo>
                  <a:lnTo>
                    <a:pt x="290258" y="355542"/>
                  </a:lnTo>
                  <a:lnTo>
                    <a:pt x="307332" y="375205"/>
                  </a:lnTo>
                  <a:lnTo>
                    <a:pt x="321557" y="402717"/>
                  </a:lnTo>
                  <a:lnTo>
                    <a:pt x="315866" y="418430"/>
                  </a:lnTo>
                  <a:lnTo>
                    <a:pt x="298791" y="426284"/>
                  </a:lnTo>
                  <a:lnTo>
                    <a:pt x="270338" y="430211"/>
                  </a:lnTo>
                  <a:lnTo>
                    <a:pt x="253260" y="434137"/>
                  </a:lnTo>
                  <a:lnTo>
                    <a:pt x="213424" y="410577"/>
                  </a:lnTo>
                  <a:lnTo>
                    <a:pt x="204887" y="394861"/>
                  </a:lnTo>
                  <a:lnTo>
                    <a:pt x="190658" y="383067"/>
                  </a:lnTo>
                  <a:lnTo>
                    <a:pt x="204887" y="363411"/>
                  </a:lnTo>
                  <a:lnTo>
                    <a:pt x="156510" y="312251"/>
                  </a:lnTo>
                  <a:lnTo>
                    <a:pt x="142281" y="327998"/>
                  </a:lnTo>
                  <a:lnTo>
                    <a:pt x="133744" y="324065"/>
                  </a:lnTo>
                  <a:lnTo>
                    <a:pt x="128056" y="335873"/>
                  </a:lnTo>
                  <a:lnTo>
                    <a:pt x="108133" y="316191"/>
                  </a:lnTo>
                  <a:lnTo>
                    <a:pt x="110978" y="304378"/>
                  </a:lnTo>
                  <a:lnTo>
                    <a:pt x="110978" y="276800"/>
                  </a:lnTo>
                  <a:lnTo>
                    <a:pt x="102445" y="264975"/>
                  </a:lnTo>
                  <a:lnTo>
                    <a:pt x="91058" y="257090"/>
                  </a:lnTo>
                  <a:lnTo>
                    <a:pt x="76830" y="257090"/>
                  </a:lnTo>
                  <a:lnTo>
                    <a:pt x="65451" y="257090"/>
                  </a:lnTo>
                  <a:lnTo>
                    <a:pt x="48373" y="257090"/>
                  </a:lnTo>
                  <a:lnTo>
                    <a:pt x="42685" y="257090"/>
                  </a:lnTo>
                  <a:lnTo>
                    <a:pt x="34148" y="229480"/>
                  </a:lnTo>
                  <a:lnTo>
                    <a:pt x="36994" y="217642"/>
                  </a:lnTo>
                  <a:lnTo>
                    <a:pt x="36994" y="205800"/>
                  </a:lnTo>
                  <a:lnTo>
                    <a:pt x="65451" y="190006"/>
                  </a:lnTo>
                  <a:lnTo>
                    <a:pt x="54064" y="178159"/>
                  </a:lnTo>
                  <a:lnTo>
                    <a:pt x="71138" y="150496"/>
                  </a:lnTo>
                  <a:lnTo>
                    <a:pt x="68293" y="146542"/>
                  </a:lnTo>
                  <a:lnTo>
                    <a:pt x="76830" y="138635"/>
                  </a:lnTo>
                  <a:lnTo>
                    <a:pt x="36994" y="91155"/>
                  </a:lnTo>
                  <a:lnTo>
                    <a:pt x="5687" y="79277"/>
                  </a:lnTo>
                  <a:lnTo>
                    <a:pt x="5687" y="71356"/>
                  </a:lnTo>
                  <a:lnTo>
                    <a:pt x="0" y="63434"/>
                  </a:lnTo>
                  <a:lnTo>
                    <a:pt x="5687" y="59472"/>
                  </a:lnTo>
                  <a:lnTo>
                    <a:pt x="22765" y="59472"/>
                  </a:lnTo>
                  <a:lnTo>
                    <a:pt x="85371" y="19836"/>
                  </a:lnTo>
                  <a:lnTo>
                    <a:pt x="88213" y="19836"/>
                  </a:lnTo>
                  <a:lnTo>
                    <a:pt x="122361" y="0"/>
                  </a:lnTo>
                  <a:lnTo>
                    <a:pt x="128056" y="7937"/>
                  </a:lnTo>
                  <a:lnTo>
                    <a:pt x="136590" y="3970"/>
                  </a:lnTo>
                  <a:lnTo>
                    <a:pt x="145127" y="7937"/>
                  </a:lnTo>
                  <a:lnTo>
                    <a:pt x="156510" y="7937"/>
                  </a:lnTo>
                  <a:lnTo>
                    <a:pt x="179275" y="35696"/>
                  </a:lnTo>
                  <a:lnTo>
                    <a:pt x="190658" y="71356"/>
                  </a:lnTo>
                  <a:lnTo>
                    <a:pt x="193504" y="91155"/>
                  </a:lnTo>
                  <a:lnTo>
                    <a:pt x="202041" y="110945"/>
                  </a:lnTo>
                  <a:lnTo>
                    <a:pt x="207732" y="110945"/>
                  </a:lnTo>
                  <a:lnTo>
                    <a:pt x="224807" y="126770"/>
                  </a:lnTo>
                  <a:lnTo>
                    <a:pt x="236190" y="114902"/>
                  </a:lnTo>
                  <a:lnTo>
                    <a:pt x="244727" y="122814"/>
                  </a:lnTo>
                  <a:lnTo>
                    <a:pt x="276026" y="91155"/>
                  </a:lnTo>
                  <a:lnTo>
                    <a:pt x="327252" y="146542"/>
                  </a:lnTo>
                  <a:lnTo>
                    <a:pt x="330098" y="154449"/>
                  </a:lnTo>
                  <a:lnTo>
                    <a:pt x="375626" y="178159"/>
                  </a:lnTo>
                  <a:lnTo>
                    <a:pt x="387008" y="162354"/>
                  </a:lnTo>
                  <a:lnTo>
                    <a:pt x="392700" y="166305"/>
                  </a:lnTo>
                  <a:close/>
                </a:path>
              </a:pathLst>
            </a:custGeom>
            <a:solidFill>
              <a:srgbClr val="00008B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" name="pg7"/>
            <p:cNvSpPr/>
            <p:nvPr/>
          </p:nvSpPr>
          <p:spPr>
            <a:xfrm>
              <a:off x="3695861" y="3393795"/>
              <a:ext cx="452460" cy="842108"/>
            </a:xfrm>
            <a:custGeom>
              <a:avLst/>
              <a:gdLst/>
              <a:ahLst/>
              <a:cxnLst/>
              <a:rect l="0" t="0" r="0" b="0"/>
              <a:pathLst>
                <a:path w="452460" h="842108">
                  <a:moveTo>
                    <a:pt x="358555" y="830144"/>
                  </a:moveTo>
                  <a:lnTo>
                    <a:pt x="301637" y="842108"/>
                  </a:lnTo>
                  <a:lnTo>
                    <a:pt x="284563" y="802213"/>
                  </a:lnTo>
                  <a:lnTo>
                    <a:pt x="278871" y="802213"/>
                  </a:lnTo>
                  <a:lnTo>
                    <a:pt x="267492" y="786247"/>
                  </a:lnTo>
                  <a:lnTo>
                    <a:pt x="264643" y="786247"/>
                  </a:lnTo>
                  <a:lnTo>
                    <a:pt x="276030" y="770272"/>
                  </a:lnTo>
                  <a:lnTo>
                    <a:pt x="232395" y="760950"/>
                  </a:lnTo>
                  <a:lnTo>
                    <a:pt x="188761" y="751626"/>
                  </a:lnTo>
                  <a:lnTo>
                    <a:pt x="145127" y="742300"/>
                  </a:lnTo>
                  <a:lnTo>
                    <a:pt x="153664" y="726307"/>
                  </a:lnTo>
                  <a:lnTo>
                    <a:pt x="130898" y="674288"/>
                  </a:lnTo>
                  <a:lnTo>
                    <a:pt x="108133" y="622201"/>
                  </a:lnTo>
                  <a:lnTo>
                    <a:pt x="39836" y="650256"/>
                  </a:lnTo>
                  <a:lnTo>
                    <a:pt x="38413" y="604155"/>
                  </a:lnTo>
                  <a:lnTo>
                    <a:pt x="36990" y="558002"/>
                  </a:lnTo>
                  <a:lnTo>
                    <a:pt x="31302" y="525867"/>
                  </a:lnTo>
                  <a:lnTo>
                    <a:pt x="22765" y="525867"/>
                  </a:lnTo>
                  <a:lnTo>
                    <a:pt x="11382" y="469567"/>
                  </a:lnTo>
                  <a:lnTo>
                    <a:pt x="11382" y="461514"/>
                  </a:lnTo>
                  <a:lnTo>
                    <a:pt x="17070" y="453466"/>
                  </a:lnTo>
                  <a:lnTo>
                    <a:pt x="31302" y="449440"/>
                  </a:lnTo>
                  <a:lnTo>
                    <a:pt x="23477" y="408147"/>
                  </a:lnTo>
                  <a:lnTo>
                    <a:pt x="15651" y="366812"/>
                  </a:lnTo>
                  <a:lnTo>
                    <a:pt x="7825" y="325435"/>
                  </a:lnTo>
                  <a:lnTo>
                    <a:pt x="0" y="284014"/>
                  </a:lnTo>
                  <a:lnTo>
                    <a:pt x="5691" y="275930"/>
                  </a:lnTo>
                  <a:lnTo>
                    <a:pt x="8537" y="235471"/>
                  </a:lnTo>
                  <a:lnTo>
                    <a:pt x="11382" y="186865"/>
                  </a:lnTo>
                  <a:lnTo>
                    <a:pt x="14224" y="174705"/>
                  </a:lnTo>
                  <a:lnTo>
                    <a:pt x="22765" y="166595"/>
                  </a:lnTo>
                  <a:lnTo>
                    <a:pt x="39836" y="174705"/>
                  </a:lnTo>
                  <a:lnTo>
                    <a:pt x="88216" y="190918"/>
                  </a:lnTo>
                  <a:lnTo>
                    <a:pt x="99596" y="186865"/>
                  </a:lnTo>
                  <a:lnTo>
                    <a:pt x="105287" y="178761"/>
                  </a:lnTo>
                  <a:lnTo>
                    <a:pt x="99596" y="174705"/>
                  </a:lnTo>
                  <a:lnTo>
                    <a:pt x="71142" y="134145"/>
                  </a:lnTo>
                  <a:lnTo>
                    <a:pt x="59756" y="101666"/>
                  </a:lnTo>
                  <a:lnTo>
                    <a:pt x="62601" y="85416"/>
                  </a:lnTo>
                  <a:lnTo>
                    <a:pt x="73984" y="69160"/>
                  </a:lnTo>
                  <a:lnTo>
                    <a:pt x="99596" y="36629"/>
                  </a:lnTo>
                  <a:lnTo>
                    <a:pt x="125207" y="4071"/>
                  </a:lnTo>
                  <a:lnTo>
                    <a:pt x="139435" y="0"/>
                  </a:lnTo>
                  <a:lnTo>
                    <a:pt x="152241" y="50865"/>
                  </a:lnTo>
                  <a:lnTo>
                    <a:pt x="165047" y="101666"/>
                  </a:lnTo>
                  <a:lnTo>
                    <a:pt x="162201" y="109785"/>
                  </a:lnTo>
                  <a:lnTo>
                    <a:pt x="170738" y="150372"/>
                  </a:lnTo>
                  <a:lnTo>
                    <a:pt x="179275" y="190917"/>
                  </a:lnTo>
                  <a:lnTo>
                    <a:pt x="187813" y="231421"/>
                  </a:lnTo>
                  <a:lnTo>
                    <a:pt x="196350" y="271884"/>
                  </a:lnTo>
                  <a:lnTo>
                    <a:pt x="204887" y="312307"/>
                  </a:lnTo>
                  <a:lnTo>
                    <a:pt x="213424" y="352688"/>
                  </a:lnTo>
                  <a:lnTo>
                    <a:pt x="230498" y="352688"/>
                  </a:lnTo>
                  <a:lnTo>
                    <a:pt x="230498" y="344615"/>
                  </a:lnTo>
                  <a:lnTo>
                    <a:pt x="267492" y="336540"/>
                  </a:lnTo>
                  <a:lnTo>
                    <a:pt x="278871" y="380931"/>
                  </a:lnTo>
                  <a:lnTo>
                    <a:pt x="335789" y="376898"/>
                  </a:lnTo>
                  <a:lnTo>
                    <a:pt x="343378" y="418557"/>
                  </a:lnTo>
                  <a:lnTo>
                    <a:pt x="350967" y="460174"/>
                  </a:lnTo>
                  <a:lnTo>
                    <a:pt x="358555" y="501747"/>
                  </a:lnTo>
                  <a:lnTo>
                    <a:pt x="344323" y="505768"/>
                  </a:lnTo>
                  <a:lnTo>
                    <a:pt x="344323" y="533904"/>
                  </a:lnTo>
                  <a:lnTo>
                    <a:pt x="341477" y="533904"/>
                  </a:lnTo>
                  <a:lnTo>
                    <a:pt x="341477" y="541939"/>
                  </a:lnTo>
                  <a:lnTo>
                    <a:pt x="347168" y="541939"/>
                  </a:lnTo>
                  <a:lnTo>
                    <a:pt x="350014" y="562020"/>
                  </a:lnTo>
                  <a:lnTo>
                    <a:pt x="395546" y="558002"/>
                  </a:lnTo>
                  <a:lnTo>
                    <a:pt x="398391" y="582091"/>
                  </a:lnTo>
                  <a:lnTo>
                    <a:pt x="395546" y="582091"/>
                  </a:lnTo>
                  <a:lnTo>
                    <a:pt x="398391" y="594129"/>
                  </a:lnTo>
                  <a:lnTo>
                    <a:pt x="406928" y="594129"/>
                  </a:lnTo>
                  <a:lnTo>
                    <a:pt x="415465" y="630219"/>
                  </a:lnTo>
                  <a:lnTo>
                    <a:pt x="406928" y="634227"/>
                  </a:lnTo>
                  <a:lnTo>
                    <a:pt x="421153" y="686298"/>
                  </a:lnTo>
                  <a:lnTo>
                    <a:pt x="432540" y="686298"/>
                  </a:lnTo>
                  <a:lnTo>
                    <a:pt x="452460" y="742300"/>
                  </a:lnTo>
                  <a:lnTo>
                    <a:pt x="452460" y="758286"/>
                  </a:lnTo>
                  <a:lnTo>
                    <a:pt x="432540" y="762279"/>
                  </a:lnTo>
                  <a:lnTo>
                    <a:pt x="404083" y="758286"/>
                  </a:lnTo>
                  <a:lnTo>
                    <a:pt x="384163" y="782254"/>
                  </a:lnTo>
                  <a:lnTo>
                    <a:pt x="378471" y="790237"/>
                  </a:lnTo>
                  <a:lnTo>
                    <a:pt x="378471" y="798224"/>
                  </a:lnTo>
                  <a:lnTo>
                    <a:pt x="395546" y="806204"/>
                  </a:lnTo>
                  <a:lnTo>
                    <a:pt x="392700" y="826155"/>
                  </a:lnTo>
                  <a:close/>
                </a:path>
              </a:pathLst>
            </a:custGeom>
            <a:solidFill>
              <a:srgbClr val="ADD8E6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" name="pg8"/>
            <p:cNvSpPr/>
            <p:nvPr/>
          </p:nvSpPr>
          <p:spPr>
            <a:xfrm>
              <a:off x="4683307" y="3681852"/>
              <a:ext cx="429694" cy="701320"/>
            </a:xfrm>
            <a:custGeom>
              <a:avLst/>
              <a:gdLst/>
              <a:ahLst/>
              <a:cxnLst/>
              <a:rect l="0" t="0" r="0" b="0"/>
              <a:pathLst>
                <a:path w="429694" h="701320">
                  <a:moveTo>
                    <a:pt x="14224" y="398240"/>
                  </a:moveTo>
                  <a:lnTo>
                    <a:pt x="42681" y="398240"/>
                  </a:lnTo>
                  <a:lnTo>
                    <a:pt x="42681" y="414249"/>
                  </a:lnTo>
                  <a:lnTo>
                    <a:pt x="56910" y="414249"/>
                  </a:lnTo>
                  <a:lnTo>
                    <a:pt x="62601" y="390234"/>
                  </a:lnTo>
                  <a:lnTo>
                    <a:pt x="85367" y="374216"/>
                  </a:lnTo>
                  <a:lnTo>
                    <a:pt x="108129" y="382225"/>
                  </a:lnTo>
                  <a:lnTo>
                    <a:pt x="122361" y="354187"/>
                  </a:lnTo>
                  <a:lnTo>
                    <a:pt x="199192" y="342161"/>
                  </a:lnTo>
                  <a:lnTo>
                    <a:pt x="193501" y="294032"/>
                  </a:lnTo>
                  <a:lnTo>
                    <a:pt x="187811" y="245845"/>
                  </a:lnTo>
                  <a:lnTo>
                    <a:pt x="182121" y="197601"/>
                  </a:lnTo>
                  <a:lnTo>
                    <a:pt x="239032" y="181509"/>
                  </a:lnTo>
                  <a:lnTo>
                    <a:pt x="227652" y="121097"/>
                  </a:lnTo>
                  <a:lnTo>
                    <a:pt x="287409" y="100939"/>
                  </a:lnTo>
                  <a:lnTo>
                    <a:pt x="278871" y="32328"/>
                  </a:lnTo>
                  <a:lnTo>
                    <a:pt x="331517" y="16167"/>
                  </a:lnTo>
                  <a:lnTo>
                    <a:pt x="384163" y="0"/>
                  </a:lnTo>
                  <a:lnTo>
                    <a:pt x="390992" y="41213"/>
                  </a:lnTo>
                  <a:lnTo>
                    <a:pt x="397821" y="82384"/>
                  </a:lnTo>
                  <a:lnTo>
                    <a:pt x="404650" y="123514"/>
                  </a:lnTo>
                  <a:lnTo>
                    <a:pt x="411478" y="164601"/>
                  </a:lnTo>
                  <a:lnTo>
                    <a:pt x="418307" y="205646"/>
                  </a:lnTo>
                  <a:lnTo>
                    <a:pt x="372780" y="221731"/>
                  </a:lnTo>
                  <a:lnTo>
                    <a:pt x="379182" y="266934"/>
                  </a:lnTo>
                  <a:lnTo>
                    <a:pt x="385584" y="312088"/>
                  </a:lnTo>
                  <a:lnTo>
                    <a:pt x="391986" y="357190"/>
                  </a:lnTo>
                  <a:lnTo>
                    <a:pt x="398387" y="402243"/>
                  </a:lnTo>
                  <a:lnTo>
                    <a:pt x="412620" y="402243"/>
                  </a:lnTo>
                  <a:lnTo>
                    <a:pt x="423999" y="462236"/>
                  </a:lnTo>
                  <a:lnTo>
                    <a:pt x="418307" y="466232"/>
                  </a:lnTo>
                  <a:lnTo>
                    <a:pt x="429694" y="538097"/>
                  </a:lnTo>
                  <a:lnTo>
                    <a:pt x="421153" y="538097"/>
                  </a:lnTo>
                  <a:lnTo>
                    <a:pt x="415462" y="554050"/>
                  </a:lnTo>
                  <a:lnTo>
                    <a:pt x="423999" y="597890"/>
                  </a:lnTo>
                  <a:lnTo>
                    <a:pt x="398387" y="605855"/>
                  </a:lnTo>
                  <a:lnTo>
                    <a:pt x="398387" y="629740"/>
                  </a:lnTo>
                  <a:lnTo>
                    <a:pt x="381317" y="645658"/>
                  </a:lnTo>
                  <a:lnTo>
                    <a:pt x="378467" y="625763"/>
                  </a:lnTo>
                  <a:lnTo>
                    <a:pt x="381317" y="601870"/>
                  </a:lnTo>
                  <a:lnTo>
                    <a:pt x="358551" y="581954"/>
                  </a:lnTo>
                  <a:lnTo>
                    <a:pt x="369934" y="566011"/>
                  </a:lnTo>
                  <a:lnTo>
                    <a:pt x="358551" y="550063"/>
                  </a:lnTo>
                  <a:lnTo>
                    <a:pt x="338631" y="558038"/>
                  </a:lnTo>
                  <a:lnTo>
                    <a:pt x="327248" y="538097"/>
                  </a:lnTo>
                  <a:lnTo>
                    <a:pt x="321557" y="522137"/>
                  </a:lnTo>
                  <a:lnTo>
                    <a:pt x="307329" y="522137"/>
                  </a:lnTo>
                  <a:lnTo>
                    <a:pt x="301637" y="534108"/>
                  </a:lnTo>
                  <a:lnTo>
                    <a:pt x="301637" y="550063"/>
                  </a:lnTo>
                  <a:lnTo>
                    <a:pt x="293100" y="558038"/>
                  </a:lnTo>
                  <a:lnTo>
                    <a:pt x="284563" y="550063"/>
                  </a:lnTo>
                  <a:lnTo>
                    <a:pt x="276026" y="534108"/>
                  </a:lnTo>
                  <a:lnTo>
                    <a:pt x="267489" y="526131"/>
                  </a:lnTo>
                  <a:lnTo>
                    <a:pt x="264643" y="534108"/>
                  </a:lnTo>
                  <a:lnTo>
                    <a:pt x="267489" y="554050"/>
                  </a:lnTo>
                  <a:lnTo>
                    <a:pt x="247572" y="573983"/>
                  </a:lnTo>
                  <a:lnTo>
                    <a:pt x="236186" y="573983"/>
                  </a:lnTo>
                  <a:lnTo>
                    <a:pt x="219112" y="593906"/>
                  </a:lnTo>
                  <a:lnTo>
                    <a:pt x="210574" y="593906"/>
                  </a:lnTo>
                  <a:lnTo>
                    <a:pt x="199192" y="585935"/>
                  </a:lnTo>
                  <a:lnTo>
                    <a:pt x="196346" y="577969"/>
                  </a:lnTo>
                  <a:lnTo>
                    <a:pt x="207732" y="558038"/>
                  </a:lnTo>
                  <a:lnTo>
                    <a:pt x="196346" y="538097"/>
                  </a:lnTo>
                  <a:lnTo>
                    <a:pt x="184967" y="546074"/>
                  </a:lnTo>
                  <a:lnTo>
                    <a:pt x="182121" y="573983"/>
                  </a:lnTo>
                  <a:lnTo>
                    <a:pt x="165047" y="589922"/>
                  </a:lnTo>
                  <a:lnTo>
                    <a:pt x="153660" y="597890"/>
                  </a:lnTo>
                  <a:lnTo>
                    <a:pt x="145127" y="601870"/>
                  </a:lnTo>
                  <a:lnTo>
                    <a:pt x="128053" y="605855"/>
                  </a:lnTo>
                  <a:lnTo>
                    <a:pt x="136590" y="625763"/>
                  </a:lnTo>
                  <a:lnTo>
                    <a:pt x="128053" y="645658"/>
                  </a:lnTo>
                  <a:lnTo>
                    <a:pt x="130895" y="661569"/>
                  </a:lnTo>
                  <a:lnTo>
                    <a:pt x="142281" y="673498"/>
                  </a:lnTo>
                  <a:lnTo>
                    <a:pt x="153660" y="681449"/>
                  </a:lnTo>
                  <a:lnTo>
                    <a:pt x="145127" y="701320"/>
                  </a:lnTo>
                  <a:lnTo>
                    <a:pt x="130895" y="701320"/>
                  </a:lnTo>
                  <a:lnTo>
                    <a:pt x="99596" y="685424"/>
                  </a:lnTo>
                  <a:lnTo>
                    <a:pt x="93904" y="697346"/>
                  </a:lnTo>
                  <a:lnTo>
                    <a:pt x="82521" y="697346"/>
                  </a:lnTo>
                  <a:lnTo>
                    <a:pt x="73984" y="665546"/>
                  </a:lnTo>
                  <a:lnTo>
                    <a:pt x="59756" y="661569"/>
                  </a:lnTo>
                  <a:lnTo>
                    <a:pt x="42681" y="657592"/>
                  </a:lnTo>
                  <a:lnTo>
                    <a:pt x="14224" y="657592"/>
                  </a:lnTo>
                  <a:lnTo>
                    <a:pt x="5687" y="649636"/>
                  </a:lnTo>
                  <a:lnTo>
                    <a:pt x="5687" y="637702"/>
                  </a:lnTo>
                  <a:lnTo>
                    <a:pt x="14224" y="633720"/>
                  </a:lnTo>
                  <a:lnTo>
                    <a:pt x="28453" y="633720"/>
                  </a:lnTo>
                  <a:lnTo>
                    <a:pt x="25611" y="613817"/>
                  </a:lnTo>
                  <a:lnTo>
                    <a:pt x="34144" y="601870"/>
                  </a:lnTo>
                  <a:lnTo>
                    <a:pt x="48373" y="605855"/>
                  </a:lnTo>
                  <a:lnTo>
                    <a:pt x="73984" y="613817"/>
                  </a:lnTo>
                  <a:lnTo>
                    <a:pt x="73984" y="605855"/>
                  </a:lnTo>
                  <a:lnTo>
                    <a:pt x="62601" y="593906"/>
                  </a:lnTo>
                  <a:lnTo>
                    <a:pt x="65447" y="577969"/>
                  </a:lnTo>
                  <a:lnTo>
                    <a:pt x="54064" y="573983"/>
                  </a:lnTo>
                  <a:lnTo>
                    <a:pt x="39836" y="573983"/>
                  </a:lnTo>
                  <a:lnTo>
                    <a:pt x="25611" y="593906"/>
                  </a:lnTo>
                  <a:lnTo>
                    <a:pt x="14224" y="589922"/>
                  </a:lnTo>
                  <a:lnTo>
                    <a:pt x="19916" y="573983"/>
                  </a:lnTo>
                  <a:lnTo>
                    <a:pt x="36990" y="538097"/>
                  </a:lnTo>
                  <a:lnTo>
                    <a:pt x="36990" y="514155"/>
                  </a:lnTo>
                  <a:lnTo>
                    <a:pt x="28453" y="494196"/>
                  </a:lnTo>
                  <a:lnTo>
                    <a:pt x="22765" y="486206"/>
                  </a:lnTo>
                  <a:lnTo>
                    <a:pt x="14224" y="466232"/>
                  </a:lnTo>
                  <a:lnTo>
                    <a:pt x="2845" y="454242"/>
                  </a:lnTo>
                  <a:lnTo>
                    <a:pt x="0" y="446246"/>
                  </a:lnTo>
                  <a:lnTo>
                    <a:pt x="2845" y="434250"/>
                  </a:lnTo>
                  <a:lnTo>
                    <a:pt x="5687" y="418250"/>
                  </a:lnTo>
                  <a:lnTo>
                    <a:pt x="11379" y="406245"/>
                  </a:lnTo>
                  <a:close/>
                </a:path>
              </a:pathLst>
            </a:custGeom>
            <a:solidFill>
              <a:srgbClr val="A5C8E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" name="pg9"/>
            <p:cNvSpPr/>
            <p:nvPr/>
          </p:nvSpPr>
          <p:spPr>
            <a:xfrm>
              <a:off x="4054417" y="4056069"/>
              <a:ext cx="367088" cy="422347"/>
            </a:xfrm>
            <a:custGeom>
              <a:avLst/>
              <a:gdLst/>
              <a:ahLst/>
              <a:cxnLst/>
              <a:rect l="0" t="0" r="0" b="0"/>
              <a:pathLst>
                <a:path w="367088" h="422347">
                  <a:moveTo>
                    <a:pt x="0" y="167870"/>
                  </a:moveTo>
                  <a:lnTo>
                    <a:pt x="34144" y="163881"/>
                  </a:lnTo>
                  <a:lnTo>
                    <a:pt x="36990" y="143930"/>
                  </a:lnTo>
                  <a:lnTo>
                    <a:pt x="19916" y="135950"/>
                  </a:lnTo>
                  <a:lnTo>
                    <a:pt x="19916" y="127963"/>
                  </a:lnTo>
                  <a:lnTo>
                    <a:pt x="25607" y="119980"/>
                  </a:lnTo>
                  <a:lnTo>
                    <a:pt x="45527" y="96012"/>
                  </a:lnTo>
                  <a:lnTo>
                    <a:pt x="73984" y="100005"/>
                  </a:lnTo>
                  <a:lnTo>
                    <a:pt x="93904" y="96012"/>
                  </a:lnTo>
                  <a:lnTo>
                    <a:pt x="93904" y="80026"/>
                  </a:lnTo>
                  <a:lnTo>
                    <a:pt x="122361" y="68029"/>
                  </a:lnTo>
                  <a:lnTo>
                    <a:pt x="139435" y="72030"/>
                  </a:lnTo>
                  <a:lnTo>
                    <a:pt x="150815" y="80026"/>
                  </a:lnTo>
                  <a:lnTo>
                    <a:pt x="147969" y="92016"/>
                  </a:lnTo>
                  <a:lnTo>
                    <a:pt x="159355" y="100005"/>
                  </a:lnTo>
                  <a:lnTo>
                    <a:pt x="173580" y="80026"/>
                  </a:lnTo>
                  <a:lnTo>
                    <a:pt x="184963" y="80026"/>
                  </a:lnTo>
                  <a:lnTo>
                    <a:pt x="190654" y="84020"/>
                  </a:lnTo>
                  <a:lnTo>
                    <a:pt x="256106" y="96012"/>
                  </a:lnTo>
                  <a:lnTo>
                    <a:pt x="264643" y="88020"/>
                  </a:lnTo>
                  <a:lnTo>
                    <a:pt x="267489" y="64033"/>
                  </a:lnTo>
                  <a:lnTo>
                    <a:pt x="264643" y="48034"/>
                  </a:lnTo>
                  <a:lnTo>
                    <a:pt x="250414" y="40032"/>
                  </a:lnTo>
                  <a:lnTo>
                    <a:pt x="241877" y="24024"/>
                  </a:lnTo>
                  <a:lnTo>
                    <a:pt x="241877" y="12014"/>
                  </a:lnTo>
                  <a:lnTo>
                    <a:pt x="321557" y="0"/>
                  </a:lnTo>
                  <a:lnTo>
                    <a:pt x="330090" y="8009"/>
                  </a:lnTo>
                  <a:lnTo>
                    <a:pt x="332936" y="28027"/>
                  </a:lnTo>
                  <a:lnTo>
                    <a:pt x="327248" y="48034"/>
                  </a:lnTo>
                  <a:lnTo>
                    <a:pt x="352856" y="52035"/>
                  </a:lnTo>
                  <a:lnTo>
                    <a:pt x="347168" y="111989"/>
                  </a:lnTo>
                  <a:lnTo>
                    <a:pt x="367088" y="119980"/>
                  </a:lnTo>
                  <a:lnTo>
                    <a:pt x="352856" y="175846"/>
                  </a:lnTo>
                  <a:lnTo>
                    <a:pt x="330090" y="175846"/>
                  </a:lnTo>
                  <a:lnTo>
                    <a:pt x="317287" y="215705"/>
                  </a:lnTo>
                  <a:lnTo>
                    <a:pt x="304483" y="255524"/>
                  </a:lnTo>
                  <a:lnTo>
                    <a:pt x="290254" y="311208"/>
                  </a:lnTo>
                  <a:lnTo>
                    <a:pt x="227649" y="303258"/>
                  </a:lnTo>
                  <a:lnTo>
                    <a:pt x="221957" y="335049"/>
                  </a:lnTo>
                  <a:lnTo>
                    <a:pt x="224807" y="374753"/>
                  </a:lnTo>
                  <a:lnTo>
                    <a:pt x="230494" y="410454"/>
                  </a:lnTo>
                  <a:lnTo>
                    <a:pt x="179275" y="402523"/>
                  </a:lnTo>
                  <a:lnTo>
                    <a:pt x="176426" y="390624"/>
                  </a:lnTo>
                  <a:lnTo>
                    <a:pt x="122361" y="378721"/>
                  </a:lnTo>
                  <a:lnTo>
                    <a:pt x="108129" y="422347"/>
                  </a:lnTo>
                  <a:lnTo>
                    <a:pt x="59756" y="410454"/>
                  </a:lnTo>
                  <a:lnTo>
                    <a:pt x="51218" y="406489"/>
                  </a:lnTo>
                  <a:lnTo>
                    <a:pt x="59756" y="370784"/>
                  </a:lnTo>
                  <a:lnTo>
                    <a:pt x="25607" y="354906"/>
                  </a:lnTo>
                  <a:lnTo>
                    <a:pt x="25607" y="291329"/>
                  </a:lnTo>
                  <a:lnTo>
                    <a:pt x="0" y="239601"/>
                  </a:lnTo>
                  <a:lnTo>
                    <a:pt x="14224" y="223673"/>
                  </a:lnTo>
                  <a:close/>
                </a:path>
              </a:pathLst>
            </a:custGeom>
            <a:solidFill>
              <a:srgbClr val="8B9ACD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" name="pg10"/>
            <p:cNvSpPr/>
            <p:nvPr/>
          </p:nvSpPr>
          <p:spPr>
            <a:xfrm>
              <a:off x="4384508" y="4303635"/>
              <a:ext cx="207736" cy="305375"/>
            </a:xfrm>
            <a:custGeom>
              <a:avLst/>
              <a:gdLst/>
              <a:ahLst/>
              <a:cxnLst/>
              <a:rect l="0" t="0" r="0" b="0"/>
              <a:pathLst>
                <a:path w="207736" h="305375">
                  <a:moveTo>
                    <a:pt x="17078" y="19899"/>
                  </a:moveTo>
                  <a:lnTo>
                    <a:pt x="28460" y="7958"/>
                  </a:lnTo>
                  <a:lnTo>
                    <a:pt x="51226" y="27854"/>
                  </a:lnTo>
                  <a:lnTo>
                    <a:pt x="91062" y="0"/>
                  </a:lnTo>
                  <a:lnTo>
                    <a:pt x="130902" y="37799"/>
                  </a:lnTo>
                  <a:lnTo>
                    <a:pt x="170742" y="75564"/>
                  </a:lnTo>
                  <a:lnTo>
                    <a:pt x="184971" y="75564"/>
                  </a:lnTo>
                  <a:lnTo>
                    <a:pt x="193508" y="67616"/>
                  </a:lnTo>
                  <a:lnTo>
                    <a:pt x="207736" y="75564"/>
                  </a:lnTo>
                  <a:lnTo>
                    <a:pt x="196353" y="107340"/>
                  </a:lnTo>
                  <a:lnTo>
                    <a:pt x="187816" y="119249"/>
                  </a:lnTo>
                  <a:lnTo>
                    <a:pt x="179279" y="147025"/>
                  </a:lnTo>
                  <a:lnTo>
                    <a:pt x="170742" y="158923"/>
                  </a:lnTo>
                  <a:lnTo>
                    <a:pt x="165051" y="170817"/>
                  </a:lnTo>
                  <a:lnTo>
                    <a:pt x="165051" y="182705"/>
                  </a:lnTo>
                  <a:lnTo>
                    <a:pt x="179279" y="194593"/>
                  </a:lnTo>
                  <a:lnTo>
                    <a:pt x="176433" y="218361"/>
                  </a:lnTo>
                  <a:lnTo>
                    <a:pt x="165051" y="226276"/>
                  </a:lnTo>
                  <a:lnTo>
                    <a:pt x="147976" y="234196"/>
                  </a:lnTo>
                  <a:lnTo>
                    <a:pt x="145131" y="242109"/>
                  </a:lnTo>
                  <a:lnTo>
                    <a:pt x="145131" y="250023"/>
                  </a:lnTo>
                  <a:lnTo>
                    <a:pt x="133748" y="257935"/>
                  </a:lnTo>
                  <a:lnTo>
                    <a:pt x="119523" y="265846"/>
                  </a:lnTo>
                  <a:lnTo>
                    <a:pt x="108136" y="297475"/>
                  </a:lnTo>
                  <a:lnTo>
                    <a:pt x="96757" y="305375"/>
                  </a:lnTo>
                  <a:lnTo>
                    <a:pt x="85371" y="301426"/>
                  </a:lnTo>
                  <a:lnTo>
                    <a:pt x="79679" y="281663"/>
                  </a:lnTo>
                  <a:lnTo>
                    <a:pt x="96757" y="265846"/>
                  </a:lnTo>
                  <a:lnTo>
                    <a:pt x="99603" y="257935"/>
                  </a:lnTo>
                  <a:lnTo>
                    <a:pt x="79679" y="257935"/>
                  </a:lnTo>
                  <a:lnTo>
                    <a:pt x="62605" y="257935"/>
                  </a:lnTo>
                  <a:lnTo>
                    <a:pt x="65451" y="234196"/>
                  </a:lnTo>
                  <a:lnTo>
                    <a:pt x="71142" y="218361"/>
                  </a:lnTo>
                  <a:lnTo>
                    <a:pt x="76837" y="210438"/>
                  </a:lnTo>
                  <a:lnTo>
                    <a:pt x="85371" y="194593"/>
                  </a:lnTo>
                  <a:lnTo>
                    <a:pt x="82525" y="186671"/>
                  </a:lnTo>
                  <a:lnTo>
                    <a:pt x="71142" y="178742"/>
                  </a:lnTo>
                  <a:lnTo>
                    <a:pt x="71142" y="139091"/>
                  </a:lnTo>
                  <a:lnTo>
                    <a:pt x="62605" y="123218"/>
                  </a:lnTo>
                  <a:lnTo>
                    <a:pt x="54072" y="107340"/>
                  </a:lnTo>
                  <a:lnTo>
                    <a:pt x="48377" y="107340"/>
                  </a:lnTo>
                  <a:lnTo>
                    <a:pt x="31306" y="103369"/>
                  </a:lnTo>
                  <a:lnTo>
                    <a:pt x="28460" y="95427"/>
                  </a:lnTo>
                  <a:lnTo>
                    <a:pt x="17078" y="87483"/>
                  </a:lnTo>
                  <a:lnTo>
                    <a:pt x="5695" y="75564"/>
                  </a:lnTo>
                  <a:lnTo>
                    <a:pt x="0" y="63641"/>
                  </a:lnTo>
                  <a:lnTo>
                    <a:pt x="5695" y="43763"/>
                  </a:lnTo>
                  <a:lnTo>
                    <a:pt x="0" y="35809"/>
                  </a:lnTo>
                  <a:lnTo>
                    <a:pt x="2845" y="23875"/>
                  </a:lnTo>
                  <a:close/>
                </a:path>
              </a:pathLst>
            </a:custGeom>
            <a:solidFill>
              <a:srgbClr val="A4C6DF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" name="pg11"/>
            <p:cNvSpPr/>
            <p:nvPr/>
          </p:nvSpPr>
          <p:spPr>
            <a:xfrm>
              <a:off x="4208077" y="4311593"/>
              <a:ext cx="261801" cy="356643"/>
            </a:xfrm>
            <a:custGeom>
              <a:avLst/>
              <a:gdLst/>
              <a:ahLst/>
              <a:cxnLst/>
              <a:rect l="0" t="0" r="0" b="0"/>
              <a:pathLst>
                <a:path w="261801" h="356643">
                  <a:moveTo>
                    <a:pt x="150822" y="0"/>
                  </a:moveTo>
                  <a:lnTo>
                    <a:pt x="193508" y="11941"/>
                  </a:lnTo>
                  <a:lnTo>
                    <a:pt x="179275" y="15917"/>
                  </a:lnTo>
                  <a:lnTo>
                    <a:pt x="176430" y="27851"/>
                  </a:lnTo>
                  <a:lnTo>
                    <a:pt x="182125" y="35805"/>
                  </a:lnTo>
                  <a:lnTo>
                    <a:pt x="176430" y="55683"/>
                  </a:lnTo>
                  <a:lnTo>
                    <a:pt x="182125" y="67605"/>
                  </a:lnTo>
                  <a:lnTo>
                    <a:pt x="193508" y="79524"/>
                  </a:lnTo>
                  <a:lnTo>
                    <a:pt x="204891" y="87468"/>
                  </a:lnTo>
                  <a:lnTo>
                    <a:pt x="207736" y="95411"/>
                  </a:lnTo>
                  <a:lnTo>
                    <a:pt x="224807" y="99381"/>
                  </a:lnTo>
                  <a:lnTo>
                    <a:pt x="230502" y="99381"/>
                  </a:lnTo>
                  <a:lnTo>
                    <a:pt x="239035" y="115260"/>
                  </a:lnTo>
                  <a:lnTo>
                    <a:pt x="247572" y="131132"/>
                  </a:lnTo>
                  <a:lnTo>
                    <a:pt x="247572" y="170784"/>
                  </a:lnTo>
                  <a:lnTo>
                    <a:pt x="258955" y="178713"/>
                  </a:lnTo>
                  <a:lnTo>
                    <a:pt x="261801" y="186635"/>
                  </a:lnTo>
                  <a:lnTo>
                    <a:pt x="253268" y="202479"/>
                  </a:lnTo>
                  <a:lnTo>
                    <a:pt x="247572" y="210402"/>
                  </a:lnTo>
                  <a:lnTo>
                    <a:pt x="241881" y="226238"/>
                  </a:lnTo>
                  <a:lnTo>
                    <a:pt x="239035" y="249977"/>
                  </a:lnTo>
                  <a:lnTo>
                    <a:pt x="224807" y="265797"/>
                  </a:lnTo>
                  <a:lnTo>
                    <a:pt x="219115" y="265797"/>
                  </a:lnTo>
                  <a:lnTo>
                    <a:pt x="207736" y="257888"/>
                  </a:lnTo>
                  <a:lnTo>
                    <a:pt x="216270" y="230193"/>
                  </a:lnTo>
                  <a:lnTo>
                    <a:pt x="213428" y="218318"/>
                  </a:lnTo>
                  <a:lnTo>
                    <a:pt x="204891" y="218318"/>
                  </a:lnTo>
                  <a:lnTo>
                    <a:pt x="196350" y="226238"/>
                  </a:lnTo>
                  <a:lnTo>
                    <a:pt x="190662" y="253933"/>
                  </a:lnTo>
                  <a:lnTo>
                    <a:pt x="176430" y="257888"/>
                  </a:lnTo>
                  <a:lnTo>
                    <a:pt x="170742" y="305321"/>
                  </a:lnTo>
                  <a:lnTo>
                    <a:pt x="167896" y="309271"/>
                  </a:lnTo>
                  <a:lnTo>
                    <a:pt x="153664" y="321120"/>
                  </a:lnTo>
                  <a:lnTo>
                    <a:pt x="147976" y="348751"/>
                  </a:lnTo>
                  <a:lnTo>
                    <a:pt x="142285" y="352700"/>
                  </a:lnTo>
                  <a:lnTo>
                    <a:pt x="133744" y="348751"/>
                  </a:lnTo>
                  <a:lnTo>
                    <a:pt x="130902" y="321120"/>
                  </a:lnTo>
                  <a:lnTo>
                    <a:pt x="96754" y="297417"/>
                  </a:lnTo>
                  <a:lnTo>
                    <a:pt x="99599" y="344804"/>
                  </a:lnTo>
                  <a:lnTo>
                    <a:pt x="91062" y="356643"/>
                  </a:lnTo>
                  <a:lnTo>
                    <a:pt x="76834" y="356643"/>
                  </a:lnTo>
                  <a:lnTo>
                    <a:pt x="62605" y="344804"/>
                  </a:lnTo>
                  <a:lnTo>
                    <a:pt x="54068" y="329015"/>
                  </a:lnTo>
                  <a:lnTo>
                    <a:pt x="36994" y="325069"/>
                  </a:lnTo>
                  <a:lnTo>
                    <a:pt x="28460" y="325069"/>
                  </a:lnTo>
                  <a:lnTo>
                    <a:pt x="42685" y="277658"/>
                  </a:lnTo>
                  <a:lnTo>
                    <a:pt x="54068" y="242065"/>
                  </a:lnTo>
                  <a:lnTo>
                    <a:pt x="45531" y="234151"/>
                  </a:lnTo>
                  <a:lnTo>
                    <a:pt x="25615" y="230193"/>
                  </a:lnTo>
                  <a:lnTo>
                    <a:pt x="0" y="226238"/>
                  </a:lnTo>
                  <a:lnTo>
                    <a:pt x="8540" y="214359"/>
                  </a:lnTo>
                  <a:lnTo>
                    <a:pt x="14228" y="190596"/>
                  </a:lnTo>
                  <a:lnTo>
                    <a:pt x="25615" y="146999"/>
                  </a:lnTo>
                  <a:lnTo>
                    <a:pt x="76834" y="154929"/>
                  </a:lnTo>
                  <a:lnTo>
                    <a:pt x="71146" y="119229"/>
                  </a:lnTo>
                  <a:lnTo>
                    <a:pt x="68297" y="79524"/>
                  </a:lnTo>
                  <a:lnTo>
                    <a:pt x="73988" y="47733"/>
                  </a:lnTo>
                  <a:lnTo>
                    <a:pt x="136594" y="55683"/>
                  </a:lnTo>
                  <a:close/>
                </a:path>
              </a:pathLst>
            </a:custGeom>
            <a:solidFill>
              <a:srgbClr val="ACD6E5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" name="pg12"/>
            <p:cNvSpPr/>
            <p:nvPr/>
          </p:nvSpPr>
          <p:spPr>
            <a:xfrm>
              <a:off x="3579187" y="3613070"/>
              <a:ext cx="418311" cy="1090660"/>
            </a:xfrm>
            <a:custGeom>
              <a:avLst/>
              <a:gdLst/>
              <a:ahLst/>
              <a:cxnLst/>
              <a:rect l="0" t="0" r="0" b="0"/>
              <a:pathLst>
                <a:path w="418311" h="1090660">
                  <a:moveTo>
                    <a:pt x="0" y="28337"/>
                  </a:moveTo>
                  <a:lnTo>
                    <a:pt x="17074" y="24290"/>
                  </a:lnTo>
                  <a:lnTo>
                    <a:pt x="31302" y="4049"/>
                  </a:lnTo>
                  <a:lnTo>
                    <a:pt x="51222" y="0"/>
                  </a:lnTo>
                  <a:lnTo>
                    <a:pt x="68297" y="4049"/>
                  </a:lnTo>
                  <a:lnTo>
                    <a:pt x="76834" y="24290"/>
                  </a:lnTo>
                  <a:lnTo>
                    <a:pt x="85371" y="60698"/>
                  </a:lnTo>
                  <a:lnTo>
                    <a:pt x="99599" y="68781"/>
                  </a:lnTo>
                  <a:lnTo>
                    <a:pt x="116674" y="64739"/>
                  </a:lnTo>
                  <a:lnTo>
                    <a:pt x="124499" y="106159"/>
                  </a:lnTo>
                  <a:lnTo>
                    <a:pt x="132325" y="147536"/>
                  </a:lnTo>
                  <a:lnTo>
                    <a:pt x="140151" y="188871"/>
                  </a:lnTo>
                  <a:lnTo>
                    <a:pt x="147976" y="230164"/>
                  </a:lnTo>
                  <a:lnTo>
                    <a:pt x="133744" y="234190"/>
                  </a:lnTo>
                  <a:lnTo>
                    <a:pt x="128056" y="242239"/>
                  </a:lnTo>
                  <a:lnTo>
                    <a:pt x="128056" y="250291"/>
                  </a:lnTo>
                  <a:lnTo>
                    <a:pt x="139439" y="306591"/>
                  </a:lnTo>
                  <a:lnTo>
                    <a:pt x="147976" y="306591"/>
                  </a:lnTo>
                  <a:lnTo>
                    <a:pt x="153664" y="338726"/>
                  </a:lnTo>
                  <a:lnTo>
                    <a:pt x="155087" y="384880"/>
                  </a:lnTo>
                  <a:lnTo>
                    <a:pt x="156510" y="430980"/>
                  </a:lnTo>
                  <a:lnTo>
                    <a:pt x="224807" y="402925"/>
                  </a:lnTo>
                  <a:lnTo>
                    <a:pt x="247572" y="455012"/>
                  </a:lnTo>
                  <a:lnTo>
                    <a:pt x="270338" y="507031"/>
                  </a:lnTo>
                  <a:lnTo>
                    <a:pt x="261801" y="523024"/>
                  </a:lnTo>
                  <a:lnTo>
                    <a:pt x="305435" y="532350"/>
                  </a:lnTo>
                  <a:lnTo>
                    <a:pt x="349069" y="541674"/>
                  </a:lnTo>
                  <a:lnTo>
                    <a:pt x="392704" y="550996"/>
                  </a:lnTo>
                  <a:lnTo>
                    <a:pt x="381317" y="566971"/>
                  </a:lnTo>
                  <a:lnTo>
                    <a:pt x="384166" y="566971"/>
                  </a:lnTo>
                  <a:lnTo>
                    <a:pt x="395546" y="582937"/>
                  </a:lnTo>
                  <a:lnTo>
                    <a:pt x="401237" y="582937"/>
                  </a:lnTo>
                  <a:lnTo>
                    <a:pt x="418311" y="622832"/>
                  </a:lnTo>
                  <a:lnTo>
                    <a:pt x="401237" y="642765"/>
                  </a:lnTo>
                  <a:lnTo>
                    <a:pt x="401237" y="658704"/>
                  </a:lnTo>
                  <a:lnTo>
                    <a:pt x="395546" y="662688"/>
                  </a:lnTo>
                  <a:lnTo>
                    <a:pt x="401237" y="698522"/>
                  </a:lnTo>
                  <a:lnTo>
                    <a:pt x="388431" y="746256"/>
                  </a:lnTo>
                  <a:lnTo>
                    <a:pt x="375626" y="793933"/>
                  </a:lnTo>
                  <a:lnTo>
                    <a:pt x="369938" y="793933"/>
                  </a:lnTo>
                  <a:lnTo>
                    <a:pt x="344327" y="828332"/>
                  </a:lnTo>
                  <a:lnTo>
                    <a:pt x="318715" y="862701"/>
                  </a:lnTo>
                  <a:lnTo>
                    <a:pt x="293104" y="897042"/>
                  </a:lnTo>
                  <a:lnTo>
                    <a:pt x="281721" y="861381"/>
                  </a:lnTo>
                  <a:lnTo>
                    <a:pt x="258955" y="833622"/>
                  </a:lnTo>
                  <a:lnTo>
                    <a:pt x="247572" y="833622"/>
                  </a:lnTo>
                  <a:lnTo>
                    <a:pt x="239035" y="829655"/>
                  </a:lnTo>
                  <a:lnTo>
                    <a:pt x="230502" y="833622"/>
                  </a:lnTo>
                  <a:lnTo>
                    <a:pt x="224807" y="825685"/>
                  </a:lnTo>
                  <a:lnTo>
                    <a:pt x="190658" y="845521"/>
                  </a:lnTo>
                  <a:lnTo>
                    <a:pt x="187816" y="845521"/>
                  </a:lnTo>
                  <a:lnTo>
                    <a:pt x="125211" y="885157"/>
                  </a:lnTo>
                  <a:lnTo>
                    <a:pt x="108133" y="885157"/>
                  </a:lnTo>
                  <a:lnTo>
                    <a:pt x="102445" y="889119"/>
                  </a:lnTo>
                  <a:lnTo>
                    <a:pt x="108133" y="897042"/>
                  </a:lnTo>
                  <a:lnTo>
                    <a:pt x="108133" y="904962"/>
                  </a:lnTo>
                  <a:lnTo>
                    <a:pt x="139439" y="916841"/>
                  </a:lnTo>
                  <a:lnTo>
                    <a:pt x="179275" y="964320"/>
                  </a:lnTo>
                  <a:lnTo>
                    <a:pt x="170738" y="972228"/>
                  </a:lnTo>
                  <a:lnTo>
                    <a:pt x="173584" y="976181"/>
                  </a:lnTo>
                  <a:lnTo>
                    <a:pt x="156510" y="1003844"/>
                  </a:lnTo>
                  <a:lnTo>
                    <a:pt x="167896" y="1015691"/>
                  </a:lnTo>
                  <a:lnTo>
                    <a:pt x="139439" y="1031485"/>
                  </a:lnTo>
                  <a:lnTo>
                    <a:pt x="139439" y="1043327"/>
                  </a:lnTo>
                  <a:lnTo>
                    <a:pt x="136594" y="1055166"/>
                  </a:lnTo>
                  <a:lnTo>
                    <a:pt x="145131" y="1082775"/>
                  </a:lnTo>
                  <a:lnTo>
                    <a:pt x="125211" y="1074889"/>
                  </a:lnTo>
                  <a:lnTo>
                    <a:pt x="108133" y="1074889"/>
                  </a:lnTo>
                  <a:lnTo>
                    <a:pt x="76834" y="1082775"/>
                  </a:lnTo>
                  <a:lnTo>
                    <a:pt x="51222" y="1090660"/>
                  </a:lnTo>
                  <a:lnTo>
                    <a:pt x="48377" y="1047274"/>
                  </a:lnTo>
                  <a:lnTo>
                    <a:pt x="45531" y="1003843"/>
                  </a:lnTo>
                  <a:lnTo>
                    <a:pt x="42685" y="960365"/>
                  </a:lnTo>
                  <a:lnTo>
                    <a:pt x="39839" y="916841"/>
                  </a:lnTo>
                  <a:lnTo>
                    <a:pt x="36994" y="873271"/>
                  </a:lnTo>
                  <a:lnTo>
                    <a:pt x="34148" y="829654"/>
                  </a:lnTo>
                  <a:lnTo>
                    <a:pt x="31302" y="785990"/>
                  </a:lnTo>
                  <a:lnTo>
                    <a:pt x="28457" y="742280"/>
                  </a:lnTo>
                  <a:lnTo>
                    <a:pt x="26783" y="700630"/>
                  </a:lnTo>
                  <a:lnTo>
                    <a:pt x="25109" y="658938"/>
                  </a:lnTo>
                  <a:lnTo>
                    <a:pt x="23435" y="617202"/>
                  </a:lnTo>
                  <a:lnTo>
                    <a:pt x="21761" y="575424"/>
                  </a:lnTo>
                  <a:lnTo>
                    <a:pt x="20087" y="533602"/>
                  </a:lnTo>
                  <a:lnTo>
                    <a:pt x="18413" y="491738"/>
                  </a:lnTo>
                  <a:lnTo>
                    <a:pt x="16739" y="449830"/>
                  </a:lnTo>
                  <a:lnTo>
                    <a:pt x="15065" y="407878"/>
                  </a:lnTo>
                  <a:lnTo>
                    <a:pt x="13391" y="365883"/>
                  </a:lnTo>
                  <a:lnTo>
                    <a:pt x="11717" y="323845"/>
                  </a:lnTo>
                  <a:lnTo>
                    <a:pt x="10043" y="281762"/>
                  </a:lnTo>
                  <a:lnTo>
                    <a:pt x="8369" y="239635"/>
                  </a:lnTo>
                  <a:lnTo>
                    <a:pt x="6695" y="197464"/>
                  </a:lnTo>
                  <a:lnTo>
                    <a:pt x="5021" y="155249"/>
                  </a:lnTo>
                  <a:lnTo>
                    <a:pt x="3347" y="112990"/>
                  </a:lnTo>
                  <a:lnTo>
                    <a:pt x="1673" y="70686"/>
                  </a:lnTo>
                  <a:close/>
                </a:path>
              </a:pathLst>
            </a:custGeom>
            <a:solidFill>
              <a:srgbClr val="A8CFE2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" name="pg13"/>
            <p:cNvSpPr/>
            <p:nvPr/>
          </p:nvSpPr>
          <p:spPr>
            <a:xfrm>
              <a:off x="4435734" y="2873257"/>
              <a:ext cx="685800" cy="1230846"/>
            </a:xfrm>
            <a:custGeom>
              <a:avLst/>
              <a:gdLst/>
              <a:ahLst/>
              <a:cxnLst/>
              <a:rect l="0" t="0" r="0" b="0"/>
              <a:pathLst>
                <a:path w="685800" h="1230846">
                  <a:moveTo>
                    <a:pt x="261797" y="1206835"/>
                  </a:moveTo>
                  <a:lnTo>
                    <a:pt x="253260" y="1194825"/>
                  </a:lnTo>
                  <a:lnTo>
                    <a:pt x="236186" y="1202832"/>
                  </a:lnTo>
                  <a:lnTo>
                    <a:pt x="185913" y="1212172"/>
                  </a:lnTo>
                  <a:lnTo>
                    <a:pt x="135640" y="1221510"/>
                  </a:lnTo>
                  <a:lnTo>
                    <a:pt x="85367" y="1230846"/>
                  </a:lnTo>
                  <a:lnTo>
                    <a:pt x="71138" y="1174800"/>
                  </a:lnTo>
                  <a:lnTo>
                    <a:pt x="39836" y="1182811"/>
                  </a:lnTo>
                  <a:lnTo>
                    <a:pt x="33196" y="1140735"/>
                  </a:lnTo>
                  <a:lnTo>
                    <a:pt x="26557" y="1098614"/>
                  </a:lnTo>
                  <a:lnTo>
                    <a:pt x="19918" y="1056450"/>
                  </a:lnTo>
                  <a:lnTo>
                    <a:pt x="13278" y="1014242"/>
                  </a:lnTo>
                  <a:lnTo>
                    <a:pt x="6639" y="971989"/>
                  </a:lnTo>
                  <a:lnTo>
                    <a:pt x="0" y="929692"/>
                  </a:lnTo>
                  <a:lnTo>
                    <a:pt x="39838" y="920958"/>
                  </a:lnTo>
                  <a:lnTo>
                    <a:pt x="79677" y="912223"/>
                  </a:lnTo>
                  <a:lnTo>
                    <a:pt x="119516" y="903485"/>
                  </a:lnTo>
                  <a:lnTo>
                    <a:pt x="159354" y="894746"/>
                  </a:lnTo>
                  <a:lnTo>
                    <a:pt x="199193" y="886005"/>
                  </a:lnTo>
                  <a:lnTo>
                    <a:pt x="239032" y="877261"/>
                  </a:lnTo>
                  <a:lnTo>
                    <a:pt x="233340" y="828806"/>
                  </a:lnTo>
                  <a:lnTo>
                    <a:pt x="284563" y="816682"/>
                  </a:lnTo>
                  <a:lnTo>
                    <a:pt x="276026" y="776243"/>
                  </a:lnTo>
                  <a:lnTo>
                    <a:pt x="267489" y="735763"/>
                  </a:lnTo>
                  <a:lnTo>
                    <a:pt x="258951" y="695242"/>
                  </a:lnTo>
                  <a:lnTo>
                    <a:pt x="250414" y="654680"/>
                  </a:lnTo>
                  <a:lnTo>
                    <a:pt x="241877" y="614077"/>
                  </a:lnTo>
                  <a:lnTo>
                    <a:pt x="199192" y="614077"/>
                  </a:lnTo>
                  <a:lnTo>
                    <a:pt x="202041" y="577501"/>
                  </a:lnTo>
                  <a:lnTo>
                    <a:pt x="199192" y="536821"/>
                  </a:lnTo>
                  <a:lnTo>
                    <a:pt x="196346" y="520537"/>
                  </a:lnTo>
                  <a:lnTo>
                    <a:pt x="256106" y="492023"/>
                  </a:lnTo>
                  <a:lnTo>
                    <a:pt x="256882" y="447545"/>
                  </a:lnTo>
                  <a:lnTo>
                    <a:pt x="257658" y="403018"/>
                  </a:lnTo>
                  <a:lnTo>
                    <a:pt x="258434" y="358440"/>
                  </a:lnTo>
                  <a:lnTo>
                    <a:pt x="259210" y="313813"/>
                  </a:lnTo>
                  <a:lnTo>
                    <a:pt x="259986" y="269135"/>
                  </a:lnTo>
                  <a:lnTo>
                    <a:pt x="260762" y="224406"/>
                  </a:lnTo>
                  <a:lnTo>
                    <a:pt x="261538" y="179627"/>
                  </a:lnTo>
                  <a:lnTo>
                    <a:pt x="262315" y="134797"/>
                  </a:lnTo>
                  <a:lnTo>
                    <a:pt x="263091" y="89916"/>
                  </a:lnTo>
                  <a:lnTo>
                    <a:pt x="263867" y="44983"/>
                  </a:lnTo>
                  <a:lnTo>
                    <a:pt x="264643" y="0"/>
                  </a:lnTo>
                  <a:lnTo>
                    <a:pt x="324403" y="0"/>
                  </a:lnTo>
                  <a:lnTo>
                    <a:pt x="330094" y="4128"/>
                  </a:lnTo>
                  <a:lnTo>
                    <a:pt x="372779" y="5503"/>
                  </a:lnTo>
                  <a:lnTo>
                    <a:pt x="415463" y="6878"/>
                  </a:lnTo>
                  <a:lnTo>
                    <a:pt x="458147" y="8253"/>
                  </a:lnTo>
                  <a:lnTo>
                    <a:pt x="458147" y="52425"/>
                  </a:lnTo>
                  <a:lnTo>
                    <a:pt x="458147" y="96546"/>
                  </a:lnTo>
                  <a:lnTo>
                    <a:pt x="458147" y="140619"/>
                  </a:lnTo>
                  <a:lnTo>
                    <a:pt x="458147" y="184642"/>
                  </a:lnTo>
                  <a:lnTo>
                    <a:pt x="458147" y="228616"/>
                  </a:lnTo>
                  <a:lnTo>
                    <a:pt x="458147" y="272542"/>
                  </a:lnTo>
                  <a:lnTo>
                    <a:pt x="458147" y="316418"/>
                  </a:lnTo>
                  <a:lnTo>
                    <a:pt x="458147" y="324601"/>
                  </a:lnTo>
                  <a:lnTo>
                    <a:pt x="458147" y="366181"/>
                  </a:lnTo>
                  <a:lnTo>
                    <a:pt x="458147" y="407719"/>
                  </a:lnTo>
                  <a:lnTo>
                    <a:pt x="458147" y="449212"/>
                  </a:lnTo>
                  <a:lnTo>
                    <a:pt x="458147" y="490663"/>
                  </a:lnTo>
                  <a:lnTo>
                    <a:pt x="458147" y="532070"/>
                  </a:lnTo>
                  <a:lnTo>
                    <a:pt x="458147" y="573434"/>
                  </a:lnTo>
                  <a:lnTo>
                    <a:pt x="472380" y="581567"/>
                  </a:lnTo>
                  <a:lnTo>
                    <a:pt x="532136" y="573434"/>
                  </a:lnTo>
                  <a:lnTo>
                    <a:pt x="532136" y="565301"/>
                  </a:lnTo>
                  <a:lnTo>
                    <a:pt x="574821" y="558521"/>
                  </a:lnTo>
                  <a:lnTo>
                    <a:pt x="617507" y="551740"/>
                  </a:lnTo>
                  <a:lnTo>
                    <a:pt x="660193" y="544958"/>
                  </a:lnTo>
                  <a:lnTo>
                    <a:pt x="664461" y="586987"/>
                  </a:lnTo>
                  <a:lnTo>
                    <a:pt x="668729" y="628971"/>
                  </a:lnTo>
                  <a:lnTo>
                    <a:pt x="672997" y="670911"/>
                  </a:lnTo>
                  <a:lnTo>
                    <a:pt x="677264" y="712807"/>
                  </a:lnTo>
                  <a:lnTo>
                    <a:pt x="681532" y="754659"/>
                  </a:lnTo>
                  <a:lnTo>
                    <a:pt x="685800" y="796468"/>
                  </a:lnTo>
                  <a:lnTo>
                    <a:pt x="631736" y="808595"/>
                  </a:lnTo>
                  <a:lnTo>
                    <a:pt x="579090" y="824762"/>
                  </a:lnTo>
                  <a:lnTo>
                    <a:pt x="526444" y="840923"/>
                  </a:lnTo>
                  <a:lnTo>
                    <a:pt x="534981" y="909535"/>
                  </a:lnTo>
                  <a:lnTo>
                    <a:pt x="475225" y="929692"/>
                  </a:lnTo>
                  <a:lnTo>
                    <a:pt x="486604" y="990104"/>
                  </a:lnTo>
                  <a:lnTo>
                    <a:pt x="429694" y="1006196"/>
                  </a:lnTo>
                  <a:lnTo>
                    <a:pt x="435384" y="1054440"/>
                  </a:lnTo>
                  <a:lnTo>
                    <a:pt x="441074" y="1102627"/>
                  </a:lnTo>
                  <a:lnTo>
                    <a:pt x="446765" y="1150756"/>
                  </a:lnTo>
                  <a:lnTo>
                    <a:pt x="369934" y="1162782"/>
                  </a:lnTo>
                  <a:lnTo>
                    <a:pt x="355702" y="1190821"/>
                  </a:lnTo>
                  <a:lnTo>
                    <a:pt x="332940" y="1182811"/>
                  </a:lnTo>
                  <a:lnTo>
                    <a:pt x="310174" y="1198829"/>
                  </a:lnTo>
                  <a:lnTo>
                    <a:pt x="304483" y="1222844"/>
                  </a:lnTo>
                  <a:lnTo>
                    <a:pt x="290254" y="1222844"/>
                  </a:lnTo>
                  <a:lnTo>
                    <a:pt x="290254" y="1206835"/>
                  </a:lnTo>
                  <a:close/>
                </a:path>
              </a:pathLst>
            </a:custGeom>
            <a:solidFill>
              <a:srgbClr val="90A2D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" name="pg14"/>
            <p:cNvSpPr/>
            <p:nvPr/>
          </p:nvSpPr>
          <p:spPr>
            <a:xfrm>
              <a:off x="4196698" y="2745150"/>
              <a:ext cx="523599" cy="1110159"/>
            </a:xfrm>
            <a:custGeom>
              <a:avLst/>
              <a:gdLst/>
              <a:ahLst/>
              <a:cxnLst/>
              <a:rect l="0" t="0" r="0" b="0"/>
              <a:pathLst>
                <a:path w="523599" h="1110159">
                  <a:moveTo>
                    <a:pt x="239035" y="1057799"/>
                  </a:moveTo>
                  <a:lnTo>
                    <a:pt x="165043" y="1073918"/>
                  </a:lnTo>
                  <a:lnTo>
                    <a:pt x="167889" y="1094054"/>
                  </a:lnTo>
                  <a:lnTo>
                    <a:pt x="105287" y="1110159"/>
                  </a:lnTo>
                  <a:lnTo>
                    <a:pt x="91058" y="1045706"/>
                  </a:lnTo>
                  <a:lnTo>
                    <a:pt x="85367" y="1041674"/>
                  </a:lnTo>
                  <a:lnTo>
                    <a:pt x="75881" y="997297"/>
                  </a:lnTo>
                  <a:lnTo>
                    <a:pt x="66396" y="952871"/>
                  </a:lnTo>
                  <a:lnTo>
                    <a:pt x="56910" y="908395"/>
                  </a:lnTo>
                  <a:lnTo>
                    <a:pt x="65447" y="904347"/>
                  </a:lnTo>
                  <a:lnTo>
                    <a:pt x="55487" y="860831"/>
                  </a:lnTo>
                  <a:lnTo>
                    <a:pt x="45527" y="817267"/>
                  </a:lnTo>
                  <a:lnTo>
                    <a:pt x="35567" y="773656"/>
                  </a:lnTo>
                  <a:lnTo>
                    <a:pt x="25607" y="729997"/>
                  </a:lnTo>
                  <a:lnTo>
                    <a:pt x="36994" y="721869"/>
                  </a:lnTo>
                  <a:lnTo>
                    <a:pt x="45527" y="709673"/>
                  </a:lnTo>
                  <a:lnTo>
                    <a:pt x="54064" y="693407"/>
                  </a:lnTo>
                  <a:lnTo>
                    <a:pt x="54064" y="681206"/>
                  </a:lnTo>
                  <a:lnTo>
                    <a:pt x="65447" y="668995"/>
                  </a:lnTo>
                  <a:lnTo>
                    <a:pt x="65447" y="660855"/>
                  </a:lnTo>
                  <a:lnTo>
                    <a:pt x="65447" y="652715"/>
                  </a:lnTo>
                  <a:lnTo>
                    <a:pt x="65447" y="648644"/>
                  </a:lnTo>
                  <a:lnTo>
                    <a:pt x="56910" y="648644"/>
                  </a:lnTo>
                  <a:lnTo>
                    <a:pt x="42681" y="652715"/>
                  </a:lnTo>
                  <a:lnTo>
                    <a:pt x="36994" y="648644"/>
                  </a:lnTo>
                  <a:lnTo>
                    <a:pt x="42681" y="640496"/>
                  </a:lnTo>
                  <a:lnTo>
                    <a:pt x="31299" y="636426"/>
                  </a:lnTo>
                  <a:lnTo>
                    <a:pt x="22761" y="624204"/>
                  </a:lnTo>
                  <a:lnTo>
                    <a:pt x="8533" y="595670"/>
                  </a:lnTo>
                  <a:lnTo>
                    <a:pt x="0" y="595670"/>
                  </a:lnTo>
                  <a:lnTo>
                    <a:pt x="5687" y="591595"/>
                  </a:lnTo>
                  <a:lnTo>
                    <a:pt x="14228" y="583439"/>
                  </a:lnTo>
                  <a:lnTo>
                    <a:pt x="17074" y="567121"/>
                  </a:lnTo>
                  <a:lnTo>
                    <a:pt x="19919" y="563040"/>
                  </a:lnTo>
                  <a:lnTo>
                    <a:pt x="25607" y="563040"/>
                  </a:lnTo>
                  <a:lnTo>
                    <a:pt x="34144" y="575281"/>
                  </a:lnTo>
                  <a:lnTo>
                    <a:pt x="45527" y="579360"/>
                  </a:lnTo>
                  <a:lnTo>
                    <a:pt x="51218" y="579360"/>
                  </a:lnTo>
                  <a:lnTo>
                    <a:pt x="51218" y="571201"/>
                  </a:lnTo>
                  <a:lnTo>
                    <a:pt x="45527" y="563040"/>
                  </a:lnTo>
                  <a:lnTo>
                    <a:pt x="56910" y="550796"/>
                  </a:lnTo>
                  <a:lnTo>
                    <a:pt x="62605" y="518127"/>
                  </a:lnTo>
                  <a:lnTo>
                    <a:pt x="48373" y="497695"/>
                  </a:lnTo>
                  <a:lnTo>
                    <a:pt x="65447" y="493607"/>
                  </a:lnTo>
                  <a:lnTo>
                    <a:pt x="71138" y="505872"/>
                  </a:lnTo>
                  <a:lnTo>
                    <a:pt x="99596" y="501782"/>
                  </a:lnTo>
                  <a:lnTo>
                    <a:pt x="76830" y="424055"/>
                  </a:lnTo>
                  <a:lnTo>
                    <a:pt x="54064" y="424055"/>
                  </a:lnTo>
                  <a:lnTo>
                    <a:pt x="53251" y="382498"/>
                  </a:lnTo>
                  <a:lnTo>
                    <a:pt x="52438" y="340898"/>
                  </a:lnTo>
                  <a:lnTo>
                    <a:pt x="51625" y="299253"/>
                  </a:lnTo>
                  <a:lnTo>
                    <a:pt x="50812" y="257565"/>
                  </a:lnTo>
                  <a:lnTo>
                    <a:pt x="49999" y="215833"/>
                  </a:lnTo>
                  <a:lnTo>
                    <a:pt x="49186" y="174056"/>
                  </a:lnTo>
                  <a:lnTo>
                    <a:pt x="48373" y="132235"/>
                  </a:lnTo>
                  <a:lnTo>
                    <a:pt x="51218" y="128106"/>
                  </a:lnTo>
                  <a:lnTo>
                    <a:pt x="52641" y="66171"/>
                  </a:lnTo>
                  <a:lnTo>
                    <a:pt x="54064" y="4139"/>
                  </a:lnTo>
                  <a:lnTo>
                    <a:pt x="97887" y="3725"/>
                  </a:lnTo>
                  <a:lnTo>
                    <a:pt x="141711" y="3311"/>
                  </a:lnTo>
                  <a:lnTo>
                    <a:pt x="185534" y="2897"/>
                  </a:lnTo>
                  <a:lnTo>
                    <a:pt x="229357" y="2483"/>
                  </a:lnTo>
                  <a:lnTo>
                    <a:pt x="273180" y="2069"/>
                  </a:lnTo>
                  <a:lnTo>
                    <a:pt x="317003" y="1655"/>
                  </a:lnTo>
                  <a:lnTo>
                    <a:pt x="360826" y="1241"/>
                  </a:lnTo>
                  <a:lnTo>
                    <a:pt x="404650" y="827"/>
                  </a:lnTo>
                  <a:lnTo>
                    <a:pt x="448473" y="413"/>
                  </a:lnTo>
                  <a:lnTo>
                    <a:pt x="492296" y="0"/>
                  </a:lnTo>
                  <a:lnTo>
                    <a:pt x="496090" y="42748"/>
                  </a:lnTo>
                  <a:lnTo>
                    <a:pt x="499884" y="85450"/>
                  </a:lnTo>
                  <a:lnTo>
                    <a:pt x="503679" y="128106"/>
                  </a:lnTo>
                  <a:lnTo>
                    <a:pt x="502903" y="173090"/>
                  </a:lnTo>
                  <a:lnTo>
                    <a:pt x="502126" y="218022"/>
                  </a:lnTo>
                  <a:lnTo>
                    <a:pt x="501350" y="262904"/>
                  </a:lnTo>
                  <a:lnTo>
                    <a:pt x="500574" y="307734"/>
                  </a:lnTo>
                  <a:lnTo>
                    <a:pt x="499798" y="352513"/>
                  </a:lnTo>
                  <a:lnTo>
                    <a:pt x="499022" y="397241"/>
                  </a:lnTo>
                  <a:lnTo>
                    <a:pt x="498246" y="441920"/>
                  </a:lnTo>
                  <a:lnTo>
                    <a:pt x="497470" y="486547"/>
                  </a:lnTo>
                  <a:lnTo>
                    <a:pt x="496694" y="531125"/>
                  </a:lnTo>
                  <a:lnTo>
                    <a:pt x="495918" y="575652"/>
                  </a:lnTo>
                  <a:lnTo>
                    <a:pt x="495142" y="620130"/>
                  </a:lnTo>
                  <a:lnTo>
                    <a:pt x="435382" y="648644"/>
                  </a:lnTo>
                  <a:lnTo>
                    <a:pt x="438227" y="664928"/>
                  </a:lnTo>
                  <a:lnTo>
                    <a:pt x="441077" y="705607"/>
                  </a:lnTo>
                  <a:lnTo>
                    <a:pt x="438227" y="742183"/>
                  </a:lnTo>
                  <a:lnTo>
                    <a:pt x="480913" y="742183"/>
                  </a:lnTo>
                  <a:lnTo>
                    <a:pt x="489450" y="782787"/>
                  </a:lnTo>
                  <a:lnTo>
                    <a:pt x="497987" y="823349"/>
                  </a:lnTo>
                  <a:lnTo>
                    <a:pt x="506524" y="863870"/>
                  </a:lnTo>
                  <a:lnTo>
                    <a:pt x="515062" y="904350"/>
                  </a:lnTo>
                  <a:lnTo>
                    <a:pt x="523599" y="944789"/>
                  </a:lnTo>
                  <a:lnTo>
                    <a:pt x="472376" y="956912"/>
                  </a:lnTo>
                  <a:lnTo>
                    <a:pt x="478067" y="1005368"/>
                  </a:lnTo>
                  <a:lnTo>
                    <a:pt x="438229" y="1014111"/>
                  </a:lnTo>
                  <a:lnTo>
                    <a:pt x="398390" y="1022853"/>
                  </a:lnTo>
                  <a:lnTo>
                    <a:pt x="358551" y="1031592"/>
                  </a:lnTo>
                  <a:lnTo>
                    <a:pt x="318713" y="1040330"/>
                  </a:lnTo>
                  <a:lnTo>
                    <a:pt x="278874" y="1049065"/>
                  </a:lnTo>
                  <a:close/>
                </a:path>
              </a:pathLst>
            </a:custGeom>
            <a:solidFill>
              <a:srgbClr val="ABD3E4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" name="pg15"/>
            <p:cNvSpPr/>
            <p:nvPr/>
          </p:nvSpPr>
          <p:spPr>
            <a:xfrm>
              <a:off x="4091407" y="4434791"/>
              <a:ext cx="170738" cy="328030"/>
            </a:xfrm>
            <a:custGeom>
              <a:avLst/>
              <a:gdLst/>
              <a:ahLst/>
              <a:cxnLst/>
              <a:rect l="0" t="0" r="0" b="0"/>
              <a:pathLst>
                <a:path w="170738" h="328030">
                  <a:moveTo>
                    <a:pt x="22765" y="31732"/>
                  </a:moveTo>
                  <a:lnTo>
                    <a:pt x="71138" y="43625"/>
                  </a:lnTo>
                  <a:lnTo>
                    <a:pt x="85371" y="0"/>
                  </a:lnTo>
                  <a:lnTo>
                    <a:pt x="139435" y="11902"/>
                  </a:lnTo>
                  <a:lnTo>
                    <a:pt x="142285" y="23801"/>
                  </a:lnTo>
                  <a:lnTo>
                    <a:pt x="130898" y="67399"/>
                  </a:lnTo>
                  <a:lnTo>
                    <a:pt x="125211" y="91162"/>
                  </a:lnTo>
                  <a:lnTo>
                    <a:pt x="116670" y="103040"/>
                  </a:lnTo>
                  <a:lnTo>
                    <a:pt x="142285" y="106996"/>
                  </a:lnTo>
                  <a:lnTo>
                    <a:pt x="162201" y="110953"/>
                  </a:lnTo>
                  <a:lnTo>
                    <a:pt x="170738" y="118867"/>
                  </a:lnTo>
                  <a:lnTo>
                    <a:pt x="159355" y="154461"/>
                  </a:lnTo>
                  <a:lnTo>
                    <a:pt x="145131" y="201872"/>
                  </a:lnTo>
                  <a:lnTo>
                    <a:pt x="128053" y="205817"/>
                  </a:lnTo>
                  <a:lnTo>
                    <a:pt x="113824" y="245281"/>
                  </a:lnTo>
                  <a:lnTo>
                    <a:pt x="105291" y="261055"/>
                  </a:lnTo>
                  <a:lnTo>
                    <a:pt x="113824" y="300465"/>
                  </a:lnTo>
                  <a:lnTo>
                    <a:pt x="102445" y="328030"/>
                  </a:lnTo>
                  <a:lnTo>
                    <a:pt x="93904" y="328030"/>
                  </a:lnTo>
                  <a:lnTo>
                    <a:pt x="85371" y="320156"/>
                  </a:lnTo>
                  <a:lnTo>
                    <a:pt x="85371" y="304404"/>
                  </a:lnTo>
                  <a:lnTo>
                    <a:pt x="76834" y="288646"/>
                  </a:lnTo>
                  <a:lnTo>
                    <a:pt x="76834" y="261055"/>
                  </a:lnTo>
                  <a:lnTo>
                    <a:pt x="79679" y="233446"/>
                  </a:lnTo>
                  <a:lnTo>
                    <a:pt x="71138" y="221607"/>
                  </a:lnTo>
                  <a:lnTo>
                    <a:pt x="82525" y="186074"/>
                  </a:lnTo>
                  <a:lnTo>
                    <a:pt x="93904" y="158414"/>
                  </a:lnTo>
                  <a:lnTo>
                    <a:pt x="91058" y="154461"/>
                  </a:lnTo>
                  <a:lnTo>
                    <a:pt x="82525" y="150508"/>
                  </a:lnTo>
                  <a:lnTo>
                    <a:pt x="76834" y="162364"/>
                  </a:lnTo>
                  <a:lnTo>
                    <a:pt x="65451" y="174219"/>
                  </a:lnTo>
                  <a:lnTo>
                    <a:pt x="56914" y="174219"/>
                  </a:lnTo>
                  <a:lnTo>
                    <a:pt x="39839" y="170271"/>
                  </a:lnTo>
                  <a:lnTo>
                    <a:pt x="25607" y="162364"/>
                  </a:lnTo>
                  <a:lnTo>
                    <a:pt x="14228" y="154461"/>
                  </a:lnTo>
                  <a:lnTo>
                    <a:pt x="5691" y="142600"/>
                  </a:lnTo>
                  <a:lnTo>
                    <a:pt x="0" y="130735"/>
                  </a:lnTo>
                  <a:lnTo>
                    <a:pt x="5691" y="114910"/>
                  </a:lnTo>
                  <a:lnTo>
                    <a:pt x="5691" y="103040"/>
                  </a:lnTo>
                  <a:close/>
                </a:path>
              </a:pathLst>
            </a:custGeom>
            <a:solidFill>
              <a:srgbClr val="A7CDE2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" name="pg16"/>
            <p:cNvSpPr/>
            <p:nvPr/>
          </p:nvSpPr>
          <p:spPr>
            <a:xfrm>
              <a:off x="3835297" y="2749290"/>
              <a:ext cx="640273" cy="1406784"/>
            </a:xfrm>
            <a:custGeom>
              <a:avLst/>
              <a:gdLst/>
              <a:ahLst/>
              <a:cxnLst/>
              <a:rect l="0" t="0" r="0" b="0"/>
              <a:pathLst>
                <a:path w="640273" h="1406784">
                  <a:moveTo>
                    <a:pt x="549210" y="1314788"/>
                  </a:moveTo>
                  <a:lnTo>
                    <a:pt x="540677" y="1306778"/>
                  </a:lnTo>
                  <a:lnTo>
                    <a:pt x="460997" y="1318792"/>
                  </a:lnTo>
                  <a:lnTo>
                    <a:pt x="460997" y="1330803"/>
                  </a:lnTo>
                  <a:lnTo>
                    <a:pt x="469534" y="1346811"/>
                  </a:lnTo>
                  <a:lnTo>
                    <a:pt x="483763" y="1354813"/>
                  </a:lnTo>
                  <a:lnTo>
                    <a:pt x="486608" y="1370812"/>
                  </a:lnTo>
                  <a:lnTo>
                    <a:pt x="483763" y="1394799"/>
                  </a:lnTo>
                  <a:lnTo>
                    <a:pt x="475225" y="1402791"/>
                  </a:lnTo>
                  <a:lnTo>
                    <a:pt x="409774" y="1390799"/>
                  </a:lnTo>
                  <a:lnTo>
                    <a:pt x="404083" y="1386805"/>
                  </a:lnTo>
                  <a:lnTo>
                    <a:pt x="392700" y="1386805"/>
                  </a:lnTo>
                  <a:lnTo>
                    <a:pt x="378475" y="1406784"/>
                  </a:lnTo>
                  <a:lnTo>
                    <a:pt x="367088" y="1398795"/>
                  </a:lnTo>
                  <a:lnTo>
                    <a:pt x="369934" y="1386805"/>
                  </a:lnTo>
                  <a:lnTo>
                    <a:pt x="358555" y="1378809"/>
                  </a:lnTo>
                  <a:lnTo>
                    <a:pt x="341481" y="1374808"/>
                  </a:lnTo>
                  <a:lnTo>
                    <a:pt x="313024" y="1386805"/>
                  </a:lnTo>
                  <a:lnTo>
                    <a:pt x="293104" y="1330803"/>
                  </a:lnTo>
                  <a:lnTo>
                    <a:pt x="281717" y="1330803"/>
                  </a:lnTo>
                  <a:lnTo>
                    <a:pt x="267492" y="1278732"/>
                  </a:lnTo>
                  <a:lnTo>
                    <a:pt x="276030" y="1274724"/>
                  </a:lnTo>
                  <a:lnTo>
                    <a:pt x="267492" y="1238634"/>
                  </a:lnTo>
                  <a:lnTo>
                    <a:pt x="258955" y="1238634"/>
                  </a:lnTo>
                  <a:lnTo>
                    <a:pt x="256110" y="1226596"/>
                  </a:lnTo>
                  <a:lnTo>
                    <a:pt x="258955" y="1226596"/>
                  </a:lnTo>
                  <a:lnTo>
                    <a:pt x="256110" y="1202507"/>
                  </a:lnTo>
                  <a:lnTo>
                    <a:pt x="210578" y="1206525"/>
                  </a:lnTo>
                  <a:lnTo>
                    <a:pt x="207732" y="1186444"/>
                  </a:lnTo>
                  <a:lnTo>
                    <a:pt x="202041" y="1186444"/>
                  </a:lnTo>
                  <a:lnTo>
                    <a:pt x="202041" y="1178409"/>
                  </a:lnTo>
                  <a:lnTo>
                    <a:pt x="204887" y="1178409"/>
                  </a:lnTo>
                  <a:lnTo>
                    <a:pt x="204887" y="1150273"/>
                  </a:lnTo>
                  <a:lnTo>
                    <a:pt x="219119" y="1146252"/>
                  </a:lnTo>
                  <a:lnTo>
                    <a:pt x="211531" y="1104678"/>
                  </a:lnTo>
                  <a:lnTo>
                    <a:pt x="203942" y="1063062"/>
                  </a:lnTo>
                  <a:lnTo>
                    <a:pt x="196353" y="1021403"/>
                  </a:lnTo>
                  <a:lnTo>
                    <a:pt x="139435" y="1025436"/>
                  </a:lnTo>
                  <a:lnTo>
                    <a:pt x="128056" y="981045"/>
                  </a:lnTo>
                  <a:lnTo>
                    <a:pt x="91062" y="989120"/>
                  </a:lnTo>
                  <a:lnTo>
                    <a:pt x="91062" y="997193"/>
                  </a:lnTo>
                  <a:lnTo>
                    <a:pt x="73988" y="997193"/>
                  </a:lnTo>
                  <a:lnTo>
                    <a:pt x="65451" y="956811"/>
                  </a:lnTo>
                  <a:lnTo>
                    <a:pt x="56914" y="916389"/>
                  </a:lnTo>
                  <a:lnTo>
                    <a:pt x="48377" y="875926"/>
                  </a:lnTo>
                  <a:lnTo>
                    <a:pt x="39839" y="835422"/>
                  </a:lnTo>
                  <a:lnTo>
                    <a:pt x="31302" y="794877"/>
                  </a:lnTo>
                  <a:lnTo>
                    <a:pt x="22765" y="754290"/>
                  </a:lnTo>
                  <a:lnTo>
                    <a:pt x="25611" y="746171"/>
                  </a:lnTo>
                  <a:lnTo>
                    <a:pt x="12805" y="695370"/>
                  </a:lnTo>
                  <a:lnTo>
                    <a:pt x="0" y="644504"/>
                  </a:lnTo>
                  <a:lnTo>
                    <a:pt x="8537" y="636357"/>
                  </a:lnTo>
                  <a:lnTo>
                    <a:pt x="31302" y="632287"/>
                  </a:lnTo>
                  <a:lnTo>
                    <a:pt x="42685" y="615991"/>
                  </a:lnTo>
                  <a:lnTo>
                    <a:pt x="62605" y="603764"/>
                  </a:lnTo>
                  <a:lnTo>
                    <a:pt x="79676" y="587456"/>
                  </a:lnTo>
                  <a:lnTo>
                    <a:pt x="82525" y="575221"/>
                  </a:lnTo>
                  <a:lnTo>
                    <a:pt x="73988" y="558901"/>
                  </a:lnTo>
                  <a:lnTo>
                    <a:pt x="79676" y="538492"/>
                  </a:lnTo>
                  <a:lnTo>
                    <a:pt x="85371" y="518073"/>
                  </a:lnTo>
                  <a:lnTo>
                    <a:pt x="99596" y="505816"/>
                  </a:lnTo>
                  <a:lnTo>
                    <a:pt x="125207" y="497643"/>
                  </a:lnTo>
                  <a:lnTo>
                    <a:pt x="139435" y="481291"/>
                  </a:lnTo>
                  <a:lnTo>
                    <a:pt x="147973" y="440386"/>
                  </a:lnTo>
                  <a:lnTo>
                    <a:pt x="145127" y="432196"/>
                  </a:lnTo>
                  <a:lnTo>
                    <a:pt x="128056" y="419916"/>
                  </a:lnTo>
                  <a:lnTo>
                    <a:pt x="125207" y="378944"/>
                  </a:lnTo>
                  <a:lnTo>
                    <a:pt x="142281" y="354343"/>
                  </a:lnTo>
                  <a:lnTo>
                    <a:pt x="156514" y="296875"/>
                  </a:lnTo>
                  <a:lnTo>
                    <a:pt x="150822" y="288659"/>
                  </a:lnTo>
                  <a:lnTo>
                    <a:pt x="130902" y="259887"/>
                  </a:lnTo>
                  <a:lnTo>
                    <a:pt x="145127" y="222865"/>
                  </a:lnTo>
                  <a:lnTo>
                    <a:pt x="159355" y="202281"/>
                  </a:lnTo>
                  <a:lnTo>
                    <a:pt x="170738" y="177570"/>
                  </a:lnTo>
                  <a:lnTo>
                    <a:pt x="176433" y="161085"/>
                  </a:lnTo>
                  <a:lnTo>
                    <a:pt x="184967" y="152838"/>
                  </a:lnTo>
                  <a:lnTo>
                    <a:pt x="207732" y="136343"/>
                  </a:lnTo>
                  <a:lnTo>
                    <a:pt x="230498" y="119841"/>
                  </a:lnTo>
                  <a:lnTo>
                    <a:pt x="241881" y="99206"/>
                  </a:lnTo>
                  <a:lnTo>
                    <a:pt x="253264" y="66164"/>
                  </a:lnTo>
                  <a:lnTo>
                    <a:pt x="258955" y="16549"/>
                  </a:lnTo>
                  <a:lnTo>
                    <a:pt x="261801" y="0"/>
                  </a:lnTo>
                  <a:lnTo>
                    <a:pt x="313022" y="0"/>
                  </a:lnTo>
                  <a:lnTo>
                    <a:pt x="364244" y="0"/>
                  </a:lnTo>
                  <a:lnTo>
                    <a:pt x="415465" y="0"/>
                  </a:lnTo>
                  <a:lnTo>
                    <a:pt x="414043" y="62032"/>
                  </a:lnTo>
                  <a:lnTo>
                    <a:pt x="412620" y="123967"/>
                  </a:lnTo>
                  <a:lnTo>
                    <a:pt x="409774" y="128095"/>
                  </a:lnTo>
                  <a:lnTo>
                    <a:pt x="410587" y="169917"/>
                  </a:lnTo>
                  <a:lnTo>
                    <a:pt x="411400" y="211693"/>
                  </a:lnTo>
                  <a:lnTo>
                    <a:pt x="412213" y="253426"/>
                  </a:lnTo>
                  <a:lnTo>
                    <a:pt x="413026" y="295114"/>
                  </a:lnTo>
                  <a:lnTo>
                    <a:pt x="413839" y="336758"/>
                  </a:lnTo>
                  <a:lnTo>
                    <a:pt x="414652" y="378359"/>
                  </a:lnTo>
                  <a:lnTo>
                    <a:pt x="415465" y="419916"/>
                  </a:lnTo>
                  <a:lnTo>
                    <a:pt x="438231" y="419916"/>
                  </a:lnTo>
                  <a:lnTo>
                    <a:pt x="460997" y="497643"/>
                  </a:lnTo>
                  <a:lnTo>
                    <a:pt x="432540" y="501733"/>
                  </a:lnTo>
                  <a:lnTo>
                    <a:pt x="426848" y="489468"/>
                  </a:lnTo>
                  <a:lnTo>
                    <a:pt x="409774" y="493556"/>
                  </a:lnTo>
                  <a:lnTo>
                    <a:pt x="424006" y="513988"/>
                  </a:lnTo>
                  <a:lnTo>
                    <a:pt x="418311" y="546657"/>
                  </a:lnTo>
                  <a:lnTo>
                    <a:pt x="406928" y="558901"/>
                  </a:lnTo>
                  <a:lnTo>
                    <a:pt x="412620" y="567062"/>
                  </a:lnTo>
                  <a:lnTo>
                    <a:pt x="412620" y="575221"/>
                  </a:lnTo>
                  <a:lnTo>
                    <a:pt x="406928" y="575221"/>
                  </a:lnTo>
                  <a:lnTo>
                    <a:pt x="395546" y="571142"/>
                  </a:lnTo>
                  <a:lnTo>
                    <a:pt x="387008" y="558901"/>
                  </a:lnTo>
                  <a:lnTo>
                    <a:pt x="381321" y="558901"/>
                  </a:lnTo>
                  <a:lnTo>
                    <a:pt x="378475" y="562982"/>
                  </a:lnTo>
                  <a:lnTo>
                    <a:pt x="375629" y="579300"/>
                  </a:lnTo>
                  <a:lnTo>
                    <a:pt x="367088" y="587456"/>
                  </a:lnTo>
                  <a:lnTo>
                    <a:pt x="361401" y="591531"/>
                  </a:lnTo>
                  <a:lnTo>
                    <a:pt x="369934" y="591531"/>
                  </a:lnTo>
                  <a:lnTo>
                    <a:pt x="384163" y="620065"/>
                  </a:lnTo>
                  <a:lnTo>
                    <a:pt x="392700" y="632287"/>
                  </a:lnTo>
                  <a:lnTo>
                    <a:pt x="404083" y="636357"/>
                  </a:lnTo>
                  <a:lnTo>
                    <a:pt x="398395" y="644504"/>
                  </a:lnTo>
                  <a:lnTo>
                    <a:pt x="404083" y="648576"/>
                  </a:lnTo>
                  <a:lnTo>
                    <a:pt x="418311" y="644504"/>
                  </a:lnTo>
                  <a:lnTo>
                    <a:pt x="426848" y="644504"/>
                  </a:lnTo>
                  <a:lnTo>
                    <a:pt x="426848" y="648576"/>
                  </a:lnTo>
                  <a:lnTo>
                    <a:pt x="426848" y="656716"/>
                  </a:lnTo>
                  <a:lnTo>
                    <a:pt x="426848" y="664856"/>
                  </a:lnTo>
                  <a:lnTo>
                    <a:pt x="415465" y="677067"/>
                  </a:lnTo>
                  <a:lnTo>
                    <a:pt x="415465" y="689268"/>
                  </a:lnTo>
                  <a:lnTo>
                    <a:pt x="406928" y="705534"/>
                  </a:lnTo>
                  <a:lnTo>
                    <a:pt x="398395" y="717730"/>
                  </a:lnTo>
                  <a:lnTo>
                    <a:pt x="387008" y="725858"/>
                  </a:lnTo>
                  <a:lnTo>
                    <a:pt x="396968" y="769517"/>
                  </a:lnTo>
                  <a:lnTo>
                    <a:pt x="406928" y="813128"/>
                  </a:lnTo>
                  <a:lnTo>
                    <a:pt x="416888" y="856691"/>
                  </a:lnTo>
                  <a:lnTo>
                    <a:pt x="426848" y="900208"/>
                  </a:lnTo>
                  <a:lnTo>
                    <a:pt x="418311" y="904256"/>
                  </a:lnTo>
                  <a:lnTo>
                    <a:pt x="427797" y="948731"/>
                  </a:lnTo>
                  <a:lnTo>
                    <a:pt x="437283" y="993158"/>
                  </a:lnTo>
                  <a:lnTo>
                    <a:pt x="446768" y="1037534"/>
                  </a:lnTo>
                  <a:lnTo>
                    <a:pt x="452460" y="1041566"/>
                  </a:lnTo>
                  <a:lnTo>
                    <a:pt x="466688" y="1106019"/>
                  </a:lnTo>
                  <a:lnTo>
                    <a:pt x="529290" y="1089915"/>
                  </a:lnTo>
                  <a:lnTo>
                    <a:pt x="526444" y="1069778"/>
                  </a:lnTo>
                  <a:lnTo>
                    <a:pt x="600437" y="1053660"/>
                  </a:lnTo>
                  <a:lnTo>
                    <a:pt x="607076" y="1095957"/>
                  </a:lnTo>
                  <a:lnTo>
                    <a:pt x="613715" y="1138209"/>
                  </a:lnTo>
                  <a:lnTo>
                    <a:pt x="620355" y="1180418"/>
                  </a:lnTo>
                  <a:lnTo>
                    <a:pt x="626994" y="1222582"/>
                  </a:lnTo>
                  <a:lnTo>
                    <a:pt x="633633" y="1264702"/>
                  </a:lnTo>
                  <a:lnTo>
                    <a:pt x="640273" y="1306778"/>
                  </a:lnTo>
                  <a:lnTo>
                    <a:pt x="611816" y="1306778"/>
                  </a:lnTo>
                  <a:lnTo>
                    <a:pt x="603282" y="1274724"/>
                  </a:lnTo>
                  <a:lnTo>
                    <a:pt x="580517" y="1278732"/>
                  </a:lnTo>
                  <a:lnTo>
                    <a:pt x="569130" y="1290754"/>
                  </a:lnTo>
                  <a:lnTo>
                    <a:pt x="566288" y="1310784"/>
                  </a:lnTo>
                  <a:close/>
                </a:path>
              </a:pathLst>
            </a:custGeom>
            <a:solidFill>
              <a:srgbClr val="A7CDE2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" name="pg17"/>
            <p:cNvSpPr/>
            <p:nvPr/>
          </p:nvSpPr>
          <p:spPr>
            <a:xfrm>
              <a:off x="4358900" y="4024014"/>
              <a:ext cx="347172" cy="355185"/>
            </a:xfrm>
            <a:custGeom>
              <a:avLst/>
              <a:gdLst/>
              <a:ahLst/>
              <a:cxnLst/>
              <a:rect l="0" t="0" r="0" b="0"/>
              <a:pathLst>
                <a:path w="347172" h="355185">
                  <a:moveTo>
                    <a:pt x="116670" y="32054"/>
                  </a:moveTo>
                  <a:lnTo>
                    <a:pt x="147973" y="24043"/>
                  </a:lnTo>
                  <a:lnTo>
                    <a:pt x="162201" y="80089"/>
                  </a:lnTo>
                  <a:lnTo>
                    <a:pt x="212474" y="70753"/>
                  </a:lnTo>
                  <a:lnTo>
                    <a:pt x="262747" y="61416"/>
                  </a:lnTo>
                  <a:lnTo>
                    <a:pt x="313020" y="52076"/>
                  </a:lnTo>
                  <a:lnTo>
                    <a:pt x="330094" y="44068"/>
                  </a:lnTo>
                  <a:lnTo>
                    <a:pt x="338631" y="56079"/>
                  </a:lnTo>
                  <a:lnTo>
                    <a:pt x="335786" y="64084"/>
                  </a:lnTo>
                  <a:lnTo>
                    <a:pt x="330094" y="76088"/>
                  </a:lnTo>
                  <a:lnTo>
                    <a:pt x="327252" y="92089"/>
                  </a:lnTo>
                  <a:lnTo>
                    <a:pt x="324407" y="104085"/>
                  </a:lnTo>
                  <a:lnTo>
                    <a:pt x="327252" y="112081"/>
                  </a:lnTo>
                  <a:lnTo>
                    <a:pt x="338631" y="124071"/>
                  </a:lnTo>
                  <a:lnTo>
                    <a:pt x="347172" y="144044"/>
                  </a:lnTo>
                  <a:lnTo>
                    <a:pt x="338631" y="144044"/>
                  </a:lnTo>
                  <a:lnTo>
                    <a:pt x="324407" y="211889"/>
                  </a:lnTo>
                  <a:lnTo>
                    <a:pt x="310174" y="223850"/>
                  </a:lnTo>
                  <a:lnTo>
                    <a:pt x="278875" y="223850"/>
                  </a:lnTo>
                  <a:lnTo>
                    <a:pt x="261801" y="235807"/>
                  </a:lnTo>
                  <a:lnTo>
                    <a:pt x="250414" y="247761"/>
                  </a:lnTo>
                  <a:lnTo>
                    <a:pt x="250414" y="263694"/>
                  </a:lnTo>
                  <a:lnTo>
                    <a:pt x="261801" y="283601"/>
                  </a:lnTo>
                  <a:lnTo>
                    <a:pt x="256110" y="315430"/>
                  </a:lnTo>
                  <a:lnTo>
                    <a:pt x="253260" y="331337"/>
                  </a:lnTo>
                  <a:lnTo>
                    <a:pt x="233344" y="355185"/>
                  </a:lnTo>
                  <a:lnTo>
                    <a:pt x="219115" y="347237"/>
                  </a:lnTo>
                  <a:lnTo>
                    <a:pt x="210578" y="355185"/>
                  </a:lnTo>
                  <a:lnTo>
                    <a:pt x="196350" y="355185"/>
                  </a:lnTo>
                  <a:lnTo>
                    <a:pt x="156510" y="317420"/>
                  </a:lnTo>
                  <a:lnTo>
                    <a:pt x="116670" y="279621"/>
                  </a:lnTo>
                  <a:lnTo>
                    <a:pt x="76834" y="307475"/>
                  </a:lnTo>
                  <a:lnTo>
                    <a:pt x="54068" y="287579"/>
                  </a:lnTo>
                  <a:lnTo>
                    <a:pt x="42685" y="299520"/>
                  </a:lnTo>
                  <a:lnTo>
                    <a:pt x="0" y="287579"/>
                  </a:lnTo>
                  <a:lnTo>
                    <a:pt x="12803" y="247760"/>
                  </a:lnTo>
                  <a:lnTo>
                    <a:pt x="25607" y="207901"/>
                  </a:lnTo>
                  <a:lnTo>
                    <a:pt x="48373" y="207901"/>
                  </a:lnTo>
                  <a:lnTo>
                    <a:pt x="62605" y="152034"/>
                  </a:lnTo>
                  <a:lnTo>
                    <a:pt x="42685" y="144044"/>
                  </a:lnTo>
                  <a:lnTo>
                    <a:pt x="48373" y="84089"/>
                  </a:lnTo>
                  <a:lnTo>
                    <a:pt x="22765" y="80089"/>
                  </a:lnTo>
                  <a:lnTo>
                    <a:pt x="28453" y="60082"/>
                  </a:lnTo>
                  <a:lnTo>
                    <a:pt x="25607" y="40064"/>
                  </a:lnTo>
                  <a:lnTo>
                    <a:pt x="42685" y="36059"/>
                  </a:lnTo>
                  <a:lnTo>
                    <a:pt x="45527" y="16030"/>
                  </a:lnTo>
                  <a:lnTo>
                    <a:pt x="56914" y="4008"/>
                  </a:lnTo>
                  <a:lnTo>
                    <a:pt x="79679" y="0"/>
                  </a:lnTo>
                  <a:lnTo>
                    <a:pt x="88213" y="32054"/>
                  </a:lnTo>
                  <a:close/>
                </a:path>
              </a:pathLst>
            </a:custGeom>
            <a:solidFill>
              <a:srgbClr val="A9D1E3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" name="pg18"/>
            <p:cNvSpPr/>
            <p:nvPr/>
          </p:nvSpPr>
          <p:spPr>
            <a:xfrm>
              <a:off x="5056087" y="3377503"/>
              <a:ext cx="543519" cy="890284"/>
            </a:xfrm>
            <a:custGeom>
              <a:avLst/>
              <a:gdLst/>
              <a:ahLst/>
              <a:cxnLst/>
              <a:rect l="0" t="0" r="0" b="0"/>
              <a:pathLst>
                <a:path w="543519" h="890284">
                  <a:moveTo>
                    <a:pt x="159355" y="4073"/>
                  </a:moveTo>
                  <a:lnTo>
                    <a:pt x="170738" y="8143"/>
                  </a:lnTo>
                  <a:lnTo>
                    <a:pt x="184963" y="8143"/>
                  </a:lnTo>
                  <a:lnTo>
                    <a:pt x="202041" y="0"/>
                  </a:lnTo>
                  <a:lnTo>
                    <a:pt x="213424" y="28502"/>
                  </a:lnTo>
                  <a:lnTo>
                    <a:pt x="224807" y="40712"/>
                  </a:lnTo>
                  <a:lnTo>
                    <a:pt x="261801" y="56987"/>
                  </a:lnTo>
                  <a:lnTo>
                    <a:pt x="287409" y="69188"/>
                  </a:lnTo>
                  <a:lnTo>
                    <a:pt x="318711" y="56987"/>
                  </a:lnTo>
                  <a:lnTo>
                    <a:pt x="330094" y="61054"/>
                  </a:lnTo>
                  <a:lnTo>
                    <a:pt x="338631" y="77320"/>
                  </a:lnTo>
                  <a:lnTo>
                    <a:pt x="341477" y="117957"/>
                  </a:lnTo>
                  <a:lnTo>
                    <a:pt x="332940" y="134200"/>
                  </a:lnTo>
                  <a:lnTo>
                    <a:pt x="310174" y="138257"/>
                  </a:lnTo>
                  <a:lnTo>
                    <a:pt x="307329" y="150436"/>
                  </a:lnTo>
                  <a:lnTo>
                    <a:pt x="307329" y="158549"/>
                  </a:lnTo>
                  <a:lnTo>
                    <a:pt x="321557" y="199103"/>
                  </a:lnTo>
                  <a:lnTo>
                    <a:pt x="335786" y="215313"/>
                  </a:lnTo>
                  <a:lnTo>
                    <a:pt x="338631" y="231517"/>
                  </a:lnTo>
                  <a:lnTo>
                    <a:pt x="324403" y="284130"/>
                  </a:lnTo>
                  <a:lnTo>
                    <a:pt x="318711" y="292221"/>
                  </a:lnTo>
                  <a:lnTo>
                    <a:pt x="332940" y="316475"/>
                  </a:lnTo>
                  <a:lnTo>
                    <a:pt x="358551" y="368979"/>
                  </a:lnTo>
                  <a:lnTo>
                    <a:pt x="375626" y="381086"/>
                  </a:lnTo>
                  <a:lnTo>
                    <a:pt x="392700" y="373015"/>
                  </a:lnTo>
                  <a:lnTo>
                    <a:pt x="418311" y="344755"/>
                  </a:lnTo>
                  <a:lnTo>
                    <a:pt x="426848" y="352831"/>
                  </a:lnTo>
                  <a:lnTo>
                    <a:pt x="443923" y="360906"/>
                  </a:lnTo>
                  <a:lnTo>
                    <a:pt x="460997" y="364943"/>
                  </a:lnTo>
                  <a:lnTo>
                    <a:pt x="489454" y="397222"/>
                  </a:lnTo>
                  <a:lnTo>
                    <a:pt x="506528" y="421415"/>
                  </a:lnTo>
                  <a:lnTo>
                    <a:pt x="492296" y="441565"/>
                  </a:lnTo>
                  <a:lnTo>
                    <a:pt x="489454" y="453649"/>
                  </a:lnTo>
                  <a:lnTo>
                    <a:pt x="515062" y="493903"/>
                  </a:lnTo>
                  <a:lnTo>
                    <a:pt x="515062" y="518038"/>
                  </a:lnTo>
                  <a:lnTo>
                    <a:pt x="506528" y="534120"/>
                  </a:lnTo>
                  <a:lnTo>
                    <a:pt x="486608" y="534120"/>
                  </a:lnTo>
                  <a:lnTo>
                    <a:pt x="455302" y="534120"/>
                  </a:lnTo>
                  <a:lnTo>
                    <a:pt x="452456" y="574293"/>
                  </a:lnTo>
                  <a:lnTo>
                    <a:pt x="469534" y="578311"/>
                  </a:lnTo>
                  <a:lnTo>
                    <a:pt x="478067" y="586341"/>
                  </a:lnTo>
                  <a:lnTo>
                    <a:pt x="492296" y="574293"/>
                  </a:lnTo>
                  <a:lnTo>
                    <a:pt x="500833" y="574293"/>
                  </a:lnTo>
                  <a:lnTo>
                    <a:pt x="506528" y="586341"/>
                  </a:lnTo>
                  <a:lnTo>
                    <a:pt x="512216" y="602393"/>
                  </a:lnTo>
                  <a:lnTo>
                    <a:pt x="534981" y="598382"/>
                  </a:lnTo>
                  <a:lnTo>
                    <a:pt x="543519" y="598382"/>
                  </a:lnTo>
                  <a:lnTo>
                    <a:pt x="537827" y="614432"/>
                  </a:lnTo>
                  <a:lnTo>
                    <a:pt x="537827" y="638492"/>
                  </a:lnTo>
                  <a:lnTo>
                    <a:pt x="526444" y="646510"/>
                  </a:lnTo>
                  <a:lnTo>
                    <a:pt x="506528" y="650518"/>
                  </a:lnTo>
                  <a:lnTo>
                    <a:pt x="495142" y="662540"/>
                  </a:lnTo>
                  <a:lnTo>
                    <a:pt x="469534" y="706592"/>
                  </a:lnTo>
                  <a:lnTo>
                    <a:pt x="455302" y="722599"/>
                  </a:lnTo>
                  <a:lnTo>
                    <a:pt x="441077" y="726599"/>
                  </a:lnTo>
                  <a:lnTo>
                    <a:pt x="429694" y="742598"/>
                  </a:lnTo>
                  <a:lnTo>
                    <a:pt x="412616" y="730600"/>
                  </a:lnTo>
                  <a:lnTo>
                    <a:pt x="398391" y="734600"/>
                  </a:lnTo>
                  <a:lnTo>
                    <a:pt x="398391" y="718598"/>
                  </a:lnTo>
                  <a:lnTo>
                    <a:pt x="395546" y="702589"/>
                  </a:lnTo>
                  <a:lnTo>
                    <a:pt x="381317" y="694583"/>
                  </a:lnTo>
                  <a:lnTo>
                    <a:pt x="367088" y="694583"/>
                  </a:lnTo>
                  <a:lnTo>
                    <a:pt x="355706" y="698586"/>
                  </a:lnTo>
                  <a:lnTo>
                    <a:pt x="358551" y="722599"/>
                  </a:lnTo>
                  <a:lnTo>
                    <a:pt x="352860" y="746594"/>
                  </a:lnTo>
                  <a:lnTo>
                    <a:pt x="344323" y="762585"/>
                  </a:lnTo>
                  <a:lnTo>
                    <a:pt x="332940" y="758591"/>
                  </a:lnTo>
                  <a:lnTo>
                    <a:pt x="327252" y="758591"/>
                  </a:lnTo>
                  <a:lnTo>
                    <a:pt x="332940" y="734600"/>
                  </a:lnTo>
                  <a:lnTo>
                    <a:pt x="321557" y="730600"/>
                  </a:lnTo>
                  <a:lnTo>
                    <a:pt x="313020" y="734600"/>
                  </a:lnTo>
                  <a:lnTo>
                    <a:pt x="301637" y="758591"/>
                  </a:lnTo>
                  <a:lnTo>
                    <a:pt x="295946" y="750595"/>
                  </a:lnTo>
                  <a:lnTo>
                    <a:pt x="276026" y="742598"/>
                  </a:lnTo>
                  <a:lnTo>
                    <a:pt x="264647" y="738599"/>
                  </a:lnTo>
                  <a:lnTo>
                    <a:pt x="258955" y="758591"/>
                  </a:lnTo>
                  <a:lnTo>
                    <a:pt x="261801" y="786563"/>
                  </a:lnTo>
                  <a:lnTo>
                    <a:pt x="253260" y="806528"/>
                  </a:lnTo>
                  <a:lnTo>
                    <a:pt x="239035" y="810521"/>
                  </a:lnTo>
                  <a:lnTo>
                    <a:pt x="219115" y="798545"/>
                  </a:lnTo>
                  <a:lnTo>
                    <a:pt x="207729" y="798545"/>
                  </a:lnTo>
                  <a:lnTo>
                    <a:pt x="184963" y="826486"/>
                  </a:lnTo>
                  <a:lnTo>
                    <a:pt x="179275" y="822496"/>
                  </a:lnTo>
                  <a:lnTo>
                    <a:pt x="167893" y="814515"/>
                  </a:lnTo>
                  <a:lnTo>
                    <a:pt x="167893" y="786563"/>
                  </a:lnTo>
                  <a:lnTo>
                    <a:pt x="162201" y="782568"/>
                  </a:lnTo>
                  <a:lnTo>
                    <a:pt x="147973" y="790555"/>
                  </a:lnTo>
                  <a:lnTo>
                    <a:pt x="133744" y="790555"/>
                  </a:lnTo>
                  <a:lnTo>
                    <a:pt x="125207" y="786563"/>
                  </a:lnTo>
                  <a:lnTo>
                    <a:pt x="122365" y="802538"/>
                  </a:lnTo>
                  <a:lnTo>
                    <a:pt x="110978" y="814515"/>
                  </a:lnTo>
                  <a:lnTo>
                    <a:pt x="113824" y="838457"/>
                  </a:lnTo>
                  <a:lnTo>
                    <a:pt x="108133" y="854412"/>
                  </a:lnTo>
                  <a:lnTo>
                    <a:pt x="96750" y="870360"/>
                  </a:lnTo>
                  <a:lnTo>
                    <a:pt x="96750" y="886302"/>
                  </a:lnTo>
                  <a:lnTo>
                    <a:pt x="88213" y="890284"/>
                  </a:lnTo>
                  <a:lnTo>
                    <a:pt x="73984" y="870360"/>
                  </a:lnTo>
                  <a:lnTo>
                    <a:pt x="59759" y="866374"/>
                  </a:lnTo>
                  <a:lnTo>
                    <a:pt x="54068" y="854412"/>
                  </a:lnTo>
                  <a:lnTo>
                    <a:pt x="56914" y="842446"/>
                  </a:lnTo>
                  <a:lnTo>
                    <a:pt x="45527" y="770581"/>
                  </a:lnTo>
                  <a:lnTo>
                    <a:pt x="51218" y="766585"/>
                  </a:lnTo>
                  <a:lnTo>
                    <a:pt x="39839" y="706592"/>
                  </a:lnTo>
                  <a:lnTo>
                    <a:pt x="25607" y="706592"/>
                  </a:lnTo>
                  <a:lnTo>
                    <a:pt x="19205" y="661539"/>
                  </a:lnTo>
                  <a:lnTo>
                    <a:pt x="12803" y="616437"/>
                  </a:lnTo>
                  <a:lnTo>
                    <a:pt x="6401" y="571283"/>
                  </a:lnTo>
                  <a:lnTo>
                    <a:pt x="0" y="526080"/>
                  </a:lnTo>
                  <a:lnTo>
                    <a:pt x="45527" y="509995"/>
                  </a:lnTo>
                  <a:lnTo>
                    <a:pt x="38698" y="468950"/>
                  </a:lnTo>
                  <a:lnTo>
                    <a:pt x="31869" y="427862"/>
                  </a:lnTo>
                  <a:lnTo>
                    <a:pt x="25040" y="386733"/>
                  </a:lnTo>
                  <a:lnTo>
                    <a:pt x="18211" y="345562"/>
                  </a:lnTo>
                  <a:lnTo>
                    <a:pt x="11382" y="304348"/>
                  </a:lnTo>
                  <a:lnTo>
                    <a:pt x="65447" y="292221"/>
                  </a:lnTo>
                  <a:lnTo>
                    <a:pt x="61179" y="250413"/>
                  </a:lnTo>
                  <a:lnTo>
                    <a:pt x="56911" y="208561"/>
                  </a:lnTo>
                  <a:lnTo>
                    <a:pt x="52643" y="166665"/>
                  </a:lnTo>
                  <a:lnTo>
                    <a:pt x="48375" y="124725"/>
                  </a:lnTo>
                  <a:lnTo>
                    <a:pt x="44107" y="82741"/>
                  </a:lnTo>
                  <a:lnTo>
                    <a:pt x="39839" y="40712"/>
                  </a:lnTo>
                  <a:lnTo>
                    <a:pt x="79678" y="28503"/>
                  </a:lnTo>
                  <a:lnTo>
                    <a:pt x="119517" y="16290"/>
                  </a:lnTo>
                  <a:close/>
                </a:path>
              </a:pathLst>
            </a:custGeom>
            <a:solidFill>
              <a:srgbClr val="A7CDE2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" name="pg19"/>
            <p:cNvSpPr/>
            <p:nvPr/>
          </p:nvSpPr>
          <p:spPr>
            <a:xfrm>
              <a:off x="3630410" y="4687960"/>
              <a:ext cx="304483" cy="513404"/>
            </a:xfrm>
            <a:custGeom>
              <a:avLst/>
              <a:gdLst/>
              <a:ahLst/>
              <a:cxnLst/>
              <a:rect l="0" t="0" r="0" b="0"/>
              <a:pathLst>
                <a:path w="304483" h="513404">
                  <a:moveTo>
                    <a:pt x="79676" y="466640"/>
                  </a:moveTo>
                  <a:lnTo>
                    <a:pt x="73988" y="447138"/>
                  </a:lnTo>
                  <a:lnTo>
                    <a:pt x="76834" y="419820"/>
                  </a:lnTo>
                  <a:lnTo>
                    <a:pt x="76834" y="392487"/>
                  </a:lnTo>
                  <a:lnTo>
                    <a:pt x="71142" y="384674"/>
                  </a:lnTo>
                  <a:lnTo>
                    <a:pt x="56910" y="369042"/>
                  </a:lnTo>
                  <a:lnTo>
                    <a:pt x="19919" y="326026"/>
                  </a:lnTo>
                  <a:lnTo>
                    <a:pt x="2845" y="290797"/>
                  </a:lnTo>
                  <a:lnTo>
                    <a:pt x="0" y="263376"/>
                  </a:lnTo>
                  <a:lnTo>
                    <a:pt x="2845" y="224175"/>
                  </a:lnTo>
                  <a:lnTo>
                    <a:pt x="5691" y="208482"/>
                  </a:lnTo>
                  <a:lnTo>
                    <a:pt x="5691" y="173153"/>
                  </a:lnTo>
                  <a:lnTo>
                    <a:pt x="0" y="153513"/>
                  </a:lnTo>
                  <a:lnTo>
                    <a:pt x="0" y="107650"/>
                  </a:lnTo>
                  <a:lnTo>
                    <a:pt x="0" y="61736"/>
                  </a:lnTo>
                  <a:lnTo>
                    <a:pt x="0" y="15771"/>
                  </a:lnTo>
                  <a:lnTo>
                    <a:pt x="25611" y="7886"/>
                  </a:lnTo>
                  <a:lnTo>
                    <a:pt x="56910" y="0"/>
                  </a:lnTo>
                  <a:lnTo>
                    <a:pt x="73988" y="0"/>
                  </a:lnTo>
                  <a:lnTo>
                    <a:pt x="93908" y="7886"/>
                  </a:lnTo>
                  <a:lnTo>
                    <a:pt x="99596" y="7886"/>
                  </a:lnTo>
                  <a:lnTo>
                    <a:pt x="116674" y="7886"/>
                  </a:lnTo>
                  <a:lnTo>
                    <a:pt x="128053" y="7886"/>
                  </a:lnTo>
                  <a:lnTo>
                    <a:pt x="142281" y="7886"/>
                  </a:lnTo>
                  <a:lnTo>
                    <a:pt x="153668" y="15771"/>
                  </a:lnTo>
                  <a:lnTo>
                    <a:pt x="162201" y="27596"/>
                  </a:lnTo>
                  <a:lnTo>
                    <a:pt x="162201" y="55174"/>
                  </a:lnTo>
                  <a:lnTo>
                    <a:pt x="159355" y="66987"/>
                  </a:lnTo>
                  <a:lnTo>
                    <a:pt x="179279" y="86669"/>
                  </a:lnTo>
                  <a:lnTo>
                    <a:pt x="184967" y="74861"/>
                  </a:lnTo>
                  <a:lnTo>
                    <a:pt x="193504" y="78795"/>
                  </a:lnTo>
                  <a:lnTo>
                    <a:pt x="207732" y="63047"/>
                  </a:lnTo>
                  <a:lnTo>
                    <a:pt x="256110" y="114207"/>
                  </a:lnTo>
                  <a:lnTo>
                    <a:pt x="241881" y="133864"/>
                  </a:lnTo>
                  <a:lnTo>
                    <a:pt x="256110" y="145657"/>
                  </a:lnTo>
                  <a:lnTo>
                    <a:pt x="264647" y="161373"/>
                  </a:lnTo>
                  <a:lnTo>
                    <a:pt x="304483" y="184933"/>
                  </a:lnTo>
                  <a:lnTo>
                    <a:pt x="290258" y="220249"/>
                  </a:lnTo>
                  <a:lnTo>
                    <a:pt x="290258" y="232016"/>
                  </a:lnTo>
                  <a:lnTo>
                    <a:pt x="295949" y="263376"/>
                  </a:lnTo>
                  <a:lnTo>
                    <a:pt x="290258" y="275130"/>
                  </a:lnTo>
                  <a:lnTo>
                    <a:pt x="276030" y="286883"/>
                  </a:lnTo>
                  <a:lnTo>
                    <a:pt x="261797" y="310372"/>
                  </a:lnTo>
                  <a:lnTo>
                    <a:pt x="250418" y="326026"/>
                  </a:lnTo>
                  <a:lnTo>
                    <a:pt x="230498" y="326026"/>
                  </a:lnTo>
                  <a:lnTo>
                    <a:pt x="216270" y="326026"/>
                  </a:lnTo>
                  <a:lnTo>
                    <a:pt x="199199" y="357315"/>
                  </a:lnTo>
                  <a:lnTo>
                    <a:pt x="182121" y="404202"/>
                  </a:lnTo>
                  <a:lnTo>
                    <a:pt x="173584" y="443237"/>
                  </a:lnTo>
                  <a:lnTo>
                    <a:pt x="159355" y="466640"/>
                  </a:lnTo>
                  <a:lnTo>
                    <a:pt x="153668" y="490030"/>
                  </a:lnTo>
                  <a:lnTo>
                    <a:pt x="150818" y="505616"/>
                  </a:lnTo>
                  <a:lnTo>
                    <a:pt x="136594" y="513404"/>
                  </a:lnTo>
                  <a:lnTo>
                    <a:pt x="116674" y="497824"/>
                  </a:lnTo>
                  <a:lnTo>
                    <a:pt x="99596" y="486132"/>
                  </a:lnTo>
                  <a:lnTo>
                    <a:pt x="85371" y="474438"/>
                  </a:lnTo>
                  <a:close/>
                </a:path>
              </a:pathLst>
            </a:custGeom>
            <a:solidFill>
              <a:srgbClr val="91A5D1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" name="tx20"/>
            <p:cNvSpPr/>
            <p:nvPr/>
          </p:nvSpPr>
          <p:spPr>
            <a:xfrm>
              <a:off x="3950686" y="4404502"/>
              <a:ext cx="120579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18</a:t>
              </a:r>
            </a:p>
          </p:txBody>
        </p:sp>
        <p:sp>
          <p:nvSpPr>
            <p:cNvPr id="22" name="tx21"/>
            <p:cNvSpPr/>
            <p:nvPr/>
          </p:nvSpPr>
          <p:spPr>
            <a:xfrm>
              <a:off x="4794288" y="2610891"/>
              <a:ext cx="120579" cy="7929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13</a:t>
              </a:r>
            </a:p>
          </p:txBody>
        </p:sp>
        <p:sp>
          <p:nvSpPr>
            <p:cNvPr id="23" name="tx22"/>
            <p:cNvSpPr/>
            <p:nvPr/>
          </p:nvSpPr>
          <p:spPr>
            <a:xfrm>
              <a:off x="3829798" y="4602585"/>
              <a:ext cx="180869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100</a:t>
              </a:r>
            </a:p>
          </p:txBody>
        </p:sp>
        <p:sp>
          <p:nvSpPr>
            <p:cNvPr id="24" name="tx23"/>
            <p:cNvSpPr/>
            <p:nvPr/>
          </p:nvSpPr>
          <p:spPr>
            <a:xfrm>
              <a:off x="3892956" y="3846867"/>
              <a:ext cx="60289" cy="779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25" name="tx24"/>
            <p:cNvSpPr/>
            <p:nvPr/>
          </p:nvSpPr>
          <p:spPr>
            <a:xfrm>
              <a:off x="4832351" y="4161994"/>
              <a:ext cx="60289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9</a:t>
              </a:r>
            </a:p>
          </p:txBody>
        </p:sp>
        <p:sp>
          <p:nvSpPr>
            <p:cNvPr id="26" name="tx25"/>
            <p:cNvSpPr/>
            <p:nvPr/>
          </p:nvSpPr>
          <p:spPr>
            <a:xfrm>
              <a:off x="4164973" y="4189429"/>
              <a:ext cx="120579" cy="7929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30</a:t>
              </a:r>
            </a:p>
          </p:txBody>
        </p:sp>
        <p:sp>
          <p:nvSpPr>
            <p:cNvPr id="27" name="tx26"/>
            <p:cNvSpPr/>
            <p:nvPr/>
          </p:nvSpPr>
          <p:spPr>
            <a:xfrm>
              <a:off x="4420683" y="4418394"/>
              <a:ext cx="120579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28" name="tx27"/>
            <p:cNvSpPr/>
            <p:nvPr/>
          </p:nvSpPr>
          <p:spPr>
            <a:xfrm>
              <a:off x="4326680" y="4470359"/>
              <a:ext cx="60289" cy="7929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29" name="tx28"/>
            <p:cNvSpPr/>
            <p:nvPr/>
          </p:nvSpPr>
          <p:spPr>
            <a:xfrm>
              <a:off x="3739381" y="4203180"/>
              <a:ext cx="60289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6</a:t>
              </a:r>
            </a:p>
          </p:txBody>
        </p:sp>
        <p:sp>
          <p:nvSpPr>
            <p:cNvPr id="30" name="tx29"/>
            <p:cNvSpPr/>
            <p:nvPr/>
          </p:nvSpPr>
          <p:spPr>
            <a:xfrm>
              <a:off x="4716855" y="3637371"/>
              <a:ext cx="120579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26</a:t>
              </a:r>
            </a:p>
          </p:txBody>
        </p:sp>
        <p:sp>
          <p:nvSpPr>
            <p:cNvPr id="31" name="tx30"/>
            <p:cNvSpPr/>
            <p:nvPr/>
          </p:nvSpPr>
          <p:spPr>
            <a:xfrm>
              <a:off x="4306773" y="3355064"/>
              <a:ext cx="60289" cy="7759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32" name="tx31"/>
            <p:cNvSpPr/>
            <p:nvPr/>
          </p:nvSpPr>
          <p:spPr>
            <a:xfrm>
              <a:off x="4146632" y="4560450"/>
              <a:ext cx="60289" cy="7659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7</a:t>
              </a:r>
            </a:p>
          </p:txBody>
        </p:sp>
        <p:sp>
          <p:nvSpPr>
            <p:cNvPr id="33" name="tx32"/>
            <p:cNvSpPr/>
            <p:nvPr/>
          </p:nvSpPr>
          <p:spPr>
            <a:xfrm>
              <a:off x="4121290" y="3513721"/>
              <a:ext cx="60289" cy="7659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7</a:t>
              </a:r>
            </a:p>
          </p:txBody>
        </p:sp>
        <p:sp>
          <p:nvSpPr>
            <p:cNvPr id="34" name="tx33"/>
            <p:cNvSpPr/>
            <p:nvPr/>
          </p:nvSpPr>
          <p:spPr>
            <a:xfrm>
              <a:off x="4511557" y="4147226"/>
              <a:ext cx="60289" cy="7786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35" name="tx34"/>
            <p:cNvSpPr/>
            <p:nvPr/>
          </p:nvSpPr>
          <p:spPr>
            <a:xfrm>
              <a:off x="5327685" y="3886070"/>
              <a:ext cx="60289" cy="7659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7</a:t>
              </a:r>
            </a:p>
          </p:txBody>
        </p:sp>
        <p:sp>
          <p:nvSpPr>
            <p:cNvPr id="36" name="tx35"/>
            <p:cNvSpPr/>
            <p:nvPr/>
          </p:nvSpPr>
          <p:spPr>
            <a:xfrm>
              <a:off x="3713283" y="4885383"/>
              <a:ext cx="120579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25</a:t>
              </a:r>
            </a:p>
          </p:txBody>
        </p:sp>
        <p:sp>
          <p:nvSpPr>
            <p:cNvPr id="37" name="tx36"/>
            <p:cNvSpPr/>
            <p:nvPr/>
          </p:nvSpPr>
          <p:spPr>
            <a:xfrm>
              <a:off x="3307155" y="5711234"/>
              <a:ext cx="1397613" cy="12946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Number of Companies</a:t>
              </a:r>
            </a:p>
          </p:txBody>
        </p:sp>
        <p:pic>
          <p:nvPicPr>
            <p:cNvPr id="38" name="pic3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74358" y="5594419"/>
              <a:ext cx="1097280" cy="219455"/>
            </a:xfrm>
            <a:prstGeom prst="rect">
              <a:avLst/>
            </a:prstGeom>
          </p:spPr>
        </p:pic>
        <p:sp>
          <p:nvSpPr>
            <p:cNvPr id="39" name="pl38"/>
            <p:cNvSpPr/>
            <p:nvPr/>
          </p:nvSpPr>
          <p:spPr>
            <a:xfrm>
              <a:off x="5032854" y="5769984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0"/>
                  </a:moveTo>
                  <a:lnTo>
                    <a:pt x="0" y="43891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" name="pl39"/>
            <p:cNvSpPr/>
            <p:nvPr/>
          </p:nvSpPr>
          <p:spPr>
            <a:xfrm>
              <a:off x="5311839" y="5769984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0"/>
                  </a:moveTo>
                  <a:lnTo>
                    <a:pt x="0" y="43891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" name="pl40"/>
            <p:cNvSpPr/>
            <p:nvPr/>
          </p:nvSpPr>
          <p:spPr>
            <a:xfrm>
              <a:off x="5590824" y="5769984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0"/>
                  </a:moveTo>
                  <a:lnTo>
                    <a:pt x="0" y="43891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" name="pl41"/>
            <p:cNvSpPr/>
            <p:nvPr/>
          </p:nvSpPr>
          <p:spPr>
            <a:xfrm>
              <a:off x="5869809" y="5769984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0"/>
                  </a:moveTo>
                  <a:lnTo>
                    <a:pt x="0" y="43891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" name="pl42"/>
            <p:cNvSpPr/>
            <p:nvPr/>
          </p:nvSpPr>
          <p:spPr>
            <a:xfrm>
              <a:off x="5032854" y="5594419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43891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" name="pl43"/>
            <p:cNvSpPr/>
            <p:nvPr/>
          </p:nvSpPr>
          <p:spPr>
            <a:xfrm>
              <a:off x="5311839" y="5594419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43891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" name="pl44"/>
            <p:cNvSpPr/>
            <p:nvPr/>
          </p:nvSpPr>
          <p:spPr>
            <a:xfrm>
              <a:off x="5590824" y="5594419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43891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" name="pl45"/>
            <p:cNvSpPr/>
            <p:nvPr/>
          </p:nvSpPr>
          <p:spPr>
            <a:xfrm>
              <a:off x="5869809" y="5594419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43891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" name="tx46"/>
            <p:cNvSpPr/>
            <p:nvPr/>
          </p:nvSpPr>
          <p:spPr>
            <a:xfrm>
              <a:off x="4970698" y="5881773"/>
              <a:ext cx="12431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25</a:t>
              </a:r>
            </a:p>
          </p:txBody>
        </p:sp>
        <p:sp>
          <p:nvSpPr>
            <p:cNvPr id="48" name="tx47"/>
            <p:cNvSpPr/>
            <p:nvPr/>
          </p:nvSpPr>
          <p:spPr>
            <a:xfrm>
              <a:off x="5249683" y="5881773"/>
              <a:ext cx="12431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50</a:t>
              </a:r>
            </a:p>
          </p:txBody>
        </p:sp>
        <p:sp>
          <p:nvSpPr>
            <p:cNvPr id="49" name="tx48"/>
            <p:cNvSpPr/>
            <p:nvPr/>
          </p:nvSpPr>
          <p:spPr>
            <a:xfrm>
              <a:off x="5528669" y="5883137"/>
              <a:ext cx="124311" cy="8032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75</a:t>
              </a:r>
            </a:p>
          </p:txBody>
        </p:sp>
        <p:sp>
          <p:nvSpPr>
            <p:cNvPr id="50" name="tx49"/>
            <p:cNvSpPr/>
            <p:nvPr/>
          </p:nvSpPr>
          <p:spPr>
            <a:xfrm>
              <a:off x="5776576" y="5881773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100</a:t>
              </a:r>
            </a:p>
          </p:txBody>
        </p:sp>
        <p:sp>
          <p:nvSpPr>
            <p:cNvPr id="51" name="tx50"/>
            <p:cNvSpPr/>
            <p:nvPr/>
          </p:nvSpPr>
          <p:spPr>
            <a:xfrm>
              <a:off x="2844585" y="1624545"/>
              <a:ext cx="3489622" cy="19069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600"/>
                </a:lnSpc>
              </a:pPr>
              <a:r>
                <a:rPr sz="160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Companies with 201-500 Employees</a:t>
              </a: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1143000"/>
          </a:xfrm>
        </p:spPr>
        <p:txBody>
          <a:bodyPr>
            <a:normAutofit fontScale="90000"/>
          </a:bodyPr>
          <a:lstStyle/>
          <a:p>
            <a:r>
              <a:t>Companies with 501-1000 Employees</a:t>
            </a:r>
          </a:p>
        </p:txBody>
      </p:sp>
      <p:grpSp>
        <p:nvGrpSpPr>
          <p:cNvPr id="3" name="Content Placeholder 2"/>
          <p:cNvGrpSpPr/>
          <p:nvPr/>
        </p:nvGrpSpPr>
        <p:grpSpPr>
          <a:xfrm>
            <a:off x="1981200" y="1600201"/>
            <a:ext cx="8229600" cy="4525963"/>
            <a:chOff x="457200" y="1600200"/>
            <a:chExt cx="8229600" cy="4525963"/>
          </a:xfrm>
        </p:grpSpPr>
        <p:sp>
          <p:nvSpPr>
            <p:cNvPr id="4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" name="pg4"/>
            <p:cNvSpPr/>
            <p:nvPr/>
          </p:nvSpPr>
          <p:spPr>
            <a:xfrm>
              <a:off x="3872291" y="4223939"/>
              <a:ext cx="241881" cy="392976"/>
            </a:xfrm>
            <a:custGeom>
              <a:avLst/>
              <a:gdLst/>
              <a:ahLst/>
              <a:cxnLst/>
              <a:rect l="0" t="0" r="0" b="0"/>
              <a:pathLst>
                <a:path w="241881" h="392976">
                  <a:moveTo>
                    <a:pt x="125207" y="11964"/>
                  </a:moveTo>
                  <a:lnTo>
                    <a:pt x="182125" y="0"/>
                  </a:lnTo>
                  <a:lnTo>
                    <a:pt x="196350" y="55803"/>
                  </a:lnTo>
                  <a:lnTo>
                    <a:pt x="182125" y="71730"/>
                  </a:lnTo>
                  <a:lnTo>
                    <a:pt x="207732" y="123459"/>
                  </a:lnTo>
                  <a:lnTo>
                    <a:pt x="207732" y="187036"/>
                  </a:lnTo>
                  <a:lnTo>
                    <a:pt x="241881" y="202914"/>
                  </a:lnTo>
                  <a:lnTo>
                    <a:pt x="233344" y="238619"/>
                  </a:lnTo>
                  <a:lnTo>
                    <a:pt x="241881" y="242584"/>
                  </a:lnTo>
                  <a:lnTo>
                    <a:pt x="224807" y="313892"/>
                  </a:lnTo>
                  <a:lnTo>
                    <a:pt x="224807" y="325762"/>
                  </a:lnTo>
                  <a:lnTo>
                    <a:pt x="219115" y="341587"/>
                  </a:lnTo>
                  <a:lnTo>
                    <a:pt x="224807" y="353452"/>
                  </a:lnTo>
                  <a:lnTo>
                    <a:pt x="202041" y="381122"/>
                  </a:lnTo>
                  <a:lnTo>
                    <a:pt x="196350" y="377171"/>
                  </a:lnTo>
                  <a:lnTo>
                    <a:pt x="184967" y="392976"/>
                  </a:lnTo>
                  <a:lnTo>
                    <a:pt x="139439" y="369266"/>
                  </a:lnTo>
                  <a:lnTo>
                    <a:pt x="136594" y="361359"/>
                  </a:lnTo>
                  <a:lnTo>
                    <a:pt x="85367" y="305972"/>
                  </a:lnTo>
                  <a:lnTo>
                    <a:pt x="54068" y="337631"/>
                  </a:lnTo>
                  <a:lnTo>
                    <a:pt x="45531" y="329719"/>
                  </a:lnTo>
                  <a:lnTo>
                    <a:pt x="34148" y="341587"/>
                  </a:lnTo>
                  <a:lnTo>
                    <a:pt x="17074" y="325762"/>
                  </a:lnTo>
                  <a:lnTo>
                    <a:pt x="11382" y="325762"/>
                  </a:lnTo>
                  <a:lnTo>
                    <a:pt x="2845" y="305972"/>
                  </a:lnTo>
                  <a:lnTo>
                    <a:pt x="0" y="286173"/>
                  </a:lnTo>
                  <a:lnTo>
                    <a:pt x="25611" y="251833"/>
                  </a:lnTo>
                  <a:lnTo>
                    <a:pt x="51222" y="217463"/>
                  </a:lnTo>
                  <a:lnTo>
                    <a:pt x="76834" y="183065"/>
                  </a:lnTo>
                  <a:lnTo>
                    <a:pt x="82521" y="183065"/>
                  </a:lnTo>
                  <a:lnTo>
                    <a:pt x="95327" y="135387"/>
                  </a:lnTo>
                  <a:lnTo>
                    <a:pt x="108133" y="87654"/>
                  </a:lnTo>
                  <a:lnTo>
                    <a:pt x="102441" y="51820"/>
                  </a:lnTo>
                  <a:lnTo>
                    <a:pt x="108133" y="47836"/>
                  </a:lnTo>
                  <a:lnTo>
                    <a:pt x="108133" y="31897"/>
                  </a:lnTo>
                  <a:close/>
                </a:path>
              </a:pathLst>
            </a:custGeom>
            <a:solidFill>
              <a:srgbClr val="8998CC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" name="pg5"/>
            <p:cNvSpPr/>
            <p:nvPr/>
          </p:nvSpPr>
          <p:spPr>
            <a:xfrm>
              <a:off x="4097099" y="2089798"/>
              <a:ext cx="1126881" cy="1365026"/>
            </a:xfrm>
            <a:custGeom>
              <a:avLst/>
              <a:gdLst/>
              <a:ahLst/>
              <a:cxnLst/>
              <a:rect l="0" t="0" r="0" b="0"/>
              <a:pathLst>
                <a:path w="1126881" h="1365026">
                  <a:moveTo>
                    <a:pt x="998828" y="1328418"/>
                  </a:moveTo>
                  <a:lnTo>
                    <a:pt x="956143" y="1335200"/>
                  </a:lnTo>
                  <a:lnTo>
                    <a:pt x="913457" y="1341980"/>
                  </a:lnTo>
                  <a:lnTo>
                    <a:pt x="870771" y="1348760"/>
                  </a:lnTo>
                  <a:lnTo>
                    <a:pt x="870771" y="1356894"/>
                  </a:lnTo>
                  <a:lnTo>
                    <a:pt x="811015" y="1365026"/>
                  </a:lnTo>
                  <a:lnTo>
                    <a:pt x="796783" y="1356894"/>
                  </a:lnTo>
                  <a:lnTo>
                    <a:pt x="796783" y="1315530"/>
                  </a:lnTo>
                  <a:lnTo>
                    <a:pt x="796783" y="1274122"/>
                  </a:lnTo>
                  <a:lnTo>
                    <a:pt x="796783" y="1232672"/>
                  </a:lnTo>
                  <a:lnTo>
                    <a:pt x="796783" y="1191178"/>
                  </a:lnTo>
                  <a:lnTo>
                    <a:pt x="796783" y="1149641"/>
                  </a:lnTo>
                  <a:lnTo>
                    <a:pt x="796783" y="1108060"/>
                  </a:lnTo>
                  <a:lnTo>
                    <a:pt x="796783" y="1099878"/>
                  </a:lnTo>
                  <a:lnTo>
                    <a:pt x="796783" y="1056001"/>
                  </a:lnTo>
                  <a:lnTo>
                    <a:pt x="796783" y="1012076"/>
                  </a:lnTo>
                  <a:lnTo>
                    <a:pt x="796783" y="968101"/>
                  </a:lnTo>
                  <a:lnTo>
                    <a:pt x="796783" y="924078"/>
                  </a:lnTo>
                  <a:lnTo>
                    <a:pt x="796783" y="880006"/>
                  </a:lnTo>
                  <a:lnTo>
                    <a:pt x="796783" y="835884"/>
                  </a:lnTo>
                  <a:lnTo>
                    <a:pt x="796783" y="791713"/>
                  </a:lnTo>
                  <a:lnTo>
                    <a:pt x="754099" y="790338"/>
                  </a:lnTo>
                  <a:lnTo>
                    <a:pt x="711414" y="788962"/>
                  </a:lnTo>
                  <a:lnTo>
                    <a:pt x="668730" y="787587"/>
                  </a:lnTo>
                  <a:lnTo>
                    <a:pt x="663038" y="783459"/>
                  </a:lnTo>
                  <a:lnTo>
                    <a:pt x="603279" y="783459"/>
                  </a:lnTo>
                  <a:lnTo>
                    <a:pt x="599484" y="740803"/>
                  </a:lnTo>
                  <a:lnTo>
                    <a:pt x="595690" y="698101"/>
                  </a:lnTo>
                  <a:lnTo>
                    <a:pt x="591896" y="655352"/>
                  </a:lnTo>
                  <a:lnTo>
                    <a:pt x="548073" y="655766"/>
                  </a:lnTo>
                  <a:lnTo>
                    <a:pt x="504249" y="656180"/>
                  </a:lnTo>
                  <a:lnTo>
                    <a:pt x="460426" y="656594"/>
                  </a:lnTo>
                  <a:lnTo>
                    <a:pt x="416603" y="657008"/>
                  </a:lnTo>
                  <a:lnTo>
                    <a:pt x="372780" y="657422"/>
                  </a:lnTo>
                  <a:lnTo>
                    <a:pt x="328957" y="657836"/>
                  </a:lnTo>
                  <a:lnTo>
                    <a:pt x="285134" y="658250"/>
                  </a:lnTo>
                  <a:lnTo>
                    <a:pt x="241310" y="658664"/>
                  </a:lnTo>
                  <a:lnTo>
                    <a:pt x="197487" y="659077"/>
                  </a:lnTo>
                  <a:lnTo>
                    <a:pt x="153664" y="659491"/>
                  </a:lnTo>
                  <a:lnTo>
                    <a:pt x="102443" y="659491"/>
                  </a:lnTo>
                  <a:lnTo>
                    <a:pt x="51221" y="659491"/>
                  </a:lnTo>
                  <a:lnTo>
                    <a:pt x="0" y="659491"/>
                  </a:lnTo>
                  <a:lnTo>
                    <a:pt x="2845" y="622223"/>
                  </a:lnTo>
                  <a:lnTo>
                    <a:pt x="19916" y="551730"/>
                  </a:lnTo>
                  <a:lnTo>
                    <a:pt x="44104" y="515744"/>
                  </a:lnTo>
                  <a:lnTo>
                    <a:pt x="68293" y="479725"/>
                  </a:lnTo>
                  <a:lnTo>
                    <a:pt x="92481" y="443672"/>
                  </a:lnTo>
                  <a:lnTo>
                    <a:pt x="116670" y="407586"/>
                  </a:lnTo>
                  <a:lnTo>
                    <a:pt x="140858" y="371467"/>
                  </a:lnTo>
                  <a:lnTo>
                    <a:pt x="165047" y="335314"/>
                  </a:lnTo>
                  <a:lnTo>
                    <a:pt x="194215" y="292514"/>
                  </a:lnTo>
                  <a:lnTo>
                    <a:pt x="223384" y="249666"/>
                  </a:lnTo>
                  <a:lnTo>
                    <a:pt x="252552" y="206771"/>
                  </a:lnTo>
                  <a:lnTo>
                    <a:pt x="281721" y="163829"/>
                  </a:lnTo>
                  <a:lnTo>
                    <a:pt x="313971" y="117690"/>
                  </a:lnTo>
                  <a:lnTo>
                    <a:pt x="346221" y="71496"/>
                  </a:lnTo>
                  <a:lnTo>
                    <a:pt x="378471" y="25247"/>
                  </a:lnTo>
                  <a:lnTo>
                    <a:pt x="392700" y="8415"/>
                  </a:lnTo>
                  <a:lnTo>
                    <a:pt x="406932" y="0"/>
                  </a:lnTo>
                  <a:lnTo>
                    <a:pt x="424003" y="0"/>
                  </a:lnTo>
                  <a:lnTo>
                    <a:pt x="441077" y="8415"/>
                  </a:lnTo>
                  <a:lnTo>
                    <a:pt x="472380" y="16832"/>
                  </a:lnTo>
                  <a:lnTo>
                    <a:pt x="486608" y="16832"/>
                  </a:lnTo>
                  <a:lnTo>
                    <a:pt x="489450" y="29456"/>
                  </a:lnTo>
                  <a:lnTo>
                    <a:pt x="480917" y="100899"/>
                  </a:lnTo>
                  <a:lnTo>
                    <a:pt x="486608" y="151251"/>
                  </a:lnTo>
                  <a:lnTo>
                    <a:pt x="509374" y="172209"/>
                  </a:lnTo>
                  <a:lnTo>
                    <a:pt x="552056" y="197347"/>
                  </a:lnTo>
                  <a:lnTo>
                    <a:pt x="577667" y="193159"/>
                  </a:lnTo>
                  <a:lnTo>
                    <a:pt x="628890" y="163829"/>
                  </a:lnTo>
                  <a:lnTo>
                    <a:pt x="671576" y="151251"/>
                  </a:lnTo>
                  <a:lnTo>
                    <a:pt x="697187" y="151251"/>
                  </a:lnTo>
                  <a:lnTo>
                    <a:pt x="722798" y="126080"/>
                  </a:lnTo>
                  <a:lnTo>
                    <a:pt x="748410" y="117690"/>
                  </a:lnTo>
                  <a:lnTo>
                    <a:pt x="805320" y="126080"/>
                  </a:lnTo>
                  <a:lnTo>
                    <a:pt x="813861" y="121884"/>
                  </a:lnTo>
                  <a:lnTo>
                    <a:pt x="816703" y="84100"/>
                  </a:lnTo>
                  <a:lnTo>
                    <a:pt x="822394" y="79899"/>
                  </a:lnTo>
                  <a:lnTo>
                    <a:pt x="873617" y="71496"/>
                  </a:lnTo>
                  <a:lnTo>
                    <a:pt x="910611" y="79899"/>
                  </a:lnTo>
                  <a:lnTo>
                    <a:pt x="930531" y="96700"/>
                  </a:lnTo>
                  <a:lnTo>
                    <a:pt x="970369" y="134473"/>
                  </a:lnTo>
                  <a:lnTo>
                    <a:pt x="1010207" y="172209"/>
                  </a:lnTo>
                  <a:lnTo>
                    <a:pt x="1038668" y="201535"/>
                  </a:lnTo>
                  <a:lnTo>
                    <a:pt x="1061434" y="243392"/>
                  </a:lnTo>
                  <a:lnTo>
                    <a:pt x="1072813" y="255940"/>
                  </a:lnTo>
                  <a:lnTo>
                    <a:pt x="1095579" y="276844"/>
                  </a:lnTo>
                  <a:lnTo>
                    <a:pt x="1112653" y="297737"/>
                  </a:lnTo>
                  <a:lnTo>
                    <a:pt x="1121190" y="335314"/>
                  </a:lnTo>
                  <a:lnTo>
                    <a:pt x="1121664" y="378416"/>
                  </a:lnTo>
                  <a:lnTo>
                    <a:pt x="1122139" y="421470"/>
                  </a:lnTo>
                  <a:lnTo>
                    <a:pt x="1122613" y="464476"/>
                  </a:lnTo>
                  <a:lnTo>
                    <a:pt x="1123087" y="507435"/>
                  </a:lnTo>
                  <a:lnTo>
                    <a:pt x="1123561" y="550347"/>
                  </a:lnTo>
                  <a:lnTo>
                    <a:pt x="1124036" y="593212"/>
                  </a:lnTo>
                  <a:lnTo>
                    <a:pt x="1123680" y="636202"/>
                  </a:lnTo>
                  <a:lnTo>
                    <a:pt x="1123324" y="679145"/>
                  </a:lnTo>
                  <a:lnTo>
                    <a:pt x="1122969" y="722041"/>
                  </a:lnTo>
                  <a:lnTo>
                    <a:pt x="1122613" y="764891"/>
                  </a:lnTo>
                  <a:lnTo>
                    <a:pt x="1122257" y="807693"/>
                  </a:lnTo>
                  <a:lnTo>
                    <a:pt x="1121901" y="850449"/>
                  </a:lnTo>
                  <a:lnTo>
                    <a:pt x="1121546" y="893159"/>
                  </a:lnTo>
                  <a:lnTo>
                    <a:pt x="1121190" y="935822"/>
                  </a:lnTo>
                  <a:lnTo>
                    <a:pt x="1123087" y="987846"/>
                  </a:lnTo>
                  <a:lnTo>
                    <a:pt x="1124984" y="1039801"/>
                  </a:lnTo>
                  <a:lnTo>
                    <a:pt x="1126881" y="1091688"/>
                  </a:lnTo>
                  <a:lnTo>
                    <a:pt x="1126881" y="1112155"/>
                  </a:lnTo>
                  <a:lnTo>
                    <a:pt x="1121190" y="1132608"/>
                  </a:lnTo>
                  <a:lnTo>
                    <a:pt x="1112653" y="1153048"/>
                  </a:lnTo>
                  <a:lnTo>
                    <a:pt x="1112653" y="1169394"/>
                  </a:lnTo>
                  <a:lnTo>
                    <a:pt x="1124036" y="1181649"/>
                  </a:lnTo>
                  <a:lnTo>
                    <a:pt x="1126881" y="1189818"/>
                  </a:lnTo>
                  <a:lnTo>
                    <a:pt x="1112653" y="1206149"/>
                  </a:lnTo>
                  <a:lnTo>
                    <a:pt x="1104116" y="1251023"/>
                  </a:lnTo>
                  <a:lnTo>
                    <a:pt x="1106961" y="1275482"/>
                  </a:lnTo>
                  <a:lnTo>
                    <a:pt x="1118344" y="1291779"/>
                  </a:lnTo>
                  <a:lnTo>
                    <a:pt x="1078506" y="1303995"/>
                  </a:lnTo>
                  <a:lnTo>
                    <a:pt x="1038667" y="1316208"/>
                  </a:lnTo>
                  <a:close/>
                </a:path>
              </a:pathLst>
            </a:custGeom>
            <a:solidFill>
              <a:srgbClr val="A4C8DF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" name="pg6"/>
            <p:cNvSpPr/>
            <p:nvPr/>
          </p:nvSpPr>
          <p:spPr>
            <a:xfrm>
              <a:off x="3681633" y="4438756"/>
              <a:ext cx="503679" cy="434137"/>
            </a:xfrm>
            <a:custGeom>
              <a:avLst/>
              <a:gdLst/>
              <a:ahLst/>
              <a:cxnLst/>
              <a:rect l="0" t="0" r="0" b="0"/>
              <a:pathLst>
                <a:path w="503679" h="434137">
                  <a:moveTo>
                    <a:pt x="415465" y="138635"/>
                  </a:moveTo>
                  <a:lnTo>
                    <a:pt x="424003" y="150496"/>
                  </a:lnTo>
                  <a:lnTo>
                    <a:pt x="435382" y="158399"/>
                  </a:lnTo>
                  <a:lnTo>
                    <a:pt x="449614" y="166305"/>
                  </a:lnTo>
                  <a:lnTo>
                    <a:pt x="466688" y="170254"/>
                  </a:lnTo>
                  <a:lnTo>
                    <a:pt x="475225" y="170254"/>
                  </a:lnTo>
                  <a:lnTo>
                    <a:pt x="486608" y="158399"/>
                  </a:lnTo>
                  <a:lnTo>
                    <a:pt x="492300" y="146542"/>
                  </a:lnTo>
                  <a:lnTo>
                    <a:pt x="500833" y="150496"/>
                  </a:lnTo>
                  <a:lnTo>
                    <a:pt x="503679" y="154449"/>
                  </a:lnTo>
                  <a:lnTo>
                    <a:pt x="492300" y="182109"/>
                  </a:lnTo>
                  <a:lnTo>
                    <a:pt x="480913" y="217642"/>
                  </a:lnTo>
                  <a:lnTo>
                    <a:pt x="466688" y="221588"/>
                  </a:lnTo>
                  <a:lnTo>
                    <a:pt x="443923" y="245259"/>
                  </a:lnTo>
                  <a:lnTo>
                    <a:pt x="441077" y="225537"/>
                  </a:lnTo>
                  <a:lnTo>
                    <a:pt x="435382" y="221588"/>
                  </a:lnTo>
                  <a:lnTo>
                    <a:pt x="421157" y="225537"/>
                  </a:lnTo>
                  <a:lnTo>
                    <a:pt x="395546" y="249203"/>
                  </a:lnTo>
                  <a:lnTo>
                    <a:pt x="369934" y="257090"/>
                  </a:lnTo>
                  <a:lnTo>
                    <a:pt x="350018" y="276800"/>
                  </a:lnTo>
                  <a:lnTo>
                    <a:pt x="330098" y="284681"/>
                  </a:lnTo>
                  <a:lnTo>
                    <a:pt x="324403" y="296500"/>
                  </a:lnTo>
                  <a:lnTo>
                    <a:pt x="321557" y="308316"/>
                  </a:lnTo>
                  <a:lnTo>
                    <a:pt x="304487" y="320128"/>
                  </a:lnTo>
                  <a:lnTo>
                    <a:pt x="298791" y="339808"/>
                  </a:lnTo>
                  <a:lnTo>
                    <a:pt x="290258" y="355542"/>
                  </a:lnTo>
                  <a:lnTo>
                    <a:pt x="307332" y="375205"/>
                  </a:lnTo>
                  <a:lnTo>
                    <a:pt x="321557" y="402717"/>
                  </a:lnTo>
                  <a:lnTo>
                    <a:pt x="315866" y="418430"/>
                  </a:lnTo>
                  <a:lnTo>
                    <a:pt x="298791" y="426284"/>
                  </a:lnTo>
                  <a:lnTo>
                    <a:pt x="270338" y="430211"/>
                  </a:lnTo>
                  <a:lnTo>
                    <a:pt x="253260" y="434137"/>
                  </a:lnTo>
                  <a:lnTo>
                    <a:pt x="213424" y="410577"/>
                  </a:lnTo>
                  <a:lnTo>
                    <a:pt x="204887" y="394861"/>
                  </a:lnTo>
                  <a:lnTo>
                    <a:pt x="190658" y="383067"/>
                  </a:lnTo>
                  <a:lnTo>
                    <a:pt x="204887" y="363411"/>
                  </a:lnTo>
                  <a:lnTo>
                    <a:pt x="156510" y="312251"/>
                  </a:lnTo>
                  <a:lnTo>
                    <a:pt x="142281" y="327998"/>
                  </a:lnTo>
                  <a:lnTo>
                    <a:pt x="133744" y="324065"/>
                  </a:lnTo>
                  <a:lnTo>
                    <a:pt x="128056" y="335873"/>
                  </a:lnTo>
                  <a:lnTo>
                    <a:pt x="108133" y="316191"/>
                  </a:lnTo>
                  <a:lnTo>
                    <a:pt x="110978" y="304378"/>
                  </a:lnTo>
                  <a:lnTo>
                    <a:pt x="110978" y="276800"/>
                  </a:lnTo>
                  <a:lnTo>
                    <a:pt x="102445" y="264975"/>
                  </a:lnTo>
                  <a:lnTo>
                    <a:pt x="91058" y="257090"/>
                  </a:lnTo>
                  <a:lnTo>
                    <a:pt x="76830" y="257090"/>
                  </a:lnTo>
                  <a:lnTo>
                    <a:pt x="65451" y="257090"/>
                  </a:lnTo>
                  <a:lnTo>
                    <a:pt x="48373" y="257090"/>
                  </a:lnTo>
                  <a:lnTo>
                    <a:pt x="42685" y="257090"/>
                  </a:lnTo>
                  <a:lnTo>
                    <a:pt x="34148" y="229480"/>
                  </a:lnTo>
                  <a:lnTo>
                    <a:pt x="36994" y="217642"/>
                  </a:lnTo>
                  <a:lnTo>
                    <a:pt x="36994" y="205800"/>
                  </a:lnTo>
                  <a:lnTo>
                    <a:pt x="65451" y="190006"/>
                  </a:lnTo>
                  <a:lnTo>
                    <a:pt x="54064" y="178159"/>
                  </a:lnTo>
                  <a:lnTo>
                    <a:pt x="71138" y="150496"/>
                  </a:lnTo>
                  <a:lnTo>
                    <a:pt x="68293" y="146542"/>
                  </a:lnTo>
                  <a:lnTo>
                    <a:pt x="76830" y="138635"/>
                  </a:lnTo>
                  <a:lnTo>
                    <a:pt x="36994" y="91155"/>
                  </a:lnTo>
                  <a:lnTo>
                    <a:pt x="5687" y="79277"/>
                  </a:lnTo>
                  <a:lnTo>
                    <a:pt x="5687" y="71356"/>
                  </a:lnTo>
                  <a:lnTo>
                    <a:pt x="0" y="63434"/>
                  </a:lnTo>
                  <a:lnTo>
                    <a:pt x="5687" y="59472"/>
                  </a:lnTo>
                  <a:lnTo>
                    <a:pt x="22765" y="59472"/>
                  </a:lnTo>
                  <a:lnTo>
                    <a:pt x="85371" y="19836"/>
                  </a:lnTo>
                  <a:lnTo>
                    <a:pt x="88213" y="19836"/>
                  </a:lnTo>
                  <a:lnTo>
                    <a:pt x="122361" y="0"/>
                  </a:lnTo>
                  <a:lnTo>
                    <a:pt x="128056" y="7937"/>
                  </a:lnTo>
                  <a:lnTo>
                    <a:pt x="136590" y="3970"/>
                  </a:lnTo>
                  <a:lnTo>
                    <a:pt x="145127" y="7937"/>
                  </a:lnTo>
                  <a:lnTo>
                    <a:pt x="156510" y="7937"/>
                  </a:lnTo>
                  <a:lnTo>
                    <a:pt x="179275" y="35696"/>
                  </a:lnTo>
                  <a:lnTo>
                    <a:pt x="190658" y="71356"/>
                  </a:lnTo>
                  <a:lnTo>
                    <a:pt x="193504" y="91155"/>
                  </a:lnTo>
                  <a:lnTo>
                    <a:pt x="202041" y="110945"/>
                  </a:lnTo>
                  <a:lnTo>
                    <a:pt x="207732" y="110945"/>
                  </a:lnTo>
                  <a:lnTo>
                    <a:pt x="224807" y="126770"/>
                  </a:lnTo>
                  <a:lnTo>
                    <a:pt x="236190" y="114902"/>
                  </a:lnTo>
                  <a:lnTo>
                    <a:pt x="244727" y="122814"/>
                  </a:lnTo>
                  <a:lnTo>
                    <a:pt x="276026" y="91155"/>
                  </a:lnTo>
                  <a:lnTo>
                    <a:pt x="327252" y="146542"/>
                  </a:lnTo>
                  <a:lnTo>
                    <a:pt x="330098" y="154449"/>
                  </a:lnTo>
                  <a:lnTo>
                    <a:pt x="375626" y="178159"/>
                  </a:lnTo>
                  <a:lnTo>
                    <a:pt x="387008" y="162354"/>
                  </a:lnTo>
                  <a:lnTo>
                    <a:pt x="392700" y="166305"/>
                  </a:lnTo>
                  <a:close/>
                </a:path>
              </a:pathLst>
            </a:custGeom>
            <a:solidFill>
              <a:srgbClr val="00008B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" name="pg7"/>
            <p:cNvSpPr/>
            <p:nvPr/>
          </p:nvSpPr>
          <p:spPr>
            <a:xfrm>
              <a:off x="3695861" y="3393795"/>
              <a:ext cx="452460" cy="842108"/>
            </a:xfrm>
            <a:custGeom>
              <a:avLst/>
              <a:gdLst/>
              <a:ahLst/>
              <a:cxnLst/>
              <a:rect l="0" t="0" r="0" b="0"/>
              <a:pathLst>
                <a:path w="452460" h="842108">
                  <a:moveTo>
                    <a:pt x="358555" y="830144"/>
                  </a:moveTo>
                  <a:lnTo>
                    <a:pt x="301637" y="842108"/>
                  </a:lnTo>
                  <a:lnTo>
                    <a:pt x="284563" y="802213"/>
                  </a:lnTo>
                  <a:lnTo>
                    <a:pt x="278871" y="802213"/>
                  </a:lnTo>
                  <a:lnTo>
                    <a:pt x="267492" y="786247"/>
                  </a:lnTo>
                  <a:lnTo>
                    <a:pt x="264643" y="786247"/>
                  </a:lnTo>
                  <a:lnTo>
                    <a:pt x="276030" y="770272"/>
                  </a:lnTo>
                  <a:lnTo>
                    <a:pt x="232395" y="760950"/>
                  </a:lnTo>
                  <a:lnTo>
                    <a:pt x="188761" y="751626"/>
                  </a:lnTo>
                  <a:lnTo>
                    <a:pt x="145127" y="742300"/>
                  </a:lnTo>
                  <a:lnTo>
                    <a:pt x="153664" y="726307"/>
                  </a:lnTo>
                  <a:lnTo>
                    <a:pt x="130898" y="674288"/>
                  </a:lnTo>
                  <a:lnTo>
                    <a:pt x="108133" y="622201"/>
                  </a:lnTo>
                  <a:lnTo>
                    <a:pt x="39836" y="650256"/>
                  </a:lnTo>
                  <a:lnTo>
                    <a:pt x="38413" y="604155"/>
                  </a:lnTo>
                  <a:lnTo>
                    <a:pt x="36990" y="558002"/>
                  </a:lnTo>
                  <a:lnTo>
                    <a:pt x="31302" y="525867"/>
                  </a:lnTo>
                  <a:lnTo>
                    <a:pt x="22765" y="525867"/>
                  </a:lnTo>
                  <a:lnTo>
                    <a:pt x="11382" y="469567"/>
                  </a:lnTo>
                  <a:lnTo>
                    <a:pt x="11382" y="461514"/>
                  </a:lnTo>
                  <a:lnTo>
                    <a:pt x="17070" y="453466"/>
                  </a:lnTo>
                  <a:lnTo>
                    <a:pt x="31302" y="449440"/>
                  </a:lnTo>
                  <a:lnTo>
                    <a:pt x="23477" y="408147"/>
                  </a:lnTo>
                  <a:lnTo>
                    <a:pt x="15651" y="366812"/>
                  </a:lnTo>
                  <a:lnTo>
                    <a:pt x="7825" y="325435"/>
                  </a:lnTo>
                  <a:lnTo>
                    <a:pt x="0" y="284014"/>
                  </a:lnTo>
                  <a:lnTo>
                    <a:pt x="5691" y="275930"/>
                  </a:lnTo>
                  <a:lnTo>
                    <a:pt x="8537" y="235471"/>
                  </a:lnTo>
                  <a:lnTo>
                    <a:pt x="11382" y="186865"/>
                  </a:lnTo>
                  <a:lnTo>
                    <a:pt x="14224" y="174705"/>
                  </a:lnTo>
                  <a:lnTo>
                    <a:pt x="22765" y="166595"/>
                  </a:lnTo>
                  <a:lnTo>
                    <a:pt x="39836" y="174705"/>
                  </a:lnTo>
                  <a:lnTo>
                    <a:pt x="88216" y="190918"/>
                  </a:lnTo>
                  <a:lnTo>
                    <a:pt x="99596" y="186865"/>
                  </a:lnTo>
                  <a:lnTo>
                    <a:pt x="105287" y="178761"/>
                  </a:lnTo>
                  <a:lnTo>
                    <a:pt x="99596" y="174705"/>
                  </a:lnTo>
                  <a:lnTo>
                    <a:pt x="71142" y="134145"/>
                  </a:lnTo>
                  <a:lnTo>
                    <a:pt x="59756" y="101666"/>
                  </a:lnTo>
                  <a:lnTo>
                    <a:pt x="62601" y="85416"/>
                  </a:lnTo>
                  <a:lnTo>
                    <a:pt x="73984" y="69160"/>
                  </a:lnTo>
                  <a:lnTo>
                    <a:pt x="99596" y="36629"/>
                  </a:lnTo>
                  <a:lnTo>
                    <a:pt x="125207" y="4071"/>
                  </a:lnTo>
                  <a:lnTo>
                    <a:pt x="139435" y="0"/>
                  </a:lnTo>
                  <a:lnTo>
                    <a:pt x="152241" y="50865"/>
                  </a:lnTo>
                  <a:lnTo>
                    <a:pt x="165047" y="101666"/>
                  </a:lnTo>
                  <a:lnTo>
                    <a:pt x="162201" y="109785"/>
                  </a:lnTo>
                  <a:lnTo>
                    <a:pt x="170738" y="150372"/>
                  </a:lnTo>
                  <a:lnTo>
                    <a:pt x="179275" y="190917"/>
                  </a:lnTo>
                  <a:lnTo>
                    <a:pt x="187813" y="231421"/>
                  </a:lnTo>
                  <a:lnTo>
                    <a:pt x="196350" y="271884"/>
                  </a:lnTo>
                  <a:lnTo>
                    <a:pt x="204887" y="312307"/>
                  </a:lnTo>
                  <a:lnTo>
                    <a:pt x="213424" y="352688"/>
                  </a:lnTo>
                  <a:lnTo>
                    <a:pt x="230498" y="352688"/>
                  </a:lnTo>
                  <a:lnTo>
                    <a:pt x="230498" y="344615"/>
                  </a:lnTo>
                  <a:lnTo>
                    <a:pt x="267492" y="336540"/>
                  </a:lnTo>
                  <a:lnTo>
                    <a:pt x="278871" y="380931"/>
                  </a:lnTo>
                  <a:lnTo>
                    <a:pt x="335789" y="376898"/>
                  </a:lnTo>
                  <a:lnTo>
                    <a:pt x="343378" y="418557"/>
                  </a:lnTo>
                  <a:lnTo>
                    <a:pt x="350967" y="460174"/>
                  </a:lnTo>
                  <a:lnTo>
                    <a:pt x="358555" y="501747"/>
                  </a:lnTo>
                  <a:lnTo>
                    <a:pt x="344323" y="505768"/>
                  </a:lnTo>
                  <a:lnTo>
                    <a:pt x="344323" y="533904"/>
                  </a:lnTo>
                  <a:lnTo>
                    <a:pt x="341477" y="533904"/>
                  </a:lnTo>
                  <a:lnTo>
                    <a:pt x="341477" y="541939"/>
                  </a:lnTo>
                  <a:lnTo>
                    <a:pt x="347168" y="541939"/>
                  </a:lnTo>
                  <a:lnTo>
                    <a:pt x="350014" y="562020"/>
                  </a:lnTo>
                  <a:lnTo>
                    <a:pt x="395546" y="558002"/>
                  </a:lnTo>
                  <a:lnTo>
                    <a:pt x="398391" y="582091"/>
                  </a:lnTo>
                  <a:lnTo>
                    <a:pt x="395546" y="582091"/>
                  </a:lnTo>
                  <a:lnTo>
                    <a:pt x="398391" y="594129"/>
                  </a:lnTo>
                  <a:lnTo>
                    <a:pt x="406928" y="594129"/>
                  </a:lnTo>
                  <a:lnTo>
                    <a:pt x="415465" y="630219"/>
                  </a:lnTo>
                  <a:lnTo>
                    <a:pt x="406928" y="634227"/>
                  </a:lnTo>
                  <a:lnTo>
                    <a:pt x="421153" y="686298"/>
                  </a:lnTo>
                  <a:lnTo>
                    <a:pt x="432540" y="686298"/>
                  </a:lnTo>
                  <a:lnTo>
                    <a:pt x="452460" y="742300"/>
                  </a:lnTo>
                  <a:lnTo>
                    <a:pt x="452460" y="758286"/>
                  </a:lnTo>
                  <a:lnTo>
                    <a:pt x="432540" y="762279"/>
                  </a:lnTo>
                  <a:lnTo>
                    <a:pt x="404083" y="758286"/>
                  </a:lnTo>
                  <a:lnTo>
                    <a:pt x="384163" y="782254"/>
                  </a:lnTo>
                  <a:lnTo>
                    <a:pt x="378471" y="790237"/>
                  </a:lnTo>
                  <a:lnTo>
                    <a:pt x="378471" y="798224"/>
                  </a:lnTo>
                  <a:lnTo>
                    <a:pt x="395546" y="806204"/>
                  </a:lnTo>
                  <a:lnTo>
                    <a:pt x="392700" y="826155"/>
                  </a:lnTo>
                  <a:close/>
                </a:path>
              </a:pathLst>
            </a:custGeom>
            <a:solidFill>
              <a:srgbClr val="A4C8DF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" name="pg8"/>
            <p:cNvSpPr/>
            <p:nvPr/>
          </p:nvSpPr>
          <p:spPr>
            <a:xfrm>
              <a:off x="4683307" y="3681852"/>
              <a:ext cx="429694" cy="701320"/>
            </a:xfrm>
            <a:custGeom>
              <a:avLst/>
              <a:gdLst/>
              <a:ahLst/>
              <a:cxnLst/>
              <a:rect l="0" t="0" r="0" b="0"/>
              <a:pathLst>
                <a:path w="429694" h="701320">
                  <a:moveTo>
                    <a:pt x="14224" y="398240"/>
                  </a:moveTo>
                  <a:lnTo>
                    <a:pt x="42681" y="398240"/>
                  </a:lnTo>
                  <a:lnTo>
                    <a:pt x="42681" y="414249"/>
                  </a:lnTo>
                  <a:lnTo>
                    <a:pt x="56910" y="414249"/>
                  </a:lnTo>
                  <a:lnTo>
                    <a:pt x="62601" y="390234"/>
                  </a:lnTo>
                  <a:lnTo>
                    <a:pt x="85367" y="374216"/>
                  </a:lnTo>
                  <a:lnTo>
                    <a:pt x="108129" y="382225"/>
                  </a:lnTo>
                  <a:lnTo>
                    <a:pt x="122361" y="354187"/>
                  </a:lnTo>
                  <a:lnTo>
                    <a:pt x="199192" y="342161"/>
                  </a:lnTo>
                  <a:lnTo>
                    <a:pt x="193501" y="294032"/>
                  </a:lnTo>
                  <a:lnTo>
                    <a:pt x="187811" y="245845"/>
                  </a:lnTo>
                  <a:lnTo>
                    <a:pt x="182121" y="197601"/>
                  </a:lnTo>
                  <a:lnTo>
                    <a:pt x="239032" y="181509"/>
                  </a:lnTo>
                  <a:lnTo>
                    <a:pt x="227652" y="121097"/>
                  </a:lnTo>
                  <a:lnTo>
                    <a:pt x="287409" y="100939"/>
                  </a:lnTo>
                  <a:lnTo>
                    <a:pt x="278871" y="32328"/>
                  </a:lnTo>
                  <a:lnTo>
                    <a:pt x="331517" y="16167"/>
                  </a:lnTo>
                  <a:lnTo>
                    <a:pt x="384163" y="0"/>
                  </a:lnTo>
                  <a:lnTo>
                    <a:pt x="390992" y="41213"/>
                  </a:lnTo>
                  <a:lnTo>
                    <a:pt x="397821" y="82384"/>
                  </a:lnTo>
                  <a:lnTo>
                    <a:pt x="404650" y="123514"/>
                  </a:lnTo>
                  <a:lnTo>
                    <a:pt x="411478" y="164601"/>
                  </a:lnTo>
                  <a:lnTo>
                    <a:pt x="418307" y="205646"/>
                  </a:lnTo>
                  <a:lnTo>
                    <a:pt x="372780" y="221731"/>
                  </a:lnTo>
                  <a:lnTo>
                    <a:pt x="379182" y="266934"/>
                  </a:lnTo>
                  <a:lnTo>
                    <a:pt x="385584" y="312088"/>
                  </a:lnTo>
                  <a:lnTo>
                    <a:pt x="391986" y="357190"/>
                  </a:lnTo>
                  <a:lnTo>
                    <a:pt x="398387" y="402243"/>
                  </a:lnTo>
                  <a:lnTo>
                    <a:pt x="412620" y="402243"/>
                  </a:lnTo>
                  <a:lnTo>
                    <a:pt x="423999" y="462236"/>
                  </a:lnTo>
                  <a:lnTo>
                    <a:pt x="418307" y="466232"/>
                  </a:lnTo>
                  <a:lnTo>
                    <a:pt x="429694" y="538097"/>
                  </a:lnTo>
                  <a:lnTo>
                    <a:pt x="421153" y="538097"/>
                  </a:lnTo>
                  <a:lnTo>
                    <a:pt x="415462" y="554050"/>
                  </a:lnTo>
                  <a:lnTo>
                    <a:pt x="423999" y="597890"/>
                  </a:lnTo>
                  <a:lnTo>
                    <a:pt x="398387" y="605855"/>
                  </a:lnTo>
                  <a:lnTo>
                    <a:pt x="398387" y="629740"/>
                  </a:lnTo>
                  <a:lnTo>
                    <a:pt x="381317" y="645658"/>
                  </a:lnTo>
                  <a:lnTo>
                    <a:pt x="378467" y="625763"/>
                  </a:lnTo>
                  <a:lnTo>
                    <a:pt x="381317" y="601870"/>
                  </a:lnTo>
                  <a:lnTo>
                    <a:pt x="358551" y="581954"/>
                  </a:lnTo>
                  <a:lnTo>
                    <a:pt x="369934" y="566011"/>
                  </a:lnTo>
                  <a:lnTo>
                    <a:pt x="358551" y="550063"/>
                  </a:lnTo>
                  <a:lnTo>
                    <a:pt x="338631" y="558038"/>
                  </a:lnTo>
                  <a:lnTo>
                    <a:pt x="327248" y="538097"/>
                  </a:lnTo>
                  <a:lnTo>
                    <a:pt x="321557" y="522137"/>
                  </a:lnTo>
                  <a:lnTo>
                    <a:pt x="307329" y="522137"/>
                  </a:lnTo>
                  <a:lnTo>
                    <a:pt x="301637" y="534108"/>
                  </a:lnTo>
                  <a:lnTo>
                    <a:pt x="301637" y="550063"/>
                  </a:lnTo>
                  <a:lnTo>
                    <a:pt x="293100" y="558038"/>
                  </a:lnTo>
                  <a:lnTo>
                    <a:pt x="284563" y="550063"/>
                  </a:lnTo>
                  <a:lnTo>
                    <a:pt x="276026" y="534108"/>
                  </a:lnTo>
                  <a:lnTo>
                    <a:pt x="267489" y="526131"/>
                  </a:lnTo>
                  <a:lnTo>
                    <a:pt x="264643" y="534108"/>
                  </a:lnTo>
                  <a:lnTo>
                    <a:pt x="267489" y="554050"/>
                  </a:lnTo>
                  <a:lnTo>
                    <a:pt x="247572" y="573983"/>
                  </a:lnTo>
                  <a:lnTo>
                    <a:pt x="236186" y="573983"/>
                  </a:lnTo>
                  <a:lnTo>
                    <a:pt x="219112" y="593906"/>
                  </a:lnTo>
                  <a:lnTo>
                    <a:pt x="210574" y="593906"/>
                  </a:lnTo>
                  <a:lnTo>
                    <a:pt x="199192" y="585935"/>
                  </a:lnTo>
                  <a:lnTo>
                    <a:pt x="196346" y="577969"/>
                  </a:lnTo>
                  <a:lnTo>
                    <a:pt x="207732" y="558038"/>
                  </a:lnTo>
                  <a:lnTo>
                    <a:pt x="196346" y="538097"/>
                  </a:lnTo>
                  <a:lnTo>
                    <a:pt x="184967" y="546074"/>
                  </a:lnTo>
                  <a:lnTo>
                    <a:pt x="182121" y="573983"/>
                  </a:lnTo>
                  <a:lnTo>
                    <a:pt x="165047" y="589922"/>
                  </a:lnTo>
                  <a:lnTo>
                    <a:pt x="153660" y="597890"/>
                  </a:lnTo>
                  <a:lnTo>
                    <a:pt x="145127" y="601870"/>
                  </a:lnTo>
                  <a:lnTo>
                    <a:pt x="128053" y="605855"/>
                  </a:lnTo>
                  <a:lnTo>
                    <a:pt x="136590" y="625763"/>
                  </a:lnTo>
                  <a:lnTo>
                    <a:pt x="128053" y="645658"/>
                  </a:lnTo>
                  <a:lnTo>
                    <a:pt x="130895" y="661569"/>
                  </a:lnTo>
                  <a:lnTo>
                    <a:pt x="142281" y="673498"/>
                  </a:lnTo>
                  <a:lnTo>
                    <a:pt x="153660" y="681449"/>
                  </a:lnTo>
                  <a:lnTo>
                    <a:pt x="145127" y="701320"/>
                  </a:lnTo>
                  <a:lnTo>
                    <a:pt x="130895" y="701320"/>
                  </a:lnTo>
                  <a:lnTo>
                    <a:pt x="99596" y="685424"/>
                  </a:lnTo>
                  <a:lnTo>
                    <a:pt x="93904" y="697346"/>
                  </a:lnTo>
                  <a:lnTo>
                    <a:pt x="82521" y="697346"/>
                  </a:lnTo>
                  <a:lnTo>
                    <a:pt x="73984" y="665546"/>
                  </a:lnTo>
                  <a:lnTo>
                    <a:pt x="59756" y="661569"/>
                  </a:lnTo>
                  <a:lnTo>
                    <a:pt x="42681" y="657592"/>
                  </a:lnTo>
                  <a:lnTo>
                    <a:pt x="14224" y="657592"/>
                  </a:lnTo>
                  <a:lnTo>
                    <a:pt x="5687" y="649636"/>
                  </a:lnTo>
                  <a:lnTo>
                    <a:pt x="5687" y="637702"/>
                  </a:lnTo>
                  <a:lnTo>
                    <a:pt x="14224" y="633720"/>
                  </a:lnTo>
                  <a:lnTo>
                    <a:pt x="28453" y="633720"/>
                  </a:lnTo>
                  <a:lnTo>
                    <a:pt x="25611" y="613817"/>
                  </a:lnTo>
                  <a:lnTo>
                    <a:pt x="34144" y="601870"/>
                  </a:lnTo>
                  <a:lnTo>
                    <a:pt x="48373" y="605855"/>
                  </a:lnTo>
                  <a:lnTo>
                    <a:pt x="73984" y="613817"/>
                  </a:lnTo>
                  <a:lnTo>
                    <a:pt x="73984" y="605855"/>
                  </a:lnTo>
                  <a:lnTo>
                    <a:pt x="62601" y="593906"/>
                  </a:lnTo>
                  <a:lnTo>
                    <a:pt x="65447" y="577969"/>
                  </a:lnTo>
                  <a:lnTo>
                    <a:pt x="54064" y="573983"/>
                  </a:lnTo>
                  <a:lnTo>
                    <a:pt x="39836" y="573983"/>
                  </a:lnTo>
                  <a:lnTo>
                    <a:pt x="25611" y="593906"/>
                  </a:lnTo>
                  <a:lnTo>
                    <a:pt x="14224" y="589922"/>
                  </a:lnTo>
                  <a:lnTo>
                    <a:pt x="19916" y="573983"/>
                  </a:lnTo>
                  <a:lnTo>
                    <a:pt x="36990" y="538097"/>
                  </a:lnTo>
                  <a:lnTo>
                    <a:pt x="36990" y="514155"/>
                  </a:lnTo>
                  <a:lnTo>
                    <a:pt x="28453" y="494196"/>
                  </a:lnTo>
                  <a:lnTo>
                    <a:pt x="22765" y="486206"/>
                  </a:lnTo>
                  <a:lnTo>
                    <a:pt x="14224" y="466232"/>
                  </a:lnTo>
                  <a:lnTo>
                    <a:pt x="2845" y="454242"/>
                  </a:lnTo>
                  <a:lnTo>
                    <a:pt x="0" y="446246"/>
                  </a:lnTo>
                  <a:lnTo>
                    <a:pt x="2845" y="434250"/>
                  </a:lnTo>
                  <a:lnTo>
                    <a:pt x="5687" y="418250"/>
                  </a:lnTo>
                  <a:lnTo>
                    <a:pt x="11379" y="406245"/>
                  </a:lnTo>
                  <a:close/>
                </a:path>
              </a:pathLst>
            </a:custGeom>
            <a:solidFill>
              <a:srgbClr val="ADD8E6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" name="pg9"/>
            <p:cNvSpPr/>
            <p:nvPr/>
          </p:nvSpPr>
          <p:spPr>
            <a:xfrm>
              <a:off x="4054417" y="4056069"/>
              <a:ext cx="367088" cy="422347"/>
            </a:xfrm>
            <a:custGeom>
              <a:avLst/>
              <a:gdLst/>
              <a:ahLst/>
              <a:cxnLst/>
              <a:rect l="0" t="0" r="0" b="0"/>
              <a:pathLst>
                <a:path w="367088" h="422347">
                  <a:moveTo>
                    <a:pt x="0" y="167870"/>
                  </a:moveTo>
                  <a:lnTo>
                    <a:pt x="34144" y="163881"/>
                  </a:lnTo>
                  <a:lnTo>
                    <a:pt x="36990" y="143930"/>
                  </a:lnTo>
                  <a:lnTo>
                    <a:pt x="19916" y="135950"/>
                  </a:lnTo>
                  <a:lnTo>
                    <a:pt x="19916" y="127963"/>
                  </a:lnTo>
                  <a:lnTo>
                    <a:pt x="25607" y="119980"/>
                  </a:lnTo>
                  <a:lnTo>
                    <a:pt x="45527" y="96012"/>
                  </a:lnTo>
                  <a:lnTo>
                    <a:pt x="73984" y="100005"/>
                  </a:lnTo>
                  <a:lnTo>
                    <a:pt x="93904" y="96012"/>
                  </a:lnTo>
                  <a:lnTo>
                    <a:pt x="93904" y="80026"/>
                  </a:lnTo>
                  <a:lnTo>
                    <a:pt x="122361" y="68029"/>
                  </a:lnTo>
                  <a:lnTo>
                    <a:pt x="139435" y="72030"/>
                  </a:lnTo>
                  <a:lnTo>
                    <a:pt x="150815" y="80026"/>
                  </a:lnTo>
                  <a:lnTo>
                    <a:pt x="147969" y="92016"/>
                  </a:lnTo>
                  <a:lnTo>
                    <a:pt x="159355" y="100005"/>
                  </a:lnTo>
                  <a:lnTo>
                    <a:pt x="173580" y="80026"/>
                  </a:lnTo>
                  <a:lnTo>
                    <a:pt x="184963" y="80026"/>
                  </a:lnTo>
                  <a:lnTo>
                    <a:pt x="190654" y="84020"/>
                  </a:lnTo>
                  <a:lnTo>
                    <a:pt x="256106" y="96012"/>
                  </a:lnTo>
                  <a:lnTo>
                    <a:pt x="264643" y="88020"/>
                  </a:lnTo>
                  <a:lnTo>
                    <a:pt x="267489" y="64033"/>
                  </a:lnTo>
                  <a:lnTo>
                    <a:pt x="264643" y="48034"/>
                  </a:lnTo>
                  <a:lnTo>
                    <a:pt x="250414" y="40032"/>
                  </a:lnTo>
                  <a:lnTo>
                    <a:pt x="241877" y="24024"/>
                  </a:lnTo>
                  <a:lnTo>
                    <a:pt x="241877" y="12014"/>
                  </a:lnTo>
                  <a:lnTo>
                    <a:pt x="321557" y="0"/>
                  </a:lnTo>
                  <a:lnTo>
                    <a:pt x="330090" y="8009"/>
                  </a:lnTo>
                  <a:lnTo>
                    <a:pt x="332936" y="28027"/>
                  </a:lnTo>
                  <a:lnTo>
                    <a:pt x="327248" y="48034"/>
                  </a:lnTo>
                  <a:lnTo>
                    <a:pt x="352856" y="52035"/>
                  </a:lnTo>
                  <a:lnTo>
                    <a:pt x="347168" y="111989"/>
                  </a:lnTo>
                  <a:lnTo>
                    <a:pt x="367088" y="119980"/>
                  </a:lnTo>
                  <a:lnTo>
                    <a:pt x="352856" y="175846"/>
                  </a:lnTo>
                  <a:lnTo>
                    <a:pt x="330090" y="175846"/>
                  </a:lnTo>
                  <a:lnTo>
                    <a:pt x="317287" y="215705"/>
                  </a:lnTo>
                  <a:lnTo>
                    <a:pt x="304483" y="255524"/>
                  </a:lnTo>
                  <a:lnTo>
                    <a:pt x="290254" y="311208"/>
                  </a:lnTo>
                  <a:lnTo>
                    <a:pt x="227649" y="303258"/>
                  </a:lnTo>
                  <a:lnTo>
                    <a:pt x="221957" y="335049"/>
                  </a:lnTo>
                  <a:lnTo>
                    <a:pt x="224807" y="374753"/>
                  </a:lnTo>
                  <a:lnTo>
                    <a:pt x="230494" y="410454"/>
                  </a:lnTo>
                  <a:lnTo>
                    <a:pt x="179275" y="402523"/>
                  </a:lnTo>
                  <a:lnTo>
                    <a:pt x="176426" y="390624"/>
                  </a:lnTo>
                  <a:lnTo>
                    <a:pt x="122361" y="378721"/>
                  </a:lnTo>
                  <a:lnTo>
                    <a:pt x="108129" y="422347"/>
                  </a:lnTo>
                  <a:lnTo>
                    <a:pt x="59756" y="410454"/>
                  </a:lnTo>
                  <a:lnTo>
                    <a:pt x="51218" y="406489"/>
                  </a:lnTo>
                  <a:lnTo>
                    <a:pt x="59756" y="370784"/>
                  </a:lnTo>
                  <a:lnTo>
                    <a:pt x="25607" y="354906"/>
                  </a:lnTo>
                  <a:lnTo>
                    <a:pt x="25607" y="291329"/>
                  </a:lnTo>
                  <a:lnTo>
                    <a:pt x="0" y="239601"/>
                  </a:lnTo>
                  <a:lnTo>
                    <a:pt x="14224" y="223673"/>
                  </a:lnTo>
                  <a:close/>
                </a:path>
              </a:pathLst>
            </a:custGeom>
            <a:solidFill>
              <a:srgbClr val="8998CC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" name="pg10"/>
            <p:cNvSpPr/>
            <p:nvPr/>
          </p:nvSpPr>
          <p:spPr>
            <a:xfrm>
              <a:off x="4384508" y="4303635"/>
              <a:ext cx="207736" cy="305375"/>
            </a:xfrm>
            <a:custGeom>
              <a:avLst/>
              <a:gdLst/>
              <a:ahLst/>
              <a:cxnLst/>
              <a:rect l="0" t="0" r="0" b="0"/>
              <a:pathLst>
                <a:path w="207736" h="305375">
                  <a:moveTo>
                    <a:pt x="17078" y="19899"/>
                  </a:moveTo>
                  <a:lnTo>
                    <a:pt x="28460" y="7958"/>
                  </a:lnTo>
                  <a:lnTo>
                    <a:pt x="51226" y="27854"/>
                  </a:lnTo>
                  <a:lnTo>
                    <a:pt x="91062" y="0"/>
                  </a:lnTo>
                  <a:lnTo>
                    <a:pt x="130902" y="37799"/>
                  </a:lnTo>
                  <a:lnTo>
                    <a:pt x="170742" y="75564"/>
                  </a:lnTo>
                  <a:lnTo>
                    <a:pt x="184971" y="75564"/>
                  </a:lnTo>
                  <a:lnTo>
                    <a:pt x="193508" y="67616"/>
                  </a:lnTo>
                  <a:lnTo>
                    <a:pt x="207736" y="75564"/>
                  </a:lnTo>
                  <a:lnTo>
                    <a:pt x="196353" y="107340"/>
                  </a:lnTo>
                  <a:lnTo>
                    <a:pt x="187816" y="119249"/>
                  </a:lnTo>
                  <a:lnTo>
                    <a:pt x="179279" y="147025"/>
                  </a:lnTo>
                  <a:lnTo>
                    <a:pt x="170742" y="158923"/>
                  </a:lnTo>
                  <a:lnTo>
                    <a:pt x="165051" y="170817"/>
                  </a:lnTo>
                  <a:lnTo>
                    <a:pt x="165051" y="182705"/>
                  </a:lnTo>
                  <a:lnTo>
                    <a:pt x="179279" y="194593"/>
                  </a:lnTo>
                  <a:lnTo>
                    <a:pt x="176433" y="218361"/>
                  </a:lnTo>
                  <a:lnTo>
                    <a:pt x="165051" y="226276"/>
                  </a:lnTo>
                  <a:lnTo>
                    <a:pt x="147976" y="234196"/>
                  </a:lnTo>
                  <a:lnTo>
                    <a:pt x="145131" y="242109"/>
                  </a:lnTo>
                  <a:lnTo>
                    <a:pt x="145131" y="250023"/>
                  </a:lnTo>
                  <a:lnTo>
                    <a:pt x="133748" y="257935"/>
                  </a:lnTo>
                  <a:lnTo>
                    <a:pt x="119523" y="265846"/>
                  </a:lnTo>
                  <a:lnTo>
                    <a:pt x="108136" y="297475"/>
                  </a:lnTo>
                  <a:lnTo>
                    <a:pt x="96757" y="305375"/>
                  </a:lnTo>
                  <a:lnTo>
                    <a:pt x="85371" y="301426"/>
                  </a:lnTo>
                  <a:lnTo>
                    <a:pt x="79679" y="281663"/>
                  </a:lnTo>
                  <a:lnTo>
                    <a:pt x="96757" y="265846"/>
                  </a:lnTo>
                  <a:lnTo>
                    <a:pt x="99603" y="257935"/>
                  </a:lnTo>
                  <a:lnTo>
                    <a:pt x="79679" y="257935"/>
                  </a:lnTo>
                  <a:lnTo>
                    <a:pt x="62605" y="257935"/>
                  </a:lnTo>
                  <a:lnTo>
                    <a:pt x="65451" y="234196"/>
                  </a:lnTo>
                  <a:lnTo>
                    <a:pt x="71142" y="218361"/>
                  </a:lnTo>
                  <a:lnTo>
                    <a:pt x="76837" y="210438"/>
                  </a:lnTo>
                  <a:lnTo>
                    <a:pt x="85371" y="194593"/>
                  </a:lnTo>
                  <a:lnTo>
                    <a:pt x="82525" y="186671"/>
                  </a:lnTo>
                  <a:lnTo>
                    <a:pt x="71142" y="178742"/>
                  </a:lnTo>
                  <a:lnTo>
                    <a:pt x="71142" y="139091"/>
                  </a:lnTo>
                  <a:lnTo>
                    <a:pt x="62605" y="123218"/>
                  </a:lnTo>
                  <a:lnTo>
                    <a:pt x="54072" y="107340"/>
                  </a:lnTo>
                  <a:lnTo>
                    <a:pt x="48377" y="107340"/>
                  </a:lnTo>
                  <a:lnTo>
                    <a:pt x="31306" y="103369"/>
                  </a:lnTo>
                  <a:lnTo>
                    <a:pt x="28460" y="95427"/>
                  </a:lnTo>
                  <a:lnTo>
                    <a:pt x="17078" y="87483"/>
                  </a:lnTo>
                  <a:lnTo>
                    <a:pt x="5695" y="75564"/>
                  </a:lnTo>
                  <a:lnTo>
                    <a:pt x="0" y="63641"/>
                  </a:lnTo>
                  <a:lnTo>
                    <a:pt x="5695" y="43763"/>
                  </a:lnTo>
                  <a:lnTo>
                    <a:pt x="0" y="35809"/>
                  </a:lnTo>
                  <a:lnTo>
                    <a:pt x="2845" y="23875"/>
                  </a:lnTo>
                  <a:close/>
                </a:path>
              </a:pathLst>
            </a:custGeom>
            <a:solidFill>
              <a:srgbClr val="A4C8DF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" name="pg11"/>
            <p:cNvSpPr/>
            <p:nvPr/>
          </p:nvSpPr>
          <p:spPr>
            <a:xfrm>
              <a:off x="4208077" y="4311593"/>
              <a:ext cx="261801" cy="356643"/>
            </a:xfrm>
            <a:custGeom>
              <a:avLst/>
              <a:gdLst/>
              <a:ahLst/>
              <a:cxnLst/>
              <a:rect l="0" t="0" r="0" b="0"/>
              <a:pathLst>
                <a:path w="261801" h="356643">
                  <a:moveTo>
                    <a:pt x="150822" y="0"/>
                  </a:moveTo>
                  <a:lnTo>
                    <a:pt x="193508" y="11941"/>
                  </a:lnTo>
                  <a:lnTo>
                    <a:pt x="179275" y="15917"/>
                  </a:lnTo>
                  <a:lnTo>
                    <a:pt x="176430" y="27851"/>
                  </a:lnTo>
                  <a:lnTo>
                    <a:pt x="182125" y="35805"/>
                  </a:lnTo>
                  <a:lnTo>
                    <a:pt x="176430" y="55683"/>
                  </a:lnTo>
                  <a:lnTo>
                    <a:pt x="182125" y="67605"/>
                  </a:lnTo>
                  <a:lnTo>
                    <a:pt x="193508" y="79524"/>
                  </a:lnTo>
                  <a:lnTo>
                    <a:pt x="204891" y="87468"/>
                  </a:lnTo>
                  <a:lnTo>
                    <a:pt x="207736" y="95411"/>
                  </a:lnTo>
                  <a:lnTo>
                    <a:pt x="224807" y="99381"/>
                  </a:lnTo>
                  <a:lnTo>
                    <a:pt x="230502" y="99381"/>
                  </a:lnTo>
                  <a:lnTo>
                    <a:pt x="239035" y="115260"/>
                  </a:lnTo>
                  <a:lnTo>
                    <a:pt x="247572" y="131132"/>
                  </a:lnTo>
                  <a:lnTo>
                    <a:pt x="247572" y="170784"/>
                  </a:lnTo>
                  <a:lnTo>
                    <a:pt x="258955" y="178713"/>
                  </a:lnTo>
                  <a:lnTo>
                    <a:pt x="261801" y="186635"/>
                  </a:lnTo>
                  <a:lnTo>
                    <a:pt x="253268" y="202479"/>
                  </a:lnTo>
                  <a:lnTo>
                    <a:pt x="247572" y="210402"/>
                  </a:lnTo>
                  <a:lnTo>
                    <a:pt x="241881" y="226238"/>
                  </a:lnTo>
                  <a:lnTo>
                    <a:pt x="239035" y="249977"/>
                  </a:lnTo>
                  <a:lnTo>
                    <a:pt x="224807" y="265797"/>
                  </a:lnTo>
                  <a:lnTo>
                    <a:pt x="219115" y="265797"/>
                  </a:lnTo>
                  <a:lnTo>
                    <a:pt x="207736" y="257888"/>
                  </a:lnTo>
                  <a:lnTo>
                    <a:pt x="216270" y="230193"/>
                  </a:lnTo>
                  <a:lnTo>
                    <a:pt x="213428" y="218318"/>
                  </a:lnTo>
                  <a:lnTo>
                    <a:pt x="204891" y="218318"/>
                  </a:lnTo>
                  <a:lnTo>
                    <a:pt x="196350" y="226238"/>
                  </a:lnTo>
                  <a:lnTo>
                    <a:pt x="190662" y="253933"/>
                  </a:lnTo>
                  <a:lnTo>
                    <a:pt x="176430" y="257888"/>
                  </a:lnTo>
                  <a:lnTo>
                    <a:pt x="170742" y="305321"/>
                  </a:lnTo>
                  <a:lnTo>
                    <a:pt x="167896" y="309271"/>
                  </a:lnTo>
                  <a:lnTo>
                    <a:pt x="153664" y="321120"/>
                  </a:lnTo>
                  <a:lnTo>
                    <a:pt x="147976" y="348751"/>
                  </a:lnTo>
                  <a:lnTo>
                    <a:pt x="142285" y="352700"/>
                  </a:lnTo>
                  <a:lnTo>
                    <a:pt x="133744" y="348751"/>
                  </a:lnTo>
                  <a:lnTo>
                    <a:pt x="130902" y="321120"/>
                  </a:lnTo>
                  <a:lnTo>
                    <a:pt x="96754" y="297417"/>
                  </a:lnTo>
                  <a:lnTo>
                    <a:pt x="99599" y="344804"/>
                  </a:lnTo>
                  <a:lnTo>
                    <a:pt x="91062" y="356643"/>
                  </a:lnTo>
                  <a:lnTo>
                    <a:pt x="76834" y="356643"/>
                  </a:lnTo>
                  <a:lnTo>
                    <a:pt x="62605" y="344804"/>
                  </a:lnTo>
                  <a:lnTo>
                    <a:pt x="54068" y="329015"/>
                  </a:lnTo>
                  <a:lnTo>
                    <a:pt x="36994" y="325069"/>
                  </a:lnTo>
                  <a:lnTo>
                    <a:pt x="28460" y="325069"/>
                  </a:lnTo>
                  <a:lnTo>
                    <a:pt x="42685" y="277658"/>
                  </a:lnTo>
                  <a:lnTo>
                    <a:pt x="54068" y="242065"/>
                  </a:lnTo>
                  <a:lnTo>
                    <a:pt x="45531" y="234151"/>
                  </a:lnTo>
                  <a:lnTo>
                    <a:pt x="25615" y="230193"/>
                  </a:lnTo>
                  <a:lnTo>
                    <a:pt x="0" y="226238"/>
                  </a:lnTo>
                  <a:lnTo>
                    <a:pt x="8540" y="214359"/>
                  </a:lnTo>
                  <a:lnTo>
                    <a:pt x="14228" y="190596"/>
                  </a:lnTo>
                  <a:lnTo>
                    <a:pt x="25615" y="146999"/>
                  </a:lnTo>
                  <a:lnTo>
                    <a:pt x="76834" y="154929"/>
                  </a:lnTo>
                  <a:lnTo>
                    <a:pt x="71146" y="119229"/>
                  </a:lnTo>
                  <a:lnTo>
                    <a:pt x="68297" y="79524"/>
                  </a:lnTo>
                  <a:lnTo>
                    <a:pt x="73988" y="47733"/>
                  </a:lnTo>
                  <a:lnTo>
                    <a:pt x="136594" y="55683"/>
                  </a:lnTo>
                  <a:close/>
                </a:path>
              </a:pathLst>
            </a:custGeom>
            <a:solidFill>
              <a:srgbClr val="A4C8DF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" name="pg12"/>
            <p:cNvSpPr/>
            <p:nvPr/>
          </p:nvSpPr>
          <p:spPr>
            <a:xfrm>
              <a:off x="3579187" y="3613070"/>
              <a:ext cx="418311" cy="1090660"/>
            </a:xfrm>
            <a:custGeom>
              <a:avLst/>
              <a:gdLst/>
              <a:ahLst/>
              <a:cxnLst/>
              <a:rect l="0" t="0" r="0" b="0"/>
              <a:pathLst>
                <a:path w="418311" h="1090660">
                  <a:moveTo>
                    <a:pt x="0" y="28337"/>
                  </a:moveTo>
                  <a:lnTo>
                    <a:pt x="17074" y="24290"/>
                  </a:lnTo>
                  <a:lnTo>
                    <a:pt x="31302" y="4049"/>
                  </a:lnTo>
                  <a:lnTo>
                    <a:pt x="51222" y="0"/>
                  </a:lnTo>
                  <a:lnTo>
                    <a:pt x="68297" y="4049"/>
                  </a:lnTo>
                  <a:lnTo>
                    <a:pt x="76834" y="24290"/>
                  </a:lnTo>
                  <a:lnTo>
                    <a:pt x="85371" y="60698"/>
                  </a:lnTo>
                  <a:lnTo>
                    <a:pt x="99599" y="68781"/>
                  </a:lnTo>
                  <a:lnTo>
                    <a:pt x="116674" y="64739"/>
                  </a:lnTo>
                  <a:lnTo>
                    <a:pt x="124499" y="106159"/>
                  </a:lnTo>
                  <a:lnTo>
                    <a:pt x="132325" y="147536"/>
                  </a:lnTo>
                  <a:lnTo>
                    <a:pt x="140151" y="188871"/>
                  </a:lnTo>
                  <a:lnTo>
                    <a:pt x="147976" y="230164"/>
                  </a:lnTo>
                  <a:lnTo>
                    <a:pt x="133744" y="234190"/>
                  </a:lnTo>
                  <a:lnTo>
                    <a:pt x="128056" y="242239"/>
                  </a:lnTo>
                  <a:lnTo>
                    <a:pt x="128056" y="250291"/>
                  </a:lnTo>
                  <a:lnTo>
                    <a:pt x="139439" y="306591"/>
                  </a:lnTo>
                  <a:lnTo>
                    <a:pt x="147976" y="306591"/>
                  </a:lnTo>
                  <a:lnTo>
                    <a:pt x="153664" y="338726"/>
                  </a:lnTo>
                  <a:lnTo>
                    <a:pt x="155087" y="384880"/>
                  </a:lnTo>
                  <a:lnTo>
                    <a:pt x="156510" y="430980"/>
                  </a:lnTo>
                  <a:lnTo>
                    <a:pt x="224807" y="402925"/>
                  </a:lnTo>
                  <a:lnTo>
                    <a:pt x="247572" y="455012"/>
                  </a:lnTo>
                  <a:lnTo>
                    <a:pt x="270338" y="507031"/>
                  </a:lnTo>
                  <a:lnTo>
                    <a:pt x="261801" y="523024"/>
                  </a:lnTo>
                  <a:lnTo>
                    <a:pt x="305435" y="532350"/>
                  </a:lnTo>
                  <a:lnTo>
                    <a:pt x="349069" y="541674"/>
                  </a:lnTo>
                  <a:lnTo>
                    <a:pt x="392704" y="550996"/>
                  </a:lnTo>
                  <a:lnTo>
                    <a:pt x="381317" y="566971"/>
                  </a:lnTo>
                  <a:lnTo>
                    <a:pt x="384166" y="566971"/>
                  </a:lnTo>
                  <a:lnTo>
                    <a:pt x="395546" y="582937"/>
                  </a:lnTo>
                  <a:lnTo>
                    <a:pt x="401237" y="582937"/>
                  </a:lnTo>
                  <a:lnTo>
                    <a:pt x="418311" y="622832"/>
                  </a:lnTo>
                  <a:lnTo>
                    <a:pt x="401237" y="642765"/>
                  </a:lnTo>
                  <a:lnTo>
                    <a:pt x="401237" y="658704"/>
                  </a:lnTo>
                  <a:lnTo>
                    <a:pt x="395546" y="662688"/>
                  </a:lnTo>
                  <a:lnTo>
                    <a:pt x="401237" y="698522"/>
                  </a:lnTo>
                  <a:lnTo>
                    <a:pt x="388431" y="746256"/>
                  </a:lnTo>
                  <a:lnTo>
                    <a:pt x="375626" y="793933"/>
                  </a:lnTo>
                  <a:lnTo>
                    <a:pt x="369938" y="793933"/>
                  </a:lnTo>
                  <a:lnTo>
                    <a:pt x="344327" y="828332"/>
                  </a:lnTo>
                  <a:lnTo>
                    <a:pt x="318715" y="862701"/>
                  </a:lnTo>
                  <a:lnTo>
                    <a:pt x="293104" y="897042"/>
                  </a:lnTo>
                  <a:lnTo>
                    <a:pt x="281721" y="861381"/>
                  </a:lnTo>
                  <a:lnTo>
                    <a:pt x="258955" y="833622"/>
                  </a:lnTo>
                  <a:lnTo>
                    <a:pt x="247572" y="833622"/>
                  </a:lnTo>
                  <a:lnTo>
                    <a:pt x="239035" y="829655"/>
                  </a:lnTo>
                  <a:lnTo>
                    <a:pt x="230502" y="833622"/>
                  </a:lnTo>
                  <a:lnTo>
                    <a:pt x="224807" y="825685"/>
                  </a:lnTo>
                  <a:lnTo>
                    <a:pt x="190658" y="845521"/>
                  </a:lnTo>
                  <a:lnTo>
                    <a:pt x="187816" y="845521"/>
                  </a:lnTo>
                  <a:lnTo>
                    <a:pt x="125211" y="885157"/>
                  </a:lnTo>
                  <a:lnTo>
                    <a:pt x="108133" y="885157"/>
                  </a:lnTo>
                  <a:lnTo>
                    <a:pt x="102445" y="889119"/>
                  </a:lnTo>
                  <a:lnTo>
                    <a:pt x="108133" y="897042"/>
                  </a:lnTo>
                  <a:lnTo>
                    <a:pt x="108133" y="904962"/>
                  </a:lnTo>
                  <a:lnTo>
                    <a:pt x="139439" y="916841"/>
                  </a:lnTo>
                  <a:lnTo>
                    <a:pt x="179275" y="964320"/>
                  </a:lnTo>
                  <a:lnTo>
                    <a:pt x="170738" y="972228"/>
                  </a:lnTo>
                  <a:lnTo>
                    <a:pt x="173584" y="976181"/>
                  </a:lnTo>
                  <a:lnTo>
                    <a:pt x="156510" y="1003844"/>
                  </a:lnTo>
                  <a:lnTo>
                    <a:pt x="167896" y="1015691"/>
                  </a:lnTo>
                  <a:lnTo>
                    <a:pt x="139439" y="1031485"/>
                  </a:lnTo>
                  <a:lnTo>
                    <a:pt x="139439" y="1043327"/>
                  </a:lnTo>
                  <a:lnTo>
                    <a:pt x="136594" y="1055166"/>
                  </a:lnTo>
                  <a:lnTo>
                    <a:pt x="145131" y="1082775"/>
                  </a:lnTo>
                  <a:lnTo>
                    <a:pt x="125211" y="1074889"/>
                  </a:lnTo>
                  <a:lnTo>
                    <a:pt x="108133" y="1074889"/>
                  </a:lnTo>
                  <a:lnTo>
                    <a:pt x="76834" y="1082775"/>
                  </a:lnTo>
                  <a:lnTo>
                    <a:pt x="51222" y="1090660"/>
                  </a:lnTo>
                  <a:lnTo>
                    <a:pt x="48377" y="1047274"/>
                  </a:lnTo>
                  <a:lnTo>
                    <a:pt x="45531" y="1003843"/>
                  </a:lnTo>
                  <a:lnTo>
                    <a:pt x="42685" y="960365"/>
                  </a:lnTo>
                  <a:lnTo>
                    <a:pt x="39839" y="916841"/>
                  </a:lnTo>
                  <a:lnTo>
                    <a:pt x="36994" y="873271"/>
                  </a:lnTo>
                  <a:lnTo>
                    <a:pt x="34148" y="829654"/>
                  </a:lnTo>
                  <a:lnTo>
                    <a:pt x="31302" y="785990"/>
                  </a:lnTo>
                  <a:lnTo>
                    <a:pt x="28457" y="742280"/>
                  </a:lnTo>
                  <a:lnTo>
                    <a:pt x="26783" y="700630"/>
                  </a:lnTo>
                  <a:lnTo>
                    <a:pt x="25109" y="658938"/>
                  </a:lnTo>
                  <a:lnTo>
                    <a:pt x="23435" y="617202"/>
                  </a:lnTo>
                  <a:lnTo>
                    <a:pt x="21761" y="575424"/>
                  </a:lnTo>
                  <a:lnTo>
                    <a:pt x="20087" y="533602"/>
                  </a:lnTo>
                  <a:lnTo>
                    <a:pt x="18413" y="491738"/>
                  </a:lnTo>
                  <a:lnTo>
                    <a:pt x="16739" y="449830"/>
                  </a:lnTo>
                  <a:lnTo>
                    <a:pt x="15065" y="407878"/>
                  </a:lnTo>
                  <a:lnTo>
                    <a:pt x="13391" y="365883"/>
                  </a:lnTo>
                  <a:lnTo>
                    <a:pt x="11717" y="323845"/>
                  </a:lnTo>
                  <a:lnTo>
                    <a:pt x="10043" y="281762"/>
                  </a:lnTo>
                  <a:lnTo>
                    <a:pt x="8369" y="239635"/>
                  </a:lnTo>
                  <a:lnTo>
                    <a:pt x="6695" y="197464"/>
                  </a:lnTo>
                  <a:lnTo>
                    <a:pt x="5021" y="155249"/>
                  </a:lnTo>
                  <a:lnTo>
                    <a:pt x="3347" y="112990"/>
                  </a:lnTo>
                  <a:lnTo>
                    <a:pt x="1673" y="70686"/>
                  </a:lnTo>
                  <a:close/>
                </a:path>
              </a:pathLst>
            </a:custGeom>
            <a:solidFill>
              <a:srgbClr val="A4C8DF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" name="pg13"/>
            <p:cNvSpPr/>
            <p:nvPr/>
          </p:nvSpPr>
          <p:spPr>
            <a:xfrm>
              <a:off x="4435734" y="2873257"/>
              <a:ext cx="685800" cy="1230846"/>
            </a:xfrm>
            <a:custGeom>
              <a:avLst/>
              <a:gdLst/>
              <a:ahLst/>
              <a:cxnLst/>
              <a:rect l="0" t="0" r="0" b="0"/>
              <a:pathLst>
                <a:path w="685800" h="1230846">
                  <a:moveTo>
                    <a:pt x="261797" y="1206835"/>
                  </a:moveTo>
                  <a:lnTo>
                    <a:pt x="253260" y="1194825"/>
                  </a:lnTo>
                  <a:lnTo>
                    <a:pt x="236186" y="1202832"/>
                  </a:lnTo>
                  <a:lnTo>
                    <a:pt x="185913" y="1212172"/>
                  </a:lnTo>
                  <a:lnTo>
                    <a:pt x="135640" y="1221510"/>
                  </a:lnTo>
                  <a:lnTo>
                    <a:pt x="85367" y="1230846"/>
                  </a:lnTo>
                  <a:lnTo>
                    <a:pt x="71138" y="1174800"/>
                  </a:lnTo>
                  <a:lnTo>
                    <a:pt x="39836" y="1182811"/>
                  </a:lnTo>
                  <a:lnTo>
                    <a:pt x="33196" y="1140735"/>
                  </a:lnTo>
                  <a:lnTo>
                    <a:pt x="26557" y="1098614"/>
                  </a:lnTo>
                  <a:lnTo>
                    <a:pt x="19918" y="1056450"/>
                  </a:lnTo>
                  <a:lnTo>
                    <a:pt x="13278" y="1014242"/>
                  </a:lnTo>
                  <a:lnTo>
                    <a:pt x="6639" y="971989"/>
                  </a:lnTo>
                  <a:lnTo>
                    <a:pt x="0" y="929692"/>
                  </a:lnTo>
                  <a:lnTo>
                    <a:pt x="39838" y="920958"/>
                  </a:lnTo>
                  <a:lnTo>
                    <a:pt x="79677" y="912223"/>
                  </a:lnTo>
                  <a:lnTo>
                    <a:pt x="119516" y="903485"/>
                  </a:lnTo>
                  <a:lnTo>
                    <a:pt x="159354" y="894746"/>
                  </a:lnTo>
                  <a:lnTo>
                    <a:pt x="199193" y="886005"/>
                  </a:lnTo>
                  <a:lnTo>
                    <a:pt x="239032" y="877261"/>
                  </a:lnTo>
                  <a:lnTo>
                    <a:pt x="233340" y="828806"/>
                  </a:lnTo>
                  <a:lnTo>
                    <a:pt x="284563" y="816682"/>
                  </a:lnTo>
                  <a:lnTo>
                    <a:pt x="276026" y="776243"/>
                  </a:lnTo>
                  <a:lnTo>
                    <a:pt x="267489" y="735763"/>
                  </a:lnTo>
                  <a:lnTo>
                    <a:pt x="258951" y="695242"/>
                  </a:lnTo>
                  <a:lnTo>
                    <a:pt x="250414" y="654680"/>
                  </a:lnTo>
                  <a:lnTo>
                    <a:pt x="241877" y="614077"/>
                  </a:lnTo>
                  <a:lnTo>
                    <a:pt x="199192" y="614077"/>
                  </a:lnTo>
                  <a:lnTo>
                    <a:pt x="202041" y="577501"/>
                  </a:lnTo>
                  <a:lnTo>
                    <a:pt x="199192" y="536821"/>
                  </a:lnTo>
                  <a:lnTo>
                    <a:pt x="196346" y="520537"/>
                  </a:lnTo>
                  <a:lnTo>
                    <a:pt x="256106" y="492023"/>
                  </a:lnTo>
                  <a:lnTo>
                    <a:pt x="256882" y="447545"/>
                  </a:lnTo>
                  <a:lnTo>
                    <a:pt x="257658" y="403018"/>
                  </a:lnTo>
                  <a:lnTo>
                    <a:pt x="258434" y="358440"/>
                  </a:lnTo>
                  <a:lnTo>
                    <a:pt x="259210" y="313813"/>
                  </a:lnTo>
                  <a:lnTo>
                    <a:pt x="259986" y="269135"/>
                  </a:lnTo>
                  <a:lnTo>
                    <a:pt x="260762" y="224406"/>
                  </a:lnTo>
                  <a:lnTo>
                    <a:pt x="261538" y="179627"/>
                  </a:lnTo>
                  <a:lnTo>
                    <a:pt x="262315" y="134797"/>
                  </a:lnTo>
                  <a:lnTo>
                    <a:pt x="263091" y="89916"/>
                  </a:lnTo>
                  <a:lnTo>
                    <a:pt x="263867" y="44983"/>
                  </a:lnTo>
                  <a:lnTo>
                    <a:pt x="264643" y="0"/>
                  </a:lnTo>
                  <a:lnTo>
                    <a:pt x="324403" y="0"/>
                  </a:lnTo>
                  <a:lnTo>
                    <a:pt x="330094" y="4128"/>
                  </a:lnTo>
                  <a:lnTo>
                    <a:pt x="372779" y="5503"/>
                  </a:lnTo>
                  <a:lnTo>
                    <a:pt x="415463" y="6878"/>
                  </a:lnTo>
                  <a:lnTo>
                    <a:pt x="458147" y="8253"/>
                  </a:lnTo>
                  <a:lnTo>
                    <a:pt x="458147" y="52425"/>
                  </a:lnTo>
                  <a:lnTo>
                    <a:pt x="458147" y="96546"/>
                  </a:lnTo>
                  <a:lnTo>
                    <a:pt x="458147" y="140619"/>
                  </a:lnTo>
                  <a:lnTo>
                    <a:pt x="458147" y="184642"/>
                  </a:lnTo>
                  <a:lnTo>
                    <a:pt x="458147" y="228616"/>
                  </a:lnTo>
                  <a:lnTo>
                    <a:pt x="458147" y="272542"/>
                  </a:lnTo>
                  <a:lnTo>
                    <a:pt x="458147" y="316418"/>
                  </a:lnTo>
                  <a:lnTo>
                    <a:pt x="458147" y="324601"/>
                  </a:lnTo>
                  <a:lnTo>
                    <a:pt x="458147" y="366181"/>
                  </a:lnTo>
                  <a:lnTo>
                    <a:pt x="458147" y="407719"/>
                  </a:lnTo>
                  <a:lnTo>
                    <a:pt x="458147" y="449212"/>
                  </a:lnTo>
                  <a:lnTo>
                    <a:pt x="458147" y="490663"/>
                  </a:lnTo>
                  <a:lnTo>
                    <a:pt x="458147" y="532070"/>
                  </a:lnTo>
                  <a:lnTo>
                    <a:pt x="458147" y="573434"/>
                  </a:lnTo>
                  <a:lnTo>
                    <a:pt x="472380" y="581567"/>
                  </a:lnTo>
                  <a:lnTo>
                    <a:pt x="532136" y="573434"/>
                  </a:lnTo>
                  <a:lnTo>
                    <a:pt x="532136" y="565301"/>
                  </a:lnTo>
                  <a:lnTo>
                    <a:pt x="574821" y="558521"/>
                  </a:lnTo>
                  <a:lnTo>
                    <a:pt x="617507" y="551740"/>
                  </a:lnTo>
                  <a:lnTo>
                    <a:pt x="660193" y="544958"/>
                  </a:lnTo>
                  <a:lnTo>
                    <a:pt x="664461" y="586987"/>
                  </a:lnTo>
                  <a:lnTo>
                    <a:pt x="668729" y="628971"/>
                  </a:lnTo>
                  <a:lnTo>
                    <a:pt x="672997" y="670911"/>
                  </a:lnTo>
                  <a:lnTo>
                    <a:pt x="677264" y="712807"/>
                  </a:lnTo>
                  <a:lnTo>
                    <a:pt x="681532" y="754659"/>
                  </a:lnTo>
                  <a:lnTo>
                    <a:pt x="685800" y="796468"/>
                  </a:lnTo>
                  <a:lnTo>
                    <a:pt x="631736" y="808595"/>
                  </a:lnTo>
                  <a:lnTo>
                    <a:pt x="579090" y="824762"/>
                  </a:lnTo>
                  <a:lnTo>
                    <a:pt x="526444" y="840923"/>
                  </a:lnTo>
                  <a:lnTo>
                    <a:pt x="534981" y="909535"/>
                  </a:lnTo>
                  <a:lnTo>
                    <a:pt x="475225" y="929692"/>
                  </a:lnTo>
                  <a:lnTo>
                    <a:pt x="486604" y="990104"/>
                  </a:lnTo>
                  <a:lnTo>
                    <a:pt x="429694" y="1006196"/>
                  </a:lnTo>
                  <a:lnTo>
                    <a:pt x="435384" y="1054440"/>
                  </a:lnTo>
                  <a:lnTo>
                    <a:pt x="441074" y="1102627"/>
                  </a:lnTo>
                  <a:lnTo>
                    <a:pt x="446765" y="1150756"/>
                  </a:lnTo>
                  <a:lnTo>
                    <a:pt x="369934" y="1162782"/>
                  </a:lnTo>
                  <a:lnTo>
                    <a:pt x="355702" y="1190821"/>
                  </a:lnTo>
                  <a:lnTo>
                    <a:pt x="332940" y="1182811"/>
                  </a:lnTo>
                  <a:lnTo>
                    <a:pt x="310174" y="1198829"/>
                  </a:lnTo>
                  <a:lnTo>
                    <a:pt x="304483" y="1222844"/>
                  </a:lnTo>
                  <a:lnTo>
                    <a:pt x="290254" y="1222844"/>
                  </a:lnTo>
                  <a:lnTo>
                    <a:pt x="290254" y="1206835"/>
                  </a:lnTo>
                  <a:close/>
                </a:path>
              </a:pathLst>
            </a:custGeom>
            <a:solidFill>
              <a:srgbClr val="6C69B8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" name="pg14"/>
            <p:cNvSpPr/>
            <p:nvPr/>
          </p:nvSpPr>
          <p:spPr>
            <a:xfrm>
              <a:off x="4196698" y="2745150"/>
              <a:ext cx="523599" cy="1110159"/>
            </a:xfrm>
            <a:custGeom>
              <a:avLst/>
              <a:gdLst/>
              <a:ahLst/>
              <a:cxnLst/>
              <a:rect l="0" t="0" r="0" b="0"/>
              <a:pathLst>
                <a:path w="523599" h="1110159">
                  <a:moveTo>
                    <a:pt x="239035" y="1057799"/>
                  </a:moveTo>
                  <a:lnTo>
                    <a:pt x="165043" y="1073918"/>
                  </a:lnTo>
                  <a:lnTo>
                    <a:pt x="167889" y="1094054"/>
                  </a:lnTo>
                  <a:lnTo>
                    <a:pt x="105287" y="1110159"/>
                  </a:lnTo>
                  <a:lnTo>
                    <a:pt x="91058" y="1045706"/>
                  </a:lnTo>
                  <a:lnTo>
                    <a:pt x="85367" y="1041674"/>
                  </a:lnTo>
                  <a:lnTo>
                    <a:pt x="75881" y="997297"/>
                  </a:lnTo>
                  <a:lnTo>
                    <a:pt x="66396" y="952871"/>
                  </a:lnTo>
                  <a:lnTo>
                    <a:pt x="56910" y="908395"/>
                  </a:lnTo>
                  <a:lnTo>
                    <a:pt x="65447" y="904347"/>
                  </a:lnTo>
                  <a:lnTo>
                    <a:pt x="55487" y="860831"/>
                  </a:lnTo>
                  <a:lnTo>
                    <a:pt x="45527" y="817267"/>
                  </a:lnTo>
                  <a:lnTo>
                    <a:pt x="35567" y="773656"/>
                  </a:lnTo>
                  <a:lnTo>
                    <a:pt x="25607" y="729997"/>
                  </a:lnTo>
                  <a:lnTo>
                    <a:pt x="36994" y="721869"/>
                  </a:lnTo>
                  <a:lnTo>
                    <a:pt x="45527" y="709673"/>
                  </a:lnTo>
                  <a:lnTo>
                    <a:pt x="54064" y="693407"/>
                  </a:lnTo>
                  <a:lnTo>
                    <a:pt x="54064" y="681206"/>
                  </a:lnTo>
                  <a:lnTo>
                    <a:pt x="65447" y="668995"/>
                  </a:lnTo>
                  <a:lnTo>
                    <a:pt x="65447" y="660855"/>
                  </a:lnTo>
                  <a:lnTo>
                    <a:pt x="65447" y="652715"/>
                  </a:lnTo>
                  <a:lnTo>
                    <a:pt x="65447" y="648644"/>
                  </a:lnTo>
                  <a:lnTo>
                    <a:pt x="56910" y="648644"/>
                  </a:lnTo>
                  <a:lnTo>
                    <a:pt x="42681" y="652715"/>
                  </a:lnTo>
                  <a:lnTo>
                    <a:pt x="36994" y="648644"/>
                  </a:lnTo>
                  <a:lnTo>
                    <a:pt x="42681" y="640496"/>
                  </a:lnTo>
                  <a:lnTo>
                    <a:pt x="31299" y="636426"/>
                  </a:lnTo>
                  <a:lnTo>
                    <a:pt x="22761" y="624204"/>
                  </a:lnTo>
                  <a:lnTo>
                    <a:pt x="8533" y="595670"/>
                  </a:lnTo>
                  <a:lnTo>
                    <a:pt x="0" y="595670"/>
                  </a:lnTo>
                  <a:lnTo>
                    <a:pt x="5687" y="591595"/>
                  </a:lnTo>
                  <a:lnTo>
                    <a:pt x="14228" y="583439"/>
                  </a:lnTo>
                  <a:lnTo>
                    <a:pt x="17074" y="567121"/>
                  </a:lnTo>
                  <a:lnTo>
                    <a:pt x="19919" y="563040"/>
                  </a:lnTo>
                  <a:lnTo>
                    <a:pt x="25607" y="563040"/>
                  </a:lnTo>
                  <a:lnTo>
                    <a:pt x="34144" y="575281"/>
                  </a:lnTo>
                  <a:lnTo>
                    <a:pt x="45527" y="579360"/>
                  </a:lnTo>
                  <a:lnTo>
                    <a:pt x="51218" y="579360"/>
                  </a:lnTo>
                  <a:lnTo>
                    <a:pt x="51218" y="571201"/>
                  </a:lnTo>
                  <a:lnTo>
                    <a:pt x="45527" y="563040"/>
                  </a:lnTo>
                  <a:lnTo>
                    <a:pt x="56910" y="550796"/>
                  </a:lnTo>
                  <a:lnTo>
                    <a:pt x="62605" y="518127"/>
                  </a:lnTo>
                  <a:lnTo>
                    <a:pt x="48373" y="497695"/>
                  </a:lnTo>
                  <a:lnTo>
                    <a:pt x="65447" y="493607"/>
                  </a:lnTo>
                  <a:lnTo>
                    <a:pt x="71138" y="505872"/>
                  </a:lnTo>
                  <a:lnTo>
                    <a:pt x="99596" y="501782"/>
                  </a:lnTo>
                  <a:lnTo>
                    <a:pt x="76830" y="424055"/>
                  </a:lnTo>
                  <a:lnTo>
                    <a:pt x="54064" y="424055"/>
                  </a:lnTo>
                  <a:lnTo>
                    <a:pt x="53251" y="382498"/>
                  </a:lnTo>
                  <a:lnTo>
                    <a:pt x="52438" y="340898"/>
                  </a:lnTo>
                  <a:lnTo>
                    <a:pt x="51625" y="299253"/>
                  </a:lnTo>
                  <a:lnTo>
                    <a:pt x="50812" y="257565"/>
                  </a:lnTo>
                  <a:lnTo>
                    <a:pt x="49999" y="215833"/>
                  </a:lnTo>
                  <a:lnTo>
                    <a:pt x="49186" y="174056"/>
                  </a:lnTo>
                  <a:lnTo>
                    <a:pt x="48373" y="132235"/>
                  </a:lnTo>
                  <a:lnTo>
                    <a:pt x="51218" y="128106"/>
                  </a:lnTo>
                  <a:lnTo>
                    <a:pt x="52641" y="66171"/>
                  </a:lnTo>
                  <a:lnTo>
                    <a:pt x="54064" y="4139"/>
                  </a:lnTo>
                  <a:lnTo>
                    <a:pt x="97887" y="3725"/>
                  </a:lnTo>
                  <a:lnTo>
                    <a:pt x="141711" y="3311"/>
                  </a:lnTo>
                  <a:lnTo>
                    <a:pt x="185534" y="2897"/>
                  </a:lnTo>
                  <a:lnTo>
                    <a:pt x="229357" y="2483"/>
                  </a:lnTo>
                  <a:lnTo>
                    <a:pt x="273180" y="2069"/>
                  </a:lnTo>
                  <a:lnTo>
                    <a:pt x="317003" y="1655"/>
                  </a:lnTo>
                  <a:lnTo>
                    <a:pt x="360826" y="1241"/>
                  </a:lnTo>
                  <a:lnTo>
                    <a:pt x="404650" y="827"/>
                  </a:lnTo>
                  <a:lnTo>
                    <a:pt x="448473" y="413"/>
                  </a:lnTo>
                  <a:lnTo>
                    <a:pt x="492296" y="0"/>
                  </a:lnTo>
                  <a:lnTo>
                    <a:pt x="496090" y="42748"/>
                  </a:lnTo>
                  <a:lnTo>
                    <a:pt x="499884" y="85450"/>
                  </a:lnTo>
                  <a:lnTo>
                    <a:pt x="503679" y="128106"/>
                  </a:lnTo>
                  <a:lnTo>
                    <a:pt x="502903" y="173090"/>
                  </a:lnTo>
                  <a:lnTo>
                    <a:pt x="502126" y="218022"/>
                  </a:lnTo>
                  <a:lnTo>
                    <a:pt x="501350" y="262904"/>
                  </a:lnTo>
                  <a:lnTo>
                    <a:pt x="500574" y="307734"/>
                  </a:lnTo>
                  <a:lnTo>
                    <a:pt x="499798" y="352513"/>
                  </a:lnTo>
                  <a:lnTo>
                    <a:pt x="499022" y="397241"/>
                  </a:lnTo>
                  <a:lnTo>
                    <a:pt x="498246" y="441920"/>
                  </a:lnTo>
                  <a:lnTo>
                    <a:pt x="497470" y="486547"/>
                  </a:lnTo>
                  <a:lnTo>
                    <a:pt x="496694" y="531125"/>
                  </a:lnTo>
                  <a:lnTo>
                    <a:pt x="495918" y="575652"/>
                  </a:lnTo>
                  <a:lnTo>
                    <a:pt x="495142" y="620130"/>
                  </a:lnTo>
                  <a:lnTo>
                    <a:pt x="435382" y="648644"/>
                  </a:lnTo>
                  <a:lnTo>
                    <a:pt x="438227" y="664928"/>
                  </a:lnTo>
                  <a:lnTo>
                    <a:pt x="441077" y="705607"/>
                  </a:lnTo>
                  <a:lnTo>
                    <a:pt x="438227" y="742183"/>
                  </a:lnTo>
                  <a:lnTo>
                    <a:pt x="480913" y="742183"/>
                  </a:lnTo>
                  <a:lnTo>
                    <a:pt x="489450" y="782787"/>
                  </a:lnTo>
                  <a:lnTo>
                    <a:pt x="497987" y="823349"/>
                  </a:lnTo>
                  <a:lnTo>
                    <a:pt x="506524" y="863870"/>
                  </a:lnTo>
                  <a:lnTo>
                    <a:pt x="515062" y="904350"/>
                  </a:lnTo>
                  <a:lnTo>
                    <a:pt x="523599" y="944789"/>
                  </a:lnTo>
                  <a:lnTo>
                    <a:pt x="472376" y="956912"/>
                  </a:lnTo>
                  <a:lnTo>
                    <a:pt x="478067" y="1005368"/>
                  </a:lnTo>
                  <a:lnTo>
                    <a:pt x="438229" y="1014111"/>
                  </a:lnTo>
                  <a:lnTo>
                    <a:pt x="398390" y="1022853"/>
                  </a:lnTo>
                  <a:lnTo>
                    <a:pt x="358551" y="1031592"/>
                  </a:lnTo>
                  <a:lnTo>
                    <a:pt x="318713" y="1040330"/>
                  </a:lnTo>
                  <a:lnTo>
                    <a:pt x="278874" y="1049065"/>
                  </a:lnTo>
                  <a:close/>
                </a:path>
              </a:pathLst>
            </a:custGeom>
            <a:solidFill>
              <a:srgbClr val="A9D0E3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" name="pg15"/>
            <p:cNvSpPr/>
            <p:nvPr/>
          </p:nvSpPr>
          <p:spPr>
            <a:xfrm>
              <a:off x="4091407" y="4434791"/>
              <a:ext cx="170738" cy="328030"/>
            </a:xfrm>
            <a:custGeom>
              <a:avLst/>
              <a:gdLst/>
              <a:ahLst/>
              <a:cxnLst/>
              <a:rect l="0" t="0" r="0" b="0"/>
              <a:pathLst>
                <a:path w="170738" h="328030">
                  <a:moveTo>
                    <a:pt x="22765" y="31732"/>
                  </a:moveTo>
                  <a:lnTo>
                    <a:pt x="71138" y="43625"/>
                  </a:lnTo>
                  <a:lnTo>
                    <a:pt x="85371" y="0"/>
                  </a:lnTo>
                  <a:lnTo>
                    <a:pt x="139435" y="11902"/>
                  </a:lnTo>
                  <a:lnTo>
                    <a:pt x="142285" y="23801"/>
                  </a:lnTo>
                  <a:lnTo>
                    <a:pt x="130898" y="67399"/>
                  </a:lnTo>
                  <a:lnTo>
                    <a:pt x="125211" y="91162"/>
                  </a:lnTo>
                  <a:lnTo>
                    <a:pt x="116670" y="103040"/>
                  </a:lnTo>
                  <a:lnTo>
                    <a:pt x="142285" y="106996"/>
                  </a:lnTo>
                  <a:lnTo>
                    <a:pt x="162201" y="110953"/>
                  </a:lnTo>
                  <a:lnTo>
                    <a:pt x="170738" y="118867"/>
                  </a:lnTo>
                  <a:lnTo>
                    <a:pt x="159355" y="154461"/>
                  </a:lnTo>
                  <a:lnTo>
                    <a:pt x="145131" y="201872"/>
                  </a:lnTo>
                  <a:lnTo>
                    <a:pt x="128053" y="205817"/>
                  </a:lnTo>
                  <a:lnTo>
                    <a:pt x="113824" y="245281"/>
                  </a:lnTo>
                  <a:lnTo>
                    <a:pt x="105291" y="261055"/>
                  </a:lnTo>
                  <a:lnTo>
                    <a:pt x="113824" y="300465"/>
                  </a:lnTo>
                  <a:lnTo>
                    <a:pt x="102445" y="328030"/>
                  </a:lnTo>
                  <a:lnTo>
                    <a:pt x="93904" y="328030"/>
                  </a:lnTo>
                  <a:lnTo>
                    <a:pt x="85371" y="320156"/>
                  </a:lnTo>
                  <a:lnTo>
                    <a:pt x="85371" y="304404"/>
                  </a:lnTo>
                  <a:lnTo>
                    <a:pt x="76834" y="288646"/>
                  </a:lnTo>
                  <a:lnTo>
                    <a:pt x="76834" y="261055"/>
                  </a:lnTo>
                  <a:lnTo>
                    <a:pt x="79679" y="233446"/>
                  </a:lnTo>
                  <a:lnTo>
                    <a:pt x="71138" y="221607"/>
                  </a:lnTo>
                  <a:lnTo>
                    <a:pt x="82525" y="186074"/>
                  </a:lnTo>
                  <a:lnTo>
                    <a:pt x="93904" y="158414"/>
                  </a:lnTo>
                  <a:lnTo>
                    <a:pt x="91058" y="154461"/>
                  </a:lnTo>
                  <a:lnTo>
                    <a:pt x="82525" y="150508"/>
                  </a:lnTo>
                  <a:lnTo>
                    <a:pt x="76834" y="162364"/>
                  </a:lnTo>
                  <a:lnTo>
                    <a:pt x="65451" y="174219"/>
                  </a:lnTo>
                  <a:lnTo>
                    <a:pt x="56914" y="174219"/>
                  </a:lnTo>
                  <a:lnTo>
                    <a:pt x="39839" y="170271"/>
                  </a:lnTo>
                  <a:lnTo>
                    <a:pt x="25607" y="162364"/>
                  </a:lnTo>
                  <a:lnTo>
                    <a:pt x="14228" y="154461"/>
                  </a:lnTo>
                  <a:lnTo>
                    <a:pt x="5691" y="142600"/>
                  </a:lnTo>
                  <a:lnTo>
                    <a:pt x="0" y="130735"/>
                  </a:lnTo>
                  <a:lnTo>
                    <a:pt x="5691" y="114910"/>
                  </a:lnTo>
                  <a:lnTo>
                    <a:pt x="5691" y="103040"/>
                  </a:lnTo>
                  <a:close/>
                </a:path>
              </a:pathLst>
            </a:custGeom>
            <a:solidFill>
              <a:srgbClr val="ADD8E6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" name="pg16"/>
            <p:cNvSpPr/>
            <p:nvPr/>
          </p:nvSpPr>
          <p:spPr>
            <a:xfrm>
              <a:off x="3835297" y="2749290"/>
              <a:ext cx="640273" cy="1406784"/>
            </a:xfrm>
            <a:custGeom>
              <a:avLst/>
              <a:gdLst/>
              <a:ahLst/>
              <a:cxnLst/>
              <a:rect l="0" t="0" r="0" b="0"/>
              <a:pathLst>
                <a:path w="640273" h="1406784">
                  <a:moveTo>
                    <a:pt x="549210" y="1314788"/>
                  </a:moveTo>
                  <a:lnTo>
                    <a:pt x="540677" y="1306778"/>
                  </a:lnTo>
                  <a:lnTo>
                    <a:pt x="460997" y="1318792"/>
                  </a:lnTo>
                  <a:lnTo>
                    <a:pt x="460997" y="1330803"/>
                  </a:lnTo>
                  <a:lnTo>
                    <a:pt x="469534" y="1346811"/>
                  </a:lnTo>
                  <a:lnTo>
                    <a:pt x="483763" y="1354813"/>
                  </a:lnTo>
                  <a:lnTo>
                    <a:pt x="486608" y="1370812"/>
                  </a:lnTo>
                  <a:lnTo>
                    <a:pt x="483763" y="1394799"/>
                  </a:lnTo>
                  <a:lnTo>
                    <a:pt x="475225" y="1402791"/>
                  </a:lnTo>
                  <a:lnTo>
                    <a:pt x="409774" y="1390799"/>
                  </a:lnTo>
                  <a:lnTo>
                    <a:pt x="404083" y="1386805"/>
                  </a:lnTo>
                  <a:lnTo>
                    <a:pt x="392700" y="1386805"/>
                  </a:lnTo>
                  <a:lnTo>
                    <a:pt x="378475" y="1406784"/>
                  </a:lnTo>
                  <a:lnTo>
                    <a:pt x="367088" y="1398795"/>
                  </a:lnTo>
                  <a:lnTo>
                    <a:pt x="369934" y="1386805"/>
                  </a:lnTo>
                  <a:lnTo>
                    <a:pt x="358555" y="1378809"/>
                  </a:lnTo>
                  <a:lnTo>
                    <a:pt x="341481" y="1374808"/>
                  </a:lnTo>
                  <a:lnTo>
                    <a:pt x="313024" y="1386805"/>
                  </a:lnTo>
                  <a:lnTo>
                    <a:pt x="293104" y="1330803"/>
                  </a:lnTo>
                  <a:lnTo>
                    <a:pt x="281717" y="1330803"/>
                  </a:lnTo>
                  <a:lnTo>
                    <a:pt x="267492" y="1278732"/>
                  </a:lnTo>
                  <a:lnTo>
                    <a:pt x="276030" y="1274724"/>
                  </a:lnTo>
                  <a:lnTo>
                    <a:pt x="267492" y="1238634"/>
                  </a:lnTo>
                  <a:lnTo>
                    <a:pt x="258955" y="1238634"/>
                  </a:lnTo>
                  <a:lnTo>
                    <a:pt x="256110" y="1226596"/>
                  </a:lnTo>
                  <a:lnTo>
                    <a:pt x="258955" y="1226596"/>
                  </a:lnTo>
                  <a:lnTo>
                    <a:pt x="256110" y="1202507"/>
                  </a:lnTo>
                  <a:lnTo>
                    <a:pt x="210578" y="1206525"/>
                  </a:lnTo>
                  <a:lnTo>
                    <a:pt x="207732" y="1186444"/>
                  </a:lnTo>
                  <a:lnTo>
                    <a:pt x="202041" y="1186444"/>
                  </a:lnTo>
                  <a:lnTo>
                    <a:pt x="202041" y="1178409"/>
                  </a:lnTo>
                  <a:lnTo>
                    <a:pt x="204887" y="1178409"/>
                  </a:lnTo>
                  <a:lnTo>
                    <a:pt x="204887" y="1150273"/>
                  </a:lnTo>
                  <a:lnTo>
                    <a:pt x="219119" y="1146252"/>
                  </a:lnTo>
                  <a:lnTo>
                    <a:pt x="211531" y="1104678"/>
                  </a:lnTo>
                  <a:lnTo>
                    <a:pt x="203942" y="1063062"/>
                  </a:lnTo>
                  <a:lnTo>
                    <a:pt x="196353" y="1021403"/>
                  </a:lnTo>
                  <a:lnTo>
                    <a:pt x="139435" y="1025436"/>
                  </a:lnTo>
                  <a:lnTo>
                    <a:pt x="128056" y="981045"/>
                  </a:lnTo>
                  <a:lnTo>
                    <a:pt x="91062" y="989120"/>
                  </a:lnTo>
                  <a:lnTo>
                    <a:pt x="91062" y="997193"/>
                  </a:lnTo>
                  <a:lnTo>
                    <a:pt x="73988" y="997193"/>
                  </a:lnTo>
                  <a:lnTo>
                    <a:pt x="65451" y="956811"/>
                  </a:lnTo>
                  <a:lnTo>
                    <a:pt x="56914" y="916389"/>
                  </a:lnTo>
                  <a:lnTo>
                    <a:pt x="48377" y="875926"/>
                  </a:lnTo>
                  <a:lnTo>
                    <a:pt x="39839" y="835422"/>
                  </a:lnTo>
                  <a:lnTo>
                    <a:pt x="31302" y="794877"/>
                  </a:lnTo>
                  <a:lnTo>
                    <a:pt x="22765" y="754290"/>
                  </a:lnTo>
                  <a:lnTo>
                    <a:pt x="25611" y="746171"/>
                  </a:lnTo>
                  <a:lnTo>
                    <a:pt x="12805" y="695370"/>
                  </a:lnTo>
                  <a:lnTo>
                    <a:pt x="0" y="644504"/>
                  </a:lnTo>
                  <a:lnTo>
                    <a:pt x="8537" y="636357"/>
                  </a:lnTo>
                  <a:lnTo>
                    <a:pt x="31302" y="632287"/>
                  </a:lnTo>
                  <a:lnTo>
                    <a:pt x="42685" y="615991"/>
                  </a:lnTo>
                  <a:lnTo>
                    <a:pt x="62605" y="603764"/>
                  </a:lnTo>
                  <a:lnTo>
                    <a:pt x="79676" y="587456"/>
                  </a:lnTo>
                  <a:lnTo>
                    <a:pt x="82525" y="575221"/>
                  </a:lnTo>
                  <a:lnTo>
                    <a:pt x="73988" y="558901"/>
                  </a:lnTo>
                  <a:lnTo>
                    <a:pt x="79676" y="538492"/>
                  </a:lnTo>
                  <a:lnTo>
                    <a:pt x="85371" y="518073"/>
                  </a:lnTo>
                  <a:lnTo>
                    <a:pt x="99596" y="505816"/>
                  </a:lnTo>
                  <a:lnTo>
                    <a:pt x="125207" y="497643"/>
                  </a:lnTo>
                  <a:lnTo>
                    <a:pt x="139435" y="481291"/>
                  </a:lnTo>
                  <a:lnTo>
                    <a:pt x="147973" y="440386"/>
                  </a:lnTo>
                  <a:lnTo>
                    <a:pt x="145127" y="432196"/>
                  </a:lnTo>
                  <a:lnTo>
                    <a:pt x="128056" y="419916"/>
                  </a:lnTo>
                  <a:lnTo>
                    <a:pt x="125207" y="378944"/>
                  </a:lnTo>
                  <a:lnTo>
                    <a:pt x="142281" y="354343"/>
                  </a:lnTo>
                  <a:lnTo>
                    <a:pt x="156514" y="296875"/>
                  </a:lnTo>
                  <a:lnTo>
                    <a:pt x="150822" y="288659"/>
                  </a:lnTo>
                  <a:lnTo>
                    <a:pt x="130902" y="259887"/>
                  </a:lnTo>
                  <a:lnTo>
                    <a:pt x="145127" y="222865"/>
                  </a:lnTo>
                  <a:lnTo>
                    <a:pt x="159355" y="202281"/>
                  </a:lnTo>
                  <a:lnTo>
                    <a:pt x="170738" y="177570"/>
                  </a:lnTo>
                  <a:lnTo>
                    <a:pt x="176433" y="161085"/>
                  </a:lnTo>
                  <a:lnTo>
                    <a:pt x="184967" y="152838"/>
                  </a:lnTo>
                  <a:lnTo>
                    <a:pt x="207732" y="136343"/>
                  </a:lnTo>
                  <a:lnTo>
                    <a:pt x="230498" y="119841"/>
                  </a:lnTo>
                  <a:lnTo>
                    <a:pt x="241881" y="99206"/>
                  </a:lnTo>
                  <a:lnTo>
                    <a:pt x="253264" y="66164"/>
                  </a:lnTo>
                  <a:lnTo>
                    <a:pt x="258955" y="16549"/>
                  </a:lnTo>
                  <a:lnTo>
                    <a:pt x="261801" y="0"/>
                  </a:lnTo>
                  <a:lnTo>
                    <a:pt x="313022" y="0"/>
                  </a:lnTo>
                  <a:lnTo>
                    <a:pt x="364244" y="0"/>
                  </a:lnTo>
                  <a:lnTo>
                    <a:pt x="415465" y="0"/>
                  </a:lnTo>
                  <a:lnTo>
                    <a:pt x="414043" y="62032"/>
                  </a:lnTo>
                  <a:lnTo>
                    <a:pt x="412620" y="123967"/>
                  </a:lnTo>
                  <a:lnTo>
                    <a:pt x="409774" y="128095"/>
                  </a:lnTo>
                  <a:lnTo>
                    <a:pt x="410587" y="169917"/>
                  </a:lnTo>
                  <a:lnTo>
                    <a:pt x="411400" y="211693"/>
                  </a:lnTo>
                  <a:lnTo>
                    <a:pt x="412213" y="253426"/>
                  </a:lnTo>
                  <a:lnTo>
                    <a:pt x="413026" y="295114"/>
                  </a:lnTo>
                  <a:lnTo>
                    <a:pt x="413839" y="336758"/>
                  </a:lnTo>
                  <a:lnTo>
                    <a:pt x="414652" y="378359"/>
                  </a:lnTo>
                  <a:lnTo>
                    <a:pt x="415465" y="419916"/>
                  </a:lnTo>
                  <a:lnTo>
                    <a:pt x="438231" y="419916"/>
                  </a:lnTo>
                  <a:lnTo>
                    <a:pt x="460997" y="497643"/>
                  </a:lnTo>
                  <a:lnTo>
                    <a:pt x="432540" y="501733"/>
                  </a:lnTo>
                  <a:lnTo>
                    <a:pt x="426848" y="489468"/>
                  </a:lnTo>
                  <a:lnTo>
                    <a:pt x="409774" y="493556"/>
                  </a:lnTo>
                  <a:lnTo>
                    <a:pt x="424006" y="513988"/>
                  </a:lnTo>
                  <a:lnTo>
                    <a:pt x="418311" y="546657"/>
                  </a:lnTo>
                  <a:lnTo>
                    <a:pt x="406928" y="558901"/>
                  </a:lnTo>
                  <a:lnTo>
                    <a:pt x="412620" y="567062"/>
                  </a:lnTo>
                  <a:lnTo>
                    <a:pt x="412620" y="575221"/>
                  </a:lnTo>
                  <a:lnTo>
                    <a:pt x="406928" y="575221"/>
                  </a:lnTo>
                  <a:lnTo>
                    <a:pt x="395546" y="571142"/>
                  </a:lnTo>
                  <a:lnTo>
                    <a:pt x="387008" y="558901"/>
                  </a:lnTo>
                  <a:lnTo>
                    <a:pt x="381321" y="558901"/>
                  </a:lnTo>
                  <a:lnTo>
                    <a:pt x="378475" y="562982"/>
                  </a:lnTo>
                  <a:lnTo>
                    <a:pt x="375629" y="579300"/>
                  </a:lnTo>
                  <a:lnTo>
                    <a:pt x="367088" y="587456"/>
                  </a:lnTo>
                  <a:lnTo>
                    <a:pt x="361401" y="591531"/>
                  </a:lnTo>
                  <a:lnTo>
                    <a:pt x="369934" y="591531"/>
                  </a:lnTo>
                  <a:lnTo>
                    <a:pt x="384163" y="620065"/>
                  </a:lnTo>
                  <a:lnTo>
                    <a:pt x="392700" y="632287"/>
                  </a:lnTo>
                  <a:lnTo>
                    <a:pt x="404083" y="636357"/>
                  </a:lnTo>
                  <a:lnTo>
                    <a:pt x="398395" y="644504"/>
                  </a:lnTo>
                  <a:lnTo>
                    <a:pt x="404083" y="648576"/>
                  </a:lnTo>
                  <a:lnTo>
                    <a:pt x="418311" y="644504"/>
                  </a:lnTo>
                  <a:lnTo>
                    <a:pt x="426848" y="644504"/>
                  </a:lnTo>
                  <a:lnTo>
                    <a:pt x="426848" y="648576"/>
                  </a:lnTo>
                  <a:lnTo>
                    <a:pt x="426848" y="656716"/>
                  </a:lnTo>
                  <a:lnTo>
                    <a:pt x="426848" y="664856"/>
                  </a:lnTo>
                  <a:lnTo>
                    <a:pt x="415465" y="677067"/>
                  </a:lnTo>
                  <a:lnTo>
                    <a:pt x="415465" y="689268"/>
                  </a:lnTo>
                  <a:lnTo>
                    <a:pt x="406928" y="705534"/>
                  </a:lnTo>
                  <a:lnTo>
                    <a:pt x="398395" y="717730"/>
                  </a:lnTo>
                  <a:lnTo>
                    <a:pt x="387008" y="725858"/>
                  </a:lnTo>
                  <a:lnTo>
                    <a:pt x="396968" y="769517"/>
                  </a:lnTo>
                  <a:lnTo>
                    <a:pt x="406928" y="813128"/>
                  </a:lnTo>
                  <a:lnTo>
                    <a:pt x="416888" y="856691"/>
                  </a:lnTo>
                  <a:lnTo>
                    <a:pt x="426848" y="900208"/>
                  </a:lnTo>
                  <a:lnTo>
                    <a:pt x="418311" y="904256"/>
                  </a:lnTo>
                  <a:lnTo>
                    <a:pt x="427797" y="948731"/>
                  </a:lnTo>
                  <a:lnTo>
                    <a:pt x="437283" y="993158"/>
                  </a:lnTo>
                  <a:lnTo>
                    <a:pt x="446768" y="1037534"/>
                  </a:lnTo>
                  <a:lnTo>
                    <a:pt x="452460" y="1041566"/>
                  </a:lnTo>
                  <a:lnTo>
                    <a:pt x="466688" y="1106019"/>
                  </a:lnTo>
                  <a:lnTo>
                    <a:pt x="529290" y="1089915"/>
                  </a:lnTo>
                  <a:lnTo>
                    <a:pt x="526444" y="1069778"/>
                  </a:lnTo>
                  <a:lnTo>
                    <a:pt x="600437" y="1053660"/>
                  </a:lnTo>
                  <a:lnTo>
                    <a:pt x="607076" y="1095957"/>
                  </a:lnTo>
                  <a:lnTo>
                    <a:pt x="613715" y="1138209"/>
                  </a:lnTo>
                  <a:lnTo>
                    <a:pt x="620355" y="1180418"/>
                  </a:lnTo>
                  <a:lnTo>
                    <a:pt x="626994" y="1222582"/>
                  </a:lnTo>
                  <a:lnTo>
                    <a:pt x="633633" y="1264702"/>
                  </a:lnTo>
                  <a:lnTo>
                    <a:pt x="640273" y="1306778"/>
                  </a:lnTo>
                  <a:lnTo>
                    <a:pt x="611816" y="1306778"/>
                  </a:lnTo>
                  <a:lnTo>
                    <a:pt x="603282" y="1274724"/>
                  </a:lnTo>
                  <a:lnTo>
                    <a:pt x="580517" y="1278732"/>
                  </a:lnTo>
                  <a:lnTo>
                    <a:pt x="569130" y="1290754"/>
                  </a:lnTo>
                  <a:lnTo>
                    <a:pt x="566288" y="1310784"/>
                  </a:lnTo>
                  <a:close/>
                </a:path>
              </a:pathLst>
            </a:custGeom>
            <a:solidFill>
              <a:srgbClr val="A4C8DF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" name="pg17"/>
            <p:cNvSpPr/>
            <p:nvPr/>
          </p:nvSpPr>
          <p:spPr>
            <a:xfrm>
              <a:off x="4358900" y="4024014"/>
              <a:ext cx="347172" cy="355185"/>
            </a:xfrm>
            <a:custGeom>
              <a:avLst/>
              <a:gdLst/>
              <a:ahLst/>
              <a:cxnLst/>
              <a:rect l="0" t="0" r="0" b="0"/>
              <a:pathLst>
                <a:path w="347172" h="355185">
                  <a:moveTo>
                    <a:pt x="116670" y="32054"/>
                  </a:moveTo>
                  <a:lnTo>
                    <a:pt x="147973" y="24043"/>
                  </a:lnTo>
                  <a:lnTo>
                    <a:pt x="162201" y="80089"/>
                  </a:lnTo>
                  <a:lnTo>
                    <a:pt x="212474" y="70753"/>
                  </a:lnTo>
                  <a:lnTo>
                    <a:pt x="262747" y="61416"/>
                  </a:lnTo>
                  <a:lnTo>
                    <a:pt x="313020" y="52076"/>
                  </a:lnTo>
                  <a:lnTo>
                    <a:pt x="330094" y="44068"/>
                  </a:lnTo>
                  <a:lnTo>
                    <a:pt x="338631" y="56079"/>
                  </a:lnTo>
                  <a:lnTo>
                    <a:pt x="335786" y="64084"/>
                  </a:lnTo>
                  <a:lnTo>
                    <a:pt x="330094" y="76088"/>
                  </a:lnTo>
                  <a:lnTo>
                    <a:pt x="327252" y="92089"/>
                  </a:lnTo>
                  <a:lnTo>
                    <a:pt x="324407" y="104085"/>
                  </a:lnTo>
                  <a:lnTo>
                    <a:pt x="327252" y="112081"/>
                  </a:lnTo>
                  <a:lnTo>
                    <a:pt x="338631" y="124071"/>
                  </a:lnTo>
                  <a:lnTo>
                    <a:pt x="347172" y="144044"/>
                  </a:lnTo>
                  <a:lnTo>
                    <a:pt x="338631" y="144044"/>
                  </a:lnTo>
                  <a:lnTo>
                    <a:pt x="324407" y="211889"/>
                  </a:lnTo>
                  <a:lnTo>
                    <a:pt x="310174" y="223850"/>
                  </a:lnTo>
                  <a:lnTo>
                    <a:pt x="278875" y="223850"/>
                  </a:lnTo>
                  <a:lnTo>
                    <a:pt x="261801" y="235807"/>
                  </a:lnTo>
                  <a:lnTo>
                    <a:pt x="250414" y="247761"/>
                  </a:lnTo>
                  <a:lnTo>
                    <a:pt x="250414" y="263694"/>
                  </a:lnTo>
                  <a:lnTo>
                    <a:pt x="261801" y="283601"/>
                  </a:lnTo>
                  <a:lnTo>
                    <a:pt x="256110" y="315430"/>
                  </a:lnTo>
                  <a:lnTo>
                    <a:pt x="253260" y="331337"/>
                  </a:lnTo>
                  <a:lnTo>
                    <a:pt x="233344" y="355185"/>
                  </a:lnTo>
                  <a:lnTo>
                    <a:pt x="219115" y="347237"/>
                  </a:lnTo>
                  <a:lnTo>
                    <a:pt x="210578" y="355185"/>
                  </a:lnTo>
                  <a:lnTo>
                    <a:pt x="196350" y="355185"/>
                  </a:lnTo>
                  <a:lnTo>
                    <a:pt x="156510" y="317420"/>
                  </a:lnTo>
                  <a:lnTo>
                    <a:pt x="116670" y="279621"/>
                  </a:lnTo>
                  <a:lnTo>
                    <a:pt x="76834" y="307475"/>
                  </a:lnTo>
                  <a:lnTo>
                    <a:pt x="54068" y="287579"/>
                  </a:lnTo>
                  <a:lnTo>
                    <a:pt x="42685" y="299520"/>
                  </a:lnTo>
                  <a:lnTo>
                    <a:pt x="0" y="287579"/>
                  </a:lnTo>
                  <a:lnTo>
                    <a:pt x="12803" y="247760"/>
                  </a:lnTo>
                  <a:lnTo>
                    <a:pt x="25607" y="207901"/>
                  </a:lnTo>
                  <a:lnTo>
                    <a:pt x="48373" y="207901"/>
                  </a:lnTo>
                  <a:lnTo>
                    <a:pt x="62605" y="152034"/>
                  </a:lnTo>
                  <a:lnTo>
                    <a:pt x="42685" y="144044"/>
                  </a:lnTo>
                  <a:lnTo>
                    <a:pt x="48373" y="84089"/>
                  </a:lnTo>
                  <a:lnTo>
                    <a:pt x="22765" y="80089"/>
                  </a:lnTo>
                  <a:lnTo>
                    <a:pt x="28453" y="60082"/>
                  </a:lnTo>
                  <a:lnTo>
                    <a:pt x="25607" y="40064"/>
                  </a:lnTo>
                  <a:lnTo>
                    <a:pt x="42685" y="36059"/>
                  </a:lnTo>
                  <a:lnTo>
                    <a:pt x="45527" y="16030"/>
                  </a:lnTo>
                  <a:lnTo>
                    <a:pt x="56914" y="4008"/>
                  </a:lnTo>
                  <a:lnTo>
                    <a:pt x="79679" y="0"/>
                  </a:lnTo>
                  <a:lnTo>
                    <a:pt x="88213" y="32054"/>
                  </a:lnTo>
                  <a:close/>
                </a:path>
              </a:pathLst>
            </a:custGeom>
            <a:solidFill>
              <a:srgbClr val="A9D0E3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" name="pg18"/>
            <p:cNvSpPr/>
            <p:nvPr/>
          </p:nvSpPr>
          <p:spPr>
            <a:xfrm>
              <a:off x="5056087" y="3377503"/>
              <a:ext cx="543519" cy="890284"/>
            </a:xfrm>
            <a:custGeom>
              <a:avLst/>
              <a:gdLst/>
              <a:ahLst/>
              <a:cxnLst/>
              <a:rect l="0" t="0" r="0" b="0"/>
              <a:pathLst>
                <a:path w="543519" h="890284">
                  <a:moveTo>
                    <a:pt x="159355" y="4073"/>
                  </a:moveTo>
                  <a:lnTo>
                    <a:pt x="170738" y="8143"/>
                  </a:lnTo>
                  <a:lnTo>
                    <a:pt x="184963" y="8143"/>
                  </a:lnTo>
                  <a:lnTo>
                    <a:pt x="202041" y="0"/>
                  </a:lnTo>
                  <a:lnTo>
                    <a:pt x="213424" y="28502"/>
                  </a:lnTo>
                  <a:lnTo>
                    <a:pt x="224807" y="40712"/>
                  </a:lnTo>
                  <a:lnTo>
                    <a:pt x="261801" y="56987"/>
                  </a:lnTo>
                  <a:lnTo>
                    <a:pt x="287409" y="69188"/>
                  </a:lnTo>
                  <a:lnTo>
                    <a:pt x="318711" y="56987"/>
                  </a:lnTo>
                  <a:lnTo>
                    <a:pt x="330094" y="61054"/>
                  </a:lnTo>
                  <a:lnTo>
                    <a:pt x="338631" y="77320"/>
                  </a:lnTo>
                  <a:lnTo>
                    <a:pt x="341477" y="117957"/>
                  </a:lnTo>
                  <a:lnTo>
                    <a:pt x="332940" y="134200"/>
                  </a:lnTo>
                  <a:lnTo>
                    <a:pt x="310174" y="138257"/>
                  </a:lnTo>
                  <a:lnTo>
                    <a:pt x="307329" y="150436"/>
                  </a:lnTo>
                  <a:lnTo>
                    <a:pt x="307329" y="158549"/>
                  </a:lnTo>
                  <a:lnTo>
                    <a:pt x="321557" y="199103"/>
                  </a:lnTo>
                  <a:lnTo>
                    <a:pt x="335786" y="215313"/>
                  </a:lnTo>
                  <a:lnTo>
                    <a:pt x="338631" y="231517"/>
                  </a:lnTo>
                  <a:lnTo>
                    <a:pt x="324403" y="284130"/>
                  </a:lnTo>
                  <a:lnTo>
                    <a:pt x="318711" y="292221"/>
                  </a:lnTo>
                  <a:lnTo>
                    <a:pt x="332940" y="316475"/>
                  </a:lnTo>
                  <a:lnTo>
                    <a:pt x="358551" y="368979"/>
                  </a:lnTo>
                  <a:lnTo>
                    <a:pt x="375626" y="381086"/>
                  </a:lnTo>
                  <a:lnTo>
                    <a:pt x="392700" y="373015"/>
                  </a:lnTo>
                  <a:lnTo>
                    <a:pt x="418311" y="344755"/>
                  </a:lnTo>
                  <a:lnTo>
                    <a:pt x="426848" y="352831"/>
                  </a:lnTo>
                  <a:lnTo>
                    <a:pt x="443923" y="360906"/>
                  </a:lnTo>
                  <a:lnTo>
                    <a:pt x="460997" y="364943"/>
                  </a:lnTo>
                  <a:lnTo>
                    <a:pt x="489454" y="397222"/>
                  </a:lnTo>
                  <a:lnTo>
                    <a:pt x="506528" y="421415"/>
                  </a:lnTo>
                  <a:lnTo>
                    <a:pt x="492296" y="441565"/>
                  </a:lnTo>
                  <a:lnTo>
                    <a:pt x="489454" y="453649"/>
                  </a:lnTo>
                  <a:lnTo>
                    <a:pt x="515062" y="493903"/>
                  </a:lnTo>
                  <a:lnTo>
                    <a:pt x="515062" y="518038"/>
                  </a:lnTo>
                  <a:lnTo>
                    <a:pt x="506528" y="534120"/>
                  </a:lnTo>
                  <a:lnTo>
                    <a:pt x="486608" y="534120"/>
                  </a:lnTo>
                  <a:lnTo>
                    <a:pt x="455302" y="534120"/>
                  </a:lnTo>
                  <a:lnTo>
                    <a:pt x="452456" y="574293"/>
                  </a:lnTo>
                  <a:lnTo>
                    <a:pt x="469534" y="578311"/>
                  </a:lnTo>
                  <a:lnTo>
                    <a:pt x="478067" y="586341"/>
                  </a:lnTo>
                  <a:lnTo>
                    <a:pt x="492296" y="574293"/>
                  </a:lnTo>
                  <a:lnTo>
                    <a:pt x="500833" y="574293"/>
                  </a:lnTo>
                  <a:lnTo>
                    <a:pt x="506528" y="586341"/>
                  </a:lnTo>
                  <a:lnTo>
                    <a:pt x="512216" y="602393"/>
                  </a:lnTo>
                  <a:lnTo>
                    <a:pt x="534981" y="598382"/>
                  </a:lnTo>
                  <a:lnTo>
                    <a:pt x="543519" y="598382"/>
                  </a:lnTo>
                  <a:lnTo>
                    <a:pt x="537827" y="614432"/>
                  </a:lnTo>
                  <a:lnTo>
                    <a:pt x="537827" y="638492"/>
                  </a:lnTo>
                  <a:lnTo>
                    <a:pt x="526444" y="646510"/>
                  </a:lnTo>
                  <a:lnTo>
                    <a:pt x="506528" y="650518"/>
                  </a:lnTo>
                  <a:lnTo>
                    <a:pt x="495142" y="662540"/>
                  </a:lnTo>
                  <a:lnTo>
                    <a:pt x="469534" y="706592"/>
                  </a:lnTo>
                  <a:lnTo>
                    <a:pt x="455302" y="722599"/>
                  </a:lnTo>
                  <a:lnTo>
                    <a:pt x="441077" y="726599"/>
                  </a:lnTo>
                  <a:lnTo>
                    <a:pt x="429694" y="742598"/>
                  </a:lnTo>
                  <a:lnTo>
                    <a:pt x="412616" y="730600"/>
                  </a:lnTo>
                  <a:lnTo>
                    <a:pt x="398391" y="734600"/>
                  </a:lnTo>
                  <a:lnTo>
                    <a:pt x="398391" y="718598"/>
                  </a:lnTo>
                  <a:lnTo>
                    <a:pt x="395546" y="702589"/>
                  </a:lnTo>
                  <a:lnTo>
                    <a:pt x="381317" y="694583"/>
                  </a:lnTo>
                  <a:lnTo>
                    <a:pt x="367088" y="694583"/>
                  </a:lnTo>
                  <a:lnTo>
                    <a:pt x="355706" y="698586"/>
                  </a:lnTo>
                  <a:lnTo>
                    <a:pt x="358551" y="722599"/>
                  </a:lnTo>
                  <a:lnTo>
                    <a:pt x="352860" y="746594"/>
                  </a:lnTo>
                  <a:lnTo>
                    <a:pt x="344323" y="762585"/>
                  </a:lnTo>
                  <a:lnTo>
                    <a:pt x="332940" y="758591"/>
                  </a:lnTo>
                  <a:lnTo>
                    <a:pt x="327252" y="758591"/>
                  </a:lnTo>
                  <a:lnTo>
                    <a:pt x="332940" y="734600"/>
                  </a:lnTo>
                  <a:lnTo>
                    <a:pt x="321557" y="730600"/>
                  </a:lnTo>
                  <a:lnTo>
                    <a:pt x="313020" y="734600"/>
                  </a:lnTo>
                  <a:lnTo>
                    <a:pt x="301637" y="758591"/>
                  </a:lnTo>
                  <a:lnTo>
                    <a:pt x="295946" y="750595"/>
                  </a:lnTo>
                  <a:lnTo>
                    <a:pt x="276026" y="742598"/>
                  </a:lnTo>
                  <a:lnTo>
                    <a:pt x="264647" y="738599"/>
                  </a:lnTo>
                  <a:lnTo>
                    <a:pt x="258955" y="758591"/>
                  </a:lnTo>
                  <a:lnTo>
                    <a:pt x="261801" y="786563"/>
                  </a:lnTo>
                  <a:lnTo>
                    <a:pt x="253260" y="806528"/>
                  </a:lnTo>
                  <a:lnTo>
                    <a:pt x="239035" y="810521"/>
                  </a:lnTo>
                  <a:lnTo>
                    <a:pt x="219115" y="798545"/>
                  </a:lnTo>
                  <a:lnTo>
                    <a:pt x="207729" y="798545"/>
                  </a:lnTo>
                  <a:lnTo>
                    <a:pt x="184963" y="826486"/>
                  </a:lnTo>
                  <a:lnTo>
                    <a:pt x="179275" y="822496"/>
                  </a:lnTo>
                  <a:lnTo>
                    <a:pt x="167893" y="814515"/>
                  </a:lnTo>
                  <a:lnTo>
                    <a:pt x="167893" y="786563"/>
                  </a:lnTo>
                  <a:lnTo>
                    <a:pt x="162201" y="782568"/>
                  </a:lnTo>
                  <a:lnTo>
                    <a:pt x="147973" y="790555"/>
                  </a:lnTo>
                  <a:lnTo>
                    <a:pt x="133744" y="790555"/>
                  </a:lnTo>
                  <a:lnTo>
                    <a:pt x="125207" y="786563"/>
                  </a:lnTo>
                  <a:lnTo>
                    <a:pt x="122365" y="802538"/>
                  </a:lnTo>
                  <a:lnTo>
                    <a:pt x="110978" y="814515"/>
                  </a:lnTo>
                  <a:lnTo>
                    <a:pt x="113824" y="838457"/>
                  </a:lnTo>
                  <a:lnTo>
                    <a:pt x="108133" y="854412"/>
                  </a:lnTo>
                  <a:lnTo>
                    <a:pt x="96750" y="870360"/>
                  </a:lnTo>
                  <a:lnTo>
                    <a:pt x="96750" y="886302"/>
                  </a:lnTo>
                  <a:lnTo>
                    <a:pt x="88213" y="890284"/>
                  </a:lnTo>
                  <a:lnTo>
                    <a:pt x="73984" y="870360"/>
                  </a:lnTo>
                  <a:lnTo>
                    <a:pt x="59759" y="866374"/>
                  </a:lnTo>
                  <a:lnTo>
                    <a:pt x="54068" y="854412"/>
                  </a:lnTo>
                  <a:lnTo>
                    <a:pt x="56914" y="842446"/>
                  </a:lnTo>
                  <a:lnTo>
                    <a:pt x="45527" y="770581"/>
                  </a:lnTo>
                  <a:lnTo>
                    <a:pt x="51218" y="766585"/>
                  </a:lnTo>
                  <a:lnTo>
                    <a:pt x="39839" y="706592"/>
                  </a:lnTo>
                  <a:lnTo>
                    <a:pt x="25607" y="706592"/>
                  </a:lnTo>
                  <a:lnTo>
                    <a:pt x="19205" y="661539"/>
                  </a:lnTo>
                  <a:lnTo>
                    <a:pt x="12803" y="616437"/>
                  </a:lnTo>
                  <a:lnTo>
                    <a:pt x="6401" y="571283"/>
                  </a:lnTo>
                  <a:lnTo>
                    <a:pt x="0" y="526080"/>
                  </a:lnTo>
                  <a:lnTo>
                    <a:pt x="45527" y="509995"/>
                  </a:lnTo>
                  <a:lnTo>
                    <a:pt x="38698" y="468950"/>
                  </a:lnTo>
                  <a:lnTo>
                    <a:pt x="31869" y="427862"/>
                  </a:lnTo>
                  <a:lnTo>
                    <a:pt x="25040" y="386733"/>
                  </a:lnTo>
                  <a:lnTo>
                    <a:pt x="18211" y="345562"/>
                  </a:lnTo>
                  <a:lnTo>
                    <a:pt x="11382" y="304348"/>
                  </a:lnTo>
                  <a:lnTo>
                    <a:pt x="65447" y="292221"/>
                  </a:lnTo>
                  <a:lnTo>
                    <a:pt x="61179" y="250413"/>
                  </a:lnTo>
                  <a:lnTo>
                    <a:pt x="56911" y="208561"/>
                  </a:lnTo>
                  <a:lnTo>
                    <a:pt x="52643" y="166665"/>
                  </a:lnTo>
                  <a:lnTo>
                    <a:pt x="48375" y="124725"/>
                  </a:lnTo>
                  <a:lnTo>
                    <a:pt x="44107" y="82741"/>
                  </a:lnTo>
                  <a:lnTo>
                    <a:pt x="39839" y="40712"/>
                  </a:lnTo>
                  <a:lnTo>
                    <a:pt x="79678" y="28503"/>
                  </a:lnTo>
                  <a:lnTo>
                    <a:pt x="119517" y="16290"/>
                  </a:lnTo>
                  <a:close/>
                </a:path>
              </a:pathLst>
            </a:custGeom>
            <a:solidFill>
              <a:srgbClr val="ADD8E6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" name="pg19"/>
            <p:cNvSpPr/>
            <p:nvPr/>
          </p:nvSpPr>
          <p:spPr>
            <a:xfrm>
              <a:off x="3630410" y="4687960"/>
              <a:ext cx="304483" cy="513404"/>
            </a:xfrm>
            <a:custGeom>
              <a:avLst/>
              <a:gdLst/>
              <a:ahLst/>
              <a:cxnLst/>
              <a:rect l="0" t="0" r="0" b="0"/>
              <a:pathLst>
                <a:path w="304483" h="513404">
                  <a:moveTo>
                    <a:pt x="79676" y="466640"/>
                  </a:moveTo>
                  <a:lnTo>
                    <a:pt x="73988" y="447138"/>
                  </a:lnTo>
                  <a:lnTo>
                    <a:pt x="76834" y="419820"/>
                  </a:lnTo>
                  <a:lnTo>
                    <a:pt x="76834" y="392487"/>
                  </a:lnTo>
                  <a:lnTo>
                    <a:pt x="71142" y="384674"/>
                  </a:lnTo>
                  <a:lnTo>
                    <a:pt x="56910" y="369042"/>
                  </a:lnTo>
                  <a:lnTo>
                    <a:pt x="19919" y="326026"/>
                  </a:lnTo>
                  <a:lnTo>
                    <a:pt x="2845" y="290797"/>
                  </a:lnTo>
                  <a:lnTo>
                    <a:pt x="0" y="263376"/>
                  </a:lnTo>
                  <a:lnTo>
                    <a:pt x="2845" y="224175"/>
                  </a:lnTo>
                  <a:lnTo>
                    <a:pt x="5691" y="208482"/>
                  </a:lnTo>
                  <a:lnTo>
                    <a:pt x="5691" y="173153"/>
                  </a:lnTo>
                  <a:lnTo>
                    <a:pt x="0" y="153513"/>
                  </a:lnTo>
                  <a:lnTo>
                    <a:pt x="0" y="107650"/>
                  </a:lnTo>
                  <a:lnTo>
                    <a:pt x="0" y="61736"/>
                  </a:lnTo>
                  <a:lnTo>
                    <a:pt x="0" y="15771"/>
                  </a:lnTo>
                  <a:lnTo>
                    <a:pt x="25611" y="7886"/>
                  </a:lnTo>
                  <a:lnTo>
                    <a:pt x="56910" y="0"/>
                  </a:lnTo>
                  <a:lnTo>
                    <a:pt x="73988" y="0"/>
                  </a:lnTo>
                  <a:lnTo>
                    <a:pt x="93908" y="7886"/>
                  </a:lnTo>
                  <a:lnTo>
                    <a:pt x="99596" y="7886"/>
                  </a:lnTo>
                  <a:lnTo>
                    <a:pt x="116674" y="7886"/>
                  </a:lnTo>
                  <a:lnTo>
                    <a:pt x="128053" y="7886"/>
                  </a:lnTo>
                  <a:lnTo>
                    <a:pt x="142281" y="7886"/>
                  </a:lnTo>
                  <a:lnTo>
                    <a:pt x="153668" y="15771"/>
                  </a:lnTo>
                  <a:lnTo>
                    <a:pt x="162201" y="27596"/>
                  </a:lnTo>
                  <a:lnTo>
                    <a:pt x="162201" y="55174"/>
                  </a:lnTo>
                  <a:lnTo>
                    <a:pt x="159355" y="66987"/>
                  </a:lnTo>
                  <a:lnTo>
                    <a:pt x="179279" y="86669"/>
                  </a:lnTo>
                  <a:lnTo>
                    <a:pt x="184967" y="74861"/>
                  </a:lnTo>
                  <a:lnTo>
                    <a:pt x="193504" y="78795"/>
                  </a:lnTo>
                  <a:lnTo>
                    <a:pt x="207732" y="63047"/>
                  </a:lnTo>
                  <a:lnTo>
                    <a:pt x="256110" y="114207"/>
                  </a:lnTo>
                  <a:lnTo>
                    <a:pt x="241881" y="133864"/>
                  </a:lnTo>
                  <a:lnTo>
                    <a:pt x="256110" y="145657"/>
                  </a:lnTo>
                  <a:lnTo>
                    <a:pt x="264647" y="161373"/>
                  </a:lnTo>
                  <a:lnTo>
                    <a:pt x="304483" y="184933"/>
                  </a:lnTo>
                  <a:lnTo>
                    <a:pt x="290258" y="220249"/>
                  </a:lnTo>
                  <a:lnTo>
                    <a:pt x="290258" y="232016"/>
                  </a:lnTo>
                  <a:lnTo>
                    <a:pt x="295949" y="263376"/>
                  </a:lnTo>
                  <a:lnTo>
                    <a:pt x="290258" y="275130"/>
                  </a:lnTo>
                  <a:lnTo>
                    <a:pt x="276030" y="286883"/>
                  </a:lnTo>
                  <a:lnTo>
                    <a:pt x="261797" y="310372"/>
                  </a:lnTo>
                  <a:lnTo>
                    <a:pt x="250418" y="326026"/>
                  </a:lnTo>
                  <a:lnTo>
                    <a:pt x="230498" y="326026"/>
                  </a:lnTo>
                  <a:lnTo>
                    <a:pt x="216270" y="326026"/>
                  </a:lnTo>
                  <a:lnTo>
                    <a:pt x="199199" y="357315"/>
                  </a:lnTo>
                  <a:lnTo>
                    <a:pt x="182121" y="404202"/>
                  </a:lnTo>
                  <a:lnTo>
                    <a:pt x="173584" y="443237"/>
                  </a:lnTo>
                  <a:lnTo>
                    <a:pt x="159355" y="466640"/>
                  </a:lnTo>
                  <a:lnTo>
                    <a:pt x="153668" y="490030"/>
                  </a:lnTo>
                  <a:lnTo>
                    <a:pt x="150818" y="505616"/>
                  </a:lnTo>
                  <a:lnTo>
                    <a:pt x="136594" y="513404"/>
                  </a:lnTo>
                  <a:lnTo>
                    <a:pt x="116674" y="497824"/>
                  </a:lnTo>
                  <a:lnTo>
                    <a:pt x="99596" y="486132"/>
                  </a:lnTo>
                  <a:lnTo>
                    <a:pt x="85371" y="474438"/>
                  </a:lnTo>
                  <a:close/>
                </a:path>
              </a:pathLst>
            </a:custGeom>
            <a:solidFill>
              <a:srgbClr val="8E9FCF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" name="tx20"/>
            <p:cNvSpPr/>
            <p:nvPr/>
          </p:nvSpPr>
          <p:spPr>
            <a:xfrm>
              <a:off x="3980831" y="4404502"/>
              <a:ext cx="60289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8</a:t>
              </a:r>
            </a:p>
          </p:txBody>
        </p:sp>
        <p:sp>
          <p:nvSpPr>
            <p:cNvPr id="22" name="tx21"/>
            <p:cNvSpPr/>
            <p:nvPr/>
          </p:nvSpPr>
          <p:spPr>
            <a:xfrm>
              <a:off x="4824433" y="2612267"/>
              <a:ext cx="60289" cy="779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23" name="tx22"/>
            <p:cNvSpPr/>
            <p:nvPr/>
          </p:nvSpPr>
          <p:spPr>
            <a:xfrm>
              <a:off x="3859942" y="4603908"/>
              <a:ext cx="120579" cy="779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27</a:t>
              </a:r>
            </a:p>
          </p:txBody>
        </p:sp>
        <p:sp>
          <p:nvSpPr>
            <p:cNvPr id="24" name="tx23"/>
            <p:cNvSpPr/>
            <p:nvPr/>
          </p:nvSpPr>
          <p:spPr>
            <a:xfrm>
              <a:off x="3892956" y="3846867"/>
              <a:ext cx="60289" cy="779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25" name="tx24"/>
            <p:cNvSpPr/>
            <p:nvPr/>
          </p:nvSpPr>
          <p:spPr>
            <a:xfrm>
              <a:off x="4832351" y="4161994"/>
              <a:ext cx="60289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6" name="tx25"/>
            <p:cNvSpPr/>
            <p:nvPr/>
          </p:nvSpPr>
          <p:spPr>
            <a:xfrm>
              <a:off x="4195118" y="4189482"/>
              <a:ext cx="60289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8</a:t>
              </a:r>
            </a:p>
          </p:txBody>
        </p:sp>
        <p:sp>
          <p:nvSpPr>
            <p:cNvPr id="27" name="tx26"/>
            <p:cNvSpPr/>
            <p:nvPr/>
          </p:nvSpPr>
          <p:spPr>
            <a:xfrm>
              <a:off x="4450828" y="4419717"/>
              <a:ext cx="60289" cy="779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28" name="tx27"/>
            <p:cNvSpPr/>
            <p:nvPr/>
          </p:nvSpPr>
          <p:spPr>
            <a:xfrm>
              <a:off x="4326680" y="4471735"/>
              <a:ext cx="60289" cy="779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29" name="tx28"/>
            <p:cNvSpPr/>
            <p:nvPr/>
          </p:nvSpPr>
          <p:spPr>
            <a:xfrm>
              <a:off x="3739381" y="4204503"/>
              <a:ext cx="60289" cy="779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30" name="tx29"/>
            <p:cNvSpPr/>
            <p:nvPr/>
          </p:nvSpPr>
          <p:spPr>
            <a:xfrm>
              <a:off x="4716855" y="3638694"/>
              <a:ext cx="120579" cy="779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14</a:t>
              </a:r>
            </a:p>
          </p:txBody>
        </p:sp>
        <p:sp>
          <p:nvSpPr>
            <p:cNvPr id="31" name="tx30"/>
            <p:cNvSpPr/>
            <p:nvPr/>
          </p:nvSpPr>
          <p:spPr>
            <a:xfrm>
              <a:off x="4306773" y="3354746"/>
              <a:ext cx="60289" cy="779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32" name="tx31"/>
            <p:cNvSpPr/>
            <p:nvPr/>
          </p:nvSpPr>
          <p:spPr>
            <a:xfrm>
              <a:off x="4146632" y="4557804"/>
              <a:ext cx="60289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33" name="tx32"/>
            <p:cNvSpPr/>
            <p:nvPr/>
          </p:nvSpPr>
          <p:spPr>
            <a:xfrm>
              <a:off x="4121290" y="3512398"/>
              <a:ext cx="60289" cy="779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34" name="tx33"/>
            <p:cNvSpPr/>
            <p:nvPr/>
          </p:nvSpPr>
          <p:spPr>
            <a:xfrm>
              <a:off x="4511557" y="4147173"/>
              <a:ext cx="60289" cy="779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35" name="tx34"/>
            <p:cNvSpPr/>
            <p:nvPr/>
          </p:nvSpPr>
          <p:spPr>
            <a:xfrm>
              <a:off x="5327685" y="3883423"/>
              <a:ext cx="60289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36" name="tx35"/>
            <p:cNvSpPr/>
            <p:nvPr/>
          </p:nvSpPr>
          <p:spPr>
            <a:xfrm>
              <a:off x="3743428" y="4888030"/>
              <a:ext cx="60289" cy="7659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7</a:t>
              </a:r>
            </a:p>
          </p:txBody>
        </p:sp>
        <p:sp>
          <p:nvSpPr>
            <p:cNvPr id="37" name="tx36"/>
            <p:cNvSpPr/>
            <p:nvPr/>
          </p:nvSpPr>
          <p:spPr>
            <a:xfrm>
              <a:off x="3307155" y="5711234"/>
              <a:ext cx="1397613" cy="12946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Number of Companies</a:t>
              </a:r>
            </a:p>
          </p:txBody>
        </p:sp>
        <p:pic>
          <p:nvPicPr>
            <p:cNvPr id="38" name="pic3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74358" y="5594419"/>
              <a:ext cx="1097280" cy="219455"/>
            </a:xfrm>
            <a:prstGeom prst="rect">
              <a:avLst/>
            </a:prstGeom>
          </p:spPr>
        </p:pic>
        <p:sp>
          <p:nvSpPr>
            <p:cNvPr id="39" name="pl38"/>
            <p:cNvSpPr/>
            <p:nvPr/>
          </p:nvSpPr>
          <p:spPr>
            <a:xfrm>
              <a:off x="4776187" y="5769984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0"/>
                  </a:moveTo>
                  <a:lnTo>
                    <a:pt x="0" y="43891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" name="pl39"/>
            <p:cNvSpPr/>
            <p:nvPr/>
          </p:nvSpPr>
          <p:spPr>
            <a:xfrm>
              <a:off x="4978710" y="5769984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0"/>
                  </a:moveTo>
                  <a:lnTo>
                    <a:pt x="0" y="43891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" name="pl40"/>
            <p:cNvSpPr/>
            <p:nvPr/>
          </p:nvSpPr>
          <p:spPr>
            <a:xfrm>
              <a:off x="5181232" y="5769984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0"/>
                  </a:moveTo>
                  <a:lnTo>
                    <a:pt x="0" y="43891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" name="pl41"/>
            <p:cNvSpPr/>
            <p:nvPr/>
          </p:nvSpPr>
          <p:spPr>
            <a:xfrm>
              <a:off x="5383755" y="5769984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0"/>
                  </a:moveTo>
                  <a:lnTo>
                    <a:pt x="0" y="43891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" name="pl42"/>
            <p:cNvSpPr/>
            <p:nvPr/>
          </p:nvSpPr>
          <p:spPr>
            <a:xfrm>
              <a:off x="5586278" y="5769984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0"/>
                  </a:moveTo>
                  <a:lnTo>
                    <a:pt x="0" y="43891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" name="pl43"/>
            <p:cNvSpPr/>
            <p:nvPr/>
          </p:nvSpPr>
          <p:spPr>
            <a:xfrm>
              <a:off x="5788800" y="5769984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0"/>
                  </a:moveTo>
                  <a:lnTo>
                    <a:pt x="0" y="43891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" name="pl44"/>
            <p:cNvSpPr/>
            <p:nvPr/>
          </p:nvSpPr>
          <p:spPr>
            <a:xfrm>
              <a:off x="4776187" y="5594419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43891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" name="pl45"/>
            <p:cNvSpPr/>
            <p:nvPr/>
          </p:nvSpPr>
          <p:spPr>
            <a:xfrm>
              <a:off x="4978710" y="5594419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43891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" name="pl46"/>
            <p:cNvSpPr/>
            <p:nvPr/>
          </p:nvSpPr>
          <p:spPr>
            <a:xfrm>
              <a:off x="5181232" y="5594419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43891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" name="pl47"/>
            <p:cNvSpPr/>
            <p:nvPr/>
          </p:nvSpPr>
          <p:spPr>
            <a:xfrm>
              <a:off x="5383755" y="5594419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43891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" name="pl48"/>
            <p:cNvSpPr/>
            <p:nvPr/>
          </p:nvSpPr>
          <p:spPr>
            <a:xfrm>
              <a:off x="5586278" y="5594419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43891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" name="pl49"/>
            <p:cNvSpPr/>
            <p:nvPr/>
          </p:nvSpPr>
          <p:spPr>
            <a:xfrm>
              <a:off x="5788800" y="5594419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43891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" name="tx50"/>
            <p:cNvSpPr/>
            <p:nvPr/>
          </p:nvSpPr>
          <p:spPr>
            <a:xfrm>
              <a:off x="4745109" y="5881773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52" name="tx51"/>
            <p:cNvSpPr/>
            <p:nvPr/>
          </p:nvSpPr>
          <p:spPr>
            <a:xfrm>
              <a:off x="4947632" y="5883192"/>
              <a:ext cx="62155" cy="8027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53" name="tx52"/>
            <p:cNvSpPr/>
            <p:nvPr/>
          </p:nvSpPr>
          <p:spPr>
            <a:xfrm>
              <a:off x="5119077" y="5881773"/>
              <a:ext cx="12431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54" name="tx53"/>
            <p:cNvSpPr/>
            <p:nvPr/>
          </p:nvSpPr>
          <p:spPr>
            <a:xfrm>
              <a:off x="5321599" y="5881773"/>
              <a:ext cx="12431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15</a:t>
              </a:r>
            </a:p>
          </p:txBody>
        </p:sp>
        <p:sp>
          <p:nvSpPr>
            <p:cNvPr id="55" name="tx54"/>
            <p:cNvSpPr/>
            <p:nvPr/>
          </p:nvSpPr>
          <p:spPr>
            <a:xfrm>
              <a:off x="5524122" y="5881773"/>
              <a:ext cx="12431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56" name="tx55"/>
            <p:cNvSpPr/>
            <p:nvPr/>
          </p:nvSpPr>
          <p:spPr>
            <a:xfrm>
              <a:off x="5726645" y="5881773"/>
              <a:ext cx="12431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25</a:t>
              </a:r>
            </a:p>
          </p:txBody>
        </p:sp>
        <p:sp>
          <p:nvSpPr>
            <p:cNvPr id="57" name="tx56"/>
            <p:cNvSpPr/>
            <p:nvPr/>
          </p:nvSpPr>
          <p:spPr>
            <a:xfrm>
              <a:off x="2788080" y="1624545"/>
              <a:ext cx="3602632" cy="19069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600"/>
                </a:lnSpc>
              </a:pPr>
              <a:r>
                <a:rPr sz="160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Companies with 501-1000 Employees</a:t>
              </a: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1143000"/>
          </a:xfrm>
        </p:spPr>
        <p:txBody>
          <a:bodyPr>
            <a:normAutofit fontScale="90000"/>
          </a:bodyPr>
          <a:lstStyle/>
          <a:p>
            <a:r>
              <a:t>Companies with 1001-3000 Employees</a:t>
            </a:r>
          </a:p>
        </p:txBody>
      </p:sp>
      <p:grpSp>
        <p:nvGrpSpPr>
          <p:cNvPr id="3" name="Content Placeholder 2"/>
          <p:cNvGrpSpPr/>
          <p:nvPr/>
        </p:nvGrpSpPr>
        <p:grpSpPr>
          <a:xfrm>
            <a:off x="1981200" y="1600201"/>
            <a:ext cx="8229600" cy="4525963"/>
            <a:chOff x="457200" y="1600200"/>
            <a:chExt cx="8229600" cy="4525963"/>
          </a:xfrm>
        </p:grpSpPr>
        <p:sp>
          <p:nvSpPr>
            <p:cNvPr id="4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" name="pg4"/>
            <p:cNvSpPr/>
            <p:nvPr/>
          </p:nvSpPr>
          <p:spPr>
            <a:xfrm>
              <a:off x="3872291" y="4223939"/>
              <a:ext cx="241881" cy="392976"/>
            </a:xfrm>
            <a:custGeom>
              <a:avLst/>
              <a:gdLst/>
              <a:ahLst/>
              <a:cxnLst/>
              <a:rect l="0" t="0" r="0" b="0"/>
              <a:pathLst>
                <a:path w="241881" h="392976">
                  <a:moveTo>
                    <a:pt x="125207" y="11964"/>
                  </a:moveTo>
                  <a:lnTo>
                    <a:pt x="182125" y="0"/>
                  </a:lnTo>
                  <a:lnTo>
                    <a:pt x="196350" y="55803"/>
                  </a:lnTo>
                  <a:lnTo>
                    <a:pt x="182125" y="71730"/>
                  </a:lnTo>
                  <a:lnTo>
                    <a:pt x="207732" y="123459"/>
                  </a:lnTo>
                  <a:lnTo>
                    <a:pt x="207732" y="187036"/>
                  </a:lnTo>
                  <a:lnTo>
                    <a:pt x="241881" y="202914"/>
                  </a:lnTo>
                  <a:lnTo>
                    <a:pt x="233344" y="238619"/>
                  </a:lnTo>
                  <a:lnTo>
                    <a:pt x="241881" y="242584"/>
                  </a:lnTo>
                  <a:lnTo>
                    <a:pt x="224807" y="313892"/>
                  </a:lnTo>
                  <a:lnTo>
                    <a:pt x="224807" y="325762"/>
                  </a:lnTo>
                  <a:lnTo>
                    <a:pt x="219115" y="341587"/>
                  </a:lnTo>
                  <a:lnTo>
                    <a:pt x="224807" y="353452"/>
                  </a:lnTo>
                  <a:lnTo>
                    <a:pt x="202041" y="381122"/>
                  </a:lnTo>
                  <a:lnTo>
                    <a:pt x="196350" y="377171"/>
                  </a:lnTo>
                  <a:lnTo>
                    <a:pt x="184967" y="392976"/>
                  </a:lnTo>
                  <a:lnTo>
                    <a:pt x="139439" y="369266"/>
                  </a:lnTo>
                  <a:lnTo>
                    <a:pt x="136594" y="361359"/>
                  </a:lnTo>
                  <a:lnTo>
                    <a:pt x="85367" y="305972"/>
                  </a:lnTo>
                  <a:lnTo>
                    <a:pt x="54068" y="337631"/>
                  </a:lnTo>
                  <a:lnTo>
                    <a:pt x="45531" y="329719"/>
                  </a:lnTo>
                  <a:lnTo>
                    <a:pt x="34148" y="341587"/>
                  </a:lnTo>
                  <a:lnTo>
                    <a:pt x="17074" y="325762"/>
                  </a:lnTo>
                  <a:lnTo>
                    <a:pt x="11382" y="325762"/>
                  </a:lnTo>
                  <a:lnTo>
                    <a:pt x="2845" y="305972"/>
                  </a:lnTo>
                  <a:lnTo>
                    <a:pt x="0" y="286173"/>
                  </a:lnTo>
                  <a:lnTo>
                    <a:pt x="25611" y="251833"/>
                  </a:lnTo>
                  <a:lnTo>
                    <a:pt x="51222" y="217463"/>
                  </a:lnTo>
                  <a:lnTo>
                    <a:pt x="76834" y="183065"/>
                  </a:lnTo>
                  <a:lnTo>
                    <a:pt x="82521" y="183065"/>
                  </a:lnTo>
                  <a:lnTo>
                    <a:pt x="95327" y="135387"/>
                  </a:lnTo>
                  <a:lnTo>
                    <a:pt x="108133" y="87654"/>
                  </a:lnTo>
                  <a:lnTo>
                    <a:pt x="102441" y="51820"/>
                  </a:lnTo>
                  <a:lnTo>
                    <a:pt x="108133" y="47836"/>
                  </a:lnTo>
                  <a:lnTo>
                    <a:pt x="108133" y="31897"/>
                  </a:lnTo>
                  <a:close/>
                </a:path>
              </a:pathLst>
            </a:custGeom>
            <a:solidFill>
              <a:srgbClr val="8FA1D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" name="pg5"/>
            <p:cNvSpPr/>
            <p:nvPr/>
          </p:nvSpPr>
          <p:spPr>
            <a:xfrm>
              <a:off x="4097099" y="2089798"/>
              <a:ext cx="1126881" cy="1365026"/>
            </a:xfrm>
            <a:custGeom>
              <a:avLst/>
              <a:gdLst/>
              <a:ahLst/>
              <a:cxnLst/>
              <a:rect l="0" t="0" r="0" b="0"/>
              <a:pathLst>
                <a:path w="1126881" h="1365026">
                  <a:moveTo>
                    <a:pt x="998828" y="1328418"/>
                  </a:moveTo>
                  <a:lnTo>
                    <a:pt x="956143" y="1335200"/>
                  </a:lnTo>
                  <a:lnTo>
                    <a:pt x="913457" y="1341980"/>
                  </a:lnTo>
                  <a:lnTo>
                    <a:pt x="870771" y="1348760"/>
                  </a:lnTo>
                  <a:lnTo>
                    <a:pt x="870771" y="1356894"/>
                  </a:lnTo>
                  <a:lnTo>
                    <a:pt x="811015" y="1365026"/>
                  </a:lnTo>
                  <a:lnTo>
                    <a:pt x="796783" y="1356894"/>
                  </a:lnTo>
                  <a:lnTo>
                    <a:pt x="796783" y="1315530"/>
                  </a:lnTo>
                  <a:lnTo>
                    <a:pt x="796783" y="1274122"/>
                  </a:lnTo>
                  <a:lnTo>
                    <a:pt x="796783" y="1232672"/>
                  </a:lnTo>
                  <a:lnTo>
                    <a:pt x="796783" y="1191178"/>
                  </a:lnTo>
                  <a:lnTo>
                    <a:pt x="796783" y="1149641"/>
                  </a:lnTo>
                  <a:lnTo>
                    <a:pt x="796783" y="1108060"/>
                  </a:lnTo>
                  <a:lnTo>
                    <a:pt x="796783" y="1099878"/>
                  </a:lnTo>
                  <a:lnTo>
                    <a:pt x="796783" y="1056001"/>
                  </a:lnTo>
                  <a:lnTo>
                    <a:pt x="796783" y="1012076"/>
                  </a:lnTo>
                  <a:lnTo>
                    <a:pt x="796783" y="968101"/>
                  </a:lnTo>
                  <a:lnTo>
                    <a:pt x="796783" y="924078"/>
                  </a:lnTo>
                  <a:lnTo>
                    <a:pt x="796783" y="880006"/>
                  </a:lnTo>
                  <a:lnTo>
                    <a:pt x="796783" y="835884"/>
                  </a:lnTo>
                  <a:lnTo>
                    <a:pt x="796783" y="791713"/>
                  </a:lnTo>
                  <a:lnTo>
                    <a:pt x="754099" y="790338"/>
                  </a:lnTo>
                  <a:lnTo>
                    <a:pt x="711414" y="788962"/>
                  </a:lnTo>
                  <a:lnTo>
                    <a:pt x="668730" y="787587"/>
                  </a:lnTo>
                  <a:lnTo>
                    <a:pt x="663038" y="783459"/>
                  </a:lnTo>
                  <a:lnTo>
                    <a:pt x="603279" y="783459"/>
                  </a:lnTo>
                  <a:lnTo>
                    <a:pt x="599484" y="740803"/>
                  </a:lnTo>
                  <a:lnTo>
                    <a:pt x="595690" y="698101"/>
                  </a:lnTo>
                  <a:lnTo>
                    <a:pt x="591896" y="655352"/>
                  </a:lnTo>
                  <a:lnTo>
                    <a:pt x="548073" y="655766"/>
                  </a:lnTo>
                  <a:lnTo>
                    <a:pt x="504249" y="656180"/>
                  </a:lnTo>
                  <a:lnTo>
                    <a:pt x="460426" y="656594"/>
                  </a:lnTo>
                  <a:lnTo>
                    <a:pt x="416603" y="657008"/>
                  </a:lnTo>
                  <a:lnTo>
                    <a:pt x="372780" y="657422"/>
                  </a:lnTo>
                  <a:lnTo>
                    <a:pt x="328957" y="657836"/>
                  </a:lnTo>
                  <a:lnTo>
                    <a:pt x="285134" y="658250"/>
                  </a:lnTo>
                  <a:lnTo>
                    <a:pt x="241310" y="658664"/>
                  </a:lnTo>
                  <a:lnTo>
                    <a:pt x="197487" y="659077"/>
                  </a:lnTo>
                  <a:lnTo>
                    <a:pt x="153664" y="659491"/>
                  </a:lnTo>
                  <a:lnTo>
                    <a:pt x="102443" y="659491"/>
                  </a:lnTo>
                  <a:lnTo>
                    <a:pt x="51221" y="659491"/>
                  </a:lnTo>
                  <a:lnTo>
                    <a:pt x="0" y="659491"/>
                  </a:lnTo>
                  <a:lnTo>
                    <a:pt x="2845" y="622223"/>
                  </a:lnTo>
                  <a:lnTo>
                    <a:pt x="19916" y="551730"/>
                  </a:lnTo>
                  <a:lnTo>
                    <a:pt x="44104" y="515744"/>
                  </a:lnTo>
                  <a:lnTo>
                    <a:pt x="68293" y="479725"/>
                  </a:lnTo>
                  <a:lnTo>
                    <a:pt x="92481" y="443672"/>
                  </a:lnTo>
                  <a:lnTo>
                    <a:pt x="116670" y="407586"/>
                  </a:lnTo>
                  <a:lnTo>
                    <a:pt x="140858" y="371467"/>
                  </a:lnTo>
                  <a:lnTo>
                    <a:pt x="165047" y="335314"/>
                  </a:lnTo>
                  <a:lnTo>
                    <a:pt x="194215" y="292514"/>
                  </a:lnTo>
                  <a:lnTo>
                    <a:pt x="223384" y="249666"/>
                  </a:lnTo>
                  <a:lnTo>
                    <a:pt x="252552" y="206771"/>
                  </a:lnTo>
                  <a:lnTo>
                    <a:pt x="281721" y="163829"/>
                  </a:lnTo>
                  <a:lnTo>
                    <a:pt x="313971" y="117690"/>
                  </a:lnTo>
                  <a:lnTo>
                    <a:pt x="346221" y="71496"/>
                  </a:lnTo>
                  <a:lnTo>
                    <a:pt x="378471" y="25247"/>
                  </a:lnTo>
                  <a:lnTo>
                    <a:pt x="392700" y="8415"/>
                  </a:lnTo>
                  <a:lnTo>
                    <a:pt x="406932" y="0"/>
                  </a:lnTo>
                  <a:lnTo>
                    <a:pt x="424003" y="0"/>
                  </a:lnTo>
                  <a:lnTo>
                    <a:pt x="441077" y="8415"/>
                  </a:lnTo>
                  <a:lnTo>
                    <a:pt x="472380" y="16832"/>
                  </a:lnTo>
                  <a:lnTo>
                    <a:pt x="486608" y="16832"/>
                  </a:lnTo>
                  <a:lnTo>
                    <a:pt x="489450" y="29456"/>
                  </a:lnTo>
                  <a:lnTo>
                    <a:pt x="480917" y="100899"/>
                  </a:lnTo>
                  <a:lnTo>
                    <a:pt x="486608" y="151251"/>
                  </a:lnTo>
                  <a:lnTo>
                    <a:pt x="509374" y="172209"/>
                  </a:lnTo>
                  <a:lnTo>
                    <a:pt x="552056" y="197347"/>
                  </a:lnTo>
                  <a:lnTo>
                    <a:pt x="577667" y="193159"/>
                  </a:lnTo>
                  <a:lnTo>
                    <a:pt x="628890" y="163829"/>
                  </a:lnTo>
                  <a:lnTo>
                    <a:pt x="671576" y="151251"/>
                  </a:lnTo>
                  <a:lnTo>
                    <a:pt x="697187" y="151251"/>
                  </a:lnTo>
                  <a:lnTo>
                    <a:pt x="722798" y="126080"/>
                  </a:lnTo>
                  <a:lnTo>
                    <a:pt x="748410" y="117690"/>
                  </a:lnTo>
                  <a:lnTo>
                    <a:pt x="805320" y="126080"/>
                  </a:lnTo>
                  <a:lnTo>
                    <a:pt x="813861" y="121884"/>
                  </a:lnTo>
                  <a:lnTo>
                    <a:pt x="816703" y="84100"/>
                  </a:lnTo>
                  <a:lnTo>
                    <a:pt x="822394" y="79899"/>
                  </a:lnTo>
                  <a:lnTo>
                    <a:pt x="873617" y="71496"/>
                  </a:lnTo>
                  <a:lnTo>
                    <a:pt x="910611" y="79899"/>
                  </a:lnTo>
                  <a:lnTo>
                    <a:pt x="930531" y="96700"/>
                  </a:lnTo>
                  <a:lnTo>
                    <a:pt x="970369" y="134473"/>
                  </a:lnTo>
                  <a:lnTo>
                    <a:pt x="1010207" y="172209"/>
                  </a:lnTo>
                  <a:lnTo>
                    <a:pt x="1038668" y="201535"/>
                  </a:lnTo>
                  <a:lnTo>
                    <a:pt x="1061434" y="243392"/>
                  </a:lnTo>
                  <a:lnTo>
                    <a:pt x="1072813" y="255940"/>
                  </a:lnTo>
                  <a:lnTo>
                    <a:pt x="1095579" y="276844"/>
                  </a:lnTo>
                  <a:lnTo>
                    <a:pt x="1112653" y="297737"/>
                  </a:lnTo>
                  <a:lnTo>
                    <a:pt x="1121190" y="335314"/>
                  </a:lnTo>
                  <a:lnTo>
                    <a:pt x="1121664" y="378416"/>
                  </a:lnTo>
                  <a:lnTo>
                    <a:pt x="1122139" y="421470"/>
                  </a:lnTo>
                  <a:lnTo>
                    <a:pt x="1122613" y="464476"/>
                  </a:lnTo>
                  <a:lnTo>
                    <a:pt x="1123087" y="507435"/>
                  </a:lnTo>
                  <a:lnTo>
                    <a:pt x="1123561" y="550347"/>
                  </a:lnTo>
                  <a:lnTo>
                    <a:pt x="1124036" y="593212"/>
                  </a:lnTo>
                  <a:lnTo>
                    <a:pt x="1123680" y="636202"/>
                  </a:lnTo>
                  <a:lnTo>
                    <a:pt x="1123324" y="679145"/>
                  </a:lnTo>
                  <a:lnTo>
                    <a:pt x="1122969" y="722041"/>
                  </a:lnTo>
                  <a:lnTo>
                    <a:pt x="1122613" y="764891"/>
                  </a:lnTo>
                  <a:lnTo>
                    <a:pt x="1122257" y="807693"/>
                  </a:lnTo>
                  <a:lnTo>
                    <a:pt x="1121901" y="850449"/>
                  </a:lnTo>
                  <a:lnTo>
                    <a:pt x="1121546" y="893159"/>
                  </a:lnTo>
                  <a:lnTo>
                    <a:pt x="1121190" y="935822"/>
                  </a:lnTo>
                  <a:lnTo>
                    <a:pt x="1123087" y="987846"/>
                  </a:lnTo>
                  <a:lnTo>
                    <a:pt x="1124984" y="1039801"/>
                  </a:lnTo>
                  <a:lnTo>
                    <a:pt x="1126881" y="1091688"/>
                  </a:lnTo>
                  <a:lnTo>
                    <a:pt x="1126881" y="1112155"/>
                  </a:lnTo>
                  <a:lnTo>
                    <a:pt x="1121190" y="1132608"/>
                  </a:lnTo>
                  <a:lnTo>
                    <a:pt x="1112653" y="1153048"/>
                  </a:lnTo>
                  <a:lnTo>
                    <a:pt x="1112653" y="1169394"/>
                  </a:lnTo>
                  <a:lnTo>
                    <a:pt x="1124036" y="1181649"/>
                  </a:lnTo>
                  <a:lnTo>
                    <a:pt x="1126881" y="1189818"/>
                  </a:lnTo>
                  <a:lnTo>
                    <a:pt x="1112653" y="1206149"/>
                  </a:lnTo>
                  <a:lnTo>
                    <a:pt x="1104116" y="1251023"/>
                  </a:lnTo>
                  <a:lnTo>
                    <a:pt x="1106961" y="1275482"/>
                  </a:lnTo>
                  <a:lnTo>
                    <a:pt x="1118344" y="1291779"/>
                  </a:lnTo>
                  <a:lnTo>
                    <a:pt x="1078506" y="1303995"/>
                  </a:lnTo>
                  <a:lnTo>
                    <a:pt x="1038667" y="1316208"/>
                  </a:lnTo>
                  <a:close/>
                </a:path>
              </a:pathLst>
            </a:custGeom>
            <a:solidFill>
              <a:srgbClr val="ADD8E6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" name="pg6"/>
            <p:cNvSpPr/>
            <p:nvPr/>
          </p:nvSpPr>
          <p:spPr>
            <a:xfrm>
              <a:off x="3681633" y="4438756"/>
              <a:ext cx="503679" cy="434137"/>
            </a:xfrm>
            <a:custGeom>
              <a:avLst/>
              <a:gdLst/>
              <a:ahLst/>
              <a:cxnLst/>
              <a:rect l="0" t="0" r="0" b="0"/>
              <a:pathLst>
                <a:path w="503679" h="434137">
                  <a:moveTo>
                    <a:pt x="415465" y="138635"/>
                  </a:moveTo>
                  <a:lnTo>
                    <a:pt x="424003" y="150496"/>
                  </a:lnTo>
                  <a:lnTo>
                    <a:pt x="435382" y="158399"/>
                  </a:lnTo>
                  <a:lnTo>
                    <a:pt x="449614" y="166305"/>
                  </a:lnTo>
                  <a:lnTo>
                    <a:pt x="466688" y="170254"/>
                  </a:lnTo>
                  <a:lnTo>
                    <a:pt x="475225" y="170254"/>
                  </a:lnTo>
                  <a:lnTo>
                    <a:pt x="486608" y="158399"/>
                  </a:lnTo>
                  <a:lnTo>
                    <a:pt x="492300" y="146542"/>
                  </a:lnTo>
                  <a:lnTo>
                    <a:pt x="500833" y="150496"/>
                  </a:lnTo>
                  <a:lnTo>
                    <a:pt x="503679" y="154449"/>
                  </a:lnTo>
                  <a:lnTo>
                    <a:pt x="492300" y="182109"/>
                  </a:lnTo>
                  <a:lnTo>
                    <a:pt x="480913" y="217642"/>
                  </a:lnTo>
                  <a:lnTo>
                    <a:pt x="466688" y="221588"/>
                  </a:lnTo>
                  <a:lnTo>
                    <a:pt x="443923" y="245259"/>
                  </a:lnTo>
                  <a:lnTo>
                    <a:pt x="441077" y="225537"/>
                  </a:lnTo>
                  <a:lnTo>
                    <a:pt x="435382" y="221588"/>
                  </a:lnTo>
                  <a:lnTo>
                    <a:pt x="421157" y="225537"/>
                  </a:lnTo>
                  <a:lnTo>
                    <a:pt x="395546" y="249203"/>
                  </a:lnTo>
                  <a:lnTo>
                    <a:pt x="369934" y="257090"/>
                  </a:lnTo>
                  <a:lnTo>
                    <a:pt x="350018" y="276800"/>
                  </a:lnTo>
                  <a:lnTo>
                    <a:pt x="330098" y="284681"/>
                  </a:lnTo>
                  <a:lnTo>
                    <a:pt x="324403" y="296500"/>
                  </a:lnTo>
                  <a:lnTo>
                    <a:pt x="321557" y="308316"/>
                  </a:lnTo>
                  <a:lnTo>
                    <a:pt x="304487" y="320128"/>
                  </a:lnTo>
                  <a:lnTo>
                    <a:pt x="298791" y="339808"/>
                  </a:lnTo>
                  <a:lnTo>
                    <a:pt x="290258" y="355542"/>
                  </a:lnTo>
                  <a:lnTo>
                    <a:pt x="307332" y="375205"/>
                  </a:lnTo>
                  <a:lnTo>
                    <a:pt x="321557" y="402717"/>
                  </a:lnTo>
                  <a:lnTo>
                    <a:pt x="315866" y="418430"/>
                  </a:lnTo>
                  <a:lnTo>
                    <a:pt x="298791" y="426284"/>
                  </a:lnTo>
                  <a:lnTo>
                    <a:pt x="270338" y="430211"/>
                  </a:lnTo>
                  <a:lnTo>
                    <a:pt x="253260" y="434137"/>
                  </a:lnTo>
                  <a:lnTo>
                    <a:pt x="213424" y="410577"/>
                  </a:lnTo>
                  <a:lnTo>
                    <a:pt x="204887" y="394861"/>
                  </a:lnTo>
                  <a:lnTo>
                    <a:pt x="190658" y="383067"/>
                  </a:lnTo>
                  <a:lnTo>
                    <a:pt x="204887" y="363411"/>
                  </a:lnTo>
                  <a:lnTo>
                    <a:pt x="156510" y="312251"/>
                  </a:lnTo>
                  <a:lnTo>
                    <a:pt x="142281" y="327998"/>
                  </a:lnTo>
                  <a:lnTo>
                    <a:pt x="133744" y="324065"/>
                  </a:lnTo>
                  <a:lnTo>
                    <a:pt x="128056" y="335873"/>
                  </a:lnTo>
                  <a:lnTo>
                    <a:pt x="108133" y="316191"/>
                  </a:lnTo>
                  <a:lnTo>
                    <a:pt x="110978" y="304378"/>
                  </a:lnTo>
                  <a:lnTo>
                    <a:pt x="110978" y="276800"/>
                  </a:lnTo>
                  <a:lnTo>
                    <a:pt x="102445" y="264975"/>
                  </a:lnTo>
                  <a:lnTo>
                    <a:pt x="91058" y="257090"/>
                  </a:lnTo>
                  <a:lnTo>
                    <a:pt x="76830" y="257090"/>
                  </a:lnTo>
                  <a:lnTo>
                    <a:pt x="65451" y="257090"/>
                  </a:lnTo>
                  <a:lnTo>
                    <a:pt x="48373" y="257090"/>
                  </a:lnTo>
                  <a:lnTo>
                    <a:pt x="42685" y="257090"/>
                  </a:lnTo>
                  <a:lnTo>
                    <a:pt x="34148" y="229480"/>
                  </a:lnTo>
                  <a:lnTo>
                    <a:pt x="36994" y="217642"/>
                  </a:lnTo>
                  <a:lnTo>
                    <a:pt x="36994" y="205800"/>
                  </a:lnTo>
                  <a:lnTo>
                    <a:pt x="65451" y="190006"/>
                  </a:lnTo>
                  <a:lnTo>
                    <a:pt x="54064" y="178159"/>
                  </a:lnTo>
                  <a:lnTo>
                    <a:pt x="71138" y="150496"/>
                  </a:lnTo>
                  <a:lnTo>
                    <a:pt x="68293" y="146542"/>
                  </a:lnTo>
                  <a:lnTo>
                    <a:pt x="76830" y="138635"/>
                  </a:lnTo>
                  <a:lnTo>
                    <a:pt x="36994" y="91155"/>
                  </a:lnTo>
                  <a:lnTo>
                    <a:pt x="5687" y="79277"/>
                  </a:lnTo>
                  <a:lnTo>
                    <a:pt x="5687" y="71356"/>
                  </a:lnTo>
                  <a:lnTo>
                    <a:pt x="0" y="63434"/>
                  </a:lnTo>
                  <a:lnTo>
                    <a:pt x="5687" y="59472"/>
                  </a:lnTo>
                  <a:lnTo>
                    <a:pt x="22765" y="59472"/>
                  </a:lnTo>
                  <a:lnTo>
                    <a:pt x="85371" y="19836"/>
                  </a:lnTo>
                  <a:lnTo>
                    <a:pt x="88213" y="19836"/>
                  </a:lnTo>
                  <a:lnTo>
                    <a:pt x="122361" y="0"/>
                  </a:lnTo>
                  <a:lnTo>
                    <a:pt x="128056" y="7937"/>
                  </a:lnTo>
                  <a:lnTo>
                    <a:pt x="136590" y="3970"/>
                  </a:lnTo>
                  <a:lnTo>
                    <a:pt x="145127" y="7937"/>
                  </a:lnTo>
                  <a:lnTo>
                    <a:pt x="156510" y="7937"/>
                  </a:lnTo>
                  <a:lnTo>
                    <a:pt x="179275" y="35696"/>
                  </a:lnTo>
                  <a:lnTo>
                    <a:pt x="190658" y="71356"/>
                  </a:lnTo>
                  <a:lnTo>
                    <a:pt x="193504" y="91155"/>
                  </a:lnTo>
                  <a:lnTo>
                    <a:pt x="202041" y="110945"/>
                  </a:lnTo>
                  <a:lnTo>
                    <a:pt x="207732" y="110945"/>
                  </a:lnTo>
                  <a:lnTo>
                    <a:pt x="224807" y="126770"/>
                  </a:lnTo>
                  <a:lnTo>
                    <a:pt x="236190" y="114902"/>
                  </a:lnTo>
                  <a:lnTo>
                    <a:pt x="244727" y="122814"/>
                  </a:lnTo>
                  <a:lnTo>
                    <a:pt x="276026" y="91155"/>
                  </a:lnTo>
                  <a:lnTo>
                    <a:pt x="327252" y="146542"/>
                  </a:lnTo>
                  <a:lnTo>
                    <a:pt x="330098" y="154449"/>
                  </a:lnTo>
                  <a:lnTo>
                    <a:pt x="375626" y="178159"/>
                  </a:lnTo>
                  <a:lnTo>
                    <a:pt x="387008" y="162354"/>
                  </a:lnTo>
                  <a:lnTo>
                    <a:pt x="392700" y="166305"/>
                  </a:lnTo>
                  <a:close/>
                </a:path>
              </a:pathLst>
            </a:custGeom>
            <a:solidFill>
              <a:srgbClr val="00008B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" name="pg7"/>
            <p:cNvSpPr/>
            <p:nvPr/>
          </p:nvSpPr>
          <p:spPr>
            <a:xfrm>
              <a:off x="3695861" y="3393795"/>
              <a:ext cx="452460" cy="842108"/>
            </a:xfrm>
            <a:custGeom>
              <a:avLst/>
              <a:gdLst/>
              <a:ahLst/>
              <a:cxnLst/>
              <a:rect l="0" t="0" r="0" b="0"/>
              <a:pathLst>
                <a:path w="452460" h="842108">
                  <a:moveTo>
                    <a:pt x="358555" y="830144"/>
                  </a:moveTo>
                  <a:lnTo>
                    <a:pt x="301637" y="842108"/>
                  </a:lnTo>
                  <a:lnTo>
                    <a:pt x="284563" y="802213"/>
                  </a:lnTo>
                  <a:lnTo>
                    <a:pt x="278871" y="802213"/>
                  </a:lnTo>
                  <a:lnTo>
                    <a:pt x="267492" y="786247"/>
                  </a:lnTo>
                  <a:lnTo>
                    <a:pt x="264643" y="786247"/>
                  </a:lnTo>
                  <a:lnTo>
                    <a:pt x="276030" y="770272"/>
                  </a:lnTo>
                  <a:lnTo>
                    <a:pt x="232395" y="760950"/>
                  </a:lnTo>
                  <a:lnTo>
                    <a:pt x="188761" y="751626"/>
                  </a:lnTo>
                  <a:lnTo>
                    <a:pt x="145127" y="742300"/>
                  </a:lnTo>
                  <a:lnTo>
                    <a:pt x="153664" y="726307"/>
                  </a:lnTo>
                  <a:lnTo>
                    <a:pt x="130898" y="674288"/>
                  </a:lnTo>
                  <a:lnTo>
                    <a:pt x="108133" y="622201"/>
                  </a:lnTo>
                  <a:lnTo>
                    <a:pt x="39836" y="650256"/>
                  </a:lnTo>
                  <a:lnTo>
                    <a:pt x="38413" y="604155"/>
                  </a:lnTo>
                  <a:lnTo>
                    <a:pt x="36990" y="558002"/>
                  </a:lnTo>
                  <a:lnTo>
                    <a:pt x="31302" y="525867"/>
                  </a:lnTo>
                  <a:lnTo>
                    <a:pt x="22765" y="525867"/>
                  </a:lnTo>
                  <a:lnTo>
                    <a:pt x="11382" y="469567"/>
                  </a:lnTo>
                  <a:lnTo>
                    <a:pt x="11382" y="461514"/>
                  </a:lnTo>
                  <a:lnTo>
                    <a:pt x="17070" y="453466"/>
                  </a:lnTo>
                  <a:lnTo>
                    <a:pt x="31302" y="449440"/>
                  </a:lnTo>
                  <a:lnTo>
                    <a:pt x="23477" y="408147"/>
                  </a:lnTo>
                  <a:lnTo>
                    <a:pt x="15651" y="366812"/>
                  </a:lnTo>
                  <a:lnTo>
                    <a:pt x="7825" y="325435"/>
                  </a:lnTo>
                  <a:lnTo>
                    <a:pt x="0" y="284014"/>
                  </a:lnTo>
                  <a:lnTo>
                    <a:pt x="5691" y="275930"/>
                  </a:lnTo>
                  <a:lnTo>
                    <a:pt x="8537" y="235471"/>
                  </a:lnTo>
                  <a:lnTo>
                    <a:pt x="11382" y="186865"/>
                  </a:lnTo>
                  <a:lnTo>
                    <a:pt x="14224" y="174705"/>
                  </a:lnTo>
                  <a:lnTo>
                    <a:pt x="22765" y="166595"/>
                  </a:lnTo>
                  <a:lnTo>
                    <a:pt x="39836" y="174705"/>
                  </a:lnTo>
                  <a:lnTo>
                    <a:pt x="88216" y="190918"/>
                  </a:lnTo>
                  <a:lnTo>
                    <a:pt x="99596" y="186865"/>
                  </a:lnTo>
                  <a:lnTo>
                    <a:pt x="105287" y="178761"/>
                  </a:lnTo>
                  <a:lnTo>
                    <a:pt x="99596" y="174705"/>
                  </a:lnTo>
                  <a:lnTo>
                    <a:pt x="71142" y="134145"/>
                  </a:lnTo>
                  <a:lnTo>
                    <a:pt x="59756" y="101666"/>
                  </a:lnTo>
                  <a:lnTo>
                    <a:pt x="62601" y="85416"/>
                  </a:lnTo>
                  <a:lnTo>
                    <a:pt x="73984" y="69160"/>
                  </a:lnTo>
                  <a:lnTo>
                    <a:pt x="99596" y="36629"/>
                  </a:lnTo>
                  <a:lnTo>
                    <a:pt x="125207" y="4071"/>
                  </a:lnTo>
                  <a:lnTo>
                    <a:pt x="139435" y="0"/>
                  </a:lnTo>
                  <a:lnTo>
                    <a:pt x="152241" y="50865"/>
                  </a:lnTo>
                  <a:lnTo>
                    <a:pt x="165047" y="101666"/>
                  </a:lnTo>
                  <a:lnTo>
                    <a:pt x="162201" y="109785"/>
                  </a:lnTo>
                  <a:lnTo>
                    <a:pt x="170738" y="150372"/>
                  </a:lnTo>
                  <a:lnTo>
                    <a:pt x="179275" y="190917"/>
                  </a:lnTo>
                  <a:lnTo>
                    <a:pt x="187813" y="231421"/>
                  </a:lnTo>
                  <a:lnTo>
                    <a:pt x="196350" y="271884"/>
                  </a:lnTo>
                  <a:lnTo>
                    <a:pt x="204887" y="312307"/>
                  </a:lnTo>
                  <a:lnTo>
                    <a:pt x="213424" y="352688"/>
                  </a:lnTo>
                  <a:lnTo>
                    <a:pt x="230498" y="352688"/>
                  </a:lnTo>
                  <a:lnTo>
                    <a:pt x="230498" y="344615"/>
                  </a:lnTo>
                  <a:lnTo>
                    <a:pt x="267492" y="336540"/>
                  </a:lnTo>
                  <a:lnTo>
                    <a:pt x="278871" y="380931"/>
                  </a:lnTo>
                  <a:lnTo>
                    <a:pt x="335789" y="376898"/>
                  </a:lnTo>
                  <a:lnTo>
                    <a:pt x="343378" y="418557"/>
                  </a:lnTo>
                  <a:lnTo>
                    <a:pt x="350967" y="460174"/>
                  </a:lnTo>
                  <a:lnTo>
                    <a:pt x="358555" y="501747"/>
                  </a:lnTo>
                  <a:lnTo>
                    <a:pt x="344323" y="505768"/>
                  </a:lnTo>
                  <a:lnTo>
                    <a:pt x="344323" y="533904"/>
                  </a:lnTo>
                  <a:lnTo>
                    <a:pt x="341477" y="533904"/>
                  </a:lnTo>
                  <a:lnTo>
                    <a:pt x="341477" y="541939"/>
                  </a:lnTo>
                  <a:lnTo>
                    <a:pt x="347168" y="541939"/>
                  </a:lnTo>
                  <a:lnTo>
                    <a:pt x="350014" y="562020"/>
                  </a:lnTo>
                  <a:lnTo>
                    <a:pt x="395546" y="558002"/>
                  </a:lnTo>
                  <a:lnTo>
                    <a:pt x="398391" y="582091"/>
                  </a:lnTo>
                  <a:lnTo>
                    <a:pt x="395546" y="582091"/>
                  </a:lnTo>
                  <a:lnTo>
                    <a:pt x="398391" y="594129"/>
                  </a:lnTo>
                  <a:lnTo>
                    <a:pt x="406928" y="594129"/>
                  </a:lnTo>
                  <a:lnTo>
                    <a:pt x="415465" y="630219"/>
                  </a:lnTo>
                  <a:lnTo>
                    <a:pt x="406928" y="634227"/>
                  </a:lnTo>
                  <a:lnTo>
                    <a:pt x="421153" y="686298"/>
                  </a:lnTo>
                  <a:lnTo>
                    <a:pt x="432540" y="686298"/>
                  </a:lnTo>
                  <a:lnTo>
                    <a:pt x="452460" y="742300"/>
                  </a:lnTo>
                  <a:lnTo>
                    <a:pt x="452460" y="758286"/>
                  </a:lnTo>
                  <a:lnTo>
                    <a:pt x="432540" y="762279"/>
                  </a:lnTo>
                  <a:lnTo>
                    <a:pt x="404083" y="758286"/>
                  </a:lnTo>
                  <a:lnTo>
                    <a:pt x="384163" y="782254"/>
                  </a:lnTo>
                  <a:lnTo>
                    <a:pt x="378471" y="790237"/>
                  </a:lnTo>
                  <a:lnTo>
                    <a:pt x="378471" y="798224"/>
                  </a:lnTo>
                  <a:lnTo>
                    <a:pt x="395546" y="806204"/>
                  </a:lnTo>
                  <a:lnTo>
                    <a:pt x="392700" y="826155"/>
                  </a:lnTo>
                  <a:close/>
                </a:path>
              </a:pathLst>
            </a:custGeom>
            <a:solidFill>
              <a:srgbClr val="ADD8E6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" name="pg8"/>
            <p:cNvSpPr/>
            <p:nvPr/>
          </p:nvSpPr>
          <p:spPr>
            <a:xfrm>
              <a:off x="4683307" y="3681852"/>
              <a:ext cx="429694" cy="701320"/>
            </a:xfrm>
            <a:custGeom>
              <a:avLst/>
              <a:gdLst/>
              <a:ahLst/>
              <a:cxnLst/>
              <a:rect l="0" t="0" r="0" b="0"/>
              <a:pathLst>
                <a:path w="429694" h="701320">
                  <a:moveTo>
                    <a:pt x="14224" y="398240"/>
                  </a:moveTo>
                  <a:lnTo>
                    <a:pt x="42681" y="398240"/>
                  </a:lnTo>
                  <a:lnTo>
                    <a:pt x="42681" y="414249"/>
                  </a:lnTo>
                  <a:lnTo>
                    <a:pt x="56910" y="414249"/>
                  </a:lnTo>
                  <a:lnTo>
                    <a:pt x="62601" y="390234"/>
                  </a:lnTo>
                  <a:lnTo>
                    <a:pt x="85367" y="374216"/>
                  </a:lnTo>
                  <a:lnTo>
                    <a:pt x="108129" y="382225"/>
                  </a:lnTo>
                  <a:lnTo>
                    <a:pt x="122361" y="354187"/>
                  </a:lnTo>
                  <a:lnTo>
                    <a:pt x="199192" y="342161"/>
                  </a:lnTo>
                  <a:lnTo>
                    <a:pt x="193501" y="294032"/>
                  </a:lnTo>
                  <a:lnTo>
                    <a:pt x="187811" y="245845"/>
                  </a:lnTo>
                  <a:lnTo>
                    <a:pt x="182121" y="197601"/>
                  </a:lnTo>
                  <a:lnTo>
                    <a:pt x="239032" y="181509"/>
                  </a:lnTo>
                  <a:lnTo>
                    <a:pt x="227652" y="121097"/>
                  </a:lnTo>
                  <a:lnTo>
                    <a:pt x="287409" y="100939"/>
                  </a:lnTo>
                  <a:lnTo>
                    <a:pt x="278871" y="32328"/>
                  </a:lnTo>
                  <a:lnTo>
                    <a:pt x="331517" y="16167"/>
                  </a:lnTo>
                  <a:lnTo>
                    <a:pt x="384163" y="0"/>
                  </a:lnTo>
                  <a:lnTo>
                    <a:pt x="390992" y="41213"/>
                  </a:lnTo>
                  <a:lnTo>
                    <a:pt x="397821" y="82384"/>
                  </a:lnTo>
                  <a:lnTo>
                    <a:pt x="404650" y="123514"/>
                  </a:lnTo>
                  <a:lnTo>
                    <a:pt x="411478" y="164601"/>
                  </a:lnTo>
                  <a:lnTo>
                    <a:pt x="418307" y="205646"/>
                  </a:lnTo>
                  <a:lnTo>
                    <a:pt x="372780" y="221731"/>
                  </a:lnTo>
                  <a:lnTo>
                    <a:pt x="379182" y="266934"/>
                  </a:lnTo>
                  <a:lnTo>
                    <a:pt x="385584" y="312088"/>
                  </a:lnTo>
                  <a:lnTo>
                    <a:pt x="391986" y="357190"/>
                  </a:lnTo>
                  <a:lnTo>
                    <a:pt x="398387" y="402243"/>
                  </a:lnTo>
                  <a:lnTo>
                    <a:pt x="412620" y="402243"/>
                  </a:lnTo>
                  <a:lnTo>
                    <a:pt x="423999" y="462236"/>
                  </a:lnTo>
                  <a:lnTo>
                    <a:pt x="418307" y="466232"/>
                  </a:lnTo>
                  <a:lnTo>
                    <a:pt x="429694" y="538097"/>
                  </a:lnTo>
                  <a:lnTo>
                    <a:pt x="421153" y="538097"/>
                  </a:lnTo>
                  <a:lnTo>
                    <a:pt x="415462" y="554050"/>
                  </a:lnTo>
                  <a:lnTo>
                    <a:pt x="423999" y="597890"/>
                  </a:lnTo>
                  <a:lnTo>
                    <a:pt x="398387" y="605855"/>
                  </a:lnTo>
                  <a:lnTo>
                    <a:pt x="398387" y="629740"/>
                  </a:lnTo>
                  <a:lnTo>
                    <a:pt x="381317" y="645658"/>
                  </a:lnTo>
                  <a:lnTo>
                    <a:pt x="378467" y="625763"/>
                  </a:lnTo>
                  <a:lnTo>
                    <a:pt x="381317" y="601870"/>
                  </a:lnTo>
                  <a:lnTo>
                    <a:pt x="358551" y="581954"/>
                  </a:lnTo>
                  <a:lnTo>
                    <a:pt x="369934" y="566011"/>
                  </a:lnTo>
                  <a:lnTo>
                    <a:pt x="358551" y="550063"/>
                  </a:lnTo>
                  <a:lnTo>
                    <a:pt x="338631" y="558038"/>
                  </a:lnTo>
                  <a:lnTo>
                    <a:pt x="327248" y="538097"/>
                  </a:lnTo>
                  <a:lnTo>
                    <a:pt x="321557" y="522137"/>
                  </a:lnTo>
                  <a:lnTo>
                    <a:pt x="307329" y="522137"/>
                  </a:lnTo>
                  <a:lnTo>
                    <a:pt x="301637" y="534108"/>
                  </a:lnTo>
                  <a:lnTo>
                    <a:pt x="301637" y="550063"/>
                  </a:lnTo>
                  <a:lnTo>
                    <a:pt x="293100" y="558038"/>
                  </a:lnTo>
                  <a:lnTo>
                    <a:pt x="284563" y="550063"/>
                  </a:lnTo>
                  <a:lnTo>
                    <a:pt x="276026" y="534108"/>
                  </a:lnTo>
                  <a:lnTo>
                    <a:pt x="267489" y="526131"/>
                  </a:lnTo>
                  <a:lnTo>
                    <a:pt x="264643" y="534108"/>
                  </a:lnTo>
                  <a:lnTo>
                    <a:pt x="267489" y="554050"/>
                  </a:lnTo>
                  <a:lnTo>
                    <a:pt x="247572" y="573983"/>
                  </a:lnTo>
                  <a:lnTo>
                    <a:pt x="236186" y="573983"/>
                  </a:lnTo>
                  <a:lnTo>
                    <a:pt x="219112" y="593906"/>
                  </a:lnTo>
                  <a:lnTo>
                    <a:pt x="210574" y="593906"/>
                  </a:lnTo>
                  <a:lnTo>
                    <a:pt x="199192" y="585935"/>
                  </a:lnTo>
                  <a:lnTo>
                    <a:pt x="196346" y="577969"/>
                  </a:lnTo>
                  <a:lnTo>
                    <a:pt x="207732" y="558038"/>
                  </a:lnTo>
                  <a:lnTo>
                    <a:pt x="196346" y="538097"/>
                  </a:lnTo>
                  <a:lnTo>
                    <a:pt x="184967" y="546074"/>
                  </a:lnTo>
                  <a:lnTo>
                    <a:pt x="182121" y="573983"/>
                  </a:lnTo>
                  <a:lnTo>
                    <a:pt x="165047" y="589922"/>
                  </a:lnTo>
                  <a:lnTo>
                    <a:pt x="153660" y="597890"/>
                  </a:lnTo>
                  <a:lnTo>
                    <a:pt x="145127" y="601870"/>
                  </a:lnTo>
                  <a:lnTo>
                    <a:pt x="128053" y="605855"/>
                  </a:lnTo>
                  <a:lnTo>
                    <a:pt x="136590" y="625763"/>
                  </a:lnTo>
                  <a:lnTo>
                    <a:pt x="128053" y="645658"/>
                  </a:lnTo>
                  <a:lnTo>
                    <a:pt x="130895" y="661569"/>
                  </a:lnTo>
                  <a:lnTo>
                    <a:pt x="142281" y="673498"/>
                  </a:lnTo>
                  <a:lnTo>
                    <a:pt x="153660" y="681449"/>
                  </a:lnTo>
                  <a:lnTo>
                    <a:pt x="145127" y="701320"/>
                  </a:lnTo>
                  <a:lnTo>
                    <a:pt x="130895" y="701320"/>
                  </a:lnTo>
                  <a:lnTo>
                    <a:pt x="99596" y="685424"/>
                  </a:lnTo>
                  <a:lnTo>
                    <a:pt x="93904" y="697346"/>
                  </a:lnTo>
                  <a:lnTo>
                    <a:pt x="82521" y="697346"/>
                  </a:lnTo>
                  <a:lnTo>
                    <a:pt x="73984" y="665546"/>
                  </a:lnTo>
                  <a:lnTo>
                    <a:pt x="59756" y="661569"/>
                  </a:lnTo>
                  <a:lnTo>
                    <a:pt x="42681" y="657592"/>
                  </a:lnTo>
                  <a:lnTo>
                    <a:pt x="14224" y="657592"/>
                  </a:lnTo>
                  <a:lnTo>
                    <a:pt x="5687" y="649636"/>
                  </a:lnTo>
                  <a:lnTo>
                    <a:pt x="5687" y="637702"/>
                  </a:lnTo>
                  <a:lnTo>
                    <a:pt x="14224" y="633720"/>
                  </a:lnTo>
                  <a:lnTo>
                    <a:pt x="28453" y="633720"/>
                  </a:lnTo>
                  <a:lnTo>
                    <a:pt x="25611" y="613817"/>
                  </a:lnTo>
                  <a:lnTo>
                    <a:pt x="34144" y="601870"/>
                  </a:lnTo>
                  <a:lnTo>
                    <a:pt x="48373" y="605855"/>
                  </a:lnTo>
                  <a:lnTo>
                    <a:pt x="73984" y="613817"/>
                  </a:lnTo>
                  <a:lnTo>
                    <a:pt x="73984" y="605855"/>
                  </a:lnTo>
                  <a:lnTo>
                    <a:pt x="62601" y="593906"/>
                  </a:lnTo>
                  <a:lnTo>
                    <a:pt x="65447" y="577969"/>
                  </a:lnTo>
                  <a:lnTo>
                    <a:pt x="54064" y="573983"/>
                  </a:lnTo>
                  <a:lnTo>
                    <a:pt x="39836" y="573983"/>
                  </a:lnTo>
                  <a:lnTo>
                    <a:pt x="25611" y="593906"/>
                  </a:lnTo>
                  <a:lnTo>
                    <a:pt x="14224" y="589922"/>
                  </a:lnTo>
                  <a:lnTo>
                    <a:pt x="19916" y="573983"/>
                  </a:lnTo>
                  <a:lnTo>
                    <a:pt x="36990" y="538097"/>
                  </a:lnTo>
                  <a:lnTo>
                    <a:pt x="36990" y="514155"/>
                  </a:lnTo>
                  <a:lnTo>
                    <a:pt x="28453" y="494196"/>
                  </a:lnTo>
                  <a:lnTo>
                    <a:pt x="22765" y="486206"/>
                  </a:lnTo>
                  <a:lnTo>
                    <a:pt x="14224" y="466232"/>
                  </a:lnTo>
                  <a:lnTo>
                    <a:pt x="2845" y="454242"/>
                  </a:lnTo>
                  <a:lnTo>
                    <a:pt x="0" y="446246"/>
                  </a:lnTo>
                  <a:lnTo>
                    <a:pt x="2845" y="434250"/>
                  </a:lnTo>
                  <a:lnTo>
                    <a:pt x="5687" y="418250"/>
                  </a:lnTo>
                  <a:lnTo>
                    <a:pt x="11379" y="406245"/>
                  </a:lnTo>
                  <a:close/>
                </a:path>
              </a:pathLst>
            </a:custGeom>
            <a:solidFill>
              <a:srgbClr val="7F87C5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" name="pg9"/>
            <p:cNvSpPr/>
            <p:nvPr/>
          </p:nvSpPr>
          <p:spPr>
            <a:xfrm>
              <a:off x="4054417" y="4056069"/>
              <a:ext cx="367088" cy="422347"/>
            </a:xfrm>
            <a:custGeom>
              <a:avLst/>
              <a:gdLst/>
              <a:ahLst/>
              <a:cxnLst/>
              <a:rect l="0" t="0" r="0" b="0"/>
              <a:pathLst>
                <a:path w="367088" h="422347">
                  <a:moveTo>
                    <a:pt x="0" y="167870"/>
                  </a:moveTo>
                  <a:lnTo>
                    <a:pt x="34144" y="163881"/>
                  </a:lnTo>
                  <a:lnTo>
                    <a:pt x="36990" y="143930"/>
                  </a:lnTo>
                  <a:lnTo>
                    <a:pt x="19916" y="135950"/>
                  </a:lnTo>
                  <a:lnTo>
                    <a:pt x="19916" y="127963"/>
                  </a:lnTo>
                  <a:lnTo>
                    <a:pt x="25607" y="119980"/>
                  </a:lnTo>
                  <a:lnTo>
                    <a:pt x="45527" y="96012"/>
                  </a:lnTo>
                  <a:lnTo>
                    <a:pt x="73984" y="100005"/>
                  </a:lnTo>
                  <a:lnTo>
                    <a:pt x="93904" y="96012"/>
                  </a:lnTo>
                  <a:lnTo>
                    <a:pt x="93904" y="80026"/>
                  </a:lnTo>
                  <a:lnTo>
                    <a:pt x="122361" y="68029"/>
                  </a:lnTo>
                  <a:lnTo>
                    <a:pt x="139435" y="72030"/>
                  </a:lnTo>
                  <a:lnTo>
                    <a:pt x="150815" y="80026"/>
                  </a:lnTo>
                  <a:lnTo>
                    <a:pt x="147969" y="92016"/>
                  </a:lnTo>
                  <a:lnTo>
                    <a:pt x="159355" y="100005"/>
                  </a:lnTo>
                  <a:lnTo>
                    <a:pt x="173580" y="80026"/>
                  </a:lnTo>
                  <a:lnTo>
                    <a:pt x="184963" y="80026"/>
                  </a:lnTo>
                  <a:lnTo>
                    <a:pt x="190654" y="84020"/>
                  </a:lnTo>
                  <a:lnTo>
                    <a:pt x="256106" y="96012"/>
                  </a:lnTo>
                  <a:lnTo>
                    <a:pt x="264643" y="88020"/>
                  </a:lnTo>
                  <a:lnTo>
                    <a:pt x="267489" y="64033"/>
                  </a:lnTo>
                  <a:lnTo>
                    <a:pt x="264643" y="48034"/>
                  </a:lnTo>
                  <a:lnTo>
                    <a:pt x="250414" y="40032"/>
                  </a:lnTo>
                  <a:lnTo>
                    <a:pt x="241877" y="24024"/>
                  </a:lnTo>
                  <a:lnTo>
                    <a:pt x="241877" y="12014"/>
                  </a:lnTo>
                  <a:lnTo>
                    <a:pt x="321557" y="0"/>
                  </a:lnTo>
                  <a:lnTo>
                    <a:pt x="330090" y="8009"/>
                  </a:lnTo>
                  <a:lnTo>
                    <a:pt x="332936" y="28027"/>
                  </a:lnTo>
                  <a:lnTo>
                    <a:pt x="327248" y="48034"/>
                  </a:lnTo>
                  <a:lnTo>
                    <a:pt x="352856" y="52035"/>
                  </a:lnTo>
                  <a:lnTo>
                    <a:pt x="347168" y="111989"/>
                  </a:lnTo>
                  <a:lnTo>
                    <a:pt x="367088" y="119980"/>
                  </a:lnTo>
                  <a:lnTo>
                    <a:pt x="352856" y="175846"/>
                  </a:lnTo>
                  <a:lnTo>
                    <a:pt x="330090" y="175846"/>
                  </a:lnTo>
                  <a:lnTo>
                    <a:pt x="317287" y="215705"/>
                  </a:lnTo>
                  <a:lnTo>
                    <a:pt x="304483" y="255524"/>
                  </a:lnTo>
                  <a:lnTo>
                    <a:pt x="290254" y="311208"/>
                  </a:lnTo>
                  <a:lnTo>
                    <a:pt x="227649" y="303258"/>
                  </a:lnTo>
                  <a:lnTo>
                    <a:pt x="221957" y="335049"/>
                  </a:lnTo>
                  <a:lnTo>
                    <a:pt x="224807" y="374753"/>
                  </a:lnTo>
                  <a:lnTo>
                    <a:pt x="230494" y="410454"/>
                  </a:lnTo>
                  <a:lnTo>
                    <a:pt x="179275" y="402523"/>
                  </a:lnTo>
                  <a:lnTo>
                    <a:pt x="176426" y="390624"/>
                  </a:lnTo>
                  <a:lnTo>
                    <a:pt x="122361" y="378721"/>
                  </a:lnTo>
                  <a:lnTo>
                    <a:pt x="108129" y="422347"/>
                  </a:lnTo>
                  <a:lnTo>
                    <a:pt x="59756" y="410454"/>
                  </a:lnTo>
                  <a:lnTo>
                    <a:pt x="51218" y="406489"/>
                  </a:lnTo>
                  <a:lnTo>
                    <a:pt x="59756" y="370784"/>
                  </a:lnTo>
                  <a:lnTo>
                    <a:pt x="25607" y="354906"/>
                  </a:lnTo>
                  <a:lnTo>
                    <a:pt x="25607" y="291329"/>
                  </a:lnTo>
                  <a:lnTo>
                    <a:pt x="0" y="239601"/>
                  </a:lnTo>
                  <a:lnTo>
                    <a:pt x="14224" y="223673"/>
                  </a:lnTo>
                  <a:close/>
                </a:path>
              </a:pathLst>
            </a:custGeom>
            <a:solidFill>
              <a:srgbClr val="9EBCDB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" name="pg10"/>
            <p:cNvSpPr/>
            <p:nvPr/>
          </p:nvSpPr>
          <p:spPr>
            <a:xfrm>
              <a:off x="4384508" y="4303635"/>
              <a:ext cx="207736" cy="305375"/>
            </a:xfrm>
            <a:custGeom>
              <a:avLst/>
              <a:gdLst/>
              <a:ahLst/>
              <a:cxnLst/>
              <a:rect l="0" t="0" r="0" b="0"/>
              <a:pathLst>
                <a:path w="207736" h="305375">
                  <a:moveTo>
                    <a:pt x="17078" y="19899"/>
                  </a:moveTo>
                  <a:lnTo>
                    <a:pt x="28460" y="7958"/>
                  </a:lnTo>
                  <a:lnTo>
                    <a:pt x="51226" y="27854"/>
                  </a:lnTo>
                  <a:lnTo>
                    <a:pt x="91062" y="0"/>
                  </a:lnTo>
                  <a:lnTo>
                    <a:pt x="130902" y="37799"/>
                  </a:lnTo>
                  <a:lnTo>
                    <a:pt x="170742" y="75564"/>
                  </a:lnTo>
                  <a:lnTo>
                    <a:pt x="184971" y="75564"/>
                  </a:lnTo>
                  <a:lnTo>
                    <a:pt x="193508" y="67616"/>
                  </a:lnTo>
                  <a:lnTo>
                    <a:pt x="207736" y="75564"/>
                  </a:lnTo>
                  <a:lnTo>
                    <a:pt x="196353" y="107340"/>
                  </a:lnTo>
                  <a:lnTo>
                    <a:pt x="187816" y="119249"/>
                  </a:lnTo>
                  <a:lnTo>
                    <a:pt x="179279" y="147025"/>
                  </a:lnTo>
                  <a:lnTo>
                    <a:pt x="170742" y="158923"/>
                  </a:lnTo>
                  <a:lnTo>
                    <a:pt x="165051" y="170817"/>
                  </a:lnTo>
                  <a:lnTo>
                    <a:pt x="165051" y="182705"/>
                  </a:lnTo>
                  <a:lnTo>
                    <a:pt x="179279" y="194593"/>
                  </a:lnTo>
                  <a:lnTo>
                    <a:pt x="176433" y="218361"/>
                  </a:lnTo>
                  <a:lnTo>
                    <a:pt x="165051" y="226276"/>
                  </a:lnTo>
                  <a:lnTo>
                    <a:pt x="147976" y="234196"/>
                  </a:lnTo>
                  <a:lnTo>
                    <a:pt x="145131" y="242109"/>
                  </a:lnTo>
                  <a:lnTo>
                    <a:pt x="145131" y="250023"/>
                  </a:lnTo>
                  <a:lnTo>
                    <a:pt x="133748" y="257935"/>
                  </a:lnTo>
                  <a:lnTo>
                    <a:pt x="119523" y="265846"/>
                  </a:lnTo>
                  <a:lnTo>
                    <a:pt x="108136" y="297475"/>
                  </a:lnTo>
                  <a:lnTo>
                    <a:pt x="96757" y="305375"/>
                  </a:lnTo>
                  <a:lnTo>
                    <a:pt x="85371" y="301426"/>
                  </a:lnTo>
                  <a:lnTo>
                    <a:pt x="79679" y="281663"/>
                  </a:lnTo>
                  <a:lnTo>
                    <a:pt x="96757" y="265846"/>
                  </a:lnTo>
                  <a:lnTo>
                    <a:pt x="99603" y="257935"/>
                  </a:lnTo>
                  <a:lnTo>
                    <a:pt x="79679" y="257935"/>
                  </a:lnTo>
                  <a:lnTo>
                    <a:pt x="62605" y="257935"/>
                  </a:lnTo>
                  <a:lnTo>
                    <a:pt x="65451" y="234196"/>
                  </a:lnTo>
                  <a:lnTo>
                    <a:pt x="71142" y="218361"/>
                  </a:lnTo>
                  <a:lnTo>
                    <a:pt x="76837" y="210438"/>
                  </a:lnTo>
                  <a:lnTo>
                    <a:pt x="85371" y="194593"/>
                  </a:lnTo>
                  <a:lnTo>
                    <a:pt x="82525" y="186671"/>
                  </a:lnTo>
                  <a:lnTo>
                    <a:pt x="71142" y="178742"/>
                  </a:lnTo>
                  <a:lnTo>
                    <a:pt x="71142" y="139091"/>
                  </a:lnTo>
                  <a:lnTo>
                    <a:pt x="62605" y="123218"/>
                  </a:lnTo>
                  <a:lnTo>
                    <a:pt x="54072" y="107340"/>
                  </a:lnTo>
                  <a:lnTo>
                    <a:pt x="48377" y="107340"/>
                  </a:lnTo>
                  <a:lnTo>
                    <a:pt x="31306" y="103369"/>
                  </a:lnTo>
                  <a:lnTo>
                    <a:pt x="28460" y="95427"/>
                  </a:lnTo>
                  <a:lnTo>
                    <a:pt x="17078" y="87483"/>
                  </a:lnTo>
                  <a:lnTo>
                    <a:pt x="5695" y="75564"/>
                  </a:lnTo>
                  <a:lnTo>
                    <a:pt x="0" y="63641"/>
                  </a:lnTo>
                  <a:lnTo>
                    <a:pt x="5695" y="43763"/>
                  </a:lnTo>
                  <a:lnTo>
                    <a:pt x="0" y="35809"/>
                  </a:lnTo>
                  <a:lnTo>
                    <a:pt x="2845" y="23875"/>
                  </a:lnTo>
                  <a:close/>
                </a:path>
              </a:pathLst>
            </a:custGeom>
            <a:solidFill>
              <a:srgbClr val="9EBCDB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" name="pg11"/>
            <p:cNvSpPr/>
            <p:nvPr/>
          </p:nvSpPr>
          <p:spPr>
            <a:xfrm>
              <a:off x="4208077" y="4311593"/>
              <a:ext cx="261801" cy="356643"/>
            </a:xfrm>
            <a:custGeom>
              <a:avLst/>
              <a:gdLst/>
              <a:ahLst/>
              <a:cxnLst/>
              <a:rect l="0" t="0" r="0" b="0"/>
              <a:pathLst>
                <a:path w="261801" h="356643">
                  <a:moveTo>
                    <a:pt x="150822" y="0"/>
                  </a:moveTo>
                  <a:lnTo>
                    <a:pt x="193508" y="11941"/>
                  </a:lnTo>
                  <a:lnTo>
                    <a:pt x="179275" y="15917"/>
                  </a:lnTo>
                  <a:lnTo>
                    <a:pt x="176430" y="27851"/>
                  </a:lnTo>
                  <a:lnTo>
                    <a:pt x="182125" y="35805"/>
                  </a:lnTo>
                  <a:lnTo>
                    <a:pt x="176430" y="55683"/>
                  </a:lnTo>
                  <a:lnTo>
                    <a:pt x="182125" y="67605"/>
                  </a:lnTo>
                  <a:lnTo>
                    <a:pt x="193508" y="79524"/>
                  </a:lnTo>
                  <a:lnTo>
                    <a:pt x="204891" y="87468"/>
                  </a:lnTo>
                  <a:lnTo>
                    <a:pt x="207736" y="95411"/>
                  </a:lnTo>
                  <a:lnTo>
                    <a:pt x="224807" y="99381"/>
                  </a:lnTo>
                  <a:lnTo>
                    <a:pt x="230502" y="99381"/>
                  </a:lnTo>
                  <a:lnTo>
                    <a:pt x="239035" y="115260"/>
                  </a:lnTo>
                  <a:lnTo>
                    <a:pt x="247572" y="131132"/>
                  </a:lnTo>
                  <a:lnTo>
                    <a:pt x="247572" y="170784"/>
                  </a:lnTo>
                  <a:lnTo>
                    <a:pt x="258955" y="178713"/>
                  </a:lnTo>
                  <a:lnTo>
                    <a:pt x="261801" y="186635"/>
                  </a:lnTo>
                  <a:lnTo>
                    <a:pt x="253268" y="202479"/>
                  </a:lnTo>
                  <a:lnTo>
                    <a:pt x="247572" y="210402"/>
                  </a:lnTo>
                  <a:lnTo>
                    <a:pt x="241881" y="226238"/>
                  </a:lnTo>
                  <a:lnTo>
                    <a:pt x="239035" y="249977"/>
                  </a:lnTo>
                  <a:lnTo>
                    <a:pt x="224807" y="265797"/>
                  </a:lnTo>
                  <a:lnTo>
                    <a:pt x="219115" y="265797"/>
                  </a:lnTo>
                  <a:lnTo>
                    <a:pt x="207736" y="257888"/>
                  </a:lnTo>
                  <a:lnTo>
                    <a:pt x="216270" y="230193"/>
                  </a:lnTo>
                  <a:lnTo>
                    <a:pt x="213428" y="218318"/>
                  </a:lnTo>
                  <a:lnTo>
                    <a:pt x="204891" y="218318"/>
                  </a:lnTo>
                  <a:lnTo>
                    <a:pt x="196350" y="226238"/>
                  </a:lnTo>
                  <a:lnTo>
                    <a:pt x="190662" y="253933"/>
                  </a:lnTo>
                  <a:lnTo>
                    <a:pt x="176430" y="257888"/>
                  </a:lnTo>
                  <a:lnTo>
                    <a:pt x="170742" y="305321"/>
                  </a:lnTo>
                  <a:lnTo>
                    <a:pt x="167896" y="309271"/>
                  </a:lnTo>
                  <a:lnTo>
                    <a:pt x="153664" y="321120"/>
                  </a:lnTo>
                  <a:lnTo>
                    <a:pt x="147976" y="348751"/>
                  </a:lnTo>
                  <a:lnTo>
                    <a:pt x="142285" y="352700"/>
                  </a:lnTo>
                  <a:lnTo>
                    <a:pt x="133744" y="348751"/>
                  </a:lnTo>
                  <a:lnTo>
                    <a:pt x="130902" y="321120"/>
                  </a:lnTo>
                  <a:lnTo>
                    <a:pt x="96754" y="297417"/>
                  </a:lnTo>
                  <a:lnTo>
                    <a:pt x="99599" y="344804"/>
                  </a:lnTo>
                  <a:lnTo>
                    <a:pt x="91062" y="356643"/>
                  </a:lnTo>
                  <a:lnTo>
                    <a:pt x="76834" y="356643"/>
                  </a:lnTo>
                  <a:lnTo>
                    <a:pt x="62605" y="344804"/>
                  </a:lnTo>
                  <a:lnTo>
                    <a:pt x="54068" y="329015"/>
                  </a:lnTo>
                  <a:lnTo>
                    <a:pt x="36994" y="325069"/>
                  </a:lnTo>
                  <a:lnTo>
                    <a:pt x="28460" y="325069"/>
                  </a:lnTo>
                  <a:lnTo>
                    <a:pt x="42685" y="277658"/>
                  </a:lnTo>
                  <a:lnTo>
                    <a:pt x="54068" y="242065"/>
                  </a:lnTo>
                  <a:lnTo>
                    <a:pt x="45531" y="234151"/>
                  </a:lnTo>
                  <a:lnTo>
                    <a:pt x="25615" y="230193"/>
                  </a:lnTo>
                  <a:lnTo>
                    <a:pt x="0" y="226238"/>
                  </a:lnTo>
                  <a:lnTo>
                    <a:pt x="8540" y="214359"/>
                  </a:lnTo>
                  <a:lnTo>
                    <a:pt x="14228" y="190596"/>
                  </a:lnTo>
                  <a:lnTo>
                    <a:pt x="25615" y="146999"/>
                  </a:lnTo>
                  <a:lnTo>
                    <a:pt x="76834" y="154929"/>
                  </a:lnTo>
                  <a:lnTo>
                    <a:pt x="71146" y="119229"/>
                  </a:lnTo>
                  <a:lnTo>
                    <a:pt x="68297" y="79524"/>
                  </a:lnTo>
                  <a:lnTo>
                    <a:pt x="73988" y="47733"/>
                  </a:lnTo>
                  <a:lnTo>
                    <a:pt x="136594" y="55683"/>
                  </a:lnTo>
                  <a:close/>
                </a:path>
              </a:pathLst>
            </a:custGeom>
            <a:solidFill>
              <a:srgbClr val="9EBCDB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" name="pg12"/>
            <p:cNvSpPr/>
            <p:nvPr/>
          </p:nvSpPr>
          <p:spPr>
            <a:xfrm>
              <a:off x="3579187" y="3613070"/>
              <a:ext cx="418311" cy="1090660"/>
            </a:xfrm>
            <a:custGeom>
              <a:avLst/>
              <a:gdLst/>
              <a:ahLst/>
              <a:cxnLst/>
              <a:rect l="0" t="0" r="0" b="0"/>
              <a:pathLst>
                <a:path w="418311" h="1090660">
                  <a:moveTo>
                    <a:pt x="0" y="28337"/>
                  </a:moveTo>
                  <a:lnTo>
                    <a:pt x="17074" y="24290"/>
                  </a:lnTo>
                  <a:lnTo>
                    <a:pt x="31302" y="4049"/>
                  </a:lnTo>
                  <a:lnTo>
                    <a:pt x="51222" y="0"/>
                  </a:lnTo>
                  <a:lnTo>
                    <a:pt x="68297" y="4049"/>
                  </a:lnTo>
                  <a:lnTo>
                    <a:pt x="76834" y="24290"/>
                  </a:lnTo>
                  <a:lnTo>
                    <a:pt x="85371" y="60698"/>
                  </a:lnTo>
                  <a:lnTo>
                    <a:pt x="99599" y="68781"/>
                  </a:lnTo>
                  <a:lnTo>
                    <a:pt x="116674" y="64739"/>
                  </a:lnTo>
                  <a:lnTo>
                    <a:pt x="124499" y="106159"/>
                  </a:lnTo>
                  <a:lnTo>
                    <a:pt x="132325" y="147536"/>
                  </a:lnTo>
                  <a:lnTo>
                    <a:pt x="140151" y="188871"/>
                  </a:lnTo>
                  <a:lnTo>
                    <a:pt x="147976" y="230164"/>
                  </a:lnTo>
                  <a:lnTo>
                    <a:pt x="133744" y="234190"/>
                  </a:lnTo>
                  <a:lnTo>
                    <a:pt x="128056" y="242239"/>
                  </a:lnTo>
                  <a:lnTo>
                    <a:pt x="128056" y="250291"/>
                  </a:lnTo>
                  <a:lnTo>
                    <a:pt x="139439" y="306591"/>
                  </a:lnTo>
                  <a:lnTo>
                    <a:pt x="147976" y="306591"/>
                  </a:lnTo>
                  <a:lnTo>
                    <a:pt x="153664" y="338726"/>
                  </a:lnTo>
                  <a:lnTo>
                    <a:pt x="155087" y="384880"/>
                  </a:lnTo>
                  <a:lnTo>
                    <a:pt x="156510" y="430980"/>
                  </a:lnTo>
                  <a:lnTo>
                    <a:pt x="224807" y="402925"/>
                  </a:lnTo>
                  <a:lnTo>
                    <a:pt x="247572" y="455012"/>
                  </a:lnTo>
                  <a:lnTo>
                    <a:pt x="270338" y="507031"/>
                  </a:lnTo>
                  <a:lnTo>
                    <a:pt x="261801" y="523024"/>
                  </a:lnTo>
                  <a:lnTo>
                    <a:pt x="305435" y="532350"/>
                  </a:lnTo>
                  <a:lnTo>
                    <a:pt x="349069" y="541674"/>
                  </a:lnTo>
                  <a:lnTo>
                    <a:pt x="392704" y="550996"/>
                  </a:lnTo>
                  <a:lnTo>
                    <a:pt x="381317" y="566971"/>
                  </a:lnTo>
                  <a:lnTo>
                    <a:pt x="384166" y="566971"/>
                  </a:lnTo>
                  <a:lnTo>
                    <a:pt x="395546" y="582937"/>
                  </a:lnTo>
                  <a:lnTo>
                    <a:pt x="401237" y="582937"/>
                  </a:lnTo>
                  <a:lnTo>
                    <a:pt x="418311" y="622832"/>
                  </a:lnTo>
                  <a:lnTo>
                    <a:pt x="401237" y="642765"/>
                  </a:lnTo>
                  <a:lnTo>
                    <a:pt x="401237" y="658704"/>
                  </a:lnTo>
                  <a:lnTo>
                    <a:pt x="395546" y="662688"/>
                  </a:lnTo>
                  <a:lnTo>
                    <a:pt x="401237" y="698522"/>
                  </a:lnTo>
                  <a:lnTo>
                    <a:pt x="388431" y="746256"/>
                  </a:lnTo>
                  <a:lnTo>
                    <a:pt x="375626" y="793933"/>
                  </a:lnTo>
                  <a:lnTo>
                    <a:pt x="369938" y="793933"/>
                  </a:lnTo>
                  <a:lnTo>
                    <a:pt x="344327" y="828332"/>
                  </a:lnTo>
                  <a:lnTo>
                    <a:pt x="318715" y="862701"/>
                  </a:lnTo>
                  <a:lnTo>
                    <a:pt x="293104" y="897042"/>
                  </a:lnTo>
                  <a:lnTo>
                    <a:pt x="281721" y="861381"/>
                  </a:lnTo>
                  <a:lnTo>
                    <a:pt x="258955" y="833622"/>
                  </a:lnTo>
                  <a:lnTo>
                    <a:pt x="247572" y="833622"/>
                  </a:lnTo>
                  <a:lnTo>
                    <a:pt x="239035" y="829655"/>
                  </a:lnTo>
                  <a:lnTo>
                    <a:pt x="230502" y="833622"/>
                  </a:lnTo>
                  <a:lnTo>
                    <a:pt x="224807" y="825685"/>
                  </a:lnTo>
                  <a:lnTo>
                    <a:pt x="190658" y="845521"/>
                  </a:lnTo>
                  <a:lnTo>
                    <a:pt x="187816" y="845521"/>
                  </a:lnTo>
                  <a:lnTo>
                    <a:pt x="125211" y="885157"/>
                  </a:lnTo>
                  <a:lnTo>
                    <a:pt x="108133" y="885157"/>
                  </a:lnTo>
                  <a:lnTo>
                    <a:pt x="102445" y="889119"/>
                  </a:lnTo>
                  <a:lnTo>
                    <a:pt x="108133" y="897042"/>
                  </a:lnTo>
                  <a:lnTo>
                    <a:pt x="108133" y="904962"/>
                  </a:lnTo>
                  <a:lnTo>
                    <a:pt x="139439" y="916841"/>
                  </a:lnTo>
                  <a:lnTo>
                    <a:pt x="179275" y="964320"/>
                  </a:lnTo>
                  <a:lnTo>
                    <a:pt x="170738" y="972228"/>
                  </a:lnTo>
                  <a:lnTo>
                    <a:pt x="173584" y="976181"/>
                  </a:lnTo>
                  <a:lnTo>
                    <a:pt x="156510" y="1003844"/>
                  </a:lnTo>
                  <a:lnTo>
                    <a:pt x="167896" y="1015691"/>
                  </a:lnTo>
                  <a:lnTo>
                    <a:pt x="139439" y="1031485"/>
                  </a:lnTo>
                  <a:lnTo>
                    <a:pt x="139439" y="1043327"/>
                  </a:lnTo>
                  <a:lnTo>
                    <a:pt x="136594" y="1055166"/>
                  </a:lnTo>
                  <a:lnTo>
                    <a:pt x="145131" y="1082775"/>
                  </a:lnTo>
                  <a:lnTo>
                    <a:pt x="125211" y="1074889"/>
                  </a:lnTo>
                  <a:lnTo>
                    <a:pt x="108133" y="1074889"/>
                  </a:lnTo>
                  <a:lnTo>
                    <a:pt x="76834" y="1082775"/>
                  </a:lnTo>
                  <a:lnTo>
                    <a:pt x="51222" y="1090660"/>
                  </a:lnTo>
                  <a:lnTo>
                    <a:pt x="48377" y="1047274"/>
                  </a:lnTo>
                  <a:lnTo>
                    <a:pt x="45531" y="1003843"/>
                  </a:lnTo>
                  <a:lnTo>
                    <a:pt x="42685" y="960365"/>
                  </a:lnTo>
                  <a:lnTo>
                    <a:pt x="39839" y="916841"/>
                  </a:lnTo>
                  <a:lnTo>
                    <a:pt x="36994" y="873271"/>
                  </a:lnTo>
                  <a:lnTo>
                    <a:pt x="34148" y="829654"/>
                  </a:lnTo>
                  <a:lnTo>
                    <a:pt x="31302" y="785990"/>
                  </a:lnTo>
                  <a:lnTo>
                    <a:pt x="28457" y="742280"/>
                  </a:lnTo>
                  <a:lnTo>
                    <a:pt x="26783" y="700630"/>
                  </a:lnTo>
                  <a:lnTo>
                    <a:pt x="25109" y="658938"/>
                  </a:lnTo>
                  <a:lnTo>
                    <a:pt x="23435" y="617202"/>
                  </a:lnTo>
                  <a:lnTo>
                    <a:pt x="21761" y="575424"/>
                  </a:lnTo>
                  <a:lnTo>
                    <a:pt x="20087" y="533602"/>
                  </a:lnTo>
                  <a:lnTo>
                    <a:pt x="18413" y="491738"/>
                  </a:lnTo>
                  <a:lnTo>
                    <a:pt x="16739" y="449830"/>
                  </a:lnTo>
                  <a:lnTo>
                    <a:pt x="15065" y="407878"/>
                  </a:lnTo>
                  <a:lnTo>
                    <a:pt x="13391" y="365883"/>
                  </a:lnTo>
                  <a:lnTo>
                    <a:pt x="11717" y="323845"/>
                  </a:lnTo>
                  <a:lnTo>
                    <a:pt x="10043" y="281762"/>
                  </a:lnTo>
                  <a:lnTo>
                    <a:pt x="8369" y="239635"/>
                  </a:lnTo>
                  <a:lnTo>
                    <a:pt x="6695" y="197464"/>
                  </a:lnTo>
                  <a:lnTo>
                    <a:pt x="5021" y="155249"/>
                  </a:lnTo>
                  <a:lnTo>
                    <a:pt x="3347" y="112990"/>
                  </a:lnTo>
                  <a:lnTo>
                    <a:pt x="1673" y="70686"/>
                  </a:lnTo>
                  <a:close/>
                </a:path>
              </a:pathLst>
            </a:custGeom>
            <a:solidFill>
              <a:srgbClr val="8FA1D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" name="pg13"/>
            <p:cNvSpPr/>
            <p:nvPr/>
          </p:nvSpPr>
          <p:spPr>
            <a:xfrm>
              <a:off x="4435734" y="2873257"/>
              <a:ext cx="685800" cy="1230846"/>
            </a:xfrm>
            <a:custGeom>
              <a:avLst/>
              <a:gdLst/>
              <a:ahLst/>
              <a:cxnLst/>
              <a:rect l="0" t="0" r="0" b="0"/>
              <a:pathLst>
                <a:path w="685800" h="1230846">
                  <a:moveTo>
                    <a:pt x="261797" y="1206835"/>
                  </a:moveTo>
                  <a:lnTo>
                    <a:pt x="253260" y="1194825"/>
                  </a:lnTo>
                  <a:lnTo>
                    <a:pt x="236186" y="1202832"/>
                  </a:lnTo>
                  <a:lnTo>
                    <a:pt x="185913" y="1212172"/>
                  </a:lnTo>
                  <a:lnTo>
                    <a:pt x="135640" y="1221510"/>
                  </a:lnTo>
                  <a:lnTo>
                    <a:pt x="85367" y="1230846"/>
                  </a:lnTo>
                  <a:lnTo>
                    <a:pt x="71138" y="1174800"/>
                  </a:lnTo>
                  <a:lnTo>
                    <a:pt x="39836" y="1182811"/>
                  </a:lnTo>
                  <a:lnTo>
                    <a:pt x="33196" y="1140735"/>
                  </a:lnTo>
                  <a:lnTo>
                    <a:pt x="26557" y="1098614"/>
                  </a:lnTo>
                  <a:lnTo>
                    <a:pt x="19918" y="1056450"/>
                  </a:lnTo>
                  <a:lnTo>
                    <a:pt x="13278" y="1014242"/>
                  </a:lnTo>
                  <a:lnTo>
                    <a:pt x="6639" y="971989"/>
                  </a:lnTo>
                  <a:lnTo>
                    <a:pt x="0" y="929692"/>
                  </a:lnTo>
                  <a:lnTo>
                    <a:pt x="39838" y="920958"/>
                  </a:lnTo>
                  <a:lnTo>
                    <a:pt x="79677" y="912223"/>
                  </a:lnTo>
                  <a:lnTo>
                    <a:pt x="119516" y="903485"/>
                  </a:lnTo>
                  <a:lnTo>
                    <a:pt x="159354" y="894746"/>
                  </a:lnTo>
                  <a:lnTo>
                    <a:pt x="199193" y="886005"/>
                  </a:lnTo>
                  <a:lnTo>
                    <a:pt x="239032" y="877261"/>
                  </a:lnTo>
                  <a:lnTo>
                    <a:pt x="233340" y="828806"/>
                  </a:lnTo>
                  <a:lnTo>
                    <a:pt x="284563" y="816682"/>
                  </a:lnTo>
                  <a:lnTo>
                    <a:pt x="276026" y="776243"/>
                  </a:lnTo>
                  <a:lnTo>
                    <a:pt x="267489" y="735763"/>
                  </a:lnTo>
                  <a:lnTo>
                    <a:pt x="258951" y="695242"/>
                  </a:lnTo>
                  <a:lnTo>
                    <a:pt x="250414" y="654680"/>
                  </a:lnTo>
                  <a:lnTo>
                    <a:pt x="241877" y="614077"/>
                  </a:lnTo>
                  <a:lnTo>
                    <a:pt x="199192" y="614077"/>
                  </a:lnTo>
                  <a:lnTo>
                    <a:pt x="202041" y="577501"/>
                  </a:lnTo>
                  <a:lnTo>
                    <a:pt x="199192" y="536821"/>
                  </a:lnTo>
                  <a:lnTo>
                    <a:pt x="196346" y="520537"/>
                  </a:lnTo>
                  <a:lnTo>
                    <a:pt x="256106" y="492023"/>
                  </a:lnTo>
                  <a:lnTo>
                    <a:pt x="256882" y="447545"/>
                  </a:lnTo>
                  <a:lnTo>
                    <a:pt x="257658" y="403018"/>
                  </a:lnTo>
                  <a:lnTo>
                    <a:pt x="258434" y="358440"/>
                  </a:lnTo>
                  <a:lnTo>
                    <a:pt x="259210" y="313813"/>
                  </a:lnTo>
                  <a:lnTo>
                    <a:pt x="259986" y="269135"/>
                  </a:lnTo>
                  <a:lnTo>
                    <a:pt x="260762" y="224406"/>
                  </a:lnTo>
                  <a:lnTo>
                    <a:pt x="261538" y="179627"/>
                  </a:lnTo>
                  <a:lnTo>
                    <a:pt x="262315" y="134797"/>
                  </a:lnTo>
                  <a:lnTo>
                    <a:pt x="263091" y="89916"/>
                  </a:lnTo>
                  <a:lnTo>
                    <a:pt x="263867" y="44983"/>
                  </a:lnTo>
                  <a:lnTo>
                    <a:pt x="264643" y="0"/>
                  </a:lnTo>
                  <a:lnTo>
                    <a:pt x="324403" y="0"/>
                  </a:lnTo>
                  <a:lnTo>
                    <a:pt x="330094" y="4128"/>
                  </a:lnTo>
                  <a:lnTo>
                    <a:pt x="372779" y="5503"/>
                  </a:lnTo>
                  <a:lnTo>
                    <a:pt x="415463" y="6878"/>
                  </a:lnTo>
                  <a:lnTo>
                    <a:pt x="458147" y="8253"/>
                  </a:lnTo>
                  <a:lnTo>
                    <a:pt x="458147" y="52425"/>
                  </a:lnTo>
                  <a:lnTo>
                    <a:pt x="458147" y="96546"/>
                  </a:lnTo>
                  <a:lnTo>
                    <a:pt x="458147" y="140619"/>
                  </a:lnTo>
                  <a:lnTo>
                    <a:pt x="458147" y="184642"/>
                  </a:lnTo>
                  <a:lnTo>
                    <a:pt x="458147" y="228616"/>
                  </a:lnTo>
                  <a:lnTo>
                    <a:pt x="458147" y="272542"/>
                  </a:lnTo>
                  <a:lnTo>
                    <a:pt x="458147" y="316418"/>
                  </a:lnTo>
                  <a:lnTo>
                    <a:pt x="458147" y="324601"/>
                  </a:lnTo>
                  <a:lnTo>
                    <a:pt x="458147" y="366181"/>
                  </a:lnTo>
                  <a:lnTo>
                    <a:pt x="458147" y="407719"/>
                  </a:lnTo>
                  <a:lnTo>
                    <a:pt x="458147" y="449212"/>
                  </a:lnTo>
                  <a:lnTo>
                    <a:pt x="458147" y="490663"/>
                  </a:lnTo>
                  <a:lnTo>
                    <a:pt x="458147" y="532070"/>
                  </a:lnTo>
                  <a:lnTo>
                    <a:pt x="458147" y="573434"/>
                  </a:lnTo>
                  <a:lnTo>
                    <a:pt x="472380" y="581567"/>
                  </a:lnTo>
                  <a:lnTo>
                    <a:pt x="532136" y="573434"/>
                  </a:lnTo>
                  <a:lnTo>
                    <a:pt x="532136" y="565301"/>
                  </a:lnTo>
                  <a:lnTo>
                    <a:pt x="574821" y="558521"/>
                  </a:lnTo>
                  <a:lnTo>
                    <a:pt x="617507" y="551740"/>
                  </a:lnTo>
                  <a:lnTo>
                    <a:pt x="660193" y="544958"/>
                  </a:lnTo>
                  <a:lnTo>
                    <a:pt x="664461" y="586987"/>
                  </a:lnTo>
                  <a:lnTo>
                    <a:pt x="668729" y="628971"/>
                  </a:lnTo>
                  <a:lnTo>
                    <a:pt x="672997" y="670911"/>
                  </a:lnTo>
                  <a:lnTo>
                    <a:pt x="677264" y="712807"/>
                  </a:lnTo>
                  <a:lnTo>
                    <a:pt x="681532" y="754659"/>
                  </a:lnTo>
                  <a:lnTo>
                    <a:pt x="685800" y="796468"/>
                  </a:lnTo>
                  <a:lnTo>
                    <a:pt x="631736" y="808595"/>
                  </a:lnTo>
                  <a:lnTo>
                    <a:pt x="579090" y="824762"/>
                  </a:lnTo>
                  <a:lnTo>
                    <a:pt x="526444" y="840923"/>
                  </a:lnTo>
                  <a:lnTo>
                    <a:pt x="534981" y="909535"/>
                  </a:lnTo>
                  <a:lnTo>
                    <a:pt x="475225" y="929692"/>
                  </a:lnTo>
                  <a:lnTo>
                    <a:pt x="486604" y="990104"/>
                  </a:lnTo>
                  <a:lnTo>
                    <a:pt x="429694" y="1006196"/>
                  </a:lnTo>
                  <a:lnTo>
                    <a:pt x="435384" y="1054440"/>
                  </a:lnTo>
                  <a:lnTo>
                    <a:pt x="441074" y="1102627"/>
                  </a:lnTo>
                  <a:lnTo>
                    <a:pt x="446765" y="1150756"/>
                  </a:lnTo>
                  <a:lnTo>
                    <a:pt x="369934" y="1162782"/>
                  </a:lnTo>
                  <a:lnTo>
                    <a:pt x="355702" y="1190821"/>
                  </a:lnTo>
                  <a:lnTo>
                    <a:pt x="332940" y="1182811"/>
                  </a:lnTo>
                  <a:lnTo>
                    <a:pt x="310174" y="1198829"/>
                  </a:lnTo>
                  <a:lnTo>
                    <a:pt x="304483" y="1222844"/>
                  </a:lnTo>
                  <a:lnTo>
                    <a:pt x="290254" y="1222844"/>
                  </a:lnTo>
                  <a:lnTo>
                    <a:pt x="290254" y="1206835"/>
                  </a:lnTo>
                  <a:close/>
                </a:path>
              </a:pathLst>
            </a:custGeom>
            <a:solidFill>
              <a:srgbClr val="6F6DB9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" name="pg14"/>
            <p:cNvSpPr/>
            <p:nvPr/>
          </p:nvSpPr>
          <p:spPr>
            <a:xfrm>
              <a:off x="4196698" y="2745150"/>
              <a:ext cx="523599" cy="1110159"/>
            </a:xfrm>
            <a:custGeom>
              <a:avLst/>
              <a:gdLst/>
              <a:ahLst/>
              <a:cxnLst/>
              <a:rect l="0" t="0" r="0" b="0"/>
              <a:pathLst>
                <a:path w="523599" h="1110159">
                  <a:moveTo>
                    <a:pt x="239035" y="1057799"/>
                  </a:moveTo>
                  <a:lnTo>
                    <a:pt x="165043" y="1073918"/>
                  </a:lnTo>
                  <a:lnTo>
                    <a:pt x="167889" y="1094054"/>
                  </a:lnTo>
                  <a:lnTo>
                    <a:pt x="105287" y="1110159"/>
                  </a:lnTo>
                  <a:lnTo>
                    <a:pt x="91058" y="1045706"/>
                  </a:lnTo>
                  <a:lnTo>
                    <a:pt x="85367" y="1041674"/>
                  </a:lnTo>
                  <a:lnTo>
                    <a:pt x="75881" y="997297"/>
                  </a:lnTo>
                  <a:lnTo>
                    <a:pt x="66396" y="952871"/>
                  </a:lnTo>
                  <a:lnTo>
                    <a:pt x="56910" y="908395"/>
                  </a:lnTo>
                  <a:lnTo>
                    <a:pt x="65447" y="904347"/>
                  </a:lnTo>
                  <a:lnTo>
                    <a:pt x="55487" y="860831"/>
                  </a:lnTo>
                  <a:lnTo>
                    <a:pt x="45527" y="817267"/>
                  </a:lnTo>
                  <a:lnTo>
                    <a:pt x="35567" y="773656"/>
                  </a:lnTo>
                  <a:lnTo>
                    <a:pt x="25607" y="729997"/>
                  </a:lnTo>
                  <a:lnTo>
                    <a:pt x="36994" y="721869"/>
                  </a:lnTo>
                  <a:lnTo>
                    <a:pt x="45527" y="709673"/>
                  </a:lnTo>
                  <a:lnTo>
                    <a:pt x="54064" y="693407"/>
                  </a:lnTo>
                  <a:lnTo>
                    <a:pt x="54064" y="681206"/>
                  </a:lnTo>
                  <a:lnTo>
                    <a:pt x="65447" y="668995"/>
                  </a:lnTo>
                  <a:lnTo>
                    <a:pt x="65447" y="660855"/>
                  </a:lnTo>
                  <a:lnTo>
                    <a:pt x="65447" y="652715"/>
                  </a:lnTo>
                  <a:lnTo>
                    <a:pt x="65447" y="648644"/>
                  </a:lnTo>
                  <a:lnTo>
                    <a:pt x="56910" y="648644"/>
                  </a:lnTo>
                  <a:lnTo>
                    <a:pt x="42681" y="652715"/>
                  </a:lnTo>
                  <a:lnTo>
                    <a:pt x="36994" y="648644"/>
                  </a:lnTo>
                  <a:lnTo>
                    <a:pt x="42681" y="640496"/>
                  </a:lnTo>
                  <a:lnTo>
                    <a:pt x="31299" y="636426"/>
                  </a:lnTo>
                  <a:lnTo>
                    <a:pt x="22761" y="624204"/>
                  </a:lnTo>
                  <a:lnTo>
                    <a:pt x="8533" y="595670"/>
                  </a:lnTo>
                  <a:lnTo>
                    <a:pt x="0" y="595670"/>
                  </a:lnTo>
                  <a:lnTo>
                    <a:pt x="5687" y="591595"/>
                  </a:lnTo>
                  <a:lnTo>
                    <a:pt x="14228" y="583439"/>
                  </a:lnTo>
                  <a:lnTo>
                    <a:pt x="17074" y="567121"/>
                  </a:lnTo>
                  <a:lnTo>
                    <a:pt x="19919" y="563040"/>
                  </a:lnTo>
                  <a:lnTo>
                    <a:pt x="25607" y="563040"/>
                  </a:lnTo>
                  <a:lnTo>
                    <a:pt x="34144" y="575281"/>
                  </a:lnTo>
                  <a:lnTo>
                    <a:pt x="45527" y="579360"/>
                  </a:lnTo>
                  <a:lnTo>
                    <a:pt x="51218" y="579360"/>
                  </a:lnTo>
                  <a:lnTo>
                    <a:pt x="51218" y="571201"/>
                  </a:lnTo>
                  <a:lnTo>
                    <a:pt x="45527" y="563040"/>
                  </a:lnTo>
                  <a:lnTo>
                    <a:pt x="56910" y="550796"/>
                  </a:lnTo>
                  <a:lnTo>
                    <a:pt x="62605" y="518127"/>
                  </a:lnTo>
                  <a:lnTo>
                    <a:pt x="48373" y="497695"/>
                  </a:lnTo>
                  <a:lnTo>
                    <a:pt x="65447" y="493607"/>
                  </a:lnTo>
                  <a:lnTo>
                    <a:pt x="71138" y="505872"/>
                  </a:lnTo>
                  <a:lnTo>
                    <a:pt x="99596" y="501782"/>
                  </a:lnTo>
                  <a:lnTo>
                    <a:pt x="76830" y="424055"/>
                  </a:lnTo>
                  <a:lnTo>
                    <a:pt x="54064" y="424055"/>
                  </a:lnTo>
                  <a:lnTo>
                    <a:pt x="53251" y="382498"/>
                  </a:lnTo>
                  <a:lnTo>
                    <a:pt x="52438" y="340898"/>
                  </a:lnTo>
                  <a:lnTo>
                    <a:pt x="51625" y="299253"/>
                  </a:lnTo>
                  <a:lnTo>
                    <a:pt x="50812" y="257565"/>
                  </a:lnTo>
                  <a:lnTo>
                    <a:pt x="49999" y="215833"/>
                  </a:lnTo>
                  <a:lnTo>
                    <a:pt x="49186" y="174056"/>
                  </a:lnTo>
                  <a:lnTo>
                    <a:pt x="48373" y="132235"/>
                  </a:lnTo>
                  <a:lnTo>
                    <a:pt x="51218" y="128106"/>
                  </a:lnTo>
                  <a:lnTo>
                    <a:pt x="52641" y="66171"/>
                  </a:lnTo>
                  <a:lnTo>
                    <a:pt x="54064" y="4139"/>
                  </a:lnTo>
                  <a:lnTo>
                    <a:pt x="97887" y="3725"/>
                  </a:lnTo>
                  <a:lnTo>
                    <a:pt x="141711" y="3311"/>
                  </a:lnTo>
                  <a:lnTo>
                    <a:pt x="185534" y="2897"/>
                  </a:lnTo>
                  <a:lnTo>
                    <a:pt x="229357" y="2483"/>
                  </a:lnTo>
                  <a:lnTo>
                    <a:pt x="273180" y="2069"/>
                  </a:lnTo>
                  <a:lnTo>
                    <a:pt x="317003" y="1655"/>
                  </a:lnTo>
                  <a:lnTo>
                    <a:pt x="360826" y="1241"/>
                  </a:lnTo>
                  <a:lnTo>
                    <a:pt x="404650" y="827"/>
                  </a:lnTo>
                  <a:lnTo>
                    <a:pt x="448473" y="413"/>
                  </a:lnTo>
                  <a:lnTo>
                    <a:pt x="492296" y="0"/>
                  </a:lnTo>
                  <a:lnTo>
                    <a:pt x="496090" y="42748"/>
                  </a:lnTo>
                  <a:lnTo>
                    <a:pt x="499884" y="85450"/>
                  </a:lnTo>
                  <a:lnTo>
                    <a:pt x="503679" y="128106"/>
                  </a:lnTo>
                  <a:lnTo>
                    <a:pt x="502903" y="173090"/>
                  </a:lnTo>
                  <a:lnTo>
                    <a:pt x="502126" y="218022"/>
                  </a:lnTo>
                  <a:lnTo>
                    <a:pt x="501350" y="262904"/>
                  </a:lnTo>
                  <a:lnTo>
                    <a:pt x="500574" y="307734"/>
                  </a:lnTo>
                  <a:lnTo>
                    <a:pt x="499798" y="352513"/>
                  </a:lnTo>
                  <a:lnTo>
                    <a:pt x="499022" y="397241"/>
                  </a:lnTo>
                  <a:lnTo>
                    <a:pt x="498246" y="441920"/>
                  </a:lnTo>
                  <a:lnTo>
                    <a:pt x="497470" y="486547"/>
                  </a:lnTo>
                  <a:lnTo>
                    <a:pt x="496694" y="531125"/>
                  </a:lnTo>
                  <a:lnTo>
                    <a:pt x="495918" y="575652"/>
                  </a:lnTo>
                  <a:lnTo>
                    <a:pt x="495142" y="620130"/>
                  </a:lnTo>
                  <a:lnTo>
                    <a:pt x="435382" y="648644"/>
                  </a:lnTo>
                  <a:lnTo>
                    <a:pt x="438227" y="664928"/>
                  </a:lnTo>
                  <a:lnTo>
                    <a:pt x="441077" y="705607"/>
                  </a:lnTo>
                  <a:lnTo>
                    <a:pt x="438227" y="742183"/>
                  </a:lnTo>
                  <a:lnTo>
                    <a:pt x="480913" y="742183"/>
                  </a:lnTo>
                  <a:lnTo>
                    <a:pt x="489450" y="782787"/>
                  </a:lnTo>
                  <a:lnTo>
                    <a:pt x="497987" y="823349"/>
                  </a:lnTo>
                  <a:lnTo>
                    <a:pt x="506524" y="863870"/>
                  </a:lnTo>
                  <a:lnTo>
                    <a:pt x="515062" y="904350"/>
                  </a:lnTo>
                  <a:lnTo>
                    <a:pt x="523599" y="944789"/>
                  </a:lnTo>
                  <a:lnTo>
                    <a:pt x="472376" y="956912"/>
                  </a:lnTo>
                  <a:lnTo>
                    <a:pt x="478067" y="1005368"/>
                  </a:lnTo>
                  <a:lnTo>
                    <a:pt x="438229" y="1014111"/>
                  </a:lnTo>
                  <a:lnTo>
                    <a:pt x="398390" y="1022853"/>
                  </a:lnTo>
                  <a:lnTo>
                    <a:pt x="358551" y="1031592"/>
                  </a:lnTo>
                  <a:lnTo>
                    <a:pt x="318713" y="1040330"/>
                  </a:lnTo>
                  <a:lnTo>
                    <a:pt x="278874" y="1049065"/>
                  </a:lnTo>
                  <a:close/>
                </a:path>
              </a:pathLst>
            </a:custGeom>
            <a:solidFill>
              <a:srgbClr val="ADD8E6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" name="pg15"/>
            <p:cNvSpPr/>
            <p:nvPr/>
          </p:nvSpPr>
          <p:spPr>
            <a:xfrm>
              <a:off x="4091407" y="4434791"/>
              <a:ext cx="170738" cy="328030"/>
            </a:xfrm>
            <a:custGeom>
              <a:avLst/>
              <a:gdLst/>
              <a:ahLst/>
              <a:cxnLst/>
              <a:rect l="0" t="0" r="0" b="0"/>
              <a:pathLst>
                <a:path w="170738" h="328030">
                  <a:moveTo>
                    <a:pt x="22765" y="31732"/>
                  </a:moveTo>
                  <a:lnTo>
                    <a:pt x="71138" y="43625"/>
                  </a:lnTo>
                  <a:lnTo>
                    <a:pt x="85371" y="0"/>
                  </a:lnTo>
                  <a:lnTo>
                    <a:pt x="139435" y="11902"/>
                  </a:lnTo>
                  <a:lnTo>
                    <a:pt x="142285" y="23801"/>
                  </a:lnTo>
                  <a:lnTo>
                    <a:pt x="130898" y="67399"/>
                  </a:lnTo>
                  <a:lnTo>
                    <a:pt x="125211" y="91162"/>
                  </a:lnTo>
                  <a:lnTo>
                    <a:pt x="116670" y="103040"/>
                  </a:lnTo>
                  <a:lnTo>
                    <a:pt x="142285" y="106996"/>
                  </a:lnTo>
                  <a:lnTo>
                    <a:pt x="162201" y="110953"/>
                  </a:lnTo>
                  <a:lnTo>
                    <a:pt x="170738" y="118867"/>
                  </a:lnTo>
                  <a:lnTo>
                    <a:pt x="159355" y="154461"/>
                  </a:lnTo>
                  <a:lnTo>
                    <a:pt x="145131" y="201872"/>
                  </a:lnTo>
                  <a:lnTo>
                    <a:pt x="128053" y="205817"/>
                  </a:lnTo>
                  <a:lnTo>
                    <a:pt x="113824" y="245281"/>
                  </a:lnTo>
                  <a:lnTo>
                    <a:pt x="105291" y="261055"/>
                  </a:lnTo>
                  <a:lnTo>
                    <a:pt x="113824" y="300465"/>
                  </a:lnTo>
                  <a:lnTo>
                    <a:pt x="102445" y="328030"/>
                  </a:lnTo>
                  <a:lnTo>
                    <a:pt x="93904" y="328030"/>
                  </a:lnTo>
                  <a:lnTo>
                    <a:pt x="85371" y="320156"/>
                  </a:lnTo>
                  <a:lnTo>
                    <a:pt x="85371" y="304404"/>
                  </a:lnTo>
                  <a:lnTo>
                    <a:pt x="76834" y="288646"/>
                  </a:lnTo>
                  <a:lnTo>
                    <a:pt x="76834" y="261055"/>
                  </a:lnTo>
                  <a:lnTo>
                    <a:pt x="79679" y="233446"/>
                  </a:lnTo>
                  <a:lnTo>
                    <a:pt x="71138" y="221607"/>
                  </a:lnTo>
                  <a:lnTo>
                    <a:pt x="82525" y="186074"/>
                  </a:lnTo>
                  <a:lnTo>
                    <a:pt x="93904" y="158414"/>
                  </a:lnTo>
                  <a:lnTo>
                    <a:pt x="91058" y="154461"/>
                  </a:lnTo>
                  <a:lnTo>
                    <a:pt x="82525" y="150508"/>
                  </a:lnTo>
                  <a:lnTo>
                    <a:pt x="76834" y="162364"/>
                  </a:lnTo>
                  <a:lnTo>
                    <a:pt x="65451" y="174219"/>
                  </a:lnTo>
                  <a:lnTo>
                    <a:pt x="56914" y="174219"/>
                  </a:lnTo>
                  <a:lnTo>
                    <a:pt x="39839" y="170271"/>
                  </a:lnTo>
                  <a:lnTo>
                    <a:pt x="25607" y="162364"/>
                  </a:lnTo>
                  <a:lnTo>
                    <a:pt x="14228" y="154461"/>
                  </a:lnTo>
                  <a:lnTo>
                    <a:pt x="5691" y="142600"/>
                  </a:lnTo>
                  <a:lnTo>
                    <a:pt x="0" y="130735"/>
                  </a:lnTo>
                  <a:lnTo>
                    <a:pt x="5691" y="114910"/>
                  </a:lnTo>
                  <a:lnTo>
                    <a:pt x="5691" y="103040"/>
                  </a:lnTo>
                  <a:close/>
                </a:path>
              </a:pathLst>
            </a:custGeom>
            <a:solidFill>
              <a:srgbClr val="ADD8E6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" name="pg16"/>
            <p:cNvSpPr/>
            <p:nvPr/>
          </p:nvSpPr>
          <p:spPr>
            <a:xfrm>
              <a:off x="3835297" y="2749290"/>
              <a:ext cx="640273" cy="1406784"/>
            </a:xfrm>
            <a:custGeom>
              <a:avLst/>
              <a:gdLst/>
              <a:ahLst/>
              <a:cxnLst/>
              <a:rect l="0" t="0" r="0" b="0"/>
              <a:pathLst>
                <a:path w="640273" h="1406784">
                  <a:moveTo>
                    <a:pt x="549210" y="1314788"/>
                  </a:moveTo>
                  <a:lnTo>
                    <a:pt x="540677" y="1306778"/>
                  </a:lnTo>
                  <a:lnTo>
                    <a:pt x="460997" y="1318792"/>
                  </a:lnTo>
                  <a:lnTo>
                    <a:pt x="460997" y="1330803"/>
                  </a:lnTo>
                  <a:lnTo>
                    <a:pt x="469534" y="1346811"/>
                  </a:lnTo>
                  <a:lnTo>
                    <a:pt x="483763" y="1354813"/>
                  </a:lnTo>
                  <a:lnTo>
                    <a:pt x="486608" y="1370812"/>
                  </a:lnTo>
                  <a:lnTo>
                    <a:pt x="483763" y="1394799"/>
                  </a:lnTo>
                  <a:lnTo>
                    <a:pt x="475225" y="1402791"/>
                  </a:lnTo>
                  <a:lnTo>
                    <a:pt x="409774" y="1390799"/>
                  </a:lnTo>
                  <a:lnTo>
                    <a:pt x="404083" y="1386805"/>
                  </a:lnTo>
                  <a:lnTo>
                    <a:pt x="392700" y="1386805"/>
                  </a:lnTo>
                  <a:lnTo>
                    <a:pt x="378475" y="1406784"/>
                  </a:lnTo>
                  <a:lnTo>
                    <a:pt x="367088" y="1398795"/>
                  </a:lnTo>
                  <a:lnTo>
                    <a:pt x="369934" y="1386805"/>
                  </a:lnTo>
                  <a:lnTo>
                    <a:pt x="358555" y="1378809"/>
                  </a:lnTo>
                  <a:lnTo>
                    <a:pt x="341481" y="1374808"/>
                  </a:lnTo>
                  <a:lnTo>
                    <a:pt x="313024" y="1386805"/>
                  </a:lnTo>
                  <a:lnTo>
                    <a:pt x="293104" y="1330803"/>
                  </a:lnTo>
                  <a:lnTo>
                    <a:pt x="281717" y="1330803"/>
                  </a:lnTo>
                  <a:lnTo>
                    <a:pt x="267492" y="1278732"/>
                  </a:lnTo>
                  <a:lnTo>
                    <a:pt x="276030" y="1274724"/>
                  </a:lnTo>
                  <a:lnTo>
                    <a:pt x="267492" y="1238634"/>
                  </a:lnTo>
                  <a:lnTo>
                    <a:pt x="258955" y="1238634"/>
                  </a:lnTo>
                  <a:lnTo>
                    <a:pt x="256110" y="1226596"/>
                  </a:lnTo>
                  <a:lnTo>
                    <a:pt x="258955" y="1226596"/>
                  </a:lnTo>
                  <a:lnTo>
                    <a:pt x="256110" y="1202507"/>
                  </a:lnTo>
                  <a:lnTo>
                    <a:pt x="210578" y="1206525"/>
                  </a:lnTo>
                  <a:lnTo>
                    <a:pt x="207732" y="1186444"/>
                  </a:lnTo>
                  <a:lnTo>
                    <a:pt x="202041" y="1186444"/>
                  </a:lnTo>
                  <a:lnTo>
                    <a:pt x="202041" y="1178409"/>
                  </a:lnTo>
                  <a:lnTo>
                    <a:pt x="204887" y="1178409"/>
                  </a:lnTo>
                  <a:lnTo>
                    <a:pt x="204887" y="1150273"/>
                  </a:lnTo>
                  <a:lnTo>
                    <a:pt x="219119" y="1146252"/>
                  </a:lnTo>
                  <a:lnTo>
                    <a:pt x="211531" y="1104678"/>
                  </a:lnTo>
                  <a:lnTo>
                    <a:pt x="203942" y="1063062"/>
                  </a:lnTo>
                  <a:lnTo>
                    <a:pt x="196353" y="1021403"/>
                  </a:lnTo>
                  <a:lnTo>
                    <a:pt x="139435" y="1025436"/>
                  </a:lnTo>
                  <a:lnTo>
                    <a:pt x="128056" y="981045"/>
                  </a:lnTo>
                  <a:lnTo>
                    <a:pt x="91062" y="989120"/>
                  </a:lnTo>
                  <a:lnTo>
                    <a:pt x="91062" y="997193"/>
                  </a:lnTo>
                  <a:lnTo>
                    <a:pt x="73988" y="997193"/>
                  </a:lnTo>
                  <a:lnTo>
                    <a:pt x="65451" y="956811"/>
                  </a:lnTo>
                  <a:lnTo>
                    <a:pt x="56914" y="916389"/>
                  </a:lnTo>
                  <a:lnTo>
                    <a:pt x="48377" y="875926"/>
                  </a:lnTo>
                  <a:lnTo>
                    <a:pt x="39839" y="835422"/>
                  </a:lnTo>
                  <a:lnTo>
                    <a:pt x="31302" y="794877"/>
                  </a:lnTo>
                  <a:lnTo>
                    <a:pt x="22765" y="754290"/>
                  </a:lnTo>
                  <a:lnTo>
                    <a:pt x="25611" y="746171"/>
                  </a:lnTo>
                  <a:lnTo>
                    <a:pt x="12805" y="695370"/>
                  </a:lnTo>
                  <a:lnTo>
                    <a:pt x="0" y="644504"/>
                  </a:lnTo>
                  <a:lnTo>
                    <a:pt x="8537" y="636357"/>
                  </a:lnTo>
                  <a:lnTo>
                    <a:pt x="31302" y="632287"/>
                  </a:lnTo>
                  <a:lnTo>
                    <a:pt x="42685" y="615991"/>
                  </a:lnTo>
                  <a:lnTo>
                    <a:pt x="62605" y="603764"/>
                  </a:lnTo>
                  <a:lnTo>
                    <a:pt x="79676" y="587456"/>
                  </a:lnTo>
                  <a:lnTo>
                    <a:pt x="82525" y="575221"/>
                  </a:lnTo>
                  <a:lnTo>
                    <a:pt x="73988" y="558901"/>
                  </a:lnTo>
                  <a:lnTo>
                    <a:pt x="79676" y="538492"/>
                  </a:lnTo>
                  <a:lnTo>
                    <a:pt x="85371" y="518073"/>
                  </a:lnTo>
                  <a:lnTo>
                    <a:pt x="99596" y="505816"/>
                  </a:lnTo>
                  <a:lnTo>
                    <a:pt x="125207" y="497643"/>
                  </a:lnTo>
                  <a:lnTo>
                    <a:pt x="139435" y="481291"/>
                  </a:lnTo>
                  <a:lnTo>
                    <a:pt x="147973" y="440386"/>
                  </a:lnTo>
                  <a:lnTo>
                    <a:pt x="145127" y="432196"/>
                  </a:lnTo>
                  <a:lnTo>
                    <a:pt x="128056" y="419916"/>
                  </a:lnTo>
                  <a:lnTo>
                    <a:pt x="125207" y="378944"/>
                  </a:lnTo>
                  <a:lnTo>
                    <a:pt x="142281" y="354343"/>
                  </a:lnTo>
                  <a:lnTo>
                    <a:pt x="156514" y="296875"/>
                  </a:lnTo>
                  <a:lnTo>
                    <a:pt x="150822" y="288659"/>
                  </a:lnTo>
                  <a:lnTo>
                    <a:pt x="130902" y="259887"/>
                  </a:lnTo>
                  <a:lnTo>
                    <a:pt x="145127" y="222865"/>
                  </a:lnTo>
                  <a:lnTo>
                    <a:pt x="159355" y="202281"/>
                  </a:lnTo>
                  <a:lnTo>
                    <a:pt x="170738" y="177570"/>
                  </a:lnTo>
                  <a:lnTo>
                    <a:pt x="176433" y="161085"/>
                  </a:lnTo>
                  <a:lnTo>
                    <a:pt x="184967" y="152838"/>
                  </a:lnTo>
                  <a:lnTo>
                    <a:pt x="207732" y="136343"/>
                  </a:lnTo>
                  <a:lnTo>
                    <a:pt x="230498" y="119841"/>
                  </a:lnTo>
                  <a:lnTo>
                    <a:pt x="241881" y="99206"/>
                  </a:lnTo>
                  <a:lnTo>
                    <a:pt x="253264" y="66164"/>
                  </a:lnTo>
                  <a:lnTo>
                    <a:pt x="258955" y="16549"/>
                  </a:lnTo>
                  <a:lnTo>
                    <a:pt x="261801" y="0"/>
                  </a:lnTo>
                  <a:lnTo>
                    <a:pt x="313022" y="0"/>
                  </a:lnTo>
                  <a:lnTo>
                    <a:pt x="364244" y="0"/>
                  </a:lnTo>
                  <a:lnTo>
                    <a:pt x="415465" y="0"/>
                  </a:lnTo>
                  <a:lnTo>
                    <a:pt x="414043" y="62032"/>
                  </a:lnTo>
                  <a:lnTo>
                    <a:pt x="412620" y="123967"/>
                  </a:lnTo>
                  <a:lnTo>
                    <a:pt x="409774" y="128095"/>
                  </a:lnTo>
                  <a:lnTo>
                    <a:pt x="410587" y="169917"/>
                  </a:lnTo>
                  <a:lnTo>
                    <a:pt x="411400" y="211693"/>
                  </a:lnTo>
                  <a:lnTo>
                    <a:pt x="412213" y="253426"/>
                  </a:lnTo>
                  <a:lnTo>
                    <a:pt x="413026" y="295114"/>
                  </a:lnTo>
                  <a:lnTo>
                    <a:pt x="413839" y="336758"/>
                  </a:lnTo>
                  <a:lnTo>
                    <a:pt x="414652" y="378359"/>
                  </a:lnTo>
                  <a:lnTo>
                    <a:pt x="415465" y="419916"/>
                  </a:lnTo>
                  <a:lnTo>
                    <a:pt x="438231" y="419916"/>
                  </a:lnTo>
                  <a:lnTo>
                    <a:pt x="460997" y="497643"/>
                  </a:lnTo>
                  <a:lnTo>
                    <a:pt x="432540" y="501733"/>
                  </a:lnTo>
                  <a:lnTo>
                    <a:pt x="426848" y="489468"/>
                  </a:lnTo>
                  <a:lnTo>
                    <a:pt x="409774" y="493556"/>
                  </a:lnTo>
                  <a:lnTo>
                    <a:pt x="424006" y="513988"/>
                  </a:lnTo>
                  <a:lnTo>
                    <a:pt x="418311" y="546657"/>
                  </a:lnTo>
                  <a:lnTo>
                    <a:pt x="406928" y="558901"/>
                  </a:lnTo>
                  <a:lnTo>
                    <a:pt x="412620" y="567062"/>
                  </a:lnTo>
                  <a:lnTo>
                    <a:pt x="412620" y="575221"/>
                  </a:lnTo>
                  <a:lnTo>
                    <a:pt x="406928" y="575221"/>
                  </a:lnTo>
                  <a:lnTo>
                    <a:pt x="395546" y="571142"/>
                  </a:lnTo>
                  <a:lnTo>
                    <a:pt x="387008" y="558901"/>
                  </a:lnTo>
                  <a:lnTo>
                    <a:pt x="381321" y="558901"/>
                  </a:lnTo>
                  <a:lnTo>
                    <a:pt x="378475" y="562982"/>
                  </a:lnTo>
                  <a:lnTo>
                    <a:pt x="375629" y="579300"/>
                  </a:lnTo>
                  <a:lnTo>
                    <a:pt x="367088" y="587456"/>
                  </a:lnTo>
                  <a:lnTo>
                    <a:pt x="361401" y="591531"/>
                  </a:lnTo>
                  <a:lnTo>
                    <a:pt x="369934" y="591531"/>
                  </a:lnTo>
                  <a:lnTo>
                    <a:pt x="384163" y="620065"/>
                  </a:lnTo>
                  <a:lnTo>
                    <a:pt x="392700" y="632287"/>
                  </a:lnTo>
                  <a:lnTo>
                    <a:pt x="404083" y="636357"/>
                  </a:lnTo>
                  <a:lnTo>
                    <a:pt x="398395" y="644504"/>
                  </a:lnTo>
                  <a:lnTo>
                    <a:pt x="404083" y="648576"/>
                  </a:lnTo>
                  <a:lnTo>
                    <a:pt x="418311" y="644504"/>
                  </a:lnTo>
                  <a:lnTo>
                    <a:pt x="426848" y="644504"/>
                  </a:lnTo>
                  <a:lnTo>
                    <a:pt x="426848" y="648576"/>
                  </a:lnTo>
                  <a:lnTo>
                    <a:pt x="426848" y="656716"/>
                  </a:lnTo>
                  <a:lnTo>
                    <a:pt x="426848" y="664856"/>
                  </a:lnTo>
                  <a:lnTo>
                    <a:pt x="415465" y="677067"/>
                  </a:lnTo>
                  <a:lnTo>
                    <a:pt x="415465" y="689268"/>
                  </a:lnTo>
                  <a:lnTo>
                    <a:pt x="406928" y="705534"/>
                  </a:lnTo>
                  <a:lnTo>
                    <a:pt x="398395" y="717730"/>
                  </a:lnTo>
                  <a:lnTo>
                    <a:pt x="387008" y="725858"/>
                  </a:lnTo>
                  <a:lnTo>
                    <a:pt x="396968" y="769517"/>
                  </a:lnTo>
                  <a:lnTo>
                    <a:pt x="406928" y="813128"/>
                  </a:lnTo>
                  <a:lnTo>
                    <a:pt x="416888" y="856691"/>
                  </a:lnTo>
                  <a:lnTo>
                    <a:pt x="426848" y="900208"/>
                  </a:lnTo>
                  <a:lnTo>
                    <a:pt x="418311" y="904256"/>
                  </a:lnTo>
                  <a:lnTo>
                    <a:pt x="427797" y="948731"/>
                  </a:lnTo>
                  <a:lnTo>
                    <a:pt x="437283" y="993158"/>
                  </a:lnTo>
                  <a:lnTo>
                    <a:pt x="446768" y="1037534"/>
                  </a:lnTo>
                  <a:lnTo>
                    <a:pt x="452460" y="1041566"/>
                  </a:lnTo>
                  <a:lnTo>
                    <a:pt x="466688" y="1106019"/>
                  </a:lnTo>
                  <a:lnTo>
                    <a:pt x="529290" y="1089915"/>
                  </a:lnTo>
                  <a:lnTo>
                    <a:pt x="526444" y="1069778"/>
                  </a:lnTo>
                  <a:lnTo>
                    <a:pt x="600437" y="1053660"/>
                  </a:lnTo>
                  <a:lnTo>
                    <a:pt x="607076" y="1095957"/>
                  </a:lnTo>
                  <a:lnTo>
                    <a:pt x="613715" y="1138209"/>
                  </a:lnTo>
                  <a:lnTo>
                    <a:pt x="620355" y="1180418"/>
                  </a:lnTo>
                  <a:lnTo>
                    <a:pt x="626994" y="1222582"/>
                  </a:lnTo>
                  <a:lnTo>
                    <a:pt x="633633" y="1264702"/>
                  </a:lnTo>
                  <a:lnTo>
                    <a:pt x="640273" y="1306778"/>
                  </a:lnTo>
                  <a:lnTo>
                    <a:pt x="611816" y="1306778"/>
                  </a:lnTo>
                  <a:lnTo>
                    <a:pt x="603282" y="1274724"/>
                  </a:lnTo>
                  <a:lnTo>
                    <a:pt x="580517" y="1278732"/>
                  </a:lnTo>
                  <a:lnTo>
                    <a:pt x="569130" y="1290754"/>
                  </a:lnTo>
                  <a:lnTo>
                    <a:pt x="566288" y="1310784"/>
                  </a:lnTo>
                  <a:close/>
                </a:path>
              </a:pathLst>
            </a:custGeom>
            <a:solidFill>
              <a:srgbClr val="9EBCDB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" name="pg17"/>
            <p:cNvSpPr/>
            <p:nvPr/>
          </p:nvSpPr>
          <p:spPr>
            <a:xfrm>
              <a:off x="4358900" y="4024014"/>
              <a:ext cx="347172" cy="355185"/>
            </a:xfrm>
            <a:custGeom>
              <a:avLst/>
              <a:gdLst/>
              <a:ahLst/>
              <a:cxnLst/>
              <a:rect l="0" t="0" r="0" b="0"/>
              <a:pathLst>
                <a:path w="347172" h="355185">
                  <a:moveTo>
                    <a:pt x="116670" y="32054"/>
                  </a:moveTo>
                  <a:lnTo>
                    <a:pt x="147973" y="24043"/>
                  </a:lnTo>
                  <a:lnTo>
                    <a:pt x="162201" y="80089"/>
                  </a:lnTo>
                  <a:lnTo>
                    <a:pt x="212474" y="70753"/>
                  </a:lnTo>
                  <a:lnTo>
                    <a:pt x="262747" y="61416"/>
                  </a:lnTo>
                  <a:lnTo>
                    <a:pt x="313020" y="52076"/>
                  </a:lnTo>
                  <a:lnTo>
                    <a:pt x="330094" y="44068"/>
                  </a:lnTo>
                  <a:lnTo>
                    <a:pt x="338631" y="56079"/>
                  </a:lnTo>
                  <a:lnTo>
                    <a:pt x="335786" y="64084"/>
                  </a:lnTo>
                  <a:lnTo>
                    <a:pt x="330094" y="76088"/>
                  </a:lnTo>
                  <a:lnTo>
                    <a:pt x="327252" y="92089"/>
                  </a:lnTo>
                  <a:lnTo>
                    <a:pt x="324407" y="104085"/>
                  </a:lnTo>
                  <a:lnTo>
                    <a:pt x="327252" y="112081"/>
                  </a:lnTo>
                  <a:lnTo>
                    <a:pt x="338631" y="124071"/>
                  </a:lnTo>
                  <a:lnTo>
                    <a:pt x="347172" y="144044"/>
                  </a:lnTo>
                  <a:lnTo>
                    <a:pt x="338631" y="144044"/>
                  </a:lnTo>
                  <a:lnTo>
                    <a:pt x="324407" y="211889"/>
                  </a:lnTo>
                  <a:lnTo>
                    <a:pt x="310174" y="223850"/>
                  </a:lnTo>
                  <a:lnTo>
                    <a:pt x="278875" y="223850"/>
                  </a:lnTo>
                  <a:lnTo>
                    <a:pt x="261801" y="235807"/>
                  </a:lnTo>
                  <a:lnTo>
                    <a:pt x="250414" y="247761"/>
                  </a:lnTo>
                  <a:lnTo>
                    <a:pt x="250414" y="263694"/>
                  </a:lnTo>
                  <a:lnTo>
                    <a:pt x="261801" y="283601"/>
                  </a:lnTo>
                  <a:lnTo>
                    <a:pt x="256110" y="315430"/>
                  </a:lnTo>
                  <a:lnTo>
                    <a:pt x="253260" y="331337"/>
                  </a:lnTo>
                  <a:lnTo>
                    <a:pt x="233344" y="355185"/>
                  </a:lnTo>
                  <a:lnTo>
                    <a:pt x="219115" y="347237"/>
                  </a:lnTo>
                  <a:lnTo>
                    <a:pt x="210578" y="355185"/>
                  </a:lnTo>
                  <a:lnTo>
                    <a:pt x="196350" y="355185"/>
                  </a:lnTo>
                  <a:lnTo>
                    <a:pt x="156510" y="317420"/>
                  </a:lnTo>
                  <a:lnTo>
                    <a:pt x="116670" y="279621"/>
                  </a:lnTo>
                  <a:lnTo>
                    <a:pt x="76834" y="307475"/>
                  </a:lnTo>
                  <a:lnTo>
                    <a:pt x="54068" y="287579"/>
                  </a:lnTo>
                  <a:lnTo>
                    <a:pt x="42685" y="299520"/>
                  </a:lnTo>
                  <a:lnTo>
                    <a:pt x="0" y="287579"/>
                  </a:lnTo>
                  <a:lnTo>
                    <a:pt x="12803" y="247760"/>
                  </a:lnTo>
                  <a:lnTo>
                    <a:pt x="25607" y="207901"/>
                  </a:lnTo>
                  <a:lnTo>
                    <a:pt x="48373" y="207901"/>
                  </a:lnTo>
                  <a:lnTo>
                    <a:pt x="62605" y="152034"/>
                  </a:lnTo>
                  <a:lnTo>
                    <a:pt x="42685" y="144044"/>
                  </a:lnTo>
                  <a:lnTo>
                    <a:pt x="48373" y="84089"/>
                  </a:lnTo>
                  <a:lnTo>
                    <a:pt x="22765" y="80089"/>
                  </a:lnTo>
                  <a:lnTo>
                    <a:pt x="28453" y="60082"/>
                  </a:lnTo>
                  <a:lnTo>
                    <a:pt x="25607" y="40064"/>
                  </a:lnTo>
                  <a:lnTo>
                    <a:pt x="42685" y="36059"/>
                  </a:lnTo>
                  <a:lnTo>
                    <a:pt x="45527" y="16030"/>
                  </a:lnTo>
                  <a:lnTo>
                    <a:pt x="56914" y="4008"/>
                  </a:lnTo>
                  <a:lnTo>
                    <a:pt x="79679" y="0"/>
                  </a:lnTo>
                  <a:lnTo>
                    <a:pt x="88213" y="32054"/>
                  </a:lnTo>
                  <a:close/>
                </a:path>
              </a:pathLst>
            </a:custGeom>
            <a:solidFill>
              <a:srgbClr val="ADD8E6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" name="pg18"/>
            <p:cNvSpPr/>
            <p:nvPr/>
          </p:nvSpPr>
          <p:spPr>
            <a:xfrm>
              <a:off x="5056087" y="3377503"/>
              <a:ext cx="543519" cy="890284"/>
            </a:xfrm>
            <a:custGeom>
              <a:avLst/>
              <a:gdLst/>
              <a:ahLst/>
              <a:cxnLst/>
              <a:rect l="0" t="0" r="0" b="0"/>
              <a:pathLst>
                <a:path w="543519" h="890284">
                  <a:moveTo>
                    <a:pt x="159355" y="4073"/>
                  </a:moveTo>
                  <a:lnTo>
                    <a:pt x="170738" y="8143"/>
                  </a:lnTo>
                  <a:lnTo>
                    <a:pt x="184963" y="8143"/>
                  </a:lnTo>
                  <a:lnTo>
                    <a:pt x="202041" y="0"/>
                  </a:lnTo>
                  <a:lnTo>
                    <a:pt x="213424" y="28502"/>
                  </a:lnTo>
                  <a:lnTo>
                    <a:pt x="224807" y="40712"/>
                  </a:lnTo>
                  <a:lnTo>
                    <a:pt x="261801" y="56987"/>
                  </a:lnTo>
                  <a:lnTo>
                    <a:pt x="287409" y="69188"/>
                  </a:lnTo>
                  <a:lnTo>
                    <a:pt x="318711" y="56987"/>
                  </a:lnTo>
                  <a:lnTo>
                    <a:pt x="330094" y="61054"/>
                  </a:lnTo>
                  <a:lnTo>
                    <a:pt x="338631" y="77320"/>
                  </a:lnTo>
                  <a:lnTo>
                    <a:pt x="341477" y="117957"/>
                  </a:lnTo>
                  <a:lnTo>
                    <a:pt x="332940" y="134200"/>
                  </a:lnTo>
                  <a:lnTo>
                    <a:pt x="310174" y="138257"/>
                  </a:lnTo>
                  <a:lnTo>
                    <a:pt x="307329" y="150436"/>
                  </a:lnTo>
                  <a:lnTo>
                    <a:pt x="307329" y="158549"/>
                  </a:lnTo>
                  <a:lnTo>
                    <a:pt x="321557" y="199103"/>
                  </a:lnTo>
                  <a:lnTo>
                    <a:pt x="335786" y="215313"/>
                  </a:lnTo>
                  <a:lnTo>
                    <a:pt x="338631" y="231517"/>
                  </a:lnTo>
                  <a:lnTo>
                    <a:pt x="324403" y="284130"/>
                  </a:lnTo>
                  <a:lnTo>
                    <a:pt x="318711" y="292221"/>
                  </a:lnTo>
                  <a:lnTo>
                    <a:pt x="332940" y="316475"/>
                  </a:lnTo>
                  <a:lnTo>
                    <a:pt x="358551" y="368979"/>
                  </a:lnTo>
                  <a:lnTo>
                    <a:pt x="375626" y="381086"/>
                  </a:lnTo>
                  <a:lnTo>
                    <a:pt x="392700" y="373015"/>
                  </a:lnTo>
                  <a:lnTo>
                    <a:pt x="418311" y="344755"/>
                  </a:lnTo>
                  <a:lnTo>
                    <a:pt x="426848" y="352831"/>
                  </a:lnTo>
                  <a:lnTo>
                    <a:pt x="443923" y="360906"/>
                  </a:lnTo>
                  <a:lnTo>
                    <a:pt x="460997" y="364943"/>
                  </a:lnTo>
                  <a:lnTo>
                    <a:pt x="489454" y="397222"/>
                  </a:lnTo>
                  <a:lnTo>
                    <a:pt x="506528" y="421415"/>
                  </a:lnTo>
                  <a:lnTo>
                    <a:pt x="492296" y="441565"/>
                  </a:lnTo>
                  <a:lnTo>
                    <a:pt x="489454" y="453649"/>
                  </a:lnTo>
                  <a:lnTo>
                    <a:pt x="515062" y="493903"/>
                  </a:lnTo>
                  <a:lnTo>
                    <a:pt x="515062" y="518038"/>
                  </a:lnTo>
                  <a:lnTo>
                    <a:pt x="506528" y="534120"/>
                  </a:lnTo>
                  <a:lnTo>
                    <a:pt x="486608" y="534120"/>
                  </a:lnTo>
                  <a:lnTo>
                    <a:pt x="455302" y="534120"/>
                  </a:lnTo>
                  <a:lnTo>
                    <a:pt x="452456" y="574293"/>
                  </a:lnTo>
                  <a:lnTo>
                    <a:pt x="469534" y="578311"/>
                  </a:lnTo>
                  <a:lnTo>
                    <a:pt x="478067" y="586341"/>
                  </a:lnTo>
                  <a:lnTo>
                    <a:pt x="492296" y="574293"/>
                  </a:lnTo>
                  <a:lnTo>
                    <a:pt x="500833" y="574293"/>
                  </a:lnTo>
                  <a:lnTo>
                    <a:pt x="506528" y="586341"/>
                  </a:lnTo>
                  <a:lnTo>
                    <a:pt x="512216" y="602393"/>
                  </a:lnTo>
                  <a:lnTo>
                    <a:pt x="534981" y="598382"/>
                  </a:lnTo>
                  <a:lnTo>
                    <a:pt x="543519" y="598382"/>
                  </a:lnTo>
                  <a:lnTo>
                    <a:pt x="537827" y="614432"/>
                  </a:lnTo>
                  <a:lnTo>
                    <a:pt x="537827" y="638492"/>
                  </a:lnTo>
                  <a:lnTo>
                    <a:pt x="526444" y="646510"/>
                  </a:lnTo>
                  <a:lnTo>
                    <a:pt x="506528" y="650518"/>
                  </a:lnTo>
                  <a:lnTo>
                    <a:pt x="495142" y="662540"/>
                  </a:lnTo>
                  <a:lnTo>
                    <a:pt x="469534" y="706592"/>
                  </a:lnTo>
                  <a:lnTo>
                    <a:pt x="455302" y="722599"/>
                  </a:lnTo>
                  <a:lnTo>
                    <a:pt x="441077" y="726599"/>
                  </a:lnTo>
                  <a:lnTo>
                    <a:pt x="429694" y="742598"/>
                  </a:lnTo>
                  <a:lnTo>
                    <a:pt x="412616" y="730600"/>
                  </a:lnTo>
                  <a:lnTo>
                    <a:pt x="398391" y="734600"/>
                  </a:lnTo>
                  <a:lnTo>
                    <a:pt x="398391" y="718598"/>
                  </a:lnTo>
                  <a:lnTo>
                    <a:pt x="395546" y="702589"/>
                  </a:lnTo>
                  <a:lnTo>
                    <a:pt x="381317" y="694583"/>
                  </a:lnTo>
                  <a:lnTo>
                    <a:pt x="367088" y="694583"/>
                  </a:lnTo>
                  <a:lnTo>
                    <a:pt x="355706" y="698586"/>
                  </a:lnTo>
                  <a:lnTo>
                    <a:pt x="358551" y="722599"/>
                  </a:lnTo>
                  <a:lnTo>
                    <a:pt x="352860" y="746594"/>
                  </a:lnTo>
                  <a:lnTo>
                    <a:pt x="344323" y="762585"/>
                  </a:lnTo>
                  <a:lnTo>
                    <a:pt x="332940" y="758591"/>
                  </a:lnTo>
                  <a:lnTo>
                    <a:pt x="327252" y="758591"/>
                  </a:lnTo>
                  <a:lnTo>
                    <a:pt x="332940" y="734600"/>
                  </a:lnTo>
                  <a:lnTo>
                    <a:pt x="321557" y="730600"/>
                  </a:lnTo>
                  <a:lnTo>
                    <a:pt x="313020" y="734600"/>
                  </a:lnTo>
                  <a:lnTo>
                    <a:pt x="301637" y="758591"/>
                  </a:lnTo>
                  <a:lnTo>
                    <a:pt x="295946" y="750595"/>
                  </a:lnTo>
                  <a:lnTo>
                    <a:pt x="276026" y="742598"/>
                  </a:lnTo>
                  <a:lnTo>
                    <a:pt x="264647" y="738599"/>
                  </a:lnTo>
                  <a:lnTo>
                    <a:pt x="258955" y="758591"/>
                  </a:lnTo>
                  <a:lnTo>
                    <a:pt x="261801" y="786563"/>
                  </a:lnTo>
                  <a:lnTo>
                    <a:pt x="253260" y="806528"/>
                  </a:lnTo>
                  <a:lnTo>
                    <a:pt x="239035" y="810521"/>
                  </a:lnTo>
                  <a:lnTo>
                    <a:pt x="219115" y="798545"/>
                  </a:lnTo>
                  <a:lnTo>
                    <a:pt x="207729" y="798545"/>
                  </a:lnTo>
                  <a:lnTo>
                    <a:pt x="184963" y="826486"/>
                  </a:lnTo>
                  <a:lnTo>
                    <a:pt x="179275" y="822496"/>
                  </a:lnTo>
                  <a:lnTo>
                    <a:pt x="167893" y="814515"/>
                  </a:lnTo>
                  <a:lnTo>
                    <a:pt x="167893" y="786563"/>
                  </a:lnTo>
                  <a:lnTo>
                    <a:pt x="162201" y="782568"/>
                  </a:lnTo>
                  <a:lnTo>
                    <a:pt x="147973" y="790555"/>
                  </a:lnTo>
                  <a:lnTo>
                    <a:pt x="133744" y="790555"/>
                  </a:lnTo>
                  <a:lnTo>
                    <a:pt x="125207" y="786563"/>
                  </a:lnTo>
                  <a:lnTo>
                    <a:pt x="122365" y="802538"/>
                  </a:lnTo>
                  <a:lnTo>
                    <a:pt x="110978" y="814515"/>
                  </a:lnTo>
                  <a:lnTo>
                    <a:pt x="113824" y="838457"/>
                  </a:lnTo>
                  <a:lnTo>
                    <a:pt x="108133" y="854412"/>
                  </a:lnTo>
                  <a:lnTo>
                    <a:pt x="96750" y="870360"/>
                  </a:lnTo>
                  <a:lnTo>
                    <a:pt x="96750" y="886302"/>
                  </a:lnTo>
                  <a:lnTo>
                    <a:pt x="88213" y="890284"/>
                  </a:lnTo>
                  <a:lnTo>
                    <a:pt x="73984" y="870360"/>
                  </a:lnTo>
                  <a:lnTo>
                    <a:pt x="59759" y="866374"/>
                  </a:lnTo>
                  <a:lnTo>
                    <a:pt x="54068" y="854412"/>
                  </a:lnTo>
                  <a:lnTo>
                    <a:pt x="56914" y="842446"/>
                  </a:lnTo>
                  <a:lnTo>
                    <a:pt x="45527" y="770581"/>
                  </a:lnTo>
                  <a:lnTo>
                    <a:pt x="51218" y="766585"/>
                  </a:lnTo>
                  <a:lnTo>
                    <a:pt x="39839" y="706592"/>
                  </a:lnTo>
                  <a:lnTo>
                    <a:pt x="25607" y="706592"/>
                  </a:lnTo>
                  <a:lnTo>
                    <a:pt x="19205" y="661539"/>
                  </a:lnTo>
                  <a:lnTo>
                    <a:pt x="12803" y="616437"/>
                  </a:lnTo>
                  <a:lnTo>
                    <a:pt x="6401" y="571283"/>
                  </a:lnTo>
                  <a:lnTo>
                    <a:pt x="0" y="526080"/>
                  </a:lnTo>
                  <a:lnTo>
                    <a:pt x="45527" y="509995"/>
                  </a:lnTo>
                  <a:lnTo>
                    <a:pt x="38698" y="468950"/>
                  </a:lnTo>
                  <a:lnTo>
                    <a:pt x="31869" y="427862"/>
                  </a:lnTo>
                  <a:lnTo>
                    <a:pt x="25040" y="386733"/>
                  </a:lnTo>
                  <a:lnTo>
                    <a:pt x="18211" y="345562"/>
                  </a:lnTo>
                  <a:lnTo>
                    <a:pt x="11382" y="304348"/>
                  </a:lnTo>
                  <a:lnTo>
                    <a:pt x="65447" y="292221"/>
                  </a:lnTo>
                  <a:lnTo>
                    <a:pt x="61179" y="250413"/>
                  </a:lnTo>
                  <a:lnTo>
                    <a:pt x="56911" y="208561"/>
                  </a:lnTo>
                  <a:lnTo>
                    <a:pt x="52643" y="166665"/>
                  </a:lnTo>
                  <a:lnTo>
                    <a:pt x="48375" y="124725"/>
                  </a:lnTo>
                  <a:lnTo>
                    <a:pt x="44107" y="82741"/>
                  </a:lnTo>
                  <a:lnTo>
                    <a:pt x="39839" y="40712"/>
                  </a:lnTo>
                  <a:lnTo>
                    <a:pt x="79678" y="28503"/>
                  </a:lnTo>
                  <a:lnTo>
                    <a:pt x="119517" y="16290"/>
                  </a:lnTo>
                  <a:close/>
                </a:path>
              </a:pathLst>
            </a:custGeom>
            <a:solidFill>
              <a:srgbClr val="ADD8E6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" name="pg19"/>
            <p:cNvSpPr/>
            <p:nvPr/>
          </p:nvSpPr>
          <p:spPr>
            <a:xfrm>
              <a:off x="3630410" y="4687960"/>
              <a:ext cx="304483" cy="513404"/>
            </a:xfrm>
            <a:custGeom>
              <a:avLst/>
              <a:gdLst/>
              <a:ahLst/>
              <a:cxnLst/>
              <a:rect l="0" t="0" r="0" b="0"/>
              <a:pathLst>
                <a:path w="304483" h="513404">
                  <a:moveTo>
                    <a:pt x="79676" y="466640"/>
                  </a:moveTo>
                  <a:lnTo>
                    <a:pt x="73988" y="447138"/>
                  </a:lnTo>
                  <a:lnTo>
                    <a:pt x="76834" y="419820"/>
                  </a:lnTo>
                  <a:lnTo>
                    <a:pt x="76834" y="392487"/>
                  </a:lnTo>
                  <a:lnTo>
                    <a:pt x="71142" y="384674"/>
                  </a:lnTo>
                  <a:lnTo>
                    <a:pt x="56910" y="369042"/>
                  </a:lnTo>
                  <a:lnTo>
                    <a:pt x="19919" y="326026"/>
                  </a:lnTo>
                  <a:lnTo>
                    <a:pt x="2845" y="290797"/>
                  </a:lnTo>
                  <a:lnTo>
                    <a:pt x="0" y="263376"/>
                  </a:lnTo>
                  <a:lnTo>
                    <a:pt x="2845" y="224175"/>
                  </a:lnTo>
                  <a:lnTo>
                    <a:pt x="5691" y="208482"/>
                  </a:lnTo>
                  <a:lnTo>
                    <a:pt x="5691" y="173153"/>
                  </a:lnTo>
                  <a:lnTo>
                    <a:pt x="0" y="153513"/>
                  </a:lnTo>
                  <a:lnTo>
                    <a:pt x="0" y="107650"/>
                  </a:lnTo>
                  <a:lnTo>
                    <a:pt x="0" y="61736"/>
                  </a:lnTo>
                  <a:lnTo>
                    <a:pt x="0" y="15771"/>
                  </a:lnTo>
                  <a:lnTo>
                    <a:pt x="25611" y="7886"/>
                  </a:lnTo>
                  <a:lnTo>
                    <a:pt x="56910" y="0"/>
                  </a:lnTo>
                  <a:lnTo>
                    <a:pt x="73988" y="0"/>
                  </a:lnTo>
                  <a:lnTo>
                    <a:pt x="93908" y="7886"/>
                  </a:lnTo>
                  <a:lnTo>
                    <a:pt x="99596" y="7886"/>
                  </a:lnTo>
                  <a:lnTo>
                    <a:pt x="116674" y="7886"/>
                  </a:lnTo>
                  <a:lnTo>
                    <a:pt x="128053" y="7886"/>
                  </a:lnTo>
                  <a:lnTo>
                    <a:pt x="142281" y="7886"/>
                  </a:lnTo>
                  <a:lnTo>
                    <a:pt x="153668" y="15771"/>
                  </a:lnTo>
                  <a:lnTo>
                    <a:pt x="162201" y="27596"/>
                  </a:lnTo>
                  <a:lnTo>
                    <a:pt x="162201" y="55174"/>
                  </a:lnTo>
                  <a:lnTo>
                    <a:pt x="159355" y="66987"/>
                  </a:lnTo>
                  <a:lnTo>
                    <a:pt x="179279" y="86669"/>
                  </a:lnTo>
                  <a:lnTo>
                    <a:pt x="184967" y="74861"/>
                  </a:lnTo>
                  <a:lnTo>
                    <a:pt x="193504" y="78795"/>
                  </a:lnTo>
                  <a:lnTo>
                    <a:pt x="207732" y="63047"/>
                  </a:lnTo>
                  <a:lnTo>
                    <a:pt x="256110" y="114207"/>
                  </a:lnTo>
                  <a:lnTo>
                    <a:pt x="241881" y="133864"/>
                  </a:lnTo>
                  <a:lnTo>
                    <a:pt x="256110" y="145657"/>
                  </a:lnTo>
                  <a:lnTo>
                    <a:pt x="264647" y="161373"/>
                  </a:lnTo>
                  <a:lnTo>
                    <a:pt x="304483" y="184933"/>
                  </a:lnTo>
                  <a:lnTo>
                    <a:pt x="290258" y="220249"/>
                  </a:lnTo>
                  <a:lnTo>
                    <a:pt x="290258" y="232016"/>
                  </a:lnTo>
                  <a:lnTo>
                    <a:pt x="295949" y="263376"/>
                  </a:lnTo>
                  <a:lnTo>
                    <a:pt x="290258" y="275130"/>
                  </a:lnTo>
                  <a:lnTo>
                    <a:pt x="276030" y="286883"/>
                  </a:lnTo>
                  <a:lnTo>
                    <a:pt x="261797" y="310372"/>
                  </a:lnTo>
                  <a:lnTo>
                    <a:pt x="250418" y="326026"/>
                  </a:lnTo>
                  <a:lnTo>
                    <a:pt x="230498" y="326026"/>
                  </a:lnTo>
                  <a:lnTo>
                    <a:pt x="216270" y="326026"/>
                  </a:lnTo>
                  <a:lnTo>
                    <a:pt x="199199" y="357315"/>
                  </a:lnTo>
                  <a:lnTo>
                    <a:pt x="182121" y="404202"/>
                  </a:lnTo>
                  <a:lnTo>
                    <a:pt x="173584" y="443237"/>
                  </a:lnTo>
                  <a:lnTo>
                    <a:pt x="159355" y="466640"/>
                  </a:lnTo>
                  <a:lnTo>
                    <a:pt x="153668" y="490030"/>
                  </a:lnTo>
                  <a:lnTo>
                    <a:pt x="150818" y="505616"/>
                  </a:lnTo>
                  <a:lnTo>
                    <a:pt x="136594" y="513404"/>
                  </a:lnTo>
                  <a:lnTo>
                    <a:pt x="116674" y="497824"/>
                  </a:lnTo>
                  <a:lnTo>
                    <a:pt x="99596" y="486132"/>
                  </a:lnTo>
                  <a:lnTo>
                    <a:pt x="85371" y="474438"/>
                  </a:lnTo>
                  <a:close/>
                </a:path>
              </a:pathLst>
            </a:custGeom>
            <a:solidFill>
              <a:srgbClr val="8FA1D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" name="tx20"/>
            <p:cNvSpPr/>
            <p:nvPr/>
          </p:nvSpPr>
          <p:spPr>
            <a:xfrm>
              <a:off x="3980831" y="4405825"/>
              <a:ext cx="60289" cy="779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22" name="tx21"/>
            <p:cNvSpPr/>
            <p:nvPr/>
          </p:nvSpPr>
          <p:spPr>
            <a:xfrm>
              <a:off x="4824433" y="2610944"/>
              <a:ext cx="60289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3" name="tx22"/>
            <p:cNvSpPr/>
            <p:nvPr/>
          </p:nvSpPr>
          <p:spPr>
            <a:xfrm>
              <a:off x="3890087" y="4602585"/>
              <a:ext cx="60289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8</a:t>
              </a:r>
            </a:p>
          </p:txBody>
        </p:sp>
        <p:sp>
          <p:nvSpPr>
            <p:cNvPr id="24" name="tx23"/>
            <p:cNvSpPr/>
            <p:nvPr/>
          </p:nvSpPr>
          <p:spPr>
            <a:xfrm>
              <a:off x="3892956" y="3845544"/>
              <a:ext cx="60289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5" name="tx24"/>
            <p:cNvSpPr/>
            <p:nvPr/>
          </p:nvSpPr>
          <p:spPr>
            <a:xfrm>
              <a:off x="4832351" y="4161941"/>
              <a:ext cx="60289" cy="7929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26" name="tx25"/>
            <p:cNvSpPr/>
            <p:nvPr/>
          </p:nvSpPr>
          <p:spPr>
            <a:xfrm>
              <a:off x="4195118" y="4190805"/>
              <a:ext cx="60289" cy="779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27" name="tx26"/>
            <p:cNvSpPr/>
            <p:nvPr/>
          </p:nvSpPr>
          <p:spPr>
            <a:xfrm>
              <a:off x="4450828" y="4419717"/>
              <a:ext cx="60289" cy="779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28" name="tx27"/>
            <p:cNvSpPr/>
            <p:nvPr/>
          </p:nvSpPr>
          <p:spPr>
            <a:xfrm>
              <a:off x="4326680" y="4471735"/>
              <a:ext cx="60289" cy="779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29" name="tx28"/>
            <p:cNvSpPr/>
            <p:nvPr/>
          </p:nvSpPr>
          <p:spPr>
            <a:xfrm>
              <a:off x="3739381" y="4204503"/>
              <a:ext cx="60289" cy="779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30" name="tx29"/>
            <p:cNvSpPr/>
            <p:nvPr/>
          </p:nvSpPr>
          <p:spPr>
            <a:xfrm>
              <a:off x="4747000" y="3639012"/>
              <a:ext cx="60289" cy="7759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31" name="tx30"/>
            <p:cNvSpPr/>
            <p:nvPr/>
          </p:nvSpPr>
          <p:spPr>
            <a:xfrm>
              <a:off x="4306773" y="3353423"/>
              <a:ext cx="60289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32" name="tx31"/>
            <p:cNvSpPr/>
            <p:nvPr/>
          </p:nvSpPr>
          <p:spPr>
            <a:xfrm>
              <a:off x="4146632" y="4557804"/>
              <a:ext cx="60289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33" name="tx32"/>
            <p:cNvSpPr/>
            <p:nvPr/>
          </p:nvSpPr>
          <p:spPr>
            <a:xfrm>
              <a:off x="4121290" y="3512398"/>
              <a:ext cx="60289" cy="779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34" name="tx33"/>
            <p:cNvSpPr/>
            <p:nvPr/>
          </p:nvSpPr>
          <p:spPr>
            <a:xfrm>
              <a:off x="4511557" y="4145849"/>
              <a:ext cx="60289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35" name="tx34"/>
            <p:cNvSpPr/>
            <p:nvPr/>
          </p:nvSpPr>
          <p:spPr>
            <a:xfrm>
              <a:off x="5327685" y="3883423"/>
              <a:ext cx="60289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36" name="tx35"/>
            <p:cNvSpPr/>
            <p:nvPr/>
          </p:nvSpPr>
          <p:spPr>
            <a:xfrm>
              <a:off x="3743428" y="4886707"/>
              <a:ext cx="60289" cy="779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37" name="tx36"/>
            <p:cNvSpPr/>
            <p:nvPr/>
          </p:nvSpPr>
          <p:spPr>
            <a:xfrm>
              <a:off x="3307155" y="5711234"/>
              <a:ext cx="1397613" cy="12946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Number of Companies</a:t>
              </a:r>
            </a:p>
          </p:txBody>
        </p:sp>
        <p:pic>
          <p:nvPicPr>
            <p:cNvPr id="38" name="pic3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74358" y="5594419"/>
              <a:ext cx="1097280" cy="219455"/>
            </a:xfrm>
            <a:prstGeom prst="rect">
              <a:avLst/>
            </a:prstGeom>
          </p:spPr>
        </p:pic>
        <p:sp>
          <p:nvSpPr>
            <p:cNvPr id="39" name="pl38"/>
            <p:cNvSpPr/>
            <p:nvPr/>
          </p:nvSpPr>
          <p:spPr>
            <a:xfrm>
              <a:off x="4776187" y="5769984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0"/>
                  </a:moveTo>
                  <a:lnTo>
                    <a:pt x="0" y="43891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" name="pl39"/>
            <p:cNvSpPr/>
            <p:nvPr/>
          </p:nvSpPr>
          <p:spPr>
            <a:xfrm>
              <a:off x="5049593" y="5769984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0"/>
                  </a:moveTo>
                  <a:lnTo>
                    <a:pt x="0" y="43891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" name="pl40"/>
            <p:cNvSpPr/>
            <p:nvPr/>
          </p:nvSpPr>
          <p:spPr>
            <a:xfrm>
              <a:off x="5322998" y="5769984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0"/>
                  </a:moveTo>
                  <a:lnTo>
                    <a:pt x="0" y="43891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" name="pl41"/>
            <p:cNvSpPr/>
            <p:nvPr/>
          </p:nvSpPr>
          <p:spPr>
            <a:xfrm>
              <a:off x="5596404" y="5769984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0"/>
                  </a:moveTo>
                  <a:lnTo>
                    <a:pt x="0" y="43891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" name="pl42"/>
            <p:cNvSpPr/>
            <p:nvPr/>
          </p:nvSpPr>
          <p:spPr>
            <a:xfrm>
              <a:off x="5869809" y="5769984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0"/>
                  </a:moveTo>
                  <a:lnTo>
                    <a:pt x="0" y="43891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" name="pl43"/>
            <p:cNvSpPr/>
            <p:nvPr/>
          </p:nvSpPr>
          <p:spPr>
            <a:xfrm>
              <a:off x="4776187" y="5594419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43891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" name="pl44"/>
            <p:cNvSpPr/>
            <p:nvPr/>
          </p:nvSpPr>
          <p:spPr>
            <a:xfrm>
              <a:off x="5049593" y="5594419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43891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" name="pl45"/>
            <p:cNvSpPr/>
            <p:nvPr/>
          </p:nvSpPr>
          <p:spPr>
            <a:xfrm>
              <a:off x="5322998" y="5594419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43891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" name="pl46"/>
            <p:cNvSpPr/>
            <p:nvPr/>
          </p:nvSpPr>
          <p:spPr>
            <a:xfrm>
              <a:off x="5596404" y="5594419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43891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" name="pl47"/>
            <p:cNvSpPr/>
            <p:nvPr/>
          </p:nvSpPr>
          <p:spPr>
            <a:xfrm>
              <a:off x="5869809" y="5594419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43891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" name="tx48"/>
            <p:cNvSpPr/>
            <p:nvPr/>
          </p:nvSpPr>
          <p:spPr>
            <a:xfrm>
              <a:off x="4745109" y="5881773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50" name="tx49"/>
            <p:cNvSpPr/>
            <p:nvPr/>
          </p:nvSpPr>
          <p:spPr>
            <a:xfrm>
              <a:off x="5018515" y="5883137"/>
              <a:ext cx="62155" cy="8032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51" name="tx50"/>
            <p:cNvSpPr/>
            <p:nvPr/>
          </p:nvSpPr>
          <p:spPr>
            <a:xfrm>
              <a:off x="5291920" y="5883465"/>
              <a:ext cx="62155" cy="8000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52" name="tx51"/>
            <p:cNvSpPr/>
            <p:nvPr/>
          </p:nvSpPr>
          <p:spPr>
            <a:xfrm>
              <a:off x="5565326" y="5881773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6</a:t>
              </a:r>
            </a:p>
          </p:txBody>
        </p:sp>
        <p:sp>
          <p:nvSpPr>
            <p:cNvPr id="53" name="tx52"/>
            <p:cNvSpPr/>
            <p:nvPr/>
          </p:nvSpPr>
          <p:spPr>
            <a:xfrm>
              <a:off x="5838732" y="5881773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8</a:t>
              </a:r>
            </a:p>
          </p:txBody>
        </p:sp>
        <p:sp>
          <p:nvSpPr>
            <p:cNvPr id="54" name="tx53"/>
            <p:cNvSpPr/>
            <p:nvPr/>
          </p:nvSpPr>
          <p:spPr>
            <a:xfrm>
              <a:off x="2731575" y="1624545"/>
              <a:ext cx="3715642" cy="19069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600"/>
                </a:lnSpc>
              </a:pPr>
              <a:r>
                <a:rPr sz="160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Companies with 1001-3000 Employees</a:t>
              </a: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1143000"/>
          </a:xfrm>
        </p:spPr>
        <p:txBody>
          <a:bodyPr/>
          <a:lstStyle/>
          <a:p>
            <a:r>
              <a:t>Companies with 3001+ Employees</a:t>
            </a:r>
          </a:p>
        </p:txBody>
      </p:sp>
      <p:grpSp>
        <p:nvGrpSpPr>
          <p:cNvPr id="3" name="Content Placeholder 2"/>
          <p:cNvGrpSpPr/>
          <p:nvPr/>
        </p:nvGrpSpPr>
        <p:grpSpPr>
          <a:xfrm>
            <a:off x="1981200" y="1600201"/>
            <a:ext cx="8229600" cy="4525963"/>
            <a:chOff x="457200" y="1600200"/>
            <a:chExt cx="8229600" cy="4525963"/>
          </a:xfrm>
        </p:grpSpPr>
        <p:sp>
          <p:nvSpPr>
            <p:cNvPr id="4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" name="pg4"/>
            <p:cNvSpPr/>
            <p:nvPr/>
          </p:nvSpPr>
          <p:spPr>
            <a:xfrm>
              <a:off x="3872291" y="4223939"/>
              <a:ext cx="241881" cy="392976"/>
            </a:xfrm>
            <a:custGeom>
              <a:avLst/>
              <a:gdLst/>
              <a:ahLst/>
              <a:cxnLst/>
              <a:rect l="0" t="0" r="0" b="0"/>
              <a:pathLst>
                <a:path w="241881" h="392976">
                  <a:moveTo>
                    <a:pt x="125207" y="11964"/>
                  </a:moveTo>
                  <a:lnTo>
                    <a:pt x="182125" y="0"/>
                  </a:lnTo>
                  <a:lnTo>
                    <a:pt x="196350" y="55803"/>
                  </a:lnTo>
                  <a:lnTo>
                    <a:pt x="182125" y="71730"/>
                  </a:lnTo>
                  <a:lnTo>
                    <a:pt x="207732" y="123459"/>
                  </a:lnTo>
                  <a:lnTo>
                    <a:pt x="207732" y="187036"/>
                  </a:lnTo>
                  <a:lnTo>
                    <a:pt x="241881" y="202914"/>
                  </a:lnTo>
                  <a:lnTo>
                    <a:pt x="233344" y="238619"/>
                  </a:lnTo>
                  <a:lnTo>
                    <a:pt x="241881" y="242584"/>
                  </a:lnTo>
                  <a:lnTo>
                    <a:pt x="224807" y="313892"/>
                  </a:lnTo>
                  <a:lnTo>
                    <a:pt x="224807" y="325762"/>
                  </a:lnTo>
                  <a:lnTo>
                    <a:pt x="219115" y="341587"/>
                  </a:lnTo>
                  <a:lnTo>
                    <a:pt x="224807" y="353452"/>
                  </a:lnTo>
                  <a:lnTo>
                    <a:pt x="202041" y="381122"/>
                  </a:lnTo>
                  <a:lnTo>
                    <a:pt x="196350" y="377171"/>
                  </a:lnTo>
                  <a:lnTo>
                    <a:pt x="184967" y="392976"/>
                  </a:lnTo>
                  <a:lnTo>
                    <a:pt x="139439" y="369266"/>
                  </a:lnTo>
                  <a:lnTo>
                    <a:pt x="136594" y="361359"/>
                  </a:lnTo>
                  <a:lnTo>
                    <a:pt x="85367" y="305972"/>
                  </a:lnTo>
                  <a:lnTo>
                    <a:pt x="54068" y="337631"/>
                  </a:lnTo>
                  <a:lnTo>
                    <a:pt x="45531" y="329719"/>
                  </a:lnTo>
                  <a:lnTo>
                    <a:pt x="34148" y="341587"/>
                  </a:lnTo>
                  <a:lnTo>
                    <a:pt x="17074" y="325762"/>
                  </a:lnTo>
                  <a:lnTo>
                    <a:pt x="11382" y="325762"/>
                  </a:lnTo>
                  <a:lnTo>
                    <a:pt x="2845" y="305972"/>
                  </a:lnTo>
                  <a:lnTo>
                    <a:pt x="0" y="286173"/>
                  </a:lnTo>
                  <a:lnTo>
                    <a:pt x="25611" y="251833"/>
                  </a:lnTo>
                  <a:lnTo>
                    <a:pt x="51222" y="217463"/>
                  </a:lnTo>
                  <a:lnTo>
                    <a:pt x="76834" y="183065"/>
                  </a:lnTo>
                  <a:lnTo>
                    <a:pt x="82521" y="183065"/>
                  </a:lnTo>
                  <a:lnTo>
                    <a:pt x="95327" y="135387"/>
                  </a:lnTo>
                  <a:lnTo>
                    <a:pt x="108133" y="87654"/>
                  </a:lnTo>
                  <a:lnTo>
                    <a:pt x="102441" y="51820"/>
                  </a:lnTo>
                  <a:lnTo>
                    <a:pt x="108133" y="47836"/>
                  </a:lnTo>
                  <a:lnTo>
                    <a:pt x="108133" y="31897"/>
                  </a:lnTo>
                  <a:close/>
                </a:path>
              </a:pathLst>
            </a:custGeom>
            <a:solidFill>
              <a:srgbClr val="ADD8E6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" name="pg5"/>
            <p:cNvSpPr/>
            <p:nvPr/>
          </p:nvSpPr>
          <p:spPr>
            <a:xfrm>
              <a:off x="4097099" y="2089798"/>
              <a:ext cx="1126881" cy="1365026"/>
            </a:xfrm>
            <a:custGeom>
              <a:avLst/>
              <a:gdLst/>
              <a:ahLst/>
              <a:cxnLst/>
              <a:rect l="0" t="0" r="0" b="0"/>
              <a:pathLst>
                <a:path w="1126881" h="1365026">
                  <a:moveTo>
                    <a:pt x="998828" y="1328418"/>
                  </a:moveTo>
                  <a:lnTo>
                    <a:pt x="956143" y="1335200"/>
                  </a:lnTo>
                  <a:lnTo>
                    <a:pt x="913457" y="1341980"/>
                  </a:lnTo>
                  <a:lnTo>
                    <a:pt x="870771" y="1348760"/>
                  </a:lnTo>
                  <a:lnTo>
                    <a:pt x="870771" y="1356894"/>
                  </a:lnTo>
                  <a:lnTo>
                    <a:pt x="811015" y="1365026"/>
                  </a:lnTo>
                  <a:lnTo>
                    <a:pt x="796783" y="1356894"/>
                  </a:lnTo>
                  <a:lnTo>
                    <a:pt x="796783" y="1315530"/>
                  </a:lnTo>
                  <a:lnTo>
                    <a:pt x="796783" y="1274122"/>
                  </a:lnTo>
                  <a:lnTo>
                    <a:pt x="796783" y="1232672"/>
                  </a:lnTo>
                  <a:lnTo>
                    <a:pt x="796783" y="1191178"/>
                  </a:lnTo>
                  <a:lnTo>
                    <a:pt x="796783" y="1149641"/>
                  </a:lnTo>
                  <a:lnTo>
                    <a:pt x="796783" y="1108060"/>
                  </a:lnTo>
                  <a:lnTo>
                    <a:pt x="796783" y="1099878"/>
                  </a:lnTo>
                  <a:lnTo>
                    <a:pt x="796783" y="1056001"/>
                  </a:lnTo>
                  <a:lnTo>
                    <a:pt x="796783" y="1012076"/>
                  </a:lnTo>
                  <a:lnTo>
                    <a:pt x="796783" y="968101"/>
                  </a:lnTo>
                  <a:lnTo>
                    <a:pt x="796783" y="924078"/>
                  </a:lnTo>
                  <a:lnTo>
                    <a:pt x="796783" y="880006"/>
                  </a:lnTo>
                  <a:lnTo>
                    <a:pt x="796783" y="835884"/>
                  </a:lnTo>
                  <a:lnTo>
                    <a:pt x="796783" y="791713"/>
                  </a:lnTo>
                  <a:lnTo>
                    <a:pt x="754099" y="790338"/>
                  </a:lnTo>
                  <a:lnTo>
                    <a:pt x="711414" y="788962"/>
                  </a:lnTo>
                  <a:lnTo>
                    <a:pt x="668730" y="787587"/>
                  </a:lnTo>
                  <a:lnTo>
                    <a:pt x="663038" y="783459"/>
                  </a:lnTo>
                  <a:lnTo>
                    <a:pt x="603279" y="783459"/>
                  </a:lnTo>
                  <a:lnTo>
                    <a:pt x="599484" y="740803"/>
                  </a:lnTo>
                  <a:lnTo>
                    <a:pt x="595690" y="698101"/>
                  </a:lnTo>
                  <a:lnTo>
                    <a:pt x="591896" y="655352"/>
                  </a:lnTo>
                  <a:lnTo>
                    <a:pt x="548073" y="655766"/>
                  </a:lnTo>
                  <a:lnTo>
                    <a:pt x="504249" y="656180"/>
                  </a:lnTo>
                  <a:lnTo>
                    <a:pt x="460426" y="656594"/>
                  </a:lnTo>
                  <a:lnTo>
                    <a:pt x="416603" y="657008"/>
                  </a:lnTo>
                  <a:lnTo>
                    <a:pt x="372780" y="657422"/>
                  </a:lnTo>
                  <a:lnTo>
                    <a:pt x="328957" y="657836"/>
                  </a:lnTo>
                  <a:lnTo>
                    <a:pt x="285134" y="658250"/>
                  </a:lnTo>
                  <a:lnTo>
                    <a:pt x="241310" y="658664"/>
                  </a:lnTo>
                  <a:lnTo>
                    <a:pt x="197487" y="659077"/>
                  </a:lnTo>
                  <a:lnTo>
                    <a:pt x="153664" y="659491"/>
                  </a:lnTo>
                  <a:lnTo>
                    <a:pt x="102443" y="659491"/>
                  </a:lnTo>
                  <a:lnTo>
                    <a:pt x="51221" y="659491"/>
                  </a:lnTo>
                  <a:lnTo>
                    <a:pt x="0" y="659491"/>
                  </a:lnTo>
                  <a:lnTo>
                    <a:pt x="2845" y="622223"/>
                  </a:lnTo>
                  <a:lnTo>
                    <a:pt x="19916" y="551730"/>
                  </a:lnTo>
                  <a:lnTo>
                    <a:pt x="44104" y="515744"/>
                  </a:lnTo>
                  <a:lnTo>
                    <a:pt x="68293" y="479725"/>
                  </a:lnTo>
                  <a:lnTo>
                    <a:pt x="92481" y="443672"/>
                  </a:lnTo>
                  <a:lnTo>
                    <a:pt x="116670" y="407586"/>
                  </a:lnTo>
                  <a:lnTo>
                    <a:pt x="140858" y="371467"/>
                  </a:lnTo>
                  <a:lnTo>
                    <a:pt x="165047" y="335314"/>
                  </a:lnTo>
                  <a:lnTo>
                    <a:pt x="194215" y="292514"/>
                  </a:lnTo>
                  <a:lnTo>
                    <a:pt x="223384" y="249666"/>
                  </a:lnTo>
                  <a:lnTo>
                    <a:pt x="252552" y="206771"/>
                  </a:lnTo>
                  <a:lnTo>
                    <a:pt x="281721" y="163829"/>
                  </a:lnTo>
                  <a:lnTo>
                    <a:pt x="313971" y="117690"/>
                  </a:lnTo>
                  <a:lnTo>
                    <a:pt x="346221" y="71496"/>
                  </a:lnTo>
                  <a:lnTo>
                    <a:pt x="378471" y="25247"/>
                  </a:lnTo>
                  <a:lnTo>
                    <a:pt x="392700" y="8415"/>
                  </a:lnTo>
                  <a:lnTo>
                    <a:pt x="406932" y="0"/>
                  </a:lnTo>
                  <a:lnTo>
                    <a:pt x="424003" y="0"/>
                  </a:lnTo>
                  <a:lnTo>
                    <a:pt x="441077" y="8415"/>
                  </a:lnTo>
                  <a:lnTo>
                    <a:pt x="472380" y="16832"/>
                  </a:lnTo>
                  <a:lnTo>
                    <a:pt x="486608" y="16832"/>
                  </a:lnTo>
                  <a:lnTo>
                    <a:pt x="489450" y="29456"/>
                  </a:lnTo>
                  <a:lnTo>
                    <a:pt x="480917" y="100899"/>
                  </a:lnTo>
                  <a:lnTo>
                    <a:pt x="486608" y="151251"/>
                  </a:lnTo>
                  <a:lnTo>
                    <a:pt x="509374" y="172209"/>
                  </a:lnTo>
                  <a:lnTo>
                    <a:pt x="552056" y="197347"/>
                  </a:lnTo>
                  <a:lnTo>
                    <a:pt x="577667" y="193159"/>
                  </a:lnTo>
                  <a:lnTo>
                    <a:pt x="628890" y="163829"/>
                  </a:lnTo>
                  <a:lnTo>
                    <a:pt x="671576" y="151251"/>
                  </a:lnTo>
                  <a:lnTo>
                    <a:pt x="697187" y="151251"/>
                  </a:lnTo>
                  <a:lnTo>
                    <a:pt x="722798" y="126080"/>
                  </a:lnTo>
                  <a:lnTo>
                    <a:pt x="748410" y="117690"/>
                  </a:lnTo>
                  <a:lnTo>
                    <a:pt x="805320" y="126080"/>
                  </a:lnTo>
                  <a:lnTo>
                    <a:pt x="813861" y="121884"/>
                  </a:lnTo>
                  <a:lnTo>
                    <a:pt x="816703" y="84100"/>
                  </a:lnTo>
                  <a:lnTo>
                    <a:pt x="822394" y="79899"/>
                  </a:lnTo>
                  <a:lnTo>
                    <a:pt x="873617" y="71496"/>
                  </a:lnTo>
                  <a:lnTo>
                    <a:pt x="910611" y="79899"/>
                  </a:lnTo>
                  <a:lnTo>
                    <a:pt x="930531" y="96700"/>
                  </a:lnTo>
                  <a:lnTo>
                    <a:pt x="970369" y="134473"/>
                  </a:lnTo>
                  <a:lnTo>
                    <a:pt x="1010207" y="172209"/>
                  </a:lnTo>
                  <a:lnTo>
                    <a:pt x="1038668" y="201535"/>
                  </a:lnTo>
                  <a:lnTo>
                    <a:pt x="1061434" y="243392"/>
                  </a:lnTo>
                  <a:lnTo>
                    <a:pt x="1072813" y="255940"/>
                  </a:lnTo>
                  <a:lnTo>
                    <a:pt x="1095579" y="276844"/>
                  </a:lnTo>
                  <a:lnTo>
                    <a:pt x="1112653" y="297737"/>
                  </a:lnTo>
                  <a:lnTo>
                    <a:pt x="1121190" y="335314"/>
                  </a:lnTo>
                  <a:lnTo>
                    <a:pt x="1121664" y="378416"/>
                  </a:lnTo>
                  <a:lnTo>
                    <a:pt x="1122139" y="421470"/>
                  </a:lnTo>
                  <a:lnTo>
                    <a:pt x="1122613" y="464476"/>
                  </a:lnTo>
                  <a:lnTo>
                    <a:pt x="1123087" y="507435"/>
                  </a:lnTo>
                  <a:lnTo>
                    <a:pt x="1123561" y="550347"/>
                  </a:lnTo>
                  <a:lnTo>
                    <a:pt x="1124036" y="593212"/>
                  </a:lnTo>
                  <a:lnTo>
                    <a:pt x="1123680" y="636202"/>
                  </a:lnTo>
                  <a:lnTo>
                    <a:pt x="1123324" y="679145"/>
                  </a:lnTo>
                  <a:lnTo>
                    <a:pt x="1122969" y="722041"/>
                  </a:lnTo>
                  <a:lnTo>
                    <a:pt x="1122613" y="764891"/>
                  </a:lnTo>
                  <a:lnTo>
                    <a:pt x="1122257" y="807693"/>
                  </a:lnTo>
                  <a:lnTo>
                    <a:pt x="1121901" y="850449"/>
                  </a:lnTo>
                  <a:lnTo>
                    <a:pt x="1121546" y="893159"/>
                  </a:lnTo>
                  <a:lnTo>
                    <a:pt x="1121190" y="935822"/>
                  </a:lnTo>
                  <a:lnTo>
                    <a:pt x="1123087" y="987846"/>
                  </a:lnTo>
                  <a:lnTo>
                    <a:pt x="1124984" y="1039801"/>
                  </a:lnTo>
                  <a:lnTo>
                    <a:pt x="1126881" y="1091688"/>
                  </a:lnTo>
                  <a:lnTo>
                    <a:pt x="1126881" y="1112155"/>
                  </a:lnTo>
                  <a:lnTo>
                    <a:pt x="1121190" y="1132608"/>
                  </a:lnTo>
                  <a:lnTo>
                    <a:pt x="1112653" y="1153048"/>
                  </a:lnTo>
                  <a:lnTo>
                    <a:pt x="1112653" y="1169394"/>
                  </a:lnTo>
                  <a:lnTo>
                    <a:pt x="1124036" y="1181649"/>
                  </a:lnTo>
                  <a:lnTo>
                    <a:pt x="1126881" y="1189818"/>
                  </a:lnTo>
                  <a:lnTo>
                    <a:pt x="1112653" y="1206149"/>
                  </a:lnTo>
                  <a:lnTo>
                    <a:pt x="1104116" y="1251023"/>
                  </a:lnTo>
                  <a:lnTo>
                    <a:pt x="1106961" y="1275482"/>
                  </a:lnTo>
                  <a:lnTo>
                    <a:pt x="1118344" y="1291779"/>
                  </a:lnTo>
                  <a:lnTo>
                    <a:pt x="1078506" y="1303995"/>
                  </a:lnTo>
                  <a:lnTo>
                    <a:pt x="1038667" y="1316208"/>
                  </a:lnTo>
                  <a:close/>
                </a:path>
              </a:pathLst>
            </a:custGeom>
            <a:solidFill>
              <a:srgbClr val="ADD8E6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" name="pg6"/>
            <p:cNvSpPr/>
            <p:nvPr/>
          </p:nvSpPr>
          <p:spPr>
            <a:xfrm>
              <a:off x="3681633" y="4438756"/>
              <a:ext cx="503679" cy="434137"/>
            </a:xfrm>
            <a:custGeom>
              <a:avLst/>
              <a:gdLst/>
              <a:ahLst/>
              <a:cxnLst/>
              <a:rect l="0" t="0" r="0" b="0"/>
              <a:pathLst>
                <a:path w="503679" h="434137">
                  <a:moveTo>
                    <a:pt x="415465" y="138635"/>
                  </a:moveTo>
                  <a:lnTo>
                    <a:pt x="424003" y="150496"/>
                  </a:lnTo>
                  <a:lnTo>
                    <a:pt x="435382" y="158399"/>
                  </a:lnTo>
                  <a:lnTo>
                    <a:pt x="449614" y="166305"/>
                  </a:lnTo>
                  <a:lnTo>
                    <a:pt x="466688" y="170254"/>
                  </a:lnTo>
                  <a:lnTo>
                    <a:pt x="475225" y="170254"/>
                  </a:lnTo>
                  <a:lnTo>
                    <a:pt x="486608" y="158399"/>
                  </a:lnTo>
                  <a:lnTo>
                    <a:pt x="492300" y="146542"/>
                  </a:lnTo>
                  <a:lnTo>
                    <a:pt x="500833" y="150496"/>
                  </a:lnTo>
                  <a:lnTo>
                    <a:pt x="503679" y="154449"/>
                  </a:lnTo>
                  <a:lnTo>
                    <a:pt x="492300" y="182109"/>
                  </a:lnTo>
                  <a:lnTo>
                    <a:pt x="480913" y="217642"/>
                  </a:lnTo>
                  <a:lnTo>
                    <a:pt x="466688" y="221588"/>
                  </a:lnTo>
                  <a:lnTo>
                    <a:pt x="443923" y="245259"/>
                  </a:lnTo>
                  <a:lnTo>
                    <a:pt x="441077" y="225537"/>
                  </a:lnTo>
                  <a:lnTo>
                    <a:pt x="435382" y="221588"/>
                  </a:lnTo>
                  <a:lnTo>
                    <a:pt x="421157" y="225537"/>
                  </a:lnTo>
                  <a:lnTo>
                    <a:pt x="395546" y="249203"/>
                  </a:lnTo>
                  <a:lnTo>
                    <a:pt x="369934" y="257090"/>
                  </a:lnTo>
                  <a:lnTo>
                    <a:pt x="350018" y="276800"/>
                  </a:lnTo>
                  <a:lnTo>
                    <a:pt x="330098" y="284681"/>
                  </a:lnTo>
                  <a:lnTo>
                    <a:pt x="324403" y="296500"/>
                  </a:lnTo>
                  <a:lnTo>
                    <a:pt x="321557" y="308316"/>
                  </a:lnTo>
                  <a:lnTo>
                    <a:pt x="304487" y="320128"/>
                  </a:lnTo>
                  <a:lnTo>
                    <a:pt x="298791" y="339808"/>
                  </a:lnTo>
                  <a:lnTo>
                    <a:pt x="290258" y="355542"/>
                  </a:lnTo>
                  <a:lnTo>
                    <a:pt x="307332" y="375205"/>
                  </a:lnTo>
                  <a:lnTo>
                    <a:pt x="321557" y="402717"/>
                  </a:lnTo>
                  <a:lnTo>
                    <a:pt x="315866" y="418430"/>
                  </a:lnTo>
                  <a:lnTo>
                    <a:pt x="298791" y="426284"/>
                  </a:lnTo>
                  <a:lnTo>
                    <a:pt x="270338" y="430211"/>
                  </a:lnTo>
                  <a:lnTo>
                    <a:pt x="253260" y="434137"/>
                  </a:lnTo>
                  <a:lnTo>
                    <a:pt x="213424" y="410577"/>
                  </a:lnTo>
                  <a:lnTo>
                    <a:pt x="204887" y="394861"/>
                  </a:lnTo>
                  <a:lnTo>
                    <a:pt x="190658" y="383067"/>
                  </a:lnTo>
                  <a:lnTo>
                    <a:pt x="204887" y="363411"/>
                  </a:lnTo>
                  <a:lnTo>
                    <a:pt x="156510" y="312251"/>
                  </a:lnTo>
                  <a:lnTo>
                    <a:pt x="142281" y="327998"/>
                  </a:lnTo>
                  <a:lnTo>
                    <a:pt x="133744" y="324065"/>
                  </a:lnTo>
                  <a:lnTo>
                    <a:pt x="128056" y="335873"/>
                  </a:lnTo>
                  <a:lnTo>
                    <a:pt x="108133" y="316191"/>
                  </a:lnTo>
                  <a:lnTo>
                    <a:pt x="110978" y="304378"/>
                  </a:lnTo>
                  <a:lnTo>
                    <a:pt x="110978" y="276800"/>
                  </a:lnTo>
                  <a:lnTo>
                    <a:pt x="102445" y="264975"/>
                  </a:lnTo>
                  <a:lnTo>
                    <a:pt x="91058" y="257090"/>
                  </a:lnTo>
                  <a:lnTo>
                    <a:pt x="76830" y="257090"/>
                  </a:lnTo>
                  <a:lnTo>
                    <a:pt x="65451" y="257090"/>
                  </a:lnTo>
                  <a:lnTo>
                    <a:pt x="48373" y="257090"/>
                  </a:lnTo>
                  <a:lnTo>
                    <a:pt x="42685" y="257090"/>
                  </a:lnTo>
                  <a:lnTo>
                    <a:pt x="34148" y="229480"/>
                  </a:lnTo>
                  <a:lnTo>
                    <a:pt x="36994" y="217642"/>
                  </a:lnTo>
                  <a:lnTo>
                    <a:pt x="36994" y="205800"/>
                  </a:lnTo>
                  <a:lnTo>
                    <a:pt x="65451" y="190006"/>
                  </a:lnTo>
                  <a:lnTo>
                    <a:pt x="54064" y="178159"/>
                  </a:lnTo>
                  <a:lnTo>
                    <a:pt x="71138" y="150496"/>
                  </a:lnTo>
                  <a:lnTo>
                    <a:pt x="68293" y="146542"/>
                  </a:lnTo>
                  <a:lnTo>
                    <a:pt x="76830" y="138635"/>
                  </a:lnTo>
                  <a:lnTo>
                    <a:pt x="36994" y="91155"/>
                  </a:lnTo>
                  <a:lnTo>
                    <a:pt x="5687" y="79277"/>
                  </a:lnTo>
                  <a:lnTo>
                    <a:pt x="5687" y="71356"/>
                  </a:lnTo>
                  <a:lnTo>
                    <a:pt x="0" y="63434"/>
                  </a:lnTo>
                  <a:lnTo>
                    <a:pt x="5687" y="59472"/>
                  </a:lnTo>
                  <a:lnTo>
                    <a:pt x="22765" y="59472"/>
                  </a:lnTo>
                  <a:lnTo>
                    <a:pt x="85371" y="19836"/>
                  </a:lnTo>
                  <a:lnTo>
                    <a:pt x="88213" y="19836"/>
                  </a:lnTo>
                  <a:lnTo>
                    <a:pt x="122361" y="0"/>
                  </a:lnTo>
                  <a:lnTo>
                    <a:pt x="128056" y="7937"/>
                  </a:lnTo>
                  <a:lnTo>
                    <a:pt x="136590" y="3970"/>
                  </a:lnTo>
                  <a:lnTo>
                    <a:pt x="145127" y="7937"/>
                  </a:lnTo>
                  <a:lnTo>
                    <a:pt x="156510" y="7937"/>
                  </a:lnTo>
                  <a:lnTo>
                    <a:pt x="179275" y="35696"/>
                  </a:lnTo>
                  <a:lnTo>
                    <a:pt x="190658" y="71356"/>
                  </a:lnTo>
                  <a:lnTo>
                    <a:pt x="193504" y="91155"/>
                  </a:lnTo>
                  <a:lnTo>
                    <a:pt x="202041" y="110945"/>
                  </a:lnTo>
                  <a:lnTo>
                    <a:pt x="207732" y="110945"/>
                  </a:lnTo>
                  <a:lnTo>
                    <a:pt x="224807" y="126770"/>
                  </a:lnTo>
                  <a:lnTo>
                    <a:pt x="236190" y="114902"/>
                  </a:lnTo>
                  <a:lnTo>
                    <a:pt x="244727" y="122814"/>
                  </a:lnTo>
                  <a:lnTo>
                    <a:pt x="276026" y="91155"/>
                  </a:lnTo>
                  <a:lnTo>
                    <a:pt x="327252" y="146542"/>
                  </a:lnTo>
                  <a:lnTo>
                    <a:pt x="330098" y="154449"/>
                  </a:lnTo>
                  <a:lnTo>
                    <a:pt x="375626" y="178159"/>
                  </a:lnTo>
                  <a:lnTo>
                    <a:pt x="387008" y="162354"/>
                  </a:lnTo>
                  <a:lnTo>
                    <a:pt x="392700" y="166305"/>
                  </a:lnTo>
                  <a:close/>
                </a:path>
              </a:pathLst>
            </a:custGeom>
            <a:solidFill>
              <a:srgbClr val="00008B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" name="pg7"/>
            <p:cNvSpPr/>
            <p:nvPr/>
          </p:nvSpPr>
          <p:spPr>
            <a:xfrm>
              <a:off x="3695861" y="3393795"/>
              <a:ext cx="452460" cy="842108"/>
            </a:xfrm>
            <a:custGeom>
              <a:avLst/>
              <a:gdLst/>
              <a:ahLst/>
              <a:cxnLst/>
              <a:rect l="0" t="0" r="0" b="0"/>
              <a:pathLst>
                <a:path w="452460" h="842108">
                  <a:moveTo>
                    <a:pt x="358555" y="830144"/>
                  </a:moveTo>
                  <a:lnTo>
                    <a:pt x="301637" y="842108"/>
                  </a:lnTo>
                  <a:lnTo>
                    <a:pt x="284563" y="802213"/>
                  </a:lnTo>
                  <a:lnTo>
                    <a:pt x="278871" y="802213"/>
                  </a:lnTo>
                  <a:lnTo>
                    <a:pt x="267492" y="786247"/>
                  </a:lnTo>
                  <a:lnTo>
                    <a:pt x="264643" y="786247"/>
                  </a:lnTo>
                  <a:lnTo>
                    <a:pt x="276030" y="770272"/>
                  </a:lnTo>
                  <a:lnTo>
                    <a:pt x="232395" y="760950"/>
                  </a:lnTo>
                  <a:lnTo>
                    <a:pt x="188761" y="751626"/>
                  </a:lnTo>
                  <a:lnTo>
                    <a:pt x="145127" y="742300"/>
                  </a:lnTo>
                  <a:lnTo>
                    <a:pt x="153664" y="726307"/>
                  </a:lnTo>
                  <a:lnTo>
                    <a:pt x="130898" y="674288"/>
                  </a:lnTo>
                  <a:lnTo>
                    <a:pt x="108133" y="622201"/>
                  </a:lnTo>
                  <a:lnTo>
                    <a:pt x="39836" y="650256"/>
                  </a:lnTo>
                  <a:lnTo>
                    <a:pt x="38413" y="604155"/>
                  </a:lnTo>
                  <a:lnTo>
                    <a:pt x="36990" y="558002"/>
                  </a:lnTo>
                  <a:lnTo>
                    <a:pt x="31302" y="525867"/>
                  </a:lnTo>
                  <a:lnTo>
                    <a:pt x="22765" y="525867"/>
                  </a:lnTo>
                  <a:lnTo>
                    <a:pt x="11382" y="469567"/>
                  </a:lnTo>
                  <a:lnTo>
                    <a:pt x="11382" y="461514"/>
                  </a:lnTo>
                  <a:lnTo>
                    <a:pt x="17070" y="453466"/>
                  </a:lnTo>
                  <a:lnTo>
                    <a:pt x="31302" y="449440"/>
                  </a:lnTo>
                  <a:lnTo>
                    <a:pt x="23477" y="408147"/>
                  </a:lnTo>
                  <a:lnTo>
                    <a:pt x="15651" y="366812"/>
                  </a:lnTo>
                  <a:lnTo>
                    <a:pt x="7825" y="325435"/>
                  </a:lnTo>
                  <a:lnTo>
                    <a:pt x="0" y="284014"/>
                  </a:lnTo>
                  <a:lnTo>
                    <a:pt x="5691" y="275930"/>
                  </a:lnTo>
                  <a:lnTo>
                    <a:pt x="8537" y="235471"/>
                  </a:lnTo>
                  <a:lnTo>
                    <a:pt x="11382" y="186865"/>
                  </a:lnTo>
                  <a:lnTo>
                    <a:pt x="14224" y="174705"/>
                  </a:lnTo>
                  <a:lnTo>
                    <a:pt x="22765" y="166595"/>
                  </a:lnTo>
                  <a:lnTo>
                    <a:pt x="39836" y="174705"/>
                  </a:lnTo>
                  <a:lnTo>
                    <a:pt x="88216" y="190918"/>
                  </a:lnTo>
                  <a:lnTo>
                    <a:pt x="99596" y="186865"/>
                  </a:lnTo>
                  <a:lnTo>
                    <a:pt x="105287" y="178761"/>
                  </a:lnTo>
                  <a:lnTo>
                    <a:pt x="99596" y="174705"/>
                  </a:lnTo>
                  <a:lnTo>
                    <a:pt x="71142" y="134145"/>
                  </a:lnTo>
                  <a:lnTo>
                    <a:pt x="59756" y="101666"/>
                  </a:lnTo>
                  <a:lnTo>
                    <a:pt x="62601" y="85416"/>
                  </a:lnTo>
                  <a:lnTo>
                    <a:pt x="73984" y="69160"/>
                  </a:lnTo>
                  <a:lnTo>
                    <a:pt x="99596" y="36629"/>
                  </a:lnTo>
                  <a:lnTo>
                    <a:pt x="125207" y="4071"/>
                  </a:lnTo>
                  <a:lnTo>
                    <a:pt x="139435" y="0"/>
                  </a:lnTo>
                  <a:lnTo>
                    <a:pt x="152241" y="50865"/>
                  </a:lnTo>
                  <a:lnTo>
                    <a:pt x="165047" y="101666"/>
                  </a:lnTo>
                  <a:lnTo>
                    <a:pt x="162201" y="109785"/>
                  </a:lnTo>
                  <a:lnTo>
                    <a:pt x="170738" y="150372"/>
                  </a:lnTo>
                  <a:lnTo>
                    <a:pt x="179275" y="190917"/>
                  </a:lnTo>
                  <a:lnTo>
                    <a:pt x="187813" y="231421"/>
                  </a:lnTo>
                  <a:lnTo>
                    <a:pt x="196350" y="271884"/>
                  </a:lnTo>
                  <a:lnTo>
                    <a:pt x="204887" y="312307"/>
                  </a:lnTo>
                  <a:lnTo>
                    <a:pt x="213424" y="352688"/>
                  </a:lnTo>
                  <a:lnTo>
                    <a:pt x="230498" y="352688"/>
                  </a:lnTo>
                  <a:lnTo>
                    <a:pt x="230498" y="344615"/>
                  </a:lnTo>
                  <a:lnTo>
                    <a:pt x="267492" y="336540"/>
                  </a:lnTo>
                  <a:lnTo>
                    <a:pt x="278871" y="380931"/>
                  </a:lnTo>
                  <a:lnTo>
                    <a:pt x="335789" y="376898"/>
                  </a:lnTo>
                  <a:lnTo>
                    <a:pt x="343378" y="418557"/>
                  </a:lnTo>
                  <a:lnTo>
                    <a:pt x="350967" y="460174"/>
                  </a:lnTo>
                  <a:lnTo>
                    <a:pt x="358555" y="501747"/>
                  </a:lnTo>
                  <a:lnTo>
                    <a:pt x="344323" y="505768"/>
                  </a:lnTo>
                  <a:lnTo>
                    <a:pt x="344323" y="533904"/>
                  </a:lnTo>
                  <a:lnTo>
                    <a:pt x="341477" y="533904"/>
                  </a:lnTo>
                  <a:lnTo>
                    <a:pt x="341477" y="541939"/>
                  </a:lnTo>
                  <a:lnTo>
                    <a:pt x="347168" y="541939"/>
                  </a:lnTo>
                  <a:lnTo>
                    <a:pt x="350014" y="562020"/>
                  </a:lnTo>
                  <a:lnTo>
                    <a:pt x="395546" y="558002"/>
                  </a:lnTo>
                  <a:lnTo>
                    <a:pt x="398391" y="582091"/>
                  </a:lnTo>
                  <a:lnTo>
                    <a:pt x="395546" y="582091"/>
                  </a:lnTo>
                  <a:lnTo>
                    <a:pt x="398391" y="594129"/>
                  </a:lnTo>
                  <a:lnTo>
                    <a:pt x="406928" y="594129"/>
                  </a:lnTo>
                  <a:lnTo>
                    <a:pt x="415465" y="630219"/>
                  </a:lnTo>
                  <a:lnTo>
                    <a:pt x="406928" y="634227"/>
                  </a:lnTo>
                  <a:lnTo>
                    <a:pt x="421153" y="686298"/>
                  </a:lnTo>
                  <a:lnTo>
                    <a:pt x="432540" y="686298"/>
                  </a:lnTo>
                  <a:lnTo>
                    <a:pt x="452460" y="742300"/>
                  </a:lnTo>
                  <a:lnTo>
                    <a:pt x="452460" y="758286"/>
                  </a:lnTo>
                  <a:lnTo>
                    <a:pt x="432540" y="762279"/>
                  </a:lnTo>
                  <a:lnTo>
                    <a:pt x="404083" y="758286"/>
                  </a:lnTo>
                  <a:lnTo>
                    <a:pt x="384163" y="782254"/>
                  </a:lnTo>
                  <a:lnTo>
                    <a:pt x="378471" y="790237"/>
                  </a:lnTo>
                  <a:lnTo>
                    <a:pt x="378471" y="798224"/>
                  </a:lnTo>
                  <a:lnTo>
                    <a:pt x="395546" y="806204"/>
                  </a:lnTo>
                  <a:lnTo>
                    <a:pt x="392700" y="826155"/>
                  </a:lnTo>
                  <a:close/>
                </a:path>
              </a:pathLst>
            </a:custGeom>
            <a:solidFill>
              <a:srgbClr val="95ACD4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" name="pg8"/>
            <p:cNvSpPr/>
            <p:nvPr/>
          </p:nvSpPr>
          <p:spPr>
            <a:xfrm>
              <a:off x="4683307" y="3681852"/>
              <a:ext cx="429694" cy="701320"/>
            </a:xfrm>
            <a:custGeom>
              <a:avLst/>
              <a:gdLst/>
              <a:ahLst/>
              <a:cxnLst/>
              <a:rect l="0" t="0" r="0" b="0"/>
              <a:pathLst>
                <a:path w="429694" h="701320">
                  <a:moveTo>
                    <a:pt x="14224" y="398240"/>
                  </a:moveTo>
                  <a:lnTo>
                    <a:pt x="42681" y="398240"/>
                  </a:lnTo>
                  <a:lnTo>
                    <a:pt x="42681" y="414249"/>
                  </a:lnTo>
                  <a:lnTo>
                    <a:pt x="56910" y="414249"/>
                  </a:lnTo>
                  <a:lnTo>
                    <a:pt x="62601" y="390234"/>
                  </a:lnTo>
                  <a:lnTo>
                    <a:pt x="85367" y="374216"/>
                  </a:lnTo>
                  <a:lnTo>
                    <a:pt x="108129" y="382225"/>
                  </a:lnTo>
                  <a:lnTo>
                    <a:pt x="122361" y="354187"/>
                  </a:lnTo>
                  <a:lnTo>
                    <a:pt x="199192" y="342161"/>
                  </a:lnTo>
                  <a:lnTo>
                    <a:pt x="193501" y="294032"/>
                  </a:lnTo>
                  <a:lnTo>
                    <a:pt x="187811" y="245845"/>
                  </a:lnTo>
                  <a:lnTo>
                    <a:pt x="182121" y="197601"/>
                  </a:lnTo>
                  <a:lnTo>
                    <a:pt x="239032" y="181509"/>
                  </a:lnTo>
                  <a:lnTo>
                    <a:pt x="227652" y="121097"/>
                  </a:lnTo>
                  <a:lnTo>
                    <a:pt x="287409" y="100939"/>
                  </a:lnTo>
                  <a:lnTo>
                    <a:pt x="278871" y="32328"/>
                  </a:lnTo>
                  <a:lnTo>
                    <a:pt x="331517" y="16167"/>
                  </a:lnTo>
                  <a:lnTo>
                    <a:pt x="384163" y="0"/>
                  </a:lnTo>
                  <a:lnTo>
                    <a:pt x="390992" y="41213"/>
                  </a:lnTo>
                  <a:lnTo>
                    <a:pt x="397821" y="82384"/>
                  </a:lnTo>
                  <a:lnTo>
                    <a:pt x="404650" y="123514"/>
                  </a:lnTo>
                  <a:lnTo>
                    <a:pt x="411478" y="164601"/>
                  </a:lnTo>
                  <a:lnTo>
                    <a:pt x="418307" y="205646"/>
                  </a:lnTo>
                  <a:lnTo>
                    <a:pt x="372780" y="221731"/>
                  </a:lnTo>
                  <a:lnTo>
                    <a:pt x="379182" y="266934"/>
                  </a:lnTo>
                  <a:lnTo>
                    <a:pt x="385584" y="312088"/>
                  </a:lnTo>
                  <a:lnTo>
                    <a:pt x="391986" y="357190"/>
                  </a:lnTo>
                  <a:lnTo>
                    <a:pt x="398387" y="402243"/>
                  </a:lnTo>
                  <a:lnTo>
                    <a:pt x="412620" y="402243"/>
                  </a:lnTo>
                  <a:lnTo>
                    <a:pt x="423999" y="462236"/>
                  </a:lnTo>
                  <a:lnTo>
                    <a:pt x="418307" y="466232"/>
                  </a:lnTo>
                  <a:lnTo>
                    <a:pt x="429694" y="538097"/>
                  </a:lnTo>
                  <a:lnTo>
                    <a:pt x="421153" y="538097"/>
                  </a:lnTo>
                  <a:lnTo>
                    <a:pt x="415462" y="554050"/>
                  </a:lnTo>
                  <a:lnTo>
                    <a:pt x="423999" y="597890"/>
                  </a:lnTo>
                  <a:lnTo>
                    <a:pt x="398387" y="605855"/>
                  </a:lnTo>
                  <a:lnTo>
                    <a:pt x="398387" y="629740"/>
                  </a:lnTo>
                  <a:lnTo>
                    <a:pt x="381317" y="645658"/>
                  </a:lnTo>
                  <a:lnTo>
                    <a:pt x="378467" y="625763"/>
                  </a:lnTo>
                  <a:lnTo>
                    <a:pt x="381317" y="601870"/>
                  </a:lnTo>
                  <a:lnTo>
                    <a:pt x="358551" y="581954"/>
                  </a:lnTo>
                  <a:lnTo>
                    <a:pt x="369934" y="566011"/>
                  </a:lnTo>
                  <a:lnTo>
                    <a:pt x="358551" y="550063"/>
                  </a:lnTo>
                  <a:lnTo>
                    <a:pt x="338631" y="558038"/>
                  </a:lnTo>
                  <a:lnTo>
                    <a:pt x="327248" y="538097"/>
                  </a:lnTo>
                  <a:lnTo>
                    <a:pt x="321557" y="522137"/>
                  </a:lnTo>
                  <a:lnTo>
                    <a:pt x="307329" y="522137"/>
                  </a:lnTo>
                  <a:lnTo>
                    <a:pt x="301637" y="534108"/>
                  </a:lnTo>
                  <a:lnTo>
                    <a:pt x="301637" y="550063"/>
                  </a:lnTo>
                  <a:lnTo>
                    <a:pt x="293100" y="558038"/>
                  </a:lnTo>
                  <a:lnTo>
                    <a:pt x="284563" y="550063"/>
                  </a:lnTo>
                  <a:lnTo>
                    <a:pt x="276026" y="534108"/>
                  </a:lnTo>
                  <a:lnTo>
                    <a:pt x="267489" y="526131"/>
                  </a:lnTo>
                  <a:lnTo>
                    <a:pt x="264643" y="534108"/>
                  </a:lnTo>
                  <a:lnTo>
                    <a:pt x="267489" y="554050"/>
                  </a:lnTo>
                  <a:lnTo>
                    <a:pt x="247572" y="573983"/>
                  </a:lnTo>
                  <a:lnTo>
                    <a:pt x="236186" y="573983"/>
                  </a:lnTo>
                  <a:lnTo>
                    <a:pt x="219112" y="593906"/>
                  </a:lnTo>
                  <a:lnTo>
                    <a:pt x="210574" y="593906"/>
                  </a:lnTo>
                  <a:lnTo>
                    <a:pt x="199192" y="585935"/>
                  </a:lnTo>
                  <a:lnTo>
                    <a:pt x="196346" y="577969"/>
                  </a:lnTo>
                  <a:lnTo>
                    <a:pt x="207732" y="558038"/>
                  </a:lnTo>
                  <a:lnTo>
                    <a:pt x="196346" y="538097"/>
                  </a:lnTo>
                  <a:lnTo>
                    <a:pt x="184967" y="546074"/>
                  </a:lnTo>
                  <a:lnTo>
                    <a:pt x="182121" y="573983"/>
                  </a:lnTo>
                  <a:lnTo>
                    <a:pt x="165047" y="589922"/>
                  </a:lnTo>
                  <a:lnTo>
                    <a:pt x="153660" y="597890"/>
                  </a:lnTo>
                  <a:lnTo>
                    <a:pt x="145127" y="601870"/>
                  </a:lnTo>
                  <a:lnTo>
                    <a:pt x="128053" y="605855"/>
                  </a:lnTo>
                  <a:lnTo>
                    <a:pt x="136590" y="625763"/>
                  </a:lnTo>
                  <a:lnTo>
                    <a:pt x="128053" y="645658"/>
                  </a:lnTo>
                  <a:lnTo>
                    <a:pt x="130895" y="661569"/>
                  </a:lnTo>
                  <a:lnTo>
                    <a:pt x="142281" y="673498"/>
                  </a:lnTo>
                  <a:lnTo>
                    <a:pt x="153660" y="681449"/>
                  </a:lnTo>
                  <a:lnTo>
                    <a:pt x="145127" y="701320"/>
                  </a:lnTo>
                  <a:lnTo>
                    <a:pt x="130895" y="701320"/>
                  </a:lnTo>
                  <a:lnTo>
                    <a:pt x="99596" y="685424"/>
                  </a:lnTo>
                  <a:lnTo>
                    <a:pt x="93904" y="697346"/>
                  </a:lnTo>
                  <a:lnTo>
                    <a:pt x="82521" y="697346"/>
                  </a:lnTo>
                  <a:lnTo>
                    <a:pt x="73984" y="665546"/>
                  </a:lnTo>
                  <a:lnTo>
                    <a:pt x="59756" y="661569"/>
                  </a:lnTo>
                  <a:lnTo>
                    <a:pt x="42681" y="657592"/>
                  </a:lnTo>
                  <a:lnTo>
                    <a:pt x="14224" y="657592"/>
                  </a:lnTo>
                  <a:lnTo>
                    <a:pt x="5687" y="649636"/>
                  </a:lnTo>
                  <a:lnTo>
                    <a:pt x="5687" y="637702"/>
                  </a:lnTo>
                  <a:lnTo>
                    <a:pt x="14224" y="633720"/>
                  </a:lnTo>
                  <a:lnTo>
                    <a:pt x="28453" y="633720"/>
                  </a:lnTo>
                  <a:lnTo>
                    <a:pt x="25611" y="613817"/>
                  </a:lnTo>
                  <a:lnTo>
                    <a:pt x="34144" y="601870"/>
                  </a:lnTo>
                  <a:lnTo>
                    <a:pt x="48373" y="605855"/>
                  </a:lnTo>
                  <a:lnTo>
                    <a:pt x="73984" y="613817"/>
                  </a:lnTo>
                  <a:lnTo>
                    <a:pt x="73984" y="605855"/>
                  </a:lnTo>
                  <a:lnTo>
                    <a:pt x="62601" y="593906"/>
                  </a:lnTo>
                  <a:lnTo>
                    <a:pt x="65447" y="577969"/>
                  </a:lnTo>
                  <a:lnTo>
                    <a:pt x="54064" y="573983"/>
                  </a:lnTo>
                  <a:lnTo>
                    <a:pt x="39836" y="573983"/>
                  </a:lnTo>
                  <a:lnTo>
                    <a:pt x="25611" y="593906"/>
                  </a:lnTo>
                  <a:lnTo>
                    <a:pt x="14224" y="589922"/>
                  </a:lnTo>
                  <a:lnTo>
                    <a:pt x="19916" y="573983"/>
                  </a:lnTo>
                  <a:lnTo>
                    <a:pt x="36990" y="538097"/>
                  </a:lnTo>
                  <a:lnTo>
                    <a:pt x="36990" y="514155"/>
                  </a:lnTo>
                  <a:lnTo>
                    <a:pt x="28453" y="494196"/>
                  </a:lnTo>
                  <a:lnTo>
                    <a:pt x="22765" y="486206"/>
                  </a:lnTo>
                  <a:lnTo>
                    <a:pt x="14224" y="466232"/>
                  </a:lnTo>
                  <a:lnTo>
                    <a:pt x="2845" y="454242"/>
                  </a:lnTo>
                  <a:lnTo>
                    <a:pt x="0" y="446246"/>
                  </a:lnTo>
                  <a:lnTo>
                    <a:pt x="2845" y="434250"/>
                  </a:lnTo>
                  <a:lnTo>
                    <a:pt x="5687" y="418250"/>
                  </a:lnTo>
                  <a:lnTo>
                    <a:pt x="11379" y="406245"/>
                  </a:lnTo>
                  <a:close/>
                </a:path>
              </a:pathLst>
            </a:custGeom>
            <a:solidFill>
              <a:srgbClr val="ADD8E6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" name="pg9"/>
            <p:cNvSpPr/>
            <p:nvPr/>
          </p:nvSpPr>
          <p:spPr>
            <a:xfrm>
              <a:off x="4054417" y="4056069"/>
              <a:ext cx="367088" cy="422347"/>
            </a:xfrm>
            <a:custGeom>
              <a:avLst/>
              <a:gdLst/>
              <a:ahLst/>
              <a:cxnLst/>
              <a:rect l="0" t="0" r="0" b="0"/>
              <a:pathLst>
                <a:path w="367088" h="422347">
                  <a:moveTo>
                    <a:pt x="0" y="167870"/>
                  </a:moveTo>
                  <a:lnTo>
                    <a:pt x="34144" y="163881"/>
                  </a:lnTo>
                  <a:lnTo>
                    <a:pt x="36990" y="143930"/>
                  </a:lnTo>
                  <a:lnTo>
                    <a:pt x="19916" y="135950"/>
                  </a:lnTo>
                  <a:lnTo>
                    <a:pt x="19916" y="127963"/>
                  </a:lnTo>
                  <a:lnTo>
                    <a:pt x="25607" y="119980"/>
                  </a:lnTo>
                  <a:lnTo>
                    <a:pt x="45527" y="96012"/>
                  </a:lnTo>
                  <a:lnTo>
                    <a:pt x="73984" y="100005"/>
                  </a:lnTo>
                  <a:lnTo>
                    <a:pt x="93904" y="96012"/>
                  </a:lnTo>
                  <a:lnTo>
                    <a:pt x="93904" y="80026"/>
                  </a:lnTo>
                  <a:lnTo>
                    <a:pt x="122361" y="68029"/>
                  </a:lnTo>
                  <a:lnTo>
                    <a:pt x="139435" y="72030"/>
                  </a:lnTo>
                  <a:lnTo>
                    <a:pt x="150815" y="80026"/>
                  </a:lnTo>
                  <a:lnTo>
                    <a:pt x="147969" y="92016"/>
                  </a:lnTo>
                  <a:lnTo>
                    <a:pt x="159355" y="100005"/>
                  </a:lnTo>
                  <a:lnTo>
                    <a:pt x="173580" y="80026"/>
                  </a:lnTo>
                  <a:lnTo>
                    <a:pt x="184963" y="80026"/>
                  </a:lnTo>
                  <a:lnTo>
                    <a:pt x="190654" y="84020"/>
                  </a:lnTo>
                  <a:lnTo>
                    <a:pt x="256106" y="96012"/>
                  </a:lnTo>
                  <a:lnTo>
                    <a:pt x="264643" y="88020"/>
                  </a:lnTo>
                  <a:lnTo>
                    <a:pt x="267489" y="64033"/>
                  </a:lnTo>
                  <a:lnTo>
                    <a:pt x="264643" y="48034"/>
                  </a:lnTo>
                  <a:lnTo>
                    <a:pt x="250414" y="40032"/>
                  </a:lnTo>
                  <a:lnTo>
                    <a:pt x="241877" y="24024"/>
                  </a:lnTo>
                  <a:lnTo>
                    <a:pt x="241877" y="12014"/>
                  </a:lnTo>
                  <a:lnTo>
                    <a:pt x="321557" y="0"/>
                  </a:lnTo>
                  <a:lnTo>
                    <a:pt x="330090" y="8009"/>
                  </a:lnTo>
                  <a:lnTo>
                    <a:pt x="332936" y="28027"/>
                  </a:lnTo>
                  <a:lnTo>
                    <a:pt x="327248" y="48034"/>
                  </a:lnTo>
                  <a:lnTo>
                    <a:pt x="352856" y="52035"/>
                  </a:lnTo>
                  <a:lnTo>
                    <a:pt x="347168" y="111989"/>
                  </a:lnTo>
                  <a:lnTo>
                    <a:pt x="367088" y="119980"/>
                  </a:lnTo>
                  <a:lnTo>
                    <a:pt x="352856" y="175846"/>
                  </a:lnTo>
                  <a:lnTo>
                    <a:pt x="330090" y="175846"/>
                  </a:lnTo>
                  <a:lnTo>
                    <a:pt x="317287" y="215705"/>
                  </a:lnTo>
                  <a:lnTo>
                    <a:pt x="304483" y="255524"/>
                  </a:lnTo>
                  <a:lnTo>
                    <a:pt x="290254" y="311208"/>
                  </a:lnTo>
                  <a:lnTo>
                    <a:pt x="227649" y="303258"/>
                  </a:lnTo>
                  <a:lnTo>
                    <a:pt x="221957" y="335049"/>
                  </a:lnTo>
                  <a:lnTo>
                    <a:pt x="224807" y="374753"/>
                  </a:lnTo>
                  <a:lnTo>
                    <a:pt x="230494" y="410454"/>
                  </a:lnTo>
                  <a:lnTo>
                    <a:pt x="179275" y="402523"/>
                  </a:lnTo>
                  <a:lnTo>
                    <a:pt x="176426" y="390624"/>
                  </a:lnTo>
                  <a:lnTo>
                    <a:pt x="122361" y="378721"/>
                  </a:lnTo>
                  <a:lnTo>
                    <a:pt x="108129" y="422347"/>
                  </a:lnTo>
                  <a:lnTo>
                    <a:pt x="59756" y="410454"/>
                  </a:lnTo>
                  <a:lnTo>
                    <a:pt x="51218" y="406489"/>
                  </a:lnTo>
                  <a:lnTo>
                    <a:pt x="59756" y="370784"/>
                  </a:lnTo>
                  <a:lnTo>
                    <a:pt x="25607" y="354906"/>
                  </a:lnTo>
                  <a:lnTo>
                    <a:pt x="25607" y="291329"/>
                  </a:lnTo>
                  <a:lnTo>
                    <a:pt x="0" y="239601"/>
                  </a:lnTo>
                  <a:lnTo>
                    <a:pt x="14224" y="223673"/>
                  </a:lnTo>
                  <a:close/>
                </a:path>
              </a:pathLst>
            </a:custGeom>
            <a:solidFill>
              <a:srgbClr val="95ACD4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" name="pg10"/>
            <p:cNvSpPr/>
            <p:nvPr/>
          </p:nvSpPr>
          <p:spPr>
            <a:xfrm>
              <a:off x="4384508" y="4303635"/>
              <a:ext cx="207736" cy="305375"/>
            </a:xfrm>
            <a:custGeom>
              <a:avLst/>
              <a:gdLst/>
              <a:ahLst/>
              <a:cxnLst/>
              <a:rect l="0" t="0" r="0" b="0"/>
              <a:pathLst>
                <a:path w="207736" h="305375">
                  <a:moveTo>
                    <a:pt x="17078" y="19899"/>
                  </a:moveTo>
                  <a:lnTo>
                    <a:pt x="28460" y="7958"/>
                  </a:lnTo>
                  <a:lnTo>
                    <a:pt x="51226" y="27854"/>
                  </a:lnTo>
                  <a:lnTo>
                    <a:pt x="91062" y="0"/>
                  </a:lnTo>
                  <a:lnTo>
                    <a:pt x="130902" y="37799"/>
                  </a:lnTo>
                  <a:lnTo>
                    <a:pt x="170742" y="75564"/>
                  </a:lnTo>
                  <a:lnTo>
                    <a:pt x="184971" y="75564"/>
                  </a:lnTo>
                  <a:lnTo>
                    <a:pt x="193508" y="67616"/>
                  </a:lnTo>
                  <a:lnTo>
                    <a:pt x="207736" y="75564"/>
                  </a:lnTo>
                  <a:lnTo>
                    <a:pt x="196353" y="107340"/>
                  </a:lnTo>
                  <a:lnTo>
                    <a:pt x="187816" y="119249"/>
                  </a:lnTo>
                  <a:lnTo>
                    <a:pt x="179279" y="147025"/>
                  </a:lnTo>
                  <a:lnTo>
                    <a:pt x="170742" y="158923"/>
                  </a:lnTo>
                  <a:lnTo>
                    <a:pt x="165051" y="170817"/>
                  </a:lnTo>
                  <a:lnTo>
                    <a:pt x="165051" y="182705"/>
                  </a:lnTo>
                  <a:lnTo>
                    <a:pt x="179279" y="194593"/>
                  </a:lnTo>
                  <a:lnTo>
                    <a:pt x="176433" y="218361"/>
                  </a:lnTo>
                  <a:lnTo>
                    <a:pt x="165051" y="226276"/>
                  </a:lnTo>
                  <a:lnTo>
                    <a:pt x="147976" y="234196"/>
                  </a:lnTo>
                  <a:lnTo>
                    <a:pt x="145131" y="242109"/>
                  </a:lnTo>
                  <a:lnTo>
                    <a:pt x="145131" y="250023"/>
                  </a:lnTo>
                  <a:lnTo>
                    <a:pt x="133748" y="257935"/>
                  </a:lnTo>
                  <a:lnTo>
                    <a:pt x="119523" y="265846"/>
                  </a:lnTo>
                  <a:lnTo>
                    <a:pt x="108136" y="297475"/>
                  </a:lnTo>
                  <a:lnTo>
                    <a:pt x="96757" y="305375"/>
                  </a:lnTo>
                  <a:lnTo>
                    <a:pt x="85371" y="301426"/>
                  </a:lnTo>
                  <a:lnTo>
                    <a:pt x="79679" y="281663"/>
                  </a:lnTo>
                  <a:lnTo>
                    <a:pt x="96757" y="265846"/>
                  </a:lnTo>
                  <a:lnTo>
                    <a:pt x="99603" y="257935"/>
                  </a:lnTo>
                  <a:lnTo>
                    <a:pt x="79679" y="257935"/>
                  </a:lnTo>
                  <a:lnTo>
                    <a:pt x="62605" y="257935"/>
                  </a:lnTo>
                  <a:lnTo>
                    <a:pt x="65451" y="234196"/>
                  </a:lnTo>
                  <a:lnTo>
                    <a:pt x="71142" y="218361"/>
                  </a:lnTo>
                  <a:lnTo>
                    <a:pt x="76837" y="210438"/>
                  </a:lnTo>
                  <a:lnTo>
                    <a:pt x="85371" y="194593"/>
                  </a:lnTo>
                  <a:lnTo>
                    <a:pt x="82525" y="186671"/>
                  </a:lnTo>
                  <a:lnTo>
                    <a:pt x="71142" y="178742"/>
                  </a:lnTo>
                  <a:lnTo>
                    <a:pt x="71142" y="139091"/>
                  </a:lnTo>
                  <a:lnTo>
                    <a:pt x="62605" y="123218"/>
                  </a:lnTo>
                  <a:lnTo>
                    <a:pt x="54072" y="107340"/>
                  </a:lnTo>
                  <a:lnTo>
                    <a:pt x="48377" y="107340"/>
                  </a:lnTo>
                  <a:lnTo>
                    <a:pt x="31306" y="103369"/>
                  </a:lnTo>
                  <a:lnTo>
                    <a:pt x="28460" y="95427"/>
                  </a:lnTo>
                  <a:lnTo>
                    <a:pt x="17078" y="87483"/>
                  </a:lnTo>
                  <a:lnTo>
                    <a:pt x="5695" y="75564"/>
                  </a:lnTo>
                  <a:lnTo>
                    <a:pt x="0" y="63641"/>
                  </a:lnTo>
                  <a:lnTo>
                    <a:pt x="5695" y="43763"/>
                  </a:lnTo>
                  <a:lnTo>
                    <a:pt x="0" y="35809"/>
                  </a:lnTo>
                  <a:lnTo>
                    <a:pt x="2845" y="23875"/>
                  </a:lnTo>
                  <a:close/>
                </a:path>
              </a:pathLst>
            </a:custGeom>
            <a:solidFill>
              <a:srgbClr val="ADD8E6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" name="pg11"/>
            <p:cNvSpPr/>
            <p:nvPr/>
          </p:nvSpPr>
          <p:spPr>
            <a:xfrm>
              <a:off x="4208077" y="4311593"/>
              <a:ext cx="261801" cy="356643"/>
            </a:xfrm>
            <a:custGeom>
              <a:avLst/>
              <a:gdLst/>
              <a:ahLst/>
              <a:cxnLst/>
              <a:rect l="0" t="0" r="0" b="0"/>
              <a:pathLst>
                <a:path w="261801" h="356643">
                  <a:moveTo>
                    <a:pt x="150822" y="0"/>
                  </a:moveTo>
                  <a:lnTo>
                    <a:pt x="193508" y="11941"/>
                  </a:lnTo>
                  <a:lnTo>
                    <a:pt x="179275" y="15917"/>
                  </a:lnTo>
                  <a:lnTo>
                    <a:pt x="176430" y="27851"/>
                  </a:lnTo>
                  <a:lnTo>
                    <a:pt x="182125" y="35805"/>
                  </a:lnTo>
                  <a:lnTo>
                    <a:pt x="176430" y="55683"/>
                  </a:lnTo>
                  <a:lnTo>
                    <a:pt x="182125" y="67605"/>
                  </a:lnTo>
                  <a:lnTo>
                    <a:pt x="193508" y="79524"/>
                  </a:lnTo>
                  <a:lnTo>
                    <a:pt x="204891" y="87468"/>
                  </a:lnTo>
                  <a:lnTo>
                    <a:pt x="207736" y="95411"/>
                  </a:lnTo>
                  <a:lnTo>
                    <a:pt x="224807" y="99381"/>
                  </a:lnTo>
                  <a:lnTo>
                    <a:pt x="230502" y="99381"/>
                  </a:lnTo>
                  <a:lnTo>
                    <a:pt x="239035" y="115260"/>
                  </a:lnTo>
                  <a:lnTo>
                    <a:pt x="247572" y="131132"/>
                  </a:lnTo>
                  <a:lnTo>
                    <a:pt x="247572" y="170784"/>
                  </a:lnTo>
                  <a:lnTo>
                    <a:pt x="258955" y="178713"/>
                  </a:lnTo>
                  <a:lnTo>
                    <a:pt x="261801" y="186635"/>
                  </a:lnTo>
                  <a:lnTo>
                    <a:pt x="253268" y="202479"/>
                  </a:lnTo>
                  <a:lnTo>
                    <a:pt x="247572" y="210402"/>
                  </a:lnTo>
                  <a:lnTo>
                    <a:pt x="241881" y="226238"/>
                  </a:lnTo>
                  <a:lnTo>
                    <a:pt x="239035" y="249977"/>
                  </a:lnTo>
                  <a:lnTo>
                    <a:pt x="224807" y="265797"/>
                  </a:lnTo>
                  <a:lnTo>
                    <a:pt x="219115" y="265797"/>
                  </a:lnTo>
                  <a:lnTo>
                    <a:pt x="207736" y="257888"/>
                  </a:lnTo>
                  <a:lnTo>
                    <a:pt x="216270" y="230193"/>
                  </a:lnTo>
                  <a:lnTo>
                    <a:pt x="213428" y="218318"/>
                  </a:lnTo>
                  <a:lnTo>
                    <a:pt x="204891" y="218318"/>
                  </a:lnTo>
                  <a:lnTo>
                    <a:pt x="196350" y="226238"/>
                  </a:lnTo>
                  <a:lnTo>
                    <a:pt x="190662" y="253933"/>
                  </a:lnTo>
                  <a:lnTo>
                    <a:pt x="176430" y="257888"/>
                  </a:lnTo>
                  <a:lnTo>
                    <a:pt x="170742" y="305321"/>
                  </a:lnTo>
                  <a:lnTo>
                    <a:pt x="167896" y="309271"/>
                  </a:lnTo>
                  <a:lnTo>
                    <a:pt x="153664" y="321120"/>
                  </a:lnTo>
                  <a:lnTo>
                    <a:pt x="147976" y="348751"/>
                  </a:lnTo>
                  <a:lnTo>
                    <a:pt x="142285" y="352700"/>
                  </a:lnTo>
                  <a:lnTo>
                    <a:pt x="133744" y="348751"/>
                  </a:lnTo>
                  <a:lnTo>
                    <a:pt x="130902" y="321120"/>
                  </a:lnTo>
                  <a:lnTo>
                    <a:pt x="96754" y="297417"/>
                  </a:lnTo>
                  <a:lnTo>
                    <a:pt x="99599" y="344804"/>
                  </a:lnTo>
                  <a:lnTo>
                    <a:pt x="91062" y="356643"/>
                  </a:lnTo>
                  <a:lnTo>
                    <a:pt x="76834" y="356643"/>
                  </a:lnTo>
                  <a:lnTo>
                    <a:pt x="62605" y="344804"/>
                  </a:lnTo>
                  <a:lnTo>
                    <a:pt x="54068" y="329015"/>
                  </a:lnTo>
                  <a:lnTo>
                    <a:pt x="36994" y="325069"/>
                  </a:lnTo>
                  <a:lnTo>
                    <a:pt x="28460" y="325069"/>
                  </a:lnTo>
                  <a:lnTo>
                    <a:pt x="42685" y="277658"/>
                  </a:lnTo>
                  <a:lnTo>
                    <a:pt x="54068" y="242065"/>
                  </a:lnTo>
                  <a:lnTo>
                    <a:pt x="45531" y="234151"/>
                  </a:lnTo>
                  <a:lnTo>
                    <a:pt x="25615" y="230193"/>
                  </a:lnTo>
                  <a:lnTo>
                    <a:pt x="0" y="226238"/>
                  </a:lnTo>
                  <a:lnTo>
                    <a:pt x="8540" y="214359"/>
                  </a:lnTo>
                  <a:lnTo>
                    <a:pt x="14228" y="190596"/>
                  </a:lnTo>
                  <a:lnTo>
                    <a:pt x="25615" y="146999"/>
                  </a:lnTo>
                  <a:lnTo>
                    <a:pt x="76834" y="154929"/>
                  </a:lnTo>
                  <a:lnTo>
                    <a:pt x="71146" y="119229"/>
                  </a:lnTo>
                  <a:lnTo>
                    <a:pt x="68297" y="79524"/>
                  </a:lnTo>
                  <a:lnTo>
                    <a:pt x="73988" y="47733"/>
                  </a:lnTo>
                  <a:lnTo>
                    <a:pt x="136594" y="55683"/>
                  </a:lnTo>
                  <a:close/>
                </a:path>
              </a:pathLst>
            </a:custGeom>
            <a:solidFill>
              <a:srgbClr val="ADD8E6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" name="pg12"/>
            <p:cNvSpPr/>
            <p:nvPr/>
          </p:nvSpPr>
          <p:spPr>
            <a:xfrm>
              <a:off x="3579187" y="3613070"/>
              <a:ext cx="418311" cy="1090660"/>
            </a:xfrm>
            <a:custGeom>
              <a:avLst/>
              <a:gdLst/>
              <a:ahLst/>
              <a:cxnLst/>
              <a:rect l="0" t="0" r="0" b="0"/>
              <a:pathLst>
                <a:path w="418311" h="1090660">
                  <a:moveTo>
                    <a:pt x="0" y="28337"/>
                  </a:moveTo>
                  <a:lnTo>
                    <a:pt x="17074" y="24290"/>
                  </a:lnTo>
                  <a:lnTo>
                    <a:pt x="31302" y="4049"/>
                  </a:lnTo>
                  <a:lnTo>
                    <a:pt x="51222" y="0"/>
                  </a:lnTo>
                  <a:lnTo>
                    <a:pt x="68297" y="4049"/>
                  </a:lnTo>
                  <a:lnTo>
                    <a:pt x="76834" y="24290"/>
                  </a:lnTo>
                  <a:lnTo>
                    <a:pt x="85371" y="60698"/>
                  </a:lnTo>
                  <a:lnTo>
                    <a:pt x="99599" y="68781"/>
                  </a:lnTo>
                  <a:lnTo>
                    <a:pt x="116674" y="64739"/>
                  </a:lnTo>
                  <a:lnTo>
                    <a:pt x="124499" y="106159"/>
                  </a:lnTo>
                  <a:lnTo>
                    <a:pt x="132325" y="147536"/>
                  </a:lnTo>
                  <a:lnTo>
                    <a:pt x="140151" y="188871"/>
                  </a:lnTo>
                  <a:lnTo>
                    <a:pt x="147976" y="230164"/>
                  </a:lnTo>
                  <a:lnTo>
                    <a:pt x="133744" y="234190"/>
                  </a:lnTo>
                  <a:lnTo>
                    <a:pt x="128056" y="242239"/>
                  </a:lnTo>
                  <a:lnTo>
                    <a:pt x="128056" y="250291"/>
                  </a:lnTo>
                  <a:lnTo>
                    <a:pt x="139439" y="306591"/>
                  </a:lnTo>
                  <a:lnTo>
                    <a:pt x="147976" y="306591"/>
                  </a:lnTo>
                  <a:lnTo>
                    <a:pt x="153664" y="338726"/>
                  </a:lnTo>
                  <a:lnTo>
                    <a:pt x="155087" y="384880"/>
                  </a:lnTo>
                  <a:lnTo>
                    <a:pt x="156510" y="430980"/>
                  </a:lnTo>
                  <a:lnTo>
                    <a:pt x="224807" y="402925"/>
                  </a:lnTo>
                  <a:lnTo>
                    <a:pt x="247572" y="455012"/>
                  </a:lnTo>
                  <a:lnTo>
                    <a:pt x="270338" y="507031"/>
                  </a:lnTo>
                  <a:lnTo>
                    <a:pt x="261801" y="523024"/>
                  </a:lnTo>
                  <a:lnTo>
                    <a:pt x="305435" y="532350"/>
                  </a:lnTo>
                  <a:lnTo>
                    <a:pt x="349069" y="541674"/>
                  </a:lnTo>
                  <a:lnTo>
                    <a:pt x="392704" y="550996"/>
                  </a:lnTo>
                  <a:lnTo>
                    <a:pt x="381317" y="566971"/>
                  </a:lnTo>
                  <a:lnTo>
                    <a:pt x="384166" y="566971"/>
                  </a:lnTo>
                  <a:lnTo>
                    <a:pt x="395546" y="582937"/>
                  </a:lnTo>
                  <a:lnTo>
                    <a:pt x="401237" y="582937"/>
                  </a:lnTo>
                  <a:lnTo>
                    <a:pt x="418311" y="622832"/>
                  </a:lnTo>
                  <a:lnTo>
                    <a:pt x="401237" y="642765"/>
                  </a:lnTo>
                  <a:lnTo>
                    <a:pt x="401237" y="658704"/>
                  </a:lnTo>
                  <a:lnTo>
                    <a:pt x="395546" y="662688"/>
                  </a:lnTo>
                  <a:lnTo>
                    <a:pt x="401237" y="698522"/>
                  </a:lnTo>
                  <a:lnTo>
                    <a:pt x="388431" y="746256"/>
                  </a:lnTo>
                  <a:lnTo>
                    <a:pt x="375626" y="793933"/>
                  </a:lnTo>
                  <a:lnTo>
                    <a:pt x="369938" y="793933"/>
                  </a:lnTo>
                  <a:lnTo>
                    <a:pt x="344327" y="828332"/>
                  </a:lnTo>
                  <a:lnTo>
                    <a:pt x="318715" y="862701"/>
                  </a:lnTo>
                  <a:lnTo>
                    <a:pt x="293104" y="897042"/>
                  </a:lnTo>
                  <a:lnTo>
                    <a:pt x="281721" y="861381"/>
                  </a:lnTo>
                  <a:lnTo>
                    <a:pt x="258955" y="833622"/>
                  </a:lnTo>
                  <a:lnTo>
                    <a:pt x="247572" y="833622"/>
                  </a:lnTo>
                  <a:lnTo>
                    <a:pt x="239035" y="829655"/>
                  </a:lnTo>
                  <a:lnTo>
                    <a:pt x="230502" y="833622"/>
                  </a:lnTo>
                  <a:lnTo>
                    <a:pt x="224807" y="825685"/>
                  </a:lnTo>
                  <a:lnTo>
                    <a:pt x="190658" y="845521"/>
                  </a:lnTo>
                  <a:lnTo>
                    <a:pt x="187816" y="845521"/>
                  </a:lnTo>
                  <a:lnTo>
                    <a:pt x="125211" y="885157"/>
                  </a:lnTo>
                  <a:lnTo>
                    <a:pt x="108133" y="885157"/>
                  </a:lnTo>
                  <a:lnTo>
                    <a:pt x="102445" y="889119"/>
                  </a:lnTo>
                  <a:lnTo>
                    <a:pt x="108133" y="897042"/>
                  </a:lnTo>
                  <a:lnTo>
                    <a:pt x="108133" y="904962"/>
                  </a:lnTo>
                  <a:lnTo>
                    <a:pt x="139439" y="916841"/>
                  </a:lnTo>
                  <a:lnTo>
                    <a:pt x="179275" y="964320"/>
                  </a:lnTo>
                  <a:lnTo>
                    <a:pt x="170738" y="972228"/>
                  </a:lnTo>
                  <a:lnTo>
                    <a:pt x="173584" y="976181"/>
                  </a:lnTo>
                  <a:lnTo>
                    <a:pt x="156510" y="1003844"/>
                  </a:lnTo>
                  <a:lnTo>
                    <a:pt x="167896" y="1015691"/>
                  </a:lnTo>
                  <a:lnTo>
                    <a:pt x="139439" y="1031485"/>
                  </a:lnTo>
                  <a:lnTo>
                    <a:pt x="139439" y="1043327"/>
                  </a:lnTo>
                  <a:lnTo>
                    <a:pt x="136594" y="1055166"/>
                  </a:lnTo>
                  <a:lnTo>
                    <a:pt x="145131" y="1082775"/>
                  </a:lnTo>
                  <a:lnTo>
                    <a:pt x="125211" y="1074889"/>
                  </a:lnTo>
                  <a:lnTo>
                    <a:pt x="108133" y="1074889"/>
                  </a:lnTo>
                  <a:lnTo>
                    <a:pt x="76834" y="1082775"/>
                  </a:lnTo>
                  <a:lnTo>
                    <a:pt x="51222" y="1090660"/>
                  </a:lnTo>
                  <a:lnTo>
                    <a:pt x="48377" y="1047274"/>
                  </a:lnTo>
                  <a:lnTo>
                    <a:pt x="45531" y="1003843"/>
                  </a:lnTo>
                  <a:lnTo>
                    <a:pt x="42685" y="960365"/>
                  </a:lnTo>
                  <a:lnTo>
                    <a:pt x="39839" y="916841"/>
                  </a:lnTo>
                  <a:lnTo>
                    <a:pt x="36994" y="873271"/>
                  </a:lnTo>
                  <a:lnTo>
                    <a:pt x="34148" y="829654"/>
                  </a:lnTo>
                  <a:lnTo>
                    <a:pt x="31302" y="785990"/>
                  </a:lnTo>
                  <a:lnTo>
                    <a:pt x="28457" y="742280"/>
                  </a:lnTo>
                  <a:lnTo>
                    <a:pt x="26783" y="700630"/>
                  </a:lnTo>
                  <a:lnTo>
                    <a:pt x="25109" y="658938"/>
                  </a:lnTo>
                  <a:lnTo>
                    <a:pt x="23435" y="617202"/>
                  </a:lnTo>
                  <a:lnTo>
                    <a:pt x="21761" y="575424"/>
                  </a:lnTo>
                  <a:lnTo>
                    <a:pt x="20087" y="533602"/>
                  </a:lnTo>
                  <a:lnTo>
                    <a:pt x="18413" y="491738"/>
                  </a:lnTo>
                  <a:lnTo>
                    <a:pt x="16739" y="449830"/>
                  </a:lnTo>
                  <a:lnTo>
                    <a:pt x="15065" y="407878"/>
                  </a:lnTo>
                  <a:lnTo>
                    <a:pt x="13391" y="365883"/>
                  </a:lnTo>
                  <a:lnTo>
                    <a:pt x="11717" y="323845"/>
                  </a:lnTo>
                  <a:lnTo>
                    <a:pt x="10043" y="281762"/>
                  </a:lnTo>
                  <a:lnTo>
                    <a:pt x="8369" y="239635"/>
                  </a:lnTo>
                  <a:lnTo>
                    <a:pt x="6695" y="197464"/>
                  </a:lnTo>
                  <a:lnTo>
                    <a:pt x="5021" y="155249"/>
                  </a:lnTo>
                  <a:lnTo>
                    <a:pt x="3347" y="112990"/>
                  </a:lnTo>
                  <a:lnTo>
                    <a:pt x="1673" y="70686"/>
                  </a:lnTo>
                  <a:close/>
                </a:path>
              </a:pathLst>
            </a:custGeom>
            <a:solidFill>
              <a:srgbClr val="7C82C2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" name="pg13"/>
            <p:cNvSpPr/>
            <p:nvPr/>
          </p:nvSpPr>
          <p:spPr>
            <a:xfrm>
              <a:off x="4435734" y="2873257"/>
              <a:ext cx="685800" cy="1230846"/>
            </a:xfrm>
            <a:custGeom>
              <a:avLst/>
              <a:gdLst/>
              <a:ahLst/>
              <a:cxnLst/>
              <a:rect l="0" t="0" r="0" b="0"/>
              <a:pathLst>
                <a:path w="685800" h="1230846">
                  <a:moveTo>
                    <a:pt x="261797" y="1206835"/>
                  </a:moveTo>
                  <a:lnTo>
                    <a:pt x="253260" y="1194825"/>
                  </a:lnTo>
                  <a:lnTo>
                    <a:pt x="236186" y="1202832"/>
                  </a:lnTo>
                  <a:lnTo>
                    <a:pt x="185913" y="1212172"/>
                  </a:lnTo>
                  <a:lnTo>
                    <a:pt x="135640" y="1221510"/>
                  </a:lnTo>
                  <a:lnTo>
                    <a:pt x="85367" y="1230846"/>
                  </a:lnTo>
                  <a:lnTo>
                    <a:pt x="71138" y="1174800"/>
                  </a:lnTo>
                  <a:lnTo>
                    <a:pt x="39836" y="1182811"/>
                  </a:lnTo>
                  <a:lnTo>
                    <a:pt x="33196" y="1140735"/>
                  </a:lnTo>
                  <a:lnTo>
                    <a:pt x="26557" y="1098614"/>
                  </a:lnTo>
                  <a:lnTo>
                    <a:pt x="19918" y="1056450"/>
                  </a:lnTo>
                  <a:lnTo>
                    <a:pt x="13278" y="1014242"/>
                  </a:lnTo>
                  <a:lnTo>
                    <a:pt x="6639" y="971989"/>
                  </a:lnTo>
                  <a:lnTo>
                    <a:pt x="0" y="929692"/>
                  </a:lnTo>
                  <a:lnTo>
                    <a:pt x="39838" y="920958"/>
                  </a:lnTo>
                  <a:lnTo>
                    <a:pt x="79677" y="912223"/>
                  </a:lnTo>
                  <a:lnTo>
                    <a:pt x="119516" y="903485"/>
                  </a:lnTo>
                  <a:lnTo>
                    <a:pt x="159354" y="894746"/>
                  </a:lnTo>
                  <a:lnTo>
                    <a:pt x="199193" y="886005"/>
                  </a:lnTo>
                  <a:lnTo>
                    <a:pt x="239032" y="877261"/>
                  </a:lnTo>
                  <a:lnTo>
                    <a:pt x="233340" y="828806"/>
                  </a:lnTo>
                  <a:lnTo>
                    <a:pt x="284563" y="816682"/>
                  </a:lnTo>
                  <a:lnTo>
                    <a:pt x="276026" y="776243"/>
                  </a:lnTo>
                  <a:lnTo>
                    <a:pt x="267489" y="735763"/>
                  </a:lnTo>
                  <a:lnTo>
                    <a:pt x="258951" y="695242"/>
                  </a:lnTo>
                  <a:lnTo>
                    <a:pt x="250414" y="654680"/>
                  </a:lnTo>
                  <a:lnTo>
                    <a:pt x="241877" y="614077"/>
                  </a:lnTo>
                  <a:lnTo>
                    <a:pt x="199192" y="614077"/>
                  </a:lnTo>
                  <a:lnTo>
                    <a:pt x="202041" y="577501"/>
                  </a:lnTo>
                  <a:lnTo>
                    <a:pt x="199192" y="536821"/>
                  </a:lnTo>
                  <a:lnTo>
                    <a:pt x="196346" y="520537"/>
                  </a:lnTo>
                  <a:lnTo>
                    <a:pt x="256106" y="492023"/>
                  </a:lnTo>
                  <a:lnTo>
                    <a:pt x="256882" y="447545"/>
                  </a:lnTo>
                  <a:lnTo>
                    <a:pt x="257658" y="403018"/>
                  </a:lnTo>
                  <a:lnTo>
                    <a:pt x="258434" y="358440"/>
                  </a:lnTo>
                  <a:lnTo>
                    <a:pt x="259210" y="313813"/>
                  </a:lnTo>
                  <a:lnTo>
                    <a:pt x="259986" y="269135"/>
                  </a:lnTo>
                  <a:lnTo>
                    <a:pt x="260762" y="224406"/>
                  </a:lnTo>
                  <a:lnTo>
                    <a:pt x="261538" y="179627"/>
                  </a:lnTo>
                  <a:lnTo>
                    <a:pt x="262315" y="134797"/>
                  </a:lnTo>
                  <a:lnTo>
                    <a:pt x="263091" y="89916"/>
                  </a:lnTo>
                  <a:lnTo>
                    <a:pt x="263867" y="44983"/>
                  </a:lnTo>
                  <a:lnTo>
                    <a:pt x="264643" y="0"/>
                  </a:lnTo>
                  <a:lnTo>
                    <a:pt x="324403" y="0"/>
                  </a:lnTo>
                  <a:lnTo>
                    <a:pt x="330094" y="4128"/>
                  </a:lnTo>
                  <a:lnTo>
                    <a:pt x="372779" y="5503"/>
                  </a:lnTo>
                  <a:lnTo>
                    <a:pt x="415463" y="6878"/>
                  </a:lnTo>
                  <a:lnTo>
                    <a:pt x="458147" y="8253"/>
                  </a:lnTo>
                  <a:lnTo>
                    <a:pt x="458147" y="52425"/>
                  </a:lnTo>
                  <a:lnTo>
                    <a:pt x="458147" y="96546"/>
                  </a:lnTo>
                  <a:lnTo>
                    <a:pt x="458147" y="140619"/>
                  </a:lnTo>
                  <a:lnTo>
                    <a:pt x="458147" y="184642"/>
                  </a:lnTo>
                  <a:lnTo>
                    <a:pt x="458147" y="228616"/>
                  </a:lnTo>
                  <a:lnTo>
                    <a:pt x="458147" y="272542"/>
                  </a:lnTo>
                  <a:lnTo>
                    <a:pt x="458147" y="316418"/>
                  </a:lnTo>
                  <a:lnTo>
                    <a:pt x="458147" y="324601"/>
                  </a:lnTo>
                  <a:lnTo>
                    <a:pt x="458147" y="366181"/>
                  </a:lnTo>
                  <a:lnTo>
                    <a:pt x="458147" y="407719"/>
                  </a:lnTo>
                  <a:lnTo>
                    <a:pt x="458147" y="449212"/>
                  </a:lnTo>
                  <a:lnTo>
                    <a:pt x="458147" y="490663"/>
                  </a:lnTo>
                  <a:lnTo>
                    <a:pt x="458147" y="532070"/>
                  </a:lnTo>
                  <a:lnTo>
                    <a:pt x="458147" y="573434"/>
                  </a:lnTo>
                  <a:lnTo>
                    <a:pt x="472380" y="581567"/>
                  </a:lnTo>
                  <a:lnTo>
                    <a:pt x="532136" y="573434"/>
                  </a:lnTo>
                  <a:lnTo>
                    <a:pt x="532136" y="565301"/>
                  </a:lnTo>
                  <a:lnTo>
                    <a:pt x="574821" y="558521"/>
                  </a:lnTo>
                  <a:lnTo>
                    <a:pt x="617507" y="551740"/>
                  </a:lnTo>
                  <a:lnTo>
                    <a:pt x="660193" y="544958"/>
                  </a:lnTo>
                  <a:lnTo>
                    <a:pt x="664461" y="586987"/>
                  </a:lnTo>
                  <a:lnTo>
                    <a:pt x="668729" y="628971"/>
                  </a:lnTo>
                  <a:lnTo>
                    <a:pt x="672997" y="670911"/>
                  </a:lnTo>
                  <a:lnTo>
                    <a:pt x="677264" y="712807"/>
                  </a:lnTo>
                  <a:lnTo>
                    <a:pt x="681532" y="754659"/>
                  </a:lnTo>
                  <a:lnTo>
                    <a:pt x="685800" y="796468"/>
                  </a:lnTo>
                  <a:lnTo>
                    <a:pt x="631736" y="808595"/>
                  </a:lnTo>
                  <a:lnTo>
                    <a:pt x="579090" y="824762"/>
                  </a:lnTo>
                  <a:lnTo>
                    <a:pt x="526444" y="840923"/>
                  </a:lnTo>
                  <a:lnTo>
                    <a:pt x="534981" y="909535"/>
                  </a:lnTo>
                  <a:lnTo>
                    <a:pt x="475225" y="929692"/>
                  </a:lnTo>
                  <a:lnTo>
                    <a:pt x="486604" y="990104"/>
                  </a:lnTo>
                  <a:lnTo>
                    <a:pt x="429694" y="1006196"/>
                  </a:lnTo>
                  <a:lnTo>
                    <a:pt x="435384" y="1054440"/>
                  </a:lnTo>
                  <a:lnTo>
                    <a:pt x="441074" y="1102627"/>
                  </a:lnTo>
                  <a:lnTo>
                    <a:pt x="446765" y="1150756"/>
                  </a:lnTo>
                  <a:lnTo>
                    <a:pt x="369934" y="1162782"/>
                  </a:lnTo>
                  <a:lnTo>
                    <a:pt x="355702" y="1190821"/>
                  </a:lnTo>
                  <a:lnTo>
                    <a:pt x="332940" y="1182811"/>
                  </a:lnTo>
                  <a:lnTo>
                    <a:pt x="310174" y="1198829"/>
                  </a:lnTo>
                  <a:lnTo>
                    <a:pt x="304483" y="1222844"/>
                  </a:lnTo>
                  <a:lnTo>
                    <a:pt x="290254" y="1222844"/>
                  </a:lnTo>
                  <a:lnTo>
                    <a:pt x="290254" y="1206835"/>
                  </a:lnTo>
                  <a:close/>
                </a:path>
              </a:pathLst>
            </a:custGeom>
            <a:solidFill>
              <a:srgbClr val="95ACD4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" name="pg14"/>
            <p:cNvSpPr/>
            <p:nvPr/>
          </p:nvSpPr>
          <p:spPr>
            <a:xfrm>
              <a:off x="4196698" y="2745150"/>
              <a:ext cx="523599" cy="1110159"/>
            </a:xfrm>
            <a:custGeom>
              <a:avLst/>
              <a:gdLst/>
              <a:ahLst/>
              <a:cxnLst/>
              <a:rect l="0" t="0" r="0" b="0"/>
              <a:pathLst>
                <a:path w="523599" h="1110159">
                  <a:moveTo>
                    <a:pt x="239035" y="1057799"/>
                  </a:moveTo>
                  <a:lnTo>
                    <a:pt x="165043" y="1073918"/>
                  </a:lnTo>
                  <a:lnTo>
                    <a:pt x="167889" y="1094054"/>
                  </a:lnTo>
                  <a:lnTo>
                    <a:pt x="105287" y="1110159"/>
                  </a:lnTo>
                  <a:lnTo>
                    <a:pt x="91058" y="1045706"/>
                  </a:lnTo>
                  <a:lnTo>
                    <a:pt x="85367" y="1041674"/>
                  </a:lnTo>
                  <a:lnTo>
                    <a:pt x="75881" y="997297"/>
                  </a:lnTo>
                  <a:lnTo>
                    <a:pt x="66396" y="952871"/>
                  </a:lnTo>
                  <a:lnTo>
                    <a:pt x="56910" y="908395"/>
                  </a:lnTo>
                  <a:lnTo>
                    <a:pt x="65447" y="904347"/>
                  </a:lnTo>
                  <a:lnTo>
                    <a:pt x="55487" y="860831"/>
                  </a:lnTo>
                  <a:lnTo>
                    <a:pt x="45527" y="817267"/>
                  </a:lnTo>
                  <a:lnTo>
                    <a:pt x="35567" y="773656"/>
                  </a:lnTo>
                  <a:lnTo>
                    <a:pt x="25607" y="729997"/>
                  </a:lnTo>
                  <a:lnTo>
                    <a:pt x="36994" y="721869"/>
                  </a:lnTo>
                  <a:lnTo>
                    <a:pt x="45527" y="709673"/>
                  </a:lnTo>
                  <a:lnTo>
                    <a:pt x="54064" y="693407"/>
                  </a:lnTo>
                  <a:lnTo>
                    <a:pt x="54064" y="681206"/>
                  </a:lnTo>
                  <a:lnTo>
                    <a:pt x="65447" y="668995"/>
                  </a:lnTo>
                  <a:lnTo>
                    <a:pt x="65447" y="660855"/>
                  </a:lnTo>
                  <a:lnTo>
                    <a:pt x="65447" y="652715"/>
                  </a:lnTo>
                  <a:lnTo>
                    <a:pt x="65447" y="648644"/>
                  </a:lnTo>
                  <a:lnTo>
                    <a:pt x="56910" y="648644"/>
                  </a:lnTo>
                  <a:lnTo>
                    <a:pt x="42681" y="652715"/>
                  </a:lnTo>
                  <a:lnTo>
                    <a:pt x="36994" y="648644"/>
                  </a:lnTo>
                  <a:lnTo>
                    <a:pt x="42681" y="640496"/>
                  </a:lnTo>
                  <a:lnTo>
                    <a:pt x="31299" y="636426"/>
                  </a:lnTo>
                  <a:lnTo>
                    <a:pt x="22761" y="624204"/>
                  </a:lnTo>
                  <a:lnTo>
                    <a:pt x="8533" y="595670"/>
                  </a:lnTo>
                  <a:lnTo>
                    <a:pt x="0" y="595670"/>
                  </a:lnTo>
                  <a:lnTo>
                    <a:pt x="5687" y="591595"/>
                  </a:lnTo>
                  <a:lnTo>
                    <a:pt x="14228" y="583439"/>
                  </a:lnTo>
                  <a:lnTo>
                    <a:pt x="17074" y="567121"/>
                  </a:lnTo>
                  <a:lnTo>
                    <a:pt x="19919" y="563040"/>
                  </a:lnTo>
                  <a:lnTo>
                    <a:pt x="25607" y="563040"/>
                  </a:lnTo>
                  <a:lnTo>
                    <a:pt x="34144" y="575281"/>
                  </a:lnTo>
                  <a:lnTo>
                    <a:pt x="45527" y="579360"/>
                  </a:lnTo>
                  <a:lnTo>
                    <a:pt x="51218" y="579360"/>
                  </a:lnTo>
                  <a:lnTo>
                    <a:pt x="51218" y="571201"/>
                  </a:lnTo>
                  <a:lnTo>
                    <a:pt x="45527" y="563040"/>
                  </a:lnTo>
                  <a:lnTo>
                    <a:pt x="56910" y="550796"/>
                  </a:lnTo>
                  <a:lnTo>
                    <a:pt x="62605" y="518127"/>
                  </a:lnTo>
                  <a:lnTo>
                    <a:pt x="48373" y="497695"/>
                  </a:lnTo>
                  <a:lnTo>
                    <a:pt x="65447" y="493607"/>
                  </a:lnTo>
                  <a:lnTo>
                    <a:pt x="71138" y="505872"/>
                  </a:lnTo>
                  <a:lnTo>
                    <a:pt x="99596" y="501782"/>
                  </a:lnTo>
                  <a:lnTo>
                    <a:pt x="76830" y="424055"/>
                  </a:lnTo>
                  <a:lnTo>
                    <a:pt x="54064" y="424055"/>
                  </a:lnTo>
                  <a:lnTo>
                    <a:pt x="53251" y="382498"/>
                  </a:lnTo>
                  <a:lnTo>
                    <a:pt x="52438" y="340898"/>
                  </a:lnTo>
                  <a:lnTo>
                    <a:pt x="51625" y="299253"/>
                  </a:lnTo>
                  <a:lnTo>
                    <a:pt x="50812" y="257565"/>
                  </a:lnTo>
                  <a:lnTo>
                    <a:pt x="49999" y="215833"/>
                  </a:lnTo>
                  <a:lnTo>
                    <a:pt x="49186" y="174056"/>
                  </a:lnTo>
                  <a:lnTo>
                    <a:pt x="48373" y="132235"/>
                  </a:lnTo>
                  <a:lnTo>
                    <a:pt x="51218" y="128106"/>
                  </a:lnTo>
                  <a:lnTo>
                    <a:pt x="52641" y="66171"/>
                  </a:lnTo>
                  <a:lnTo>
                    <a:pt x="54064" y="4139"/>
                  </a:lnTo>
                  <a:lnTo>
                    <a:pt x="97887" y="3725"/>
                  </a:lnTo>
                  <a:lnTo>
                    <a:pt x="141711" y="3311"/>
                  </a:lnTo>
                  <a:lnTo>
                    <a:pt x="185534" y="2897"/>
                  </a:lnTo>
                  <a:lnTo>
                    <a:pt x="229357" y="2483"/>
                  </a:lnTo>
                  <a:lnTo>
                    <a:pt x="273180" y="2069"/>
                  </a:lnTo>
                  <a:lnTo>
                    <a:pt x="317003" y="1655"/>
                  </a:lnTo>
                  <a:lnTo>
                    <a:pt x="360826" y="1241"/>
                  </a:lnTo>
                  <a:lnTo>
                    <a:pt x="404650" y="827"/>
                  </a:lnTo>
                  <a:lnTo>
                    <a:pt x="448473" y="413"/>
                  </a:lnTo>
                  <a:lnTo>
                    <a:pt x="492296" y="0"/>
                  </a:lnTo>
                  <a:lnTo>
                    <a:pt x="496090" y="42748"/>
                  </a:lnTo>
                  <a:lnTo>
                    <a:pt x="499884" y="85450"/>
                  </a:lnTo>
                  <a:lnTo>
                    <a:pt x="503679" y="128106"/>
                  </a:lnTo>
                  <a:lnTo>
                    <a:pt x="502903" y="173090"/>
                  </a:lnTo>
                  <a:lnTo>
                    <a:pt x="502126" y="218022"/>
                  </a:lnTo>
                  <a:lnTo>
                    <a:pt x="501350" y="262904"/>
                  </a:lnTo>
                  <a:lnTo>
                    <a:pt x="500574" y="307734"/>
                  </a:lnTo>
                  <a:lnTo>
                    <a:pt x="499798" y="352513"/>
                  </a:lnTo>
                  <a:lnTo>
                    <a:pt x="499022" y="397241"/>
                  </a:lnTo>
                  <a:lnTo>
                    <a:pt x="498246" y="441920"/>
                  </a:lnTo>
                  <a:lnTo>
                    <a:pt x="497470" y="486547"/>
                  </a:lnTo>
                  <a:lnTo>
                    <a:pt x="496694" y="531125"/>
                  </a:lnTo>
                  <a:lnTo>
                    <a:pt x="495918" y="575652"/>
                  </a:lnTo>
                  <a:lnTo>
                    <a:pt x="495142" y="620130"/>
                  </a:lnTo>
                  <a:lnTo>
                    <a:pt x="435382" y="648644"/>
                  </a:lnTo>
                  <a:lnTo>
                    <a:pt x="438227" y="664928"/>
                  </a:lnTo>
                  <a:lnTo>
                    <a:pt x="441077" y="705607"/>
                  </a:lnTo>
                  <a:lnTo>
                    <a:pt x="438227" y="742183"/>
                  </a:lnTo>
                  <a:lnTo>
                    <a:pt x="480913" y="742183"/>
                  </a:lnTo>
                  <a:lnTo>
                    <a:pt x="489450" y="782787"/>
                  </a:lnTo>
                  <a:lnTo>
                    <a:pt x="497987" y="823349"/>
                  </a:lnTo>
                  <a:lnTo>
                    <a:pt x="506524" y="863870"/>
                  </a:lnTo>
                  <a:lnTo>
                    <a:pt x="515062" y="904350"/>
                  </a:lnTo>
                  <a:lnTo>
                    <a:pt x="523599" y="944789"/>
                  </a:lnTo>
                  <a:lnTo>
                    <a:pt x="472376" y="956912"/>
                  </a:lnTo>
                  <a:lnTo>
                    <a:pt x="478067" y="1005368"/>
                  </a:lnTo>
                  <a:lnTo>
                    <a:pt x="438229" y="1014111"/>
                  </a:lnTo>
                  <a:lnTo>
                    <a:pt x="398390" y="1022853"/>
                  </a:lnTo>
                  <a:lnTo>
                    <a:pt x="358551" y="1031592"/>
                  </a:lnTo>
                  <a:lnTo>
                    <a:pt x="318713" y="1040330"/>
                  </a:lnTo>
                  <a:lnTo>
                    <a:pt x="278874" y="1049065"/>
                  </a:lnTo>
                  <a:close/>
                </a:path>
              </a:pathLst>
            </a:custGeom>
            <a:solidFill>
              <a:srgbClr val="ADD8E6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" name="pg15"/>
            <p:cNvSpPr/>
            <p:nvPr/>
          </p:nvSpPr>
          <p:spPr>
            <a:xfrm>
              <a:off x="4091407" y="4434791"/>
              <a:ext cx="170738" cy="328030"/>
            </a:xfrm>
            <a:custGeom>
              <a:avLst/>
              <a:gdLst/>
              <a:ahLst/>
              <a:cxnLst/>
              <a:rect l="0" t="0" r="0" b="0"/>
              <a:pathLst>
                <a:path w="170738" h="328030">
                  <a:moveTo>
                    <a:pt x="22765" y="31732"/>
                  </a:moveTo>
                  <a:lnTo>
                    <a:pt x="71138" y="43625"/>
                  </a:lnTo>
                  <a:lnTo>
                    <a:pt x="85371" y="0"/>
                  </a:lnTo>
                  <a:lnTo>
                    <a:pt x="139435" y="11902"/>
                  </a:lnTo>
                  <a:lnTo>
                    <a:pt x="142285" y="23801"/>
                  </a:lnTo>
                  <a:lnTo>
                    <a:pt x="130898" y="67399"/>
                  </a:lnTo>
                  <a:lnTo>
                    <a:pt x="125211" y="91162"/>
                  </a:lnTo>
                  <a:lnTo>
                    <a:pt x="116670" y="103040"/>
                  </a:lnTo>
                  <a:lnTo>
                    <a:pt x="142285" y="106996"/>
                  </a:lnTo>
                  <a:lnTo>
                    <a:pt x="162201" y="110953"/>
                  </a:lnTo>
                  <a:lnTo>
                    <a:pt x="170738" y="118867"/>
                  </a:lnTo>
                  <a:lnTo>
                    <a:pt x="159355" y="154461"/>
                  </a:lnTo>
                  <a:lnTo>
                    <a:pt x="145131" y="201872"/>
                  </a:lnTo>
                  <a:lnTo>
                    <a:pt x="128053" y="205817"/>
                  </a:lnTo>
                  <a:lnTo>
                    <a:pt x="113824" y="245281"/>
                  </a:lnTo>
                  <a:lnTo>
                    <a:pt x="105291" y="261055"/>
                  </a:lnTo>
                  <a:lnTo>
                    <a:pt x="113824" y="300465"/>
                  </a:lnTo>
                  <a:lnTo>
                    <a:pt x="102445" y="328030"/>
                  </a:lnTo>
                  <a:lnTo>
                    <a:pt x="93904" y="328030"/>
                  </a:lnTo>
                  <a:lnTo>
                    <a:pt x="85371" y="320156"/>
                  </a:lnTo>
                  <a:lnTo>
                    <a:pt x="85371" y="304404"/>
                  </a:lnTo>
                  <a:lnTo>
                    <a:pt x="76834" y="288646"/>
                  </a:lnTo>
                  <a:lnTo>
                    <a:pt x="76834" y="261055"/>
                  </a:lnTo>
                  <a:lnTo>
                    <a:pt x="79679" y="233446"/>
                  </a:lnTo>
                  <a:lnTo>
                    <a:pt x="71138" y="221607"/>
                  </a:lnTo>
                  <a:lnTo>
                    <a:pt x="82525" y="186074"/>
                  </a:lnTo>
                  <a:lnTo>
                    <a:pt x="93904" y="158414"/>
                  </a:lnTo>
                  <a:lnTo>
                    <a:pt x="91058" y="154461"/>
                  </a:lnTo>
                  <a:lnTo>
                    <a:pt x="82525" y="150508"/>
                  </a:lnTo>
                  <a:lnTo>
                    <a:pt x="76834" y="162364"/>
                  </a:lnTo>
                  <a:lnTo>
                    <a:pt x="65451" y="174219"/>
                  </a:lnTo>
                  <a:lnTo>
                    <a:pt x="56914" y="174219"/>
                  </a:lnTo>
                  <a:lnTo>
                    <a:pt x="39839" y="170271"/>
                  </a:lnTo>
                  <a:lnTo>
                    <a:pt x="25607" y="162364"/>
                  </a:lnTo>
                  <a:lnTo>
                    <a:pt x="14228" y="154461"/>
                  </a:lnTo>
                  <a:lnTo>
                    <a:pt x="5691" y="142600"/>
                  </a:lnTo>
                  <a:lnTo>
                    <a:pt x="0" y="130735"/>
                  </a:lnTo>
                  <a:lnTo>
                    <a:pt x="5691" y="114910"/>
                  </a:lnTo>
                  <a:lnTo>
                    <a:pt x="5691" y="103040"/>
                  </a:lnTo>
                  <a:close/>
                </a:path>
              </a:pathLst>
            </a:custGeom>
            <a:solidFill>
              <a:srgbClr val="95ACD4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" name="pg16"/>
            <p:cNvSpPr/>
            <p:nvPr/>
          </p:nvSpPr>
          <p:spPr>
            <a:xfrm>
              <a:off x="3835297" y="2749290"/>
              <a:ext cx="640273" cy="1406784"/>
            </a:xfrm>
            <a:custGeom>
              <a:avLst/>
              <a:gdLst/>
              <a:ahLst/>
              <a:cxnLst/>
              <a:rect l="0" t="0" r="0" b="0"/>
              <a:pathLst>
                <a:path w="640273" h="1406784">
                  <a:moveTo>
                    <a:pt x="549210" y="1314788"/>
                  </a:moveTo>
                  <a:lnTo>
                    <a:pt x="540677" y="1306778"/>
                  </a:lnTo>
                  <a:lnTo>
                    <a:pt x="460997" y="1318792"/>
                  </a:lnTo>
                  <a:lnTo>
                    <a:pt x="460997" y="1330803"/>
                  </a:lnTo>
                  <a:lnTo>
                    <a:pt x="469534" y="1346811"/>
                  </a:lnTo>
                  <a:lnTo>
                    <a:pt x="483763" y="1354813"/>
                  </a:lnTo>
                  <a:lnTo>
                    <a:pt x="486608" y="1370812"/>
                  </a:lnTo>
                  <a:lnTo>
                    <a:pt x="483763" y="1394799"/>
                  </a:lnTo>
                  <a:lnTo>
                    <a:pt x="475225" y="1402791"/>
                  </a:lnTo>
                  <a:lnTo>
                    <a:pt x="409774" y="1390799"/>
                  </a:lnTo>
                  <a:lnTo>
                    <a:pt x="404083" y="1386805"/>
                  </a:lnTo>
                  <a:lnTo>
                    <a:pt x="392700" y="1386805"/>
                  </a:lnTo>
                  <a:lnTo>
                    <a:pt x="378475" y="1406784"/>
                  </a:lnTo>
                  <a:lnTo>
                    <a:pt x="367088" y="1398795"/>
                  </a:lnTo>
                  <a:lnTo>
                    <a:pt x="369934" y="1386805"/>
                  </a:lnTo>
                  <a:lnTo>
                    <a:pt x="358555" y="1378809"/>
                  </a:lnTo>
                  <a:lnTo>
                    <a:pt x="341481" y="1374808"/>
                  </a:lnTo>
                  <a:lnTo>
                    <a:pt x="313024" y="1386805"/>
                  </a:lnTo>
                  <a:lnTo>
                    <a:pt x="293104" y="1330803"/>
                  </a:lnTo>
                  <a:lnTo>
                    <a:pt x="281717" y="1330803"/>
                  </a:lnTo>
                  <a:lnTo>
                    <a:pt x="267492" y="1278732"/>
                  </a:lnTo>
                  <a:lnTo>
                    <a:pt x="276030" y="1274724"/>
                  </a:lnTo>
                  <a:lnTo>
                    <a:pt x="267492" y="1238634"/>
                  </a:lnTo>
                  <a:lnTo>
                    <a:pt x="258955" y="1238634"/>
                  </a:lnTo>
                  <a:lnTo>
                    <a:pt x="256110" y="1226596"/>
                  </a:lnTo>
                  <a:lnTo>
                    <a:pt x="258955" y="1226596"/>
                  </a:lnTo>
                  <a:lnTo>
                    <a:pt x="256110" y="1202507"/>
                  </a:lnTo>
                  <a:lnTo>
                    <a:pt x="210578" y="1206525"/>
                  </a:lnTo>
                  <a:lnTo>
                    <a:pt x="207732" y="1186444"/>
                  </a:lnTo>
                  <a:lnTo>
                    <a:pt x="202041" y="1186444"/>
                  </a:lnTo>
                  <a:lnTo>
                    <a:pt x="202041" y="1178409"/>
                  </a:lnTo>
                  <a:lnTo>
                    <a:pt x="204887" y="1178409"/>
                  </a:lnTo>
                  <a:lnTo>
                    <a:pt x="204887" y="1150273"/>
                  </a:lnTo>
                  <a:lnTo>
                    <a:pt x="219119" y="1146252"/>
                  </a:lnTo>
                  <a:lnTo>
                    <a:pt x="211531" y="1104678"/>
                  </a:lnTo>
                  <a:lnTo>
                    <a:pt x="203942" y="1063062"/>
                  </a:lnTo>
                  <a:lnTo>
                    <a:pt x="196353" y="1021403"/>
                  </a:lnTo>
                  <a:lnTo>
                    <a:pt x="139435" y="1025436"/>
                  </a:lnTo>
                  <a:lnTo>
                    <a:pt x="128056" y="981045"/>
                  </a:lnTo>
                  <a:lnTo>
                    <a:pt x="91062" y="989120"/>
                  </a:lnTo>
                  <a:lnTo>
                    <a:pt x="91062" y="997193"/>
                  </a:lnTo>
                  <a:lnTo>
                    <a:pt x="73988" y="997193"/>
                  </a:lnTo>
                  <a:lnTo>
                    <a:pt x="65451" y="956811"/>
                  </a:lnTo>
                  <a:lnTo>
                    <a:pt x="56914" y="916389"/>
                  </a:lnTo>
                  <a:lnTo>
                    <a:pt x="48377" y="875926"/>
                  </a:lnTo>
                  <a:lnTo>
                    <a:pt x="39839" y="835422"/>
                  </a:lnTo>
                  <a:lnTo>
                    <a:pt x="31302" y="794877"/>
                  </a:lnTo>
                  <a:lnTo>
                    <a:pt x="22765" y="754290"/>
                  </a:lnTo>
                  <a:lnTo>
                    <a:pt x="25611" y="746171"/>
                  </a:lnTo>
                  <a:lnTo>
                    <a:pt x="12805" y="695370"/>
                  </a:lnTo>
                  <a:lnTo>
                    <a:pt x="0" y="644504"/>
                  </a:lnTo>
                  <a:lnTo>
                    <a:pt x="8537" y="636357"/>
                  </a:lnTo>
                  <a:lnTo>
                    <a:pt x="31302" y="632287"/>
                  </a:lnTo>
                  <a:lnTo>
                    <a:pt x="42685" y="615991"/>
                  </a:lnTo>
                  <a:lnTo>
                    <a:pt x="62605" y="603764"/>
                  </a:lnTo>
                  <a:lnTo>
                    <a:pt x="79676" y="587456"/>
                  </a:lnTo>
                  <a:lnTo>
                    <a:pt x="82525" y="575221"/>
                  </a:lnTo>
                  <a:lnTo>
                    <a:pt x="73988" y="558901"/>
                  </a:lnTo>
                  <a:lnTo>
                    <a:pt x="79676" y="538492"/>
                  </a:lnTo>
                  <a:lnTo>
                    <a:pt x="85371" y="518073"/>
                  </a:lnTo>
                  <a:lnTo>
                    <a:pt x="99596" y="505816"/>
                  </a:lnTo>
                  <a:lnTo>
                    <a:pt x="125207" y="497643"/>
                  </a:lnTo>
                  <a:lnTo>
                    <a:pt x="139435" y="481291"/>
                  </a:lnTo>
                  <a:lnTo>
                    <a:pt x="147973" y="440386"/>
                  </a:lnTo>
                  <a:lnTo>
                    <a:pt x="145127" y="432196"/>
                  </a:lnTo>
                  <a:lnTo>
                    <a:pt x="128056" y="419916"/>
                  </a:lnTo>
                  <a:lnTo>
                    <a:pt x="125207" y="378944"/>
                  </a:lnTo>
                  <a:lnTo>
                    <a:pt x="142281" y="354343"/>
                  </a:lnTo>
                  <a:lnTo>
                    <a:pt x="156514" y="296875"/>
                  </a:lnTo>
                  <a:lnTo>
                    <a:pt x="150822" y="288659"/>
                  </a:lnTo>
                  <a:lnTo>
                    <a:pt x="130902" y="259887"/>
                  </a:lnTo>
                  <a:lnTo>
                    <a:pt x="145127" y="222865"/>
                  </a:lnTo>
                  <a:lnTo>
                    <a:pt x="159355" y="202281"/>
                  </a:lnTo>
                  <a:lnTo>
                    <a:pt x="170738" y="177570"/>
                  </a:lnTo>
                  <a:lnTo>
                    <a:pt x="176433" y="161085"/>
                  </a:lnTo>
                  <a:lnTo>
                    <a:pt x="184967" y="152838"/>
                  </a:lnTo>
                  <a:lnTo>
                    <a:pt x="207732" y="136343"/>
                  </a:lnTo>
                  <a:lnTo>
                    <a:pt x="230498" y="119841"/>
                  </a:lnTo>
                  <a:lnTo>
                    <a:pt x="241881" y="99206"/>
                  </a:lnTo>
                  <a:lnTo>
                    <a:pt x="253264" y="66164"/>
                  </a:lnTo>
                  <a:lnTo>
                    <a:pt x="258955" y="16549"/>
                  </a:lnTo>
                  <a:lnTo>
                    <a:pt x="261801" y="0"/>
                  </a:lnTo>
                  <a:lnTo>
                    <a:pt x="313022" y="0"/>
                  </a:lnTo>
                  <a:lnTo>
                    <a:pt x="364244" y="0"/>
                  </a:lnTo>
                  <a:lnTo>
                    <a:pt x="415465" y="0"/>
                  </a:lnTo>
                  <a:lnTo>
                    <a:pt x="414043" y="62032"/>
                  </a:lnTo>
                  <a:lnTo>
                    <a:pt x="412620" y="123967"/>
                  </a:lnTo>
                  <a:lnTo>
                    <a:pt x="409774" y="128095"/>
                  </a:lnTo>
                  <a:lnTo>
                    <a:pt x="410587" y="169917"/>
                  </a:lnTo>
                  <a:lnTo>
                    <a:pt x="411400" y="211693"/>
                  </a:lnTo>
                  <a:lnTo>
                    <a:pt x="412213" y="253426"/>
                  </a:lnTo>
                  <a:lnTo>
                    <a:pt x="413026" y="295114"/>
                  </a:lnTo>
                  <a:lnTo>
                    <a:pt x="413839" y="336758"/>
                  </a:lnTo>
                  <a:lnTo>
                    <a:pt x="414652" y="378359"/>
                  </a:lnTo>
                  <a:lnTo>
                    <a:pt x="415465" y="419916"/>
                  </a:lnTo>
                  <a:lnTo>
                    <a:pt x="438231" y="419916"/>
                  </a:lnTo>
                  <a:lnTo>
                    <a:pt x="460997" y="497643"/>
                  </a:lnTo>
                  <a:lnTo>
                    <a:pt x="432540" y="501733"/>
                  </a:lnTo>
                  <a:lnTo>
                    <a:pt x="426848" y="489468"/>
                  </a:lnTo>
                  <a:lnTo>
                    <a:pt x="409774" y="493556"/>
                  </a:lnTo>
                  <a:lnTo>
                    <a:pt x="424006" y="513988"/>
                  </a:lnTo>
                  <a:lnTo>
                    <a:pt x="418311" y="546657"/>
                  </a:lnTo>
                  <a:lnTo>
                    <a:pt x="406928" y="558901"/>
                  </a:lnTo>
                  <a:lnTo>
                    <a:pt x="412620" y="567062"/>
                  </a:lnTo>
                  <a:lnTo>
                    <a:pt x="412620" y="575221"/>
                  </a:lnTo>
                  <a:lnTo>
                    <a:pt x="406928" y="575221"/>
                  </a:lnTo>
                  <a:lnTo>
                    <a:pt x="395546" y="571142"/>
                  </a:lnTo>
                  <a:lnTo>
                    <a:pt x="387008" y="558901"/>
                  </a:lnTo>
                  <a:lnTo>
                    <a:pt x="381321" y="558901"/>
                  </a:lnTo>
                  <a:lnTo>
                    <a:pt x="378475" y="562982"/>
                  </a:lnTo>
                  <a:lnTo>
                    <a:pt x="375629" y="579300"/>
                  </a:lnTo>
                  <a:lnTo>
                    <a:pt x="367088" y="587456"/>
                  </a:lnTo>
                  <a:lnTo>
                    <a:pt x="361401" y="591531"/>
                  </a:lnTo>
                  <a:lnTo>
                    <a:pt x="369934" y="591531"/>
                  </a:lnTo>
                  <a:lnTo>
                    <a:pt x="384163" y="620065"/>
                  </a:lnTo>
                  <a:lnTo>
                    <a:pt x="392700" y="632287"/>
                  </a:lnTo>
                  <a:lnTo>
                    <a:pt x="404083" y="636357"/>
                  </a:lnTo>
                  <a:lnTo>
                    <a:pt x="398395" y="644504"/>
                  </a:lnTo>
                  <a:lnTo>
                    <a:pt x="404083" y="648576"/>
                  </a:lnTo>
                  <a:lnTo>
                    <a:pt x="418311" y="644504"/>
                  </a:lnTo>
                  <a:lnTo>
                    <a:pt x="426848" y="644504"/>
                  </a:lnTo>
                  <a:lnTo>
                    <a:pt x="426848" y="648576"/>
                  </a:lnTo>
                  <a:lnTo>
                    <a:pt x="426848" y="656716"/>
                  </a:lnTo>
                  <a:lnTo>
                    <a:pt x="426848" y="664856"/>
                  </a:lnTo>
                  <a:lnTo>
                    <a:pt x="415465" y="677067"/>
                  </a:lnTo>
                  <a:lnTo>
                    <a:pt x="415465" y="689268"/>
                  </a:lnTo>
                  <a:lnTo>
                    <a:pt x="406928" y="705534"/>
                  </a:lnTo>
                  <a:lnTo>
                    <a:pt x="398395" y="717730"/>
                  </a:lnTo>
                  <a:lnTo>
                    <a:pt x="387008" y="725858"/>
                  </a:lnTo>
                  <a:lnTo>
                    <a:pt x="396968" y="769517"/>
                  </a:lnTo>
                  <a:lnTo>
                    <a:pt x="406928" y="813128"/>
                  </a:lnTo>
                  <a:lnTo>
                    <a:pt x="416888" y="856691"/>
                  </a:lnTo>
                  <a:lnTo>
                    <a:pt x="426848" y="900208"/>
                  </a:lnTo>
                  <a:lnTo>
                    <a:pt x="418311" y="904256"/>
                  </a:lnTo>
                  <a:lnTo>
                    <a:pt x="427797" y="948731"/>
                  </a:lnTo>
                  <a:lnTo>
                    <a:pt x="437283" y="993158"/>
                  </a:lnTo>
                  <a:lnTo>
                    <a:pt x="446768" y="1037534"/>
                  </a:lnTo>
                  <a:lnTo>
                    <a:pt x="452460" y="1041566"/>
                  </a:lnTo>
                  <a:lnTo>
                    <a:pt x="466688" y="1106019"/>
                  </a:lnTo>
                  <a:lnTo>
                    <a:pt x="529290" y="1089915"/>
                  </a:lnTo>
                  <a:lnTo>
                    <a:pt x="526444" y="1069778"/>
                  </a:lnTo>
                  <a:lnTo>
                    <a:pt x="600437" y="1053660"/>
                  </a:lnTo>
                  <a:lnTo>
                    <a:pt x="607076" y="1095957"/>
                  </a:lnTo>
                  <a:lnTo>
                    <a:pt x="613715" y="1138209"/>
                  </a:lnTo>
                  <a:lnTo>
                    <a:pt x="620355" y="1180418"/>
                  </a:lnTo>
                  <a:lnTo>
                    <a:pt x="626994" y="1222582"/>
                  </a:lnTo>
                  <a:lnTo>
                    <a:pt x="633633" y="1264702"/>
                  </a:lnTo>
                  <a:lnTo>
                    <a:pt x="640273" y="1306778"/>
                  </a:lnTo>
                  <a:lnTo>
                    <a:pt x="611816" y="1306778"/>
                  </a:lnTo>
                  <a:lnTo>
                    <a:pt x="603282" y="1274724"/>
                  </a:lnTo>
                  <a:lnTo>
                    <a:pt x="580517" y="1278732"/>
                  </a:lnTo>
                  <a:lnTo>
                    <a:pt x="569130" y="1290754"/>
                  </a:lnTo>
                  <a:lnTo>
                    <a:pt x="566288" y="1310784"/>
                  </a:lnTo>
                  <a:close/>
                </a:path>
              </a:pathLst>
            </a:custGeom>
            <a:solidFill>
              <a:srgbClr val="95ACD4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" name="pg17"/>
            <p:cNvSpPr/>
            <p:nvPr/>
          </p:nvSpPr>
          <p:spPr>
            <a:xfrm>
              <a:off x="4358900" y="4024014"/>
              <a:ext cx="347172" cy="355185"/>
            </a:xfrm>
            <a:custGeom>
              <a:avLst/>
              <a:gdLst/>
              <a:ahLst/>
              <a:cxnLst/>
              <a:rect l="0" t="0" r="0" b="0"/>
              <a:pathLst>
                <a:path w="347172" h="355185">
                  <a:moveTo>
                    <a:pt x="116670" y="32054"/>
                  </a:moveTo>
                  <a:lnTo>
                    <a:pt x="147973" y="24043"/>
                  </a:lnTo>
                  <a:lnTo>
                    <a:pt x="162201" y="80089"/>
                  </a:lnTo>
                  <a:lnTo>
                    <a:pt x="212474" y="70753"/>
                  </a:lnTo>
                  <a:lnTo>
                    <a:pt x="262747" y="61416"/>
                  </a:lnTo>
                  <a:lnTo>
                    <a:pt x="313020" y="52076"/>
                  </a:lnTo>
                  <a:lnTo>
                    <a:pt x="330094" y="44068"/>
                  </a:lnTo>
                  <a:lnTo>
                    <a:pt x="338631" y="56079"/>
                  </a:lnTo>
                  <a:lnTo>
                    <a:pt x="335786" y="64084"/>
                  </a:lnTo>
                  <a:lnTo>
                    <a:pt x="330094" y="76088"/>
                  </a:lnTo>
                  <a:lnTo>
                    <a:pt x="327252" y="92089"/>
                  </a:lnTo>
                  <a:lnTo>
                    <a:pt x="324407" y="104085"/>
                  </a:lnTo>
                  <a:lnTo>
                    <a:pt x="327252" y="112081"/>
                  </a:lnTo>
                  <a:lnTo>
                    <a:pt x="338631" y="124071"/>
                  </a:lnTo>
                  <a:lnTo>
                    <a:pt x="347172" y="144044"/>
                  </a:lnTo>
                  <a:lnTo>
                    <a:pt x="338631" y="144044"/>
                  </a:lnTo>
                  <a:lnTo>
                    <a:pt x="324407" y="211889"/>
                  </a:lnTo>
                  <a:lnTo>
                    <a:pt x="310174" y="223850"/>
                  </a:lnTo>
                  <a:lnTo>
                    <a:pt x="278875" y="223850"/>
                  </a:lnTo>
                  <a:lnTo>
                    <a:pt x="261801" y="235807"/>
                  </a:lnTo>
                  <a:lnTo>
                    <a:pt x="250414" y="247761"/>
                  </a:lnTo>
                  <a:lnTo>
                    <a:pt x="250414" y="263694"/>
                  </a:lnTo>
                  <a:lnTo>
                    <a:pt x="261801" y="283601"/>
                  </a:lnTo>
                  <a:lnTo>
                    <a:pt x="256110" y="315430"/>
                  </a:lnTo>
                  <a:lnTo>
                    <a:pt x="253260" y="331337"/>
                  </a:lnTo>
                  <a:lnTo>
                    <a:pt x="233344" y="355185"/>
                  </a:lnTo>
                  <a:lnTo>
                    <a:pt x="219115" y="347237"/>
                  </a:lnTo>
                  <a:lnTo>
                    <a:pt x="210578" y="355185"/>
                  </a:lnTo>
                  <a:lnTo>
                    <a:pt x="196350" y="355185"/>
                  </a:lnTo>
                  <a:lnTo>
                    <a:pt x="156510" y="317420"/>
                  </a:lnTo>
                  <a:lnTo>
                    <a:pt x="116670" y="279621"/>
                  </a:lnTo>
                  <a:lnTo>
                    <a:pt x="76834" y="307475"/>
                  </a:lnTo>
                  <a:lnTo>
                    <a:pt x="54068" y="287579"/>
                  </a:lnTo>
                  <a:lnTo>
                    <a:pt x="42685" y="299520"/>
                  </a:lnTo>
                  <a:lnTo>
                    <a:pt x="0" y="287579"/>
                  </a:lnTo>
                  <a:lnTo>
                    <a:pt x="12803" y="247760"/>
                  </a:lnTo>
                  <a:lnTo>
                    <a:pt x="25607" y="207901"/>
                  </a:lnTo>
                  <a:lnTo>
                    <a:pt x="48373" y="207901"/>
                  </a:lnTo>
                  <a:lnTo>
                    <a:pt x="62605" y="152034"/>
                  </a:lnTo>
                  <a:lnTo>
                    <a:pt x="42685" y="144044"/>
                  </a:lnTo>
                  <a:lnTo>
                    <a:pt x="48373" y="84089"/>
                  </a:lnTo>
                  <a:lnTo>
                    <a:pt x="22765" y="80089"/>
                  </a:lnTo>
                  <a:lnTo>
                    <a:pt x="28453" y="60082"/>
                  </a:lnTo>
                  <a:lnTo>
                    <a:pt x="25607" y="40064"/>
                  </a:lnTo>
                  <a:lnTo>
                    <a:pt x="42685" y="36059"/>
                  </a:lnTo>
                  <a:lnTo>
                    <a:pt x="45527" y="16030"/>
                  </a:lnTo>
                  <a:lnTo>
                    <a:pt x="56914" y="4008"/>
                  </a:lnTo>
                  <a:lnTo>
                    <a:pt x="79679" y="0"/>
                  </a:lnTo>
                  <a:lnTo>
                    <a:pt x="88213" y="32054"/>
                  </a:lnTo>
                  <a:close/>
                </a:path>
              </a:pathLst>
            </a:custGeom>
            <a:solidFill>
              <a:srgbClr val="ADD8E6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" name="pg18"/>
            <p:cNvSpPr/>
            <p:nvPr/>
          </p:nvSpPr>
          <p:spPr>
            <a:xfrm>
              <a:off x="5056087" y="3377503"/>
              <a:ext cx="543519" cy="890284"/>
            </a:xfrm>
            <a:custGeom>
              <a:avLst/>
              <a:gdLst/>
              <a:ahLst/>
              <a:cxnLst/>
              <a:rect l="0" t="0" r="0" b="0"/>
              <a:pathLst>
                <a:path w="543519" h="890284">
                  <a:moveTo>
                    <a:pt x="159355" y="4073"/>
                  </a:moveTo>
                  <a:lnTo>
                    <a:pt x="170738" y="8143"/>
                  </a:lnTo>
                  <a:lnTo>
                    <a:pt x="184963" y="8143"/>
                  </a:lnTo>
                  <a:lnTo>
                    <a:pt x="202041" y="0"/>
                  </a:lnTo>
                  <a:lnTo>
                    <a:pt x="213424" y="28502"/>
                  </a:lnTo>
                  <a:lnTo>
                    <a:pt x="224807" y="40712"/>
                  </a:lnTo>
                  <a:lnTo>
                    <a:pt x="261801" y="56987"/>
                  </a:lnTo>
                  <a:lnTo>
                    <a:pt x="287409" y="69188"/>
                  </a:lnTo>
                  <a:lnTo>
                    <a:pt x="318711" y="56987"/>
                  </a:lnTo>
                  <a:lnTo>
                    <a:pt x="330094" y="61054"/>
                  </a:lnTo>
                  <a:lnTo>
                    <a:pt x="338631" y="77320"/>
                  </a:lnTo>
                  <a:lnTo>
                    <a:pt x="341477" y="117957"/>
                  </a:lnTo>
                  <a:lnTo>
                    <a:pt x="332940" y="134200"/>
                  </a:lnTo>
                  <a:lnTo>
                    <a:pt x="310174" y="138257"/>
                  </a:lnTo>
                  <a:lnTo>
                    <a:pt x="307329" y="150436"/>
                  </a:lnTo>
                  <a:lnTo>
                    <a:pt x="307329" y="158549"/>
                  </a:lnTo>
                  <a:lnTo>
                    <a:pt x="321557" y="199103"/>
                  </a:lnTo>
                  <a:lnTo>
                    <a:pt x="335786" y="215313"/>
                  </a:lnTo>
                  <a:lnTo>
                    <a:pt x="338631" y="231517"/>
                  </a:lnTo>
                  <a:lnTo>
                    <a:pt x="324403" y="284130"/>
                  </a:lnTo>
                  <a:lnTo>
                    <a:pt x="318711" y="292221"/>
                  </a:lnTo>
                  <a:lnTo>
                    <a:pt x="332940" y="316475"/>
                  </a:lnTo>
                  <a:lnTo>
                    <a:pt x="358551" y="368979"/>
                  </a:lnTo>
                  <a:lnTo>
                    <a:pt x="375626" y="381086"/>
                  </a:lnTo>
                  <a:lnTo>
                    <a:pt x="392700" y="373015"/>
                  </a:lnTo>
                  <a:lnTo>
                    <a:pt x="418311" y="344755"/>
                  </a:lnTo>
                  <a:lnTo>
                    <a:pt x="426848" y="352831"/>
                  </a:lnTo>
                  <a:lnTo>
                    <a:pt x="443923" y="360906"/>
                  </a:lnTo>
                  <a:lnTo>
                    <a:pt x="460997" y="364943"/>
                  </a:lnTo>
                  <a:lnTo>
                    <a:pt x="489454" y="397222"/>
                  </a:lnTo>
                  <a:lnTo>
                    <a:pt x="506528" y="421415"/>
                  </a:lnTo>
                  <a:lnTo>
                    <a:pt x="492296" y="441565"/>
                  </a:lnTo>
                  <a:lnTo>
                    <a:pt x="489454" y="453649"/>
                  </a:lnTo>
                  <a:lnTo>
                    <a:pt x="515062" y="493903"/>
                  </a:lnTo>
                  <a:lnTo>
                    <a:pt x="515062" y="518038"/>
                  </a:lnTo>
                  <a:lnTo>
                    <a:pt x="506528" y="534120"/>
                  </a:lnTo>
                  <a:lnTo>
                    <a:pt x="486608" y="534120"/>
                  </a:lnTo>
                  <a:lnTo>
                    <a:pt x="455302" y="534120"/>
                  </a:lnTo>
                  <a:lnTo>
                    <a:pt x="452456" y="574293"/>
                  </a:lnTo>
                  <a:lnTo>
                    <a:pt x="469534" y="578311"/>
                  </a:lnTo>
                  <a:lnTo>
                    <a:pt x="478067" y="586341"/>
                  </a:lnTo>
                  <a:lnTo>
                    <a:pt x="492296" y="574293"/>
                  </a:lnTo>
                  <a:lnTo>
                    <a:pt x="500833" y="574293"/>
                  </a:lnTo>
                  <a:lnTo>
                    <a:pt x="506528" y="586341"/>
                  </a:lnTo>
                  <a:lnTo>
                    <a:pt x="512216" y="602393"/>
                  </a:lnTo>
                  <a:lnTo>
                    <a:pt x="534981" y="598382"/>
                  </a:lnTo>
                  <a:lnTo>
                    <a:pt x="543519" y="598382"/>
                  </a:lnTo>
                  <a:lnTo>
                    <a:pt x="537827" y="614432"/>
                  </a:lnTo>
                  <a:lnTo>
                    <a:pt x="537827" y="638492"/>
                  </a:lnTo>
                  <a:lnTo>
                    <a:pt x="526444" y="646510"/>
                  </a:lnTo>
                  <a:lnTo>
                    <a:pt x="506528" y="650518"/>
                  </a:lnTo>
                  <a:lnTo>
                    <a:pt x="495142" y="662540"/>
                  </a:lnTo>
                  <a:lnTo>
                    <a:pt x="469534" y="706592"/>
                  </a:lnTo>
                  <a:lnTo>
                    <a:pt x="455302" y="722599"/>
                  </a:lnTo>
                  <a:lnTo>
                    <a:pt x="441077" y="726599"/>
                  </a:lnTo>
                  <a:lnTo>
                    <a:pt x="429694" y="742598"/>
                  </a:lnTo>
                  <a:lnTo>
                    <a:pt x="412616" y="730600"/>
                  </a:lnTo>
                  <a:lnTo>
                    <a:pt x="398391" y="734600"/>
                  </a:lnTo>
                  <a:lnTo>
                    <a:pt x="398391" y="718598"/>
                  </a:lnTo>
                  <a:lnTo>
                    <a:pt x="395546" y="702589"/>
                  </a:lnTo>
                  <a:lnTo>
                    <a:pt x="381317" y="694583"/>
                  </a:lnTo>
                  <a:lnTo>
                    <a:pt x="367088" y="694583"/>
                  </a:lnTo>
                  <a:lnTo>
                    <a:pt x="355706" y="698586"/>
                  </a:lnTo>
                  <a:lnTo>
                    <a:pt x="358551" y="722599"/>
                  </a:lnTo>
                  <a:lnTo>
                    <a:pt x="352860" y="746594"/>
                  </a:lnTo>
                  <a:lnTo>
                    <a:pt x="344323" y="762585"/>
                  </a:lnTo>
                  <a:lnTo>
                    <a:pt x="332940" y="758591"/>
                  </a:lnTo>
                  <a:lnTo>
                    <a:pt x="327252" y="758591"/>
                  </a:lnTo>
                  <a:lnTo>
                    <a:pt x="332940" y="734600"/>
                  </a:lnTo>
                  <a:lnTo>
                    <a:pt x="321557" y="730600"/>
                  </a:lnTo>
                  <a:lnTo>
                    <a:pt x="313020" y="734600"/>
                  </a:lnTo>
                  <a:lnTo>
                    <a:pt x="301637" y="758591"/>
                  </a:lnTo>
                  <a:lnTo>
                    <a:pt x="295946" y="750595"/>
                  </a:lnTo>
                  <a:lnTo>
                    <a:pt x="276026" y="742598"/>
                  </a:lnTo>
                  <a:lnTo>
                    <a:pt x="264647" y="738599"/>
                  </a:lnTo>
                  <a:lnTo>
                    <a:pt x="258955" y="758591"/>
                  </a:lnTo>
                  <a:lnTo>
                    <a:pt x="261801" y="786563"/>
                  </a:lnTo>
                  <a:lnTo>
                    <a:pt x="253260" y="806528"/>
                  </a:lnTo>
                  <a:lnTo>
                    <a:pt x="239035" y="810521"/>
                  </a:lnTo>
                  <a:lnTo>
                    <a:pt x="219115" y="798545"/>
                  </a:lnTo>
                  <a:lnTo>
                    <a:pt x="207729" y="798545"/>
                  </a:lnTo>
                  <a:lnTo>
                    <a:pt x="184963" y="826486"/>
                  </a:lnTo>
                  <a:lnTo>
                    <a:pt x="179275" y="822496"/>
                  </a:lnTo>
                  <a:lnTo>
                    <a:pt x="167893" y="814515"/>
                  </a:lnTo>
                  <a:lnTo>
                    <a:pt x="167893" y="786563"/>
                  </a:lnTo>
                  <a:lnTo>
                    <a:pt x="162201" y="782568"/>
                  </a:lnTo>
                  <a:lnTo>
                    <a:pt x="147973" y="790555"/>
                  </a:lnTo>
                  <a:lnTo>
                    <a:pt x="133744" y="790555"/>
                  </a:lnTo>
                  <a:lnTo>
                    <a:pt x="125207" y="786563"/>
                  </a:lnTo>
                  <a:lnTo>
                    <a:pt x="122365" y="802538"/>
                  </a:lnTo>
                  <a:lnTo>
                    <a:pt x="110978" y="814515"/>
                  </a:lnTo>
                  <a:lnTo>
                    <a:pt x="113824" y="838457"/>
                  </a:lnTo>
                  <a:lnTo>
                    <a:pt x="108133" y="854412"/>
                  </a:lnTo>
                  <a:lnTo>
                    <a:pt x="96750" y="870360"/>
                  </a:lnTo>
                  <a:lnTo>
                    <a:pt x="96750" y="886302"/>
                  </a:lnTo>
                  <a:lnTo>
                    <a:pt x="88213" y="890284"/>
                  </a:lnTo>
                  <a:lnTo>
                    <a:pt x="73984" y="870360"/>
                  </a:lnTo>
                  <a:lnTo>
                    <a:pt x="59759" y="866374"/>
                  </a:lnTo>
                  <a:lnTo>
                    <a:pt x="54068" y="854412"/>
                  </a:lnTo>
                  <a:lnTo>
                    <a:pt x="56914" y="842446"/>
                  </a:lnTo>
                  <a:lnTo>
                    <a:pt x="45527" y="770581"/>
                  </a:lnTo>
                  <a:lnTo>
                    <a:pt x="51218" y="766585"/>
                  </a:lnTo>
                  <a:lnTo>
                    <a:pt x="39839" y="706592"/>
                  </a:lnTo>
                  <a:lnTo>
                    <a:pt x="25607" y="706592"/>
                  </a:lnTo>
                  <a:lnTo>
                    <a:pt x="19205" y="661539"/>
                  </a:lnTo>
                  <a:lnTo>
                    <a:pt x="12803" y="616437"/>
                  </a:lnTo>
                  <a:lnTo>
                    <a:pt x="6401" y="571283"/>
                  </a:lnTo>
                  <a:lnTo>
                    <a:pt x="0" y="526080"/>
                  </a:lnTo>
                  <a:lnTo>
                    <a:pt x="45527" y="509995"/>
                  </a:lnTo>
                  <a:lnTo>
                    <a:pt x="38698" y="468950"/>
                  </a:lnTo>
                  <a:lnTo>
                    <a:pt x="31869" y="427862"/>
                  </a:lnTo>
                  <a:lnTo>
                    <a:pt x="25040" y="386733"/>
                  </a:lnTo>
                  <a:lnTo>
                    <a:pt x="18211" y="345562"/>
                  </a:lnTo>
                  <a:lnTo>
                    <a:pt x="11382" y="304348"/>
                  </a:lnTo>
                  <a:lnTo>
                    <a:pt x="65447" y="292221"/>
                  </a:lnTo>
                  <a:lnTo>
                    <a:pt x="61179" y="250413"/>
                  </a:lnTo>
                  <a:lnTo>
                    <a:pt x="56911" y="208561"/>
                  </a:lnTo>
                  <a:lnTo>
                    <a:pt x="52643" y="166665"/>
                  </a:lnTo>
                  <a:lnTo>
                    <a:pt x="48375" y="124725"/>
                  </a:lnTo>
                  <a:lnTo>
                    <a:pt x="44107" y="82741"/>
                  </a:lnTo>
                  <a:lnTo>
                    <a:pt x="39839" y="40712"/>
                  </a:lnTo>
                  <a:lnTo>
                    <a:pt x="79678" y="28503"/>
                  </a:lnTo>
                  <a:lnTo>
                    <a:pt x="119517" y="16290"/>
                  </a:lnTo>
                  <a:close/>
                </a:path>
              </a:pathLst>
            </a:custGeom>
            <a:solidFill>
              <a:srgbClr val="ADD8E6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" name="pg19"/>
            <p:cNvSpPr/>
            <p:nvPr/>
          </p:nvSpPr>
          <p:spPr>
            <a:xfrm>
              <a:off x="3630410" y="4687960"/>
              <a:ext cx="304483" cy="513404"/>
            </a:xfrm>
            <a:custGeom>
              <a:avLst/>
              <a:gdLst/>
              <a:ahLst/>
              <a:cxnLst/>
              <a:rect l="0" t="0" r="0" b="0"/>
              <a:pathLst>
                <a:path w="304483" h="513404">
                  <a:moveTo>
                    <a:pt x="79676" y="466640"/>
                  </a:moveTo>
                  <a:lnTo>
                    <a:pt x="73988" y="447138"/>
                  </a:lnTo>
                  <a:lnTo>
                    <a:pt x="76834" y="419820"/>
                  </a:lnTo>
                  <a:lnTo>
                    <a:pt x="76834" y="392487"/>
                  </a:lnTo>
                  <a:lnTo>
                    <a:pt x="71142" y="384674"/>
                  </a:lnTo>
                  <a:lnTo>
                    <a:pt x="56910" y="369042"/>
                  </a:lnTo>
                  <a:lnTo>
                    <a:pt x="19919" y="326026"/>
                  </a:lnTo>
                  <a:lnTo>
                    <a:pt x="2845" y="290797"/>
                  </a:lnTo>
                  <a:lnTo>
                    <a:pt x="0" y="263376"/>
                  </a:lnTo>
                  <a:lnTo>
                    <a:pt x="2845" y="224175"/>
                  </a:lnTo>
                  <a:lnTo>
                    <a:pt x="5691" y="208482"/>
                  </a:lnTo>
                  <a:lnTo>
                    <a:pt x="5691" y="173153"/>
                  </a:lnTo>
                  <a:lnTo>
                    <a:pt x="0" y="153513"/>
                  </a:lnTo>
                  <a:lnTo>
                    <a:pt x="0" y="107650"/>
                  </a:lnTo>
                  <a:lnTo>
                    <a:pt x="0" y="61736"/>
                  </a:lnTo>
                  <a:lnTo>
                    <a:pt x="0" y="15771"/>
                  </a:lnTo>
                  <a:lnTo>
                    <a:pt x="25611" y="7886"/>
                  </a:lnTo>
                  <a:lnTo>
                    <a:pt x="56910" y="0"/>
                  </a:lnTo>
                  <a:lnTo>
                    <a:pt x="73988" y="0"/>
                  </a:lnTo>
                  <a:lnTo>
                    <a:pt x="93908" y="7886"/>
                  </a:lnTo>
                  <a:lnTo>
                    <a:pt x="99596" y="7886"/>
                  </a:lnTo>
                  <a:lnTo>
                    <a:pt x="116674" y="7886"/>
                  </a:lnTo>
                  <a:lnTo>
                    <a:pt x="128053" y="7886"/>
                  </a:lnTo>
                  <a:lnTo>
                    <a:pt x="142281" y="7886"/>
                  </a:lnTo>
                  <a:lnTo>
                    <a:pt x="153668" y="15771"/>
                  </a:lnTo>
                  <a:lnTo>
                    <a:pt x="162201" y="27596"/>
                  </a:lnTo>
                  <a:lnTo>
                    <a:pt x="162201" y="55174"/>
                  </a:lnTo>
                  <a:lnTo>
                    <a:pt x="159355" y="66987"/>
                  </a:lnTo>
                  <a:lnTo>
                    <a:pt x="179279" y="86669"/>
                  </a:lnTo>
                  <a:lnTo>
                    <a:pt x="184967" y="74861"/>
                  </a:lnTo>
                  <a:lnTo>
                    <a:pt x="193504" y="78795"/>
                  </a:lnTo>
                  <a:lnTo>
                    <a:pt x="207732" y="63047"/>
                  </a:lnTo>
                  <a:lnTo>
                    <a:pt x="256110" y="114207"/>
                  </a:lnTo>
                  <a:lnTo>
                    <a:pt x="241881" y="133864"/>
                  </a:lnTo>
                  <a:lnTo>
                    <a:pt x="256110" y="145657"/>
                  </a:lnTo>
                  <a:lnTo>
                    <a:pt x="264647" y="161373"/>
                  </a:lnTo>
                  <a:lnTo>
                    <a:pt x="304483" y="184933"/>
                  </a:lnTo>
                  <a:lnTo>
                    <a:pt x="290258" y="220249"/>
                  </a:lnTo>
                  <a:lnTo>
                    <a:pt x="290258" y="232016"/>
                  </a:lnTo>
                  <a:lnTo>
                    <a:pt x="295949" y="263376"/>
                  </a:lnTo>
                  <a:lnTo>
                    <a:pt x="290258" y="275130"/>
                  </a:lnTo>
                  <a:lnTo>
                    <a:pt x="276030" y="286883"/>
                  </a:lnTo>
                  <a:lnTo>
                    <a:pt x="261797" y="310372"/>
                  </a:lnTo>
                  <a:lnTo>
                    <a:pt x="250418" y="326026"/>
                  </a:lnTo>
                  <a:lnTo>
                    <a:pt x="230498" y="326026"/>
                  </a:lnTo>
                  <a:lnTo>
                    <a:pt x="216270" y="326026"/>
                  </a:lnTo>
                  <a:lnTo>
                    <a:pt x="199199" y="357315"/>
                  </a:lnTo>
                  <a:lnTo>
                    <a:pt x="182121" y="404202"/>
                  </a:lnTo>
                  <a:lnTo>
                    <a:pt x="173584" y="443237"/>
                  </a:lnTo>
                  <a:lnTo>
                    <a:pt x="159355" y="466640"/>
                  </a:lnTo>
                  <a:lnTo>
                    <a:pt x="153668" y="490030"/>
                  </a:lnTo>
                  <a:lnTo>
                    <a:pt x="150818" y="505616"/>
                  </a:lnTo>
                  <a:lnTo>
                    <a:pt x="136594" y="513404"/>
                  </a:lnTo>
                  <a:lnTo>
                    <a:pt x="116674" y="497824"/>
                  </a:lnTo>
                  <a:lnTo>
                    <a:pt x="99596" y="486132"/>
                  </a:lnTo>
                  <a:lnTo>
                    <a:pt x="85371" y="474438"/>
                  </a:lnTo>
                  <a:close/>
                </a:path>
              </a:pathLst>
            </a:custGeom>
            <a:solidFill>
              <a:srgbClr val="ADD8E6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" name="tx20"/>
            <p:cNvSpPr/>
            <p:nvPr/>
          </p:nvSpPr>
          <p:spPr>
            <a:xfrm>
              <a:off x="3980831" y="4404502"/>
              <a:ext cx="60289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2" name="tx21"/>
            <p:cNvSpPr/>
            <p:nvPr/>
          </p:nvSpPr>
          <p:spPr>
            <a:xfrm>
              <a:off x="4824433" y="2610944"/>
              <a:ext cx="60289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3" name="tx22"/>
            <p:cNvSpPr/>
            <p:nvPr/>
          </p:nvSpPr>
          <p:spPr>
            <a:xfrm>
              <a:off x="3890087" y="4603961"/>
              <a:ext cx="60289" cy="7786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24" name="tx23"/>
            <p:cNvSpPr/>
            <p:nvPr/>
          </p:nvSpPr>
          <p:spPr>
            <a:xfrm>
              <a:off x="3892956" y="3846867"/>
              <a:ext cx="60289" cy="779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25" name="tx24"/>
            <p:cNvSpPr/>
            <p:nvPr/>
          </p:nvSpPr>
          <p:spPr>
            <a:xfrm>
              <a:off x="4832351" y="4161994"/>
              <a:ext cx="60289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6" name="tx25"/>
            <p:cNvSpPr/>
            <p:nvPr/>
          </p:nvSpPr>
          <p:spPr>
            <a:xfrm>
              <a:off x="4195118" y="4190805"/>
              <a:ext cx="60289" cy="779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27" name="tx26"/>
            <p:cNvSpPr/>
            <p:nvPr/>
          </p:nvSpPr>
          <p:spPr>
            <a:xfrm>
              <a:off x="4450828" y="4418394"/>
              <a:ext cx="60289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8" name="tx27"/>
            <p:cNvSpPr/>
            <p:nvPr/>
          </p:nvSpPr>
          <p:spPr>
            <a:xfrm>
              <a:off x="4326680" y="4470412"/>
              <a:ext cx="60289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9" name="tx28"/>
            <p:cNvSpPr/>
            <p:nvPr/>
          </p:nvSpPr>
          <p:spPr>
            <a:xfrm>
              <a:off x="3739381" y="4204503"/>
              <a:ext cx="60289" cy="779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30" name="tx29"/>
            <p:cNvSpPr/>
            <p:nvPr/>
          </p:nvSpPr>
          <p:spPr>
            <a:xfrm>
              <a:off x="4747000" y="3638694"/>
              <a:ext cx="60289" cy="779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31" name="tx30"/>
            <p:cNvSpPr/>
            <p:nvPr/>
          </p:nvSpPr>
          <p:spPr>
            <a:xfrm>
              <a:off x="4306773" y="3353423"/>
              <a:ext cx="60289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32" name="tx31"/>
            <p:cNvSpPr/>
            <p:nvPr/>
          </p:nvSpPr>
          <p:spPr>
            <a:xfrm>
              <a:off x="4146632" y="4559127"/>
              <a:ext cx="60289" cy="779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33" name="tx32"/>
            <p:cNvSpPr/>
            <p:nvPr/>
          </p:nvSpPr>
          <p:spPr>
            <a:xfrm>
              <a:off x="4121290" y="3512398"/>
              <a:ext cx="60289" cy="779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34" name="tx33"/>
            <p:cNvSpPr/>
            <p:nvPr/>
          </p:nvSpPr>
          <p:spPr>
            <a:xfrm>
              <a:off x="4511557" y="4145849"/>
              <a:ext cx="60289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35" name="tx34"/>
            <p:cNvSpPr/>
            <p:nvPr/>
          </p:nvSpPr>
          <p:spPr>
            <a:xfrm>
              <a:off x="5327685" y="3883423"/>
              <a:ext cx="60289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36" name="tx35"/>
            <p:cNvSpPr/>
            <p:nvPr/>
          </p:nvSpPr>
          <p:spPr>
            <a:xfrm>
              <a:off x="3743428" y="4885383"/>
              <a:ext cx="60289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37" name="tx36"/>
            <p:cNvSpPr/>
            <p:nvPr/>
          </p:nvSpPr>
          <p:spPr>
            <a:xfrm>
              <a:off x="3307155" y="5711234"/>
              <a:ext cx="1397613" cy="12946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Number of Companies</a:t>
              </a:r>
            </a:p>
          </p:txBody>
        </p:sp>
        <p:pic>
          <p:nvPicPr>
            <p:cNvPr id="38" name="pic3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74358" y="5594419"/>
              <a:ext cx="1097280" cy="219455"/>
            </a:xfrm>
            <a:prstGeom prst="rect">
              <a:avLst/>
            </a:prstGeom>
          </p:spPr>
        </p:pic>
        <p:sp>
          <p:nvSpPr>
            <p:cNvPr id="39" name="pl38"/>
            <p:cNvSpPr/>
            <p:nvPr/>
          </p:nvSpPr>
          <p:spPr>
            <a:xfrm>
              <a:off x="4776187" y="5769984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0"/>
                  </a:moveTo>
                  <a:lnTo>
                    <a:pt x="0" y="43891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" name="pl39"/>
            <p:cNvSpPr/>
            <p:nvPr/>
          </p:nvSpPr>
          <p:spPr>
            <a:xfrm>
              <a:off x="4994912" y="5769984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0"/>
                  </a:moveTo>
                  <a:lnTo>
                    <a:pt x="0" y="43891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" name="pl40"/>
            <p:cNvSpPr/>
            <p:nvPr/>
          </p:nvSpPr>
          <p:spPr>
            <a:xfrm>
              <a:off x="5213636" y="5769984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0"/>
                  </a:moveTo>
                  <a:lnTo>
                    <a:pt x="0" y="43891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" name="pl41"/>
            <p:cNvSpPr/>
            <p:nvPr/>
          </p:nvSpPr>
          <p:spPr>
            <a:xfrm>
              <a:off x="5432360" y="5769984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0"/>
                  </a:moveTo>
                  <a:lnTo>
                    <a:pt x="0" y="43891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" name="pl42"/>
            <p:cNvSpPr/>
            <p:nvPr/>
          </p:nvSpPr>
          <p:spPr>
            <a:xfrm>
              <a:off x="5651085" y="5769984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0"/>
                  </a:moveTo>
                  <a:lnTo>
                    <a:pt x="0" y="43891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" name="pl43"/>
            <p:cNvSpPr/>
            <p:nvPr/>
          </p:nvSpPr>
          <p:spPr>
            <a:xfrm>
              <a:off x="5869809" y="5769984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0"/>
                  </a:moveTo>
                  <a:lnTo>
                    <a:pt x="0" y="43891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" name="pl44"/>
            <p:cNvSpPr/>
            <p:nvPr/>
          </p:nvSpPr>
          <p:spPr>
            <a:xfrm>
              <a:off x="4776187" y="5594419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43891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" name="pl45"/>
            <p:cNvSpPr/>
            <p:nvPr/>
          </p:nvSpPr>
          <p:spPr>
            <a:xfrm>
              <a:off x="4994912" y="5594419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43891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" name="pl46"/>
            <p:cNvSpPr/>
            <p:nvPr/>
          </p:nvSpPr>
          <p:spPr>
            <a:xfrm>
              <a:off x="5213636" y="5594419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43891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" name="pl47"/>
            <p:cNvSpPr/>
            <p:nvPr/>
          </p:nvSpPr>
          <p:spPr>
            <a:xfrm>
              <a:off x="5432360" y="5594419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43891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" name="pl48"/>
            <p:cNvSpPr/>
            <p:nvPr/>
          </p:nvSpPr>
          <p:spPr>
            <a:xfrm>
              <a:off x="5651085" y="5594419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43891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" name="pl49"/>
            <p:cNvSpPr/>
            <p:nvPr/>
          </p:nvSpPr>
          <p:spPr>
            <a:xfrm>
              <a:off x="5869809" y="5594419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43891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" name="tx50"/>
            <p:cNvSpPr/>
            <p:nvPr/>
          </p:nvSpPr>
          <p:spPr>
            <a:xfrm>
              <a:off x="4745109" y="5881773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52" name="tx51"/>
            <p:cNvSpPr/>
            <p:nvPr/>
          </p:nvSpPr>
          <p:spPr>
            <a:xfrm>
              <a:off x="4963834" y="5883137"/>
              <a:ext cx="62155" cy="8032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53" name="tx52"/>
            <p:cNvSpPr/>
            <p:nvPr/>
          </p:nvSpPr>
          <p:spPr>
            <a:xfrm>
              <a:off x="5182558" y="5883137"/>
              <a:ext cx="62155" cy="8032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54" name="tx53"/>
            <p:cNvSpPr/>
            <p:nvPr/>
          </p:nvSpPr>
          <p:spPr>
            <a:xfrm>
              <a:off x="5401283" y="5881718"/>
              <a:ext cx="62155" cy="817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55" name="tx54"/>
            <p:cNvSpPr/>
            <p:nvPr/>
          </p:nvSpPr>
          <p:spPr>
            <a:xfrm>
              <a:off x="5620007" y="5883465"/>
              <a:ext cx="62155" cy="8000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56" name="tx55"/>
            <p:cNvSpPr/>
            <p:nvPr/>
          </p:nvSpPr>
          <p:spPr>
            <a:xfrm>
              <a:off x="5838732" y="5883192"/>
              <a:ext cx="62155" cy="8027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57" name="tx56"/>
            <p:cNvSpPr/>
            <p:nvPr/>
          </p:nvSpPr>
          <p:spPr>
            <a:xfrm>
              <a:off x="2932096" y="1624545"/>
              <a:ext cx="3314600" cy="19069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600"/>
                </a:lnSpc>
              </a:pPr>
              <a:r>
                <a:rPr sz="160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Companies with 3001+ Employees</a:t>
              </a:r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1143000"/>
          </a:xfrm>
        </p:spPr>
        <p:txBody>
          <a:bodyPr/>
          <a:lstStyle/>
          <a:p>
            <a:r>
              <a:t>Total Employees in Maine Counties</a:t>
            </a:r>
          </a:p>
        </p:txBody>
      </p:sp>
      <p:grpSp>
        <p:nvGrpSpPr>
          <p:cNvPr id="3" name="Content Placeholder 2"/>
          <p:cNvGrpSpPr/>
          <p:nvPr/>
        </p:nvGrpSpPr>
        <p:grpSpPr>
          <a:xfrm>
            <a:off x="150168" y="253057"/>
            <a:ext cx="11891664" cy="6293294"/>
            <a:chOff x="457200" y="1600200"/>
            <a:chExt cx="8229600" cy="4525962"/>
          </a:xfrm>
        </p:grpSpPr>
        <p:sp>
          <p:nvSpPr>
            <p:cNvPr id="4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" name="pg4"/>
            <p:cNvSpPr/>
            <p:nvPr/>
          </p:nvSpPr>
          <p:spPr>
            <a:xfrm>
              <a:off x="3872291" y="4223939"/>
              <a:ext cx="241881" cy="392976"/>
            </a:xfrm>
            <a:custGeom>
              <a:avLst/>
              <a:gdLst/>
              <a:ahLst/>
              <a:cxnLst/>
              <a:rect l="0" t="0" r="0" b="0"/>
              <a:pathLst>
                <a:path w="241881" h="392976">
                  <a:moveTo>
                    <a:pt x="125207" y="11964"/>
                  </a:moveTo>
                  <a:lnTo>
                    <a:pt x="182125" y="0"/>
                  </a:lnTo>
                  <a:lnTo>
                    <a:pt x="196350" y="55803"/>
                  </a:lnTo>
                  <a:lnTo>
                    <a:pt x="182125" y="71730"/>
                  </a:lnTo>
                  <a:lnTo>
                    <a:pt x="207732" y="123459"/>
                  </a:lnTo>
                  <a:lnTo>
                    <a:pt x="207732" y="187036"/>
                  </a:lnTo>
                  <a:lnTo>
                    <a:pt x="241881" y="202914"/>
                  </a:lnTo>
                  <a:lnTo>
                    <a:pt x="233344" y="238619"/>
                  </a:lnTo>
                  <a:lnTo>
                    <a:pt x="241881" y="242584"/>
                  </a:lnTo>
                  <a:lnTo>
                    <a:pt x="224807" y="313892"/>
                  </a:lnTo>
                  <a:lnTo>
                    <a:pt x="224807" y="325762"/>
                  </a:lnTo>
                  <a:lnTo>
                    <a:pt x="219115" y="341587"/>
                  </a:lnTo>
                  <a:lnTo>
                    <a:pt x="224807" y="353452"/>
                  </a:lnTo>
                  <a:lnTo>
                    <a:pt x="202041" y="381122"/>
                  </a:lnTo>
                  <a:lnTo>
                    <a:pt x="196350" y="377171"/>
                  </a:lnTo>
                  <a:lnTo>
                    <a:pt x="184967" y="392976"/>
                  </a:lnTo>
                  <a:lnTo>
                    <a:pt x="139439" y="369266"/>
                  </a:lnTo>
                  <a:lnTo>
                    <a:pt x="136594" y="361359"/>
                  </a:lnTo>
                  <a:lnTo>
                    <a:pt x="85367" y="305972"/>
                  </a:lnTo>
                  <a:lnTo>
                    <a:pt x="54068" y="337631"/>
                  </a:lnTo>
                  <a:lnTo>
                    <a:pt x="45531" y="329719"/>
                  </a:lnTo>
                  <a:lnTo>
                    <a:pt x="34148" y="341587"/>
                  </a:lnTo>
                  <a:lnTo>
                    <a:pt x="17074" y="325762"/>
                  </a:lnTo>
                  <a:lnTo>
                    <a:pt x="11382" y="325762"/>
                  </a:lnTo>
                  <a:lnTo>
                    <a:pt x="2845" y="305972"/>
                  </a:lnTo>
                  <a:lnTo>
                    <a:pt x="0" y="286173"/>
                  </a:lnTo>
                  <a:lnTo>
                    <a:pt x="25611" y="251833"/>
                  </a:lnTo>
                  <a:lnTo>
                    <a:pt x="51222" y="217463"/>
                  </a:lnTo>
                  <a:lnTo>
                    <a:pt x="76834" y="183065"/>
                  </a:lnTo>
                  <a:lnTo>
                    <a:pt x="82521" y="183065"/>
                  </a:lnTo>
                  <a:lnTo>
                    <a:pt x="95327" y="135387"/>
                  </a:lnTo>
                  <a:lnTo>
                    <a:pt x="108133" y="87654"/>
                  </a:lnTo>
                  <a:lnTo>
                    <a:pt x="102441" y="51820"/>
                  </a:lnTo>
                  <a:lnTo>
                    <a:pt x="108133" y="47836"/>
                  </a:lnTo>
                  <a:lnTo>
                    <a:pt x="108133" y="31897"/>
                  </a:lnTo>
                  <a:close/>
                </a:path>
              </a:pathLst>
            </a:custGeom>
            <a:solidFill>
              <a:srgbClr val="96AED5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" name="pg5"/>
            <p:cNvSpPr/>
            <p:nvPr/>
          </p:nvSpPr>
          <p:spPr>
            <a:xfrm>
              <a:off x="4097099" y="2089798"/>
              <a:ext cx="1126881" cy="1365026"/>
            </a:xfrm>
            <a:custGeom>
              <a:avLst/>
              <a:gdLst/>
              <a:ahLst/>
              <a:cxnLst/>
              <a:rect l="0" t="0" r="0" b="0"/>
              <a:pathLst>
                <a:path w="1126881" h="1365026">
                  <a:moveTo>
                    <a:pt x="998828" y="1328418"/>
                  </a:moveTo>
                  <a:lnTo>
                    <a:pt x="956143" y="1335200"/>
                  </a:lnTo>
                  <a:lnTo>
                    <a:pt x="913457" y="1341980"/>
                  </a:lnTo>
                  <a:lnTo>
                    <a:pt x="870771" y="1348760"/>
                  </a:lnTo>
                  <a:lnTo>
                    <a:pt x="870771" y="1356894"/>
                  </a:lnTo>
                  <a:lnTo>
                    <a:pt x="811015" y="1365026"/>
                  </a:lnTo>
                  <a:lnTo>
                    <a:pt x="796783" y="1356894"/>
                  </a:lnTo>
                  <a:lnTo>
                    <a:pt x="796783" y="1315530"/>
                  </a:lnTo>
                  <a:lnTo>
                    <a:pt x="796783" y="1274122"/>
                  </a:lnTo>
                  <a:lnTo>
                    <a:pt x="796783" y="1232672"/>
                  </a:lnTo>
                  <a:lnTo>
                    <a:pt x="796783" y="1191178"/>
                  </a:lnTo>
                  <a:lnTo>
                    <a:pt x="796783" y="1149641"/>
                  </a:lnTo>
                  <a:lnTo>
                    <a:pt x="796783" y="1108060"/>
                  </a:lnTo>
                  <a:lnTo>
                    <a:pt x="796783" y="1099878"/>
                  </a:lnTo>
                  <a:lnTo>
                    <a:pt x="796783" y="1056001"/>
                  </a:lnTo>
                  <a:lnTo>
                    <a:pt x="796783" y="1012076"/>
                  </a:lnTo>
                  <a:lnTo>
                    <a:pt x="796783" y="968101"/>
                  </a:lnTo>
                  <a:lnTo>
                    <a:pt x="796783" y="924078"/>
                  </a:lnTo>
                  <a:lnTo>
                    <a:pt x="796783" y="880006"/>
                  </a:lnTo>
                  <a:lnTo>
                    <a:pt x="796783" y="835884"/>
                  </a:lnTo>
                  <a:lnTo>
                    <a:pt x="796783" y="791713"/>
                  </a:lnTo>
                  <a:lnTo>
                    <a:pt x="754099" y="790338"/>
                  </a:lnTo>
                  <a:lnTo>
                    <a:pt x="711414" y="788962"/>
                  </a:lnTo>
                  <a:lnTo>
                    <a:pt x="668730" y="787587"/>
                  </a:lnTo>
                  <a:lnTo>
                    <a:pt x="663038" y="783459"/>
                  </a:lnTo>
                  <a:lnTo>
                    <a:pt x="603279" y="783459"/>
                  </a:lnTo>
                  <a:lnTo>
                    <a:pt x="599484" y="740803"/>
                  </a:lnTo>
                  <a:lnTo>
                    <a:pt x="595690" y="698101"/>
                  </a:lnTo>
                  <a:lnTo>
                    <a:pt x="591896" y="655352"/>
                  </a:lnTo>
                  <a:lnTo>
                    <a:pt x="548073" y="655766"/>
                  </a:lnTo>
                  <a:lnTo>
                    <a:pt x="504249" y="656180"/>
                  </a:lnTo>
                  <a:lnTo>
                    <a:pt x="460426" y="656594"/>
                  </a:lnTo>
                  <a:lnTo>
                    <a:pt x="416603" y="657008"/>
                  </a:lnTo>
                  <a:lnTo>
                    <a:pt x="372780" y="657422"/>
                  </a:lnTo>
                  <a:lnTo>
                    <a:pt x="328957" y="657836"/>
                  </a:lnTo>
                  <a:lnTo>
                    <a:pt x="285134" y="658250"/>
                  </a:lnTo>
                  <a:lnTo>
                    <a:pt x="241310" y="658664"/>
                  </a:lnTo>
                  <a:lnTo>
                    <a:pt x="197487" y="659077"/>
                  </a:lnTo>
                  <a:lnTo>
                    <a:pt x="153664" y="659491"/>
                  </a:lnTo>
                  <a:lnTo>
                    <a:pt x="102443" y="659491"/>
                  </a:lnTo>
                  <a:lnTo>
                    <a:pt x="51221" y="659491"/>
                  </a:lnTo>
                  <a:lnTo>
                    <a:pt x="0" y="659491"/>
                  </a:lnTo>
                  <a:lnTo>
                    <a:pt x="2845" y="622223"/>
                  </a:lnTo>
                  <a:lnTo>
                    <a:pt x="19916" y="551730"/>
                  </a:lnTo>
                  <a:lnTo>
                    <a:pt x="44104" y="515744"/>
                  </a:lnTo>
                  <a:lnTo>
                    <a:pt x="68293" y="479725"/>
                  </a:lnTo>
                  <a:lnTo>
                    <a:pt x="92481" y="443672"/>
                  </a:lnTo>
                  <a:lnTo>
                    <a:pt x="116670" y="407586"/>
                  </a:lnTo>
                  <a:lnTo>
                    <a:pt x="140858" y="371467"/>
                  </a:lnTo>
                  <a:lnTo>
                    <a:pt x="165047" y="335314"/>
                  </a:lnTo>
                  <a:lnTo>
                    <a:pt x="194215" y="292514"/>
                  </a:lnTo>
                  <a:lnTo>
                    <a:pt x="223384" y="249666"/>
                  </a:lnTo>
                  <a:lnTo>
                    <a:pt x="252552" y="206771"/>
                  </a:lnTo>
                  <a:lnTo>
                    <a:pt x="281721" y="163829"/>
                  </a:lnTo>
                  <a:lnTo>
                    <a:pt x="313971" y="117690"/>
                  </a:lnTo>
                  <a:lnTo>
                    <a:pt x="346221" y="71496"/>
                  </a:lnTo>
                  <a:lnTo>
                    <a:pt x="378471" y="25247"/>
                  </a:lnTo>
                  <a:lnTo>
                    <a:pt x="392700" y="8415"/>
                  </a:lnTo>
                  <a:lnTo>
                    <a:pt x="406932" y="0"/>
                  </a:lnTo>
                  <a:lnTo>
                    <a:pt x="424003" y="0"/>
                  </a:lnTo>
                  <a:lnTo>
                    <a:pt x="441077" y="8415"/>
                  </a:lnTo>
                  <a:lnTo>
                    <a:pt x="472380" y="16832"/>
                  </a:lnTo>
                  <a:lnTo>
                    <a:pt x="486608" y="16832"/>
                  </a:lnTo>
                  <a:lnTo>
                    <a:pt x="489450" y="29456"/>
                  </a:lnTo>
                  <a:lnTo>
                    <a:pt x="480917" y="100899"/>
                  </a:lnTo>
                  <a:lnTo>
                    <a:pt x="486608" y="151251"/>
                  </a:lnTo>
                  <a:lnTo>
                    <a:pt x="509374" y="172209"/>
                  </a:lnTo>
                  <a:lnTo>
                    <a:pt x="552056" y="197347"/>
                  </a:lnTo>
                  <a:lnTo>
                    <a:pt x="577667" y="193159"/>
                  </a:lnTo>
                  <a:lnTo>
                    <a:pt x="628890" y="163829"/>
                  </a:lnTo>
                  <a:lnTo>
                    <a:pt x="671576" y="151251"/>
                  </a:lnTo>
                  <a:lnTo>
                    <a:pt x="697187" y="151251"/>
                  </a:lnTo>
                  <a:lnTo>
                    <a:pt x="722798" y="126080"/>
                  </a:lnTo>
                  <a:lnTo>
                    <a:pt x="748410" y="117690"/>
                  </a:lnTo>
                  <a:lnTo>
                    <a:pt x="805320" y="126080"/>
                  </a:lnTo>
                  <a:lnTo>
                    <a:pt x="813861" y="121884"/>
                  </a:lnTo>
                  <a:lnTo>
                    <a:pt x="816703" y="84100"/>
                  </a:lnTo>
                  <a:lnTo>
                    <a:pt x="822394" y="79899"/>
                  </a:lnTo>
                  <a:lnTo>
                    <a:pt x="873617" y="71496"/>
                  </a:lnTo>
                  <a:lnTo>
                    <a:pt x="910611" y="79899"/>
                  </a:lnTo>
                  <a:lnTo>
                    <a:pt x="930531" y="96700"/>
                  </a:lnTo>
                  <a:lnTo>
                    <a:pt x="970369" y="134473"/>
                  </a:lnTo>
                  <a:lnTo>
                    <a:pt x="1010207" y="172209"/>
                  </a:lnTo>
                  <a:lnTo>
                    <a:pt x="1038668" y="201535"/>
                  </a:lnTo>
                  <a:lnTo>
                    <a:pt x="1061434" y="243392"/>
                  </a:lnTo>
                  <a:lnTo>
                    <a:pt x="1072813" y="255940"/>
                  </a:lnTo>
                  <a:lnTo>
                    <a:pt x="1095579" y="276844"/>
                  </a:lnTo>
                  <a:lnTo>
                    <a:pt x="1112653" y="297737"/>
                  </a:lnTo>
                  <a:lnTo>
                    <a:pt x="1121190" y="335314"/>
                  </a:lnTo>
                  <a:lnTo>
                    <a:pt x="1121664" y="378416"/>
                  </a:lnTo>
                  <a:lnTo>
                    <a:pt x="1122139" y="421470"/>
                  </a:lnTo>
                  <a:lnTo>
                    <a:pt x="1122613" y="464476"/>
                  </a:lnTo>
                  <a:lnTo>
                    <a:pt x="1123087" y="507435"/>
                  </a:lnTo>
                  <a:lnTo>
                    <a:pt x="1123561" y="550347"/>
                  </a:lnTo>
                  <a:lnTo>
                    <a:pt x="1124036" y="593212"/>
                  </a:lnTo>
                  <a:lnTo>
                    <a:pt x="1123680" y="636202"/>
                  </a:lnTo>
                  <a:lnTo>
                    <a:pt x="1123324" y="679145"/>
                  </a:lnTo>
                  <a:lnTo>
                    <a:pt x="1122969" y="722041"/>
                  </a:lnTo>
                  <a:lnTo>
                    <a:pt x="1122613" y="764891"/>
                  </a:lnTo>
                  <a:lnTo>
                    <a:pt x="1122257" y="807693"/>
                  </a:lnTo>
                  <a:lnTo>
                    <a:pt x="1121901" y="850449"/>
                  </a:lnTo>
                  <a:lnTo>
                    <a:pt x="1121546" y="893159"/>
                  </a:lnTo>
                  <a:lnTo>
                    <a:pt x="1121190" y="935822"/>
                  </a:lnTo>
                  <a:lnTo>
                    <a:pt x="1123087" y="987846"/>
                  </a:lnTo>
                  <a:lnTo>
                    <a:pt x="1124984" y="1039801"/>
                  </a:lnTo>
                  <a:lnTo>
                    <a:pt x="1126881" y="1091688"/>
                  </a:lnTo>
                  <a:lnTo>
                    <a:pt x="1126881" y="1112155"/>
                  </a:lnTo>
                  <a:lnTo>
                    <a:pt x="1121190" y="1132608"/>
                  </a:lnTo>
                  <a:lnTo>
                    <a:pt x="1112653" y="1153048"/>
                  </a:lnTo>
                  <a:lnTo>
                    <a:pt x="1112653" y="1169394"/>
                  </a:lnTo>
                  <a:lnTo>
                    <a:pt x="1124036" y="1181649"/>
                  </a:lnTo>
                  <a:lnTo>
                    <a:pt x="1126881" y="1189818"/>
                  </a:lnTo>
                  <a:lnTo>
                    <a:pt x="1112653" y="1206149"/>
                  </a:lnTo>
                  <a:lnTo>
                    <a:pt x="1104116" y="1251023"/>
                  </a:lnTo>
                  <a:lnTo>
                    <a:pt x="1106961" y="1275482"/>
                  </a:lnTo>
                  <a:lnTo>
                    <a:pt x="1118344" y="1291779"/>
                  </a:lnTo>
                  <a:lnTo>
                    <a:pt x="1078506" y="1303995"/>
                  </a:lnTo>
                  <a:lnTo>
                    <a:pt x="1038667" y="1316208"/>
                  </a:lnTo>
                  <a:close/>
                </a:path>
              </a:pathLst>
            </a:custGeom>
            <a:solidFill>
              <a:srgbClr val="A4C7DF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" name="pg6"/>
            <p:cNvSpPr/>
            <p:nvPr/>
          </p:nvSpPr>
          <p:spPr>
            <a:xfrm>
              <a:off x="3681633" y="4438756"/>
              <a:ext cx="503679" cy="434137"/>
            </a:xfrm>
            <a:custGeom>
              <a:avLst/>
              <a:gdLst/>
              <a:ahLst/>
              <a:cxnLst/>
              <a:rect l="0" t="0" r="0" b="0"/>
              <a:pathLst>
                <a:path w="503679" h="434137">
                  <a:moveTo>
                    <a:pt x="415465" y="138635"/>
                  </a:moveTo>
                  <a:lnTo>
                    <a:pt x="424003" y="150496"/>
                  </a:lnTo>
                  <a:lnTo>
                    <a:pt x="435382" y="158399"/>
                  </a:lnTo>
                  <a:lnTo>
                    <a:pt x="449614" y="166305"/>
                  </a:lnTo>
                  <a:lnTo>
                    <a:pt x="466688" y="170254"/>
                  </a:lnTo>
                  <a:lnTo>
                    <a:pt x="475225" y="170254"/>
                  </a:lnTo>
                  <a:lnTo>
                    <a:pt x="486608" y="158399"/>
                  </a:lnTo>
                  <a:lnTo>
                    <a:pt x="492300" y="146542"/>
                  </a:lnTo>
                  <a:lnTo>
                    <a:pt x="500833" y="150496"/>
                  </a:lnTo>
                  <a:lnTo>
                    <a:pt x="503679" y="154449"/>
                  </a:lnTo>
                  <a:lnTo>
                    <a:pt x="492300" y="182109"/>
                  </a:lnTo>
                  <a:lnTo>
                    <a:pt x="480913" y="217642"/>
                  </a:lnTo>
                  <a:lnTo>
                    <a:pt x="466688" y="221588"/>
                  </a:lnTo>
                  <a:lnTo>
                    <a:pt x="443923" y="245259"/>
                  </a:lnTo>
                  <a:lnTo>
                    <a:pt x="441077" y="225537"/>
                  </a:lnTo>
                  <a:lnTo>
                    <a:pt x="435382" y="221588"/>
                  </a:lnTo>
                  <a:lnTo>
                    <a:pt x="421157" y="225537"/>
                  </a:lnTo>
                  <a:lnTo>
                    <a:pt x="395546" y="249203"/>
                  </a:lnTo>
                  <a:lnTo>
                    <a:pt x="369934" y="257090"/>
                  </a:lnTo>
                  <a:lnTo>
                    <a:pt x="350018" y="276800"/>
                  </a:lnTo>
                  <a:lnTo>
                    <a:pt x="330098" y="284681"/>
                  </a:lnTo>
                  <a:lnTo>
                    <a:pt x="324403" y="296500"/>
                  </a:lnTo>
                  <a:lnTo>
                    <a:pt x="321557" y="308316"/>
                  </a:lnTo>
                  <a:lnTo>
                    <a:pt x="304487" y="320128"/>
                  </a:lnTo>
                  <a:lnTo>
                    <a:pt x="298791" y="339808"/>
                  </a:lnTo>
                  <a:lnTo>
                    <a:pt x="290258" y="355542"/>
                  </a:lnTo>
                  <a:lnTo>
                    <a:pt x="307332" y="375205"/>
                  </a:lnTo>
                  <a:lnTo>
                    <a:pt x="321557" y="402717"/>
                  </a:lnTo>
                  <a:lnTo>
                    <a:pt x="315866" y="418430"/>
                  </a:lnTo>
                  <a:lnTo>
                    <a:pt x="298791" y="426284"/>
                  </a:lnTo>
                  <a:lnTo>
                    <a:pt x="270338" y="430211"/>
                  </a:lnTo>
                  <a:lnTo>
                    <a:pt x="253260" y="434137"/>
                  </a:lnTo>
                  <a:lnTo>
                    <a:pt x="213424" y="410577"/>
                  </a:lnTo>
                  <a:lnTo>
                    <a:pt x="204887" y="394861"/>
                  </a:lnTo>
                  <a:lnTo>
                    <a:pt x="190658" y="383067"/>
                  </a:lnTo>
                  <a:lnTo>
                    <a:pt x="204887" y="363411"/>
                  </a:lnTo>
                  <a:lnTo>
                    <a:pt x="156510" y="312251"/>
                  </a:lnTo>
                  <a:lnTo>
                    <a:pt x="142281" y="327998"/>
                  </a:lnTo>
                  <a:lnTo>
                    <a:pt x="133744" y="324065"/>
                  </a:lnTo>
                  <a:lnTo>
                    <a:pt x="128056" y="335873"/>
                  </a:lnTo>
                  <a:lnTo>
                    <a:pt x="108133" y="316191"/>
                  </a:lnTo>
                  <a:lnTo>
                    <a:pt x="110978" y="304378"/>
                  </a:lnTo>
                  <a:lnTo>
                    <a:pt x="110978" y="276800"/>
                  </a:lnTo>
                  <a:lnTo>
                    <a:pt x="102445" y="264975"/>
                  </a:lnTo>
                  <a:lnTo>
                    <a:pt x="91058" y="257090"/>
                  </a:lnTo>
                  <a:lnTo>
                    <a:pt x="76830" y="257090"/>
                  </a:lnTo>
                  <a:lnTo>
                    <a:pt x="65451" y="257090"/>
                  </a:lnTo>
                  <a:lnTo>
                    <a:pt x="48373" y="257090"/>
                  </a:lnTo>
                  <a:lnTo>
                    <a:pt x="42685" y="257090"/>
                  </a:lnTo>
                  <a:lnTo>
                    <a:pt x="34148" y="229480"/>
                  </a:lnTo>
                  <a:lnTo>
                    <a:pt x="36994" y="217642"/>
                  </a:lnTo>
                  <a:lnTo>
                    <a:pt x="36994" y="205800"/>
                  </a:lnTo>
                  <a:lnTo>
                    <a:pt x="65451" y="190006"/>
                  </a:lnTo>
                  <a:lnTo>
                    <a:pt x="54064" y="178159"/>
                  </a:lnTo>
                  <a:lnTo>
                    <a:pt x="71138" y="150496"/>
                  </a:lnTo>
                  <a:lnTo>
                    <a:pt x="68293" y="146542"/>
                  </a:lnTo>
                  <a:lnTo>
                    <a:pt x="76830" y="138635"/>
                  </a:lnTo>
                  <a:lnTo>
                    <a:pt x="36994" y="91155"/>
                  </a:lnTo>
                  <a:lnTo>
                    <a:pt x="5687" y="79277"/>
                  </a:lnTo>
                  <a:lnTo>
                    <a:pt x="5687" y="71356"/>
                  </a:lnTo>
                  <a:lnTo>
                    <a:pt x="0" y="63434"/>
                  </a:lnTo>
                  <a:lnTo>
                    <a:pt x="5687" y="59472"/>
                  </a:lnTo>
                  <a:lnTo>
                    <a:pt x="22765" y="59472"/>
                  </a:lnTo>
                  <a:lnTo>
                    <a:pt x="85371" y="19836"/>
                  </a:lnTo>
                  <a:lnTo>
                    <a:pt x="88213" y="19836"/>
                  </a:lnTo>
                  <a:lnTo>
                    <a:pt x="122361" y="0"/>
                  </a:lnTo>
                  <a:lnTo>
                    <a:pt x="128056" y="7937"/>
                  </a:lnTo>
                  <a:lnTo>
                    <a:pt x="136590" y="3970"/>
                  </a:lnTo>
                  <a:lnTo>
                    <a:pt x="145127" y="7937"/>
                  </a:lnTo>
                  <a:lnTo>
                    <a:pt x="156510" y="7937"/>
                  </a:lnTo>
                  <a:lnTo>
                    <a:pt x="179275" y="35696"/>
                  </a:lnTo>
                  <a:lnTo>
                    <a:pt x="190658" y="71356"/>
                  </a:lnTo>
                  <a:lnTo>
                    <a:pt x="193504" y="91155"/>
                  </a:lnTo>
                  <a:lnTo>
                    <a:pt x="202041" y="110945"/>
                  </a:lnTo>
                  <a:lnTo>
                    <a:pt x="207732" y="110945"/>
                  </a:lnTo>
                  <a:lnTo>
                    <a:pt x="224807" y="126770"/>
                  </a:lnTo>
                  <a:lnTo>
                    <a:pt x="236190" y="114902"/>
                  </a:lnTo>
                  <a:lnTo>
                    <a:pt x="244727" y="122814"/>
                  </a:lnTo>
                  <a:lnTo>
                    <a:pt x="276026" y="91155"/>
                  </a:lnTo>
                  <a:lnTo>
                    <a:pt x="327252" y="146542"/>
                  </a:lnTo>
                  <a:lnTo>
                    <a:pt x="330098" y="154449"/>
                  </a:lnTo>
                  <a:lnTo>
                    <a:pt x="375626" y="178159"/>
                  </a:lnTo>
                  <a:lnTo>
                    <a:pt x="387008" y="162354"/>
                  </a:lnTo>
                  <a:lnTo>
                    <a:pt x="392700" y="166305"/>
                  </a:lnTo>
                  <a:close/>
                </a:path>
              </a:pathLst>
            </a:custGeom>
            <a:solidFill>
              <a:srgbClr val="00008B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" name="pg7"/>
            <p:cNvSpPr/>
            <p:nvPr/>
          </p:nvSpPr>
          <p:spPr>
            <a:xfrm>
              <a:off x="3695861" y="3393795"/>
              <a:ext cx="452460" cy="842108"/>
            </a:xfrm>
            <a:custGeom>
              <a:avLst/>
              <a:gdLst/>
              <a:ahLst/>
              <a:cxnLst/>
              <a:rect l="0" t="0" r="0" b="0"/>
              <a:pathLst>
                <a:path w="452460" h="842108">
                  <a:moveTo>
                    <a:pt x="358555" y="830144"/>
                  </a:moveTo>
                  <a:lnTo>
                    <a:pt x="301637" y="842108"/>
                  </a:lnTo>
                  <a:lnTo>
                    <a:pt x="284563" y="802213"/>
                  </a:lnTo>
                  <a:lnTo>
                    <a:pt x="278871" y="802213"/>
                  </a:lnTo>
                  <a:lnTo>
                    <a:pt x="267492" y="786247"/>
                  </a:lnTo>
                  <a:lnTo>
                    <a:pt x="264643" y="786247"/>
                  </a:lnTo>
                  <a:lnTo>
                    <a:pt x="276030" y="770272"/>
                  </a:lnTo>
                  <a:lnTo>
                    <a:pt x="232395" y="760950"/>
                  </a:lnTo>
                  <a:lnTo>
                    <a:pt x="188761" y="751626"/>
                  </a:lnTo>
                  <a:lnTo>
                    <a:pt x="145127" y="742300"/>
                  </a:lnTo>
                  <a:lnTo>
                    <a:pt x="153664" y="726307"/>
                  </a:lnTo>
                  <a:lnTo>
                    <a:pt x="130898" y="674288"/>
                  </a:lnTo>
                  <a:lnTo>
                    <a:pt x="108133" y="622201"/>
                  </a:lnTo>
                  <a:lnTo>
                    <a:pt x="39836" y="650256"/>
                  </a:lnTo>
                  <a:lnTo>
                    <a:pt x="38413" y="604155"/>
                  </a:lnTo>
                  <a:lnTo>
                    <a:pt x="36990" y="558002"/>
                  </a:lnTo>
                  <a:lnTo>
                    <a:pt x="31302" y="525867"/>
                  </a:lnTo>
                  <a:lnTo>
                    <a:pt x="22765" y="525867"/>
                  </a:lnTo>
                  <a:lnTo>
                    <a:pt x="11382" y="469567"/>
                  </a:lnTo>
                  <a:lnTo>
                    <a:pt x="11382" y="461514"/>
                  </a:lnTo>
                  <a:lnTo>
                    <a:pt x="17070" y="453466"/>
                  </a:lnTo>
                  <a:lnTo>
                    <a:pt x="31302" y="449440"/>
                  </a:lnTo>
                  <a:lnTo>
                    <a:pt x="23477" y="408147"/>
                  </a:lnTo>
                  <a:lnTo>
                    <a:pt x="15651" y="366812"/>
                  </a:lnTo>
                  <a:lnTo>
                    <a:pt x="7825" y="325435"/>
                  </a:lnTo>
                  <a:lnTo>
                    <a:pt x="0" y="284014"/>
                  </a:lnTo>
                  <a:lnTo>
                    <a:pt x="5691" y="275930"/>
                  </a:lnTo>
                  <a:lnTo>
                    <a:pt x="8537" y="235471"/>
                  </a:lnTo>
                  <a:lnTo>
                    <a:pt x="11382" y="186865"/>
                  </a:lnTo>
                  <a:lnTo>
                    <a:pt x="14224" y="174705"/>
                  </a:lnTo>
                  <a:lnTo>
                    <a:pt x="22765" y="166595"/>
                  </a:lnTo>
                  <a:lnTo>
                    <a:pt x="39836" y="174705"/>
                  </a:lnTo>
                  <a:lnTo>
                    <a:pt x="88216" y="190918"/>
                  </a:lnTo>
                  <a:lnTo>
                    <a:pt x="99596" y="186865"/>
                  </a:lnTo>
                  <a:lnTo>
                    <a:pt x="105287" y="178761"/>
                  </a:lnTo>
                  <a:lnTo>
                    <a:pt x="99596" y="174705"/>
                  </a:lnTo>
                  <a:lnTo>
                    <a:pt x="71142" y="134145"/>
                  </a:lnTo>
                  <a:lnTo>
                    <a:pt x="59756" y="101666"/>
                  </a:lnTo>
                  <a:lnTo>
                    <a:pt x="62601" y="85416"/>
                  </a:lnTo>
                  <a:lnTo>
                    <a:pt x="73984" y="69160"/>
                  </a:lnTo>
                  <a:lnTo>
                    <a:pt x="99596" y="36629"/>
                  </a:lnTo>
                  <a:lnTo>
                    <a:pt x="125207" y="4071"/>
                  </a:lnTo>
                  <a:lnTo>
                    <a:pt x="139435" y="0"/>
                  </a:lnTo>
                  <a:lnTo>
                    <a:pt x="152241" y="50865"/>
                  </a:lnTo>
                  <a:lnTo>
                    <a:pt x="165047" y="101666"/>
                  </a:lnTo>
                  <a:lnTo>
                    <a:pt x="162201" y="109785"/>
                  </a:lnTo>
                  <a:lnTo>
                    <a:pt x="170738" y="150372"/>
                  </a:lnTo>
                  <a:lnTo>
                    <a:pt x="179275" y="190917"/>
                  </a:lnTo>
                  <a:lnTo>
                    <a:pt x="187813" y="231421"/>
                  </a:lnTo>
                  <a:lnTo>
                    <a:pt x="196350" y="271884"/>
                  </a:lnTo>
                  <a:lnTo>
                    <a:pt x="204887" y="312307"/>
                  </a:lnTo>
                  <a:lnTo>
                    <a:pt x="213424" y="352688"/>
                  </a:lnTo>
                  <a:lnTo>
                    <a:pt x="230498" y="352688"/>
                  </a:lnTo>
                  <a:lnTo>
                    <a:pt x="230498" y="344615"/>
                  </a:lnTo>
                  <a:lnTo>
                    <a:pt x="267492" y="336540"/>
                  </a:lnTo>
                  <a:lnTo>
                    <a:pt x="278871" y="380931"/>
                  </a:lnTo>
                  <a:lnTo>
                    <a:pt x="335789" y="376898"/>
                  </a:lnTo>
                  <a:lnTo>
                    <a:pt x="343378" y="418557"/>
                  </a:lnTo>
                  <a:lnTo>
                    <a:pt x="350967" y="460174"/>
                  </a:lnTo>
                  <a:lnTo>
                    <a:pt x="358555" y="501747"/>
                  </a:lnTo>
                  <a:lnTo>
                    <a:pt x="344323" y="505768"/>
                  </a:lnTo>
                  <a:lnTo>
                    <a:pt x="344323" y="533904"/>
                  </a:lnTo>
                  <a:lnTo>
                    <a:pt x="341477" y="533904"/>
                  </a:lnTo>
                  <a:lnTo>
                    <a:pt x="341477" y="541939"/>
                  </a:lnTo>
                  <a:lnTo>
                    <a:pt x="347168" y="541939"/>
                  </a:lnTo>
                  <a:lnTo>
                    <a:pt x="350014" y="562020"/>
                  </a:lnTo>
                  <a:lnTo>
                    <a:pt x="395546" y="558002"/>
                  </a:lnTo>
                  <a:lnTo>
                    <a:pt x="398391" y="582091"/>
                  </a:lnTo>
                  <a:lnTo>
                    <a:pt x="395546" y="582091"/>
                  </a:lnTo>
                  <a:lnTo>
                    <a:pt x="398391" y="594129"/>
                  </a:lnTo>
                  <a:lnTo>
                    <a:pt x="406928" y="594129"/>
                  </a:lnTo>
                  <a:lnTo>
                    <a:pt x="415465" y="630219"/>
                  </a:lnTo>
                  <a:lnTo>
                    <a:pt x="406928" y="634227"/>
                  </a:lnTo>
                  <a:lnTo>
                    <a:pt x="421153" y="686298"/>
                  </a:lnTo>
                  <a:lnTo>
                    <a:pt x="432540" y="686298"/>
                  </a:lnTo>
                  <a:lnTo>
                    <a:pt x="452460" y="742300"/>
                  </a:lnTo>
                  <a:lnTo>
                    <a:pt x="452460" y="758286"/>
                  </a:lnTo>
                  <a:lnTo>
                    <a:pt x="432540" y="762279"/>
                  </a:lnTo>
                  <a:lnTo>
                    <a:pt x="404083" y="758286"/>
                  </a:lnTo>
                  <a:lnTo>
                    <a:pt x="384163" y="782254"/>
                  </a:lnTo>
                  <a:lnTo>
                    <a:pt x="378471" y="790237"/>
                  </a:lnTo>
                  <a:lnTo>
                    <a:pt x="378471" y="798224"/>
                  </a:lnTo>
                  <a:lnTo>
                    <a:pt x="395546" y="806204"/>
                  </a:lnTo>
                  <a:lnTo>
                    <a:pt x="392700" y="826155"/>
                  </a:lnTo>
                  <a:close/>
                </a:path>
              </a:pathLst>
            </a:custGeom>
            <a:solidFill>
              <a:srgbClr val="A9D0E3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" name="pg8"/>
            <p:cNvSpPr/>
            <p:nvPr/>
          </p:nvSpPr>
          <p:spPr>
            <a:xfrm>
              <a:off x="4683307" y="3681852"/>
              <a:ext cx="429694" cy="701320"/>
            </a:xfrm>
            <a:custGeom>
              <a:avLst/>
              <a:gdLst/>
              <a:ahLst/>
              <a:cxnLst/>
              <a:rect l="0" t="0" r="0" b="0"/>
              <a:pathLst>
                <a:path w="429694" h="701320">
                  <a:moveTo>
                    <a:pt x="14224" y="398240"/>
                  </a:moveTo>
                  <a:lnTo>
                    <a:pt x="42681" y="398240"/>
                  </a:lnTo>
                  <a:lnTo>
                    <a:pt x="42681" y="414249"/>
                  </a:lnTo>
                  <a:lnTo>
                    <a:pt x="56910" y="414249"/>
                  </a:lnTo>
                  <a:lnTo>
                    <a:pt x="62601" y="390234"/>
                  </a:lnTo>
                  <a:lnTo>
                    <a:pt x="85367" y="374216"/>
                  </a:lnTo>
                  <a:lnTo>
                    <a:pt x="108129" y="382225"/>
                  </a:lnTo>
                  <a:lnTo>
                    <a:pt x="122361" y="354187"/>
                  </a:lnTo>
                  <a:lnTo>
                    <a:pt x="199192" y="342161"/>
                  </a:lnTo>
                  <a:lnTo>
                    <a:pt x="193501" y="294032"/>
                  </a:lnTo>
                  <a:lnTo>
                    <a:pt x="187811" y="245845"/>
                  </a:lnTo>
                  <a:lnTo>
                    <a:pt x="182121" y="197601"/>
                  </a:lnTo>
                  <a:lnTo>
                    <a:pt x="239032" y="181509"/>
                  </a:lnTo>
                  <a:lnTo>
                    <a:pt x="227652" y="121097"/>
                  </a:lnTo>
                  <a:lnTo>
                    <a:pt x="287409" y="100939"/>
                  </a:lnTo>
                  <a:lnTo>
                    <a:pt x="278871" y="32328"/>
                  </a:lnTo>
                  <a:lnTo>
                    <a:pt x="331517" y="16167"/>
                  </a:lnTo>
                  <a:lnTo>
                    <a:pt x="384163" y="0"/>
                  </a:lnTo>
                  <a:lnTo>
                    <a:pt x="390992" y="41213"/>
                  </a:lnTo>
                  <a:lnTo>
                    <a:pt x="397821" y="82384"/>
                  </a:lnTo>
                  <a:lnTo>
                    <a:pt x="404650" y="123514"/>
                  </a:lnTo>
                  <a:lnTo>
                    <a:pt x="411478" y="164601"/>
                  </a:lnTo>
                  <a:lnTo>
                    <a:pt x="418307" y="205646"/>
                  </a:lnTo>
                  <a:lnTo>
                    <a:pt x="372780" y="221731"/>
                  </a:lnTo>
                  <a:lnTo>
                    <a:pt x="379182" y="266934"/>
                  </a:lnTo>
                  <a:lnTo>
                    <a:pt x="385584" y="312088"/>
                  </a:lnTo>
                  <a:lnTo>
                    <a:pt x="391986" y="357190"/>
                  </a:lnTo>
                  <a:lnTo>
                    <a:pt x="398387" y="402243"/>
                  </a:lnTo>
                  <a:lnTo>
                    <a:pt x="412620" y="402243"/>
                  </a:lnTo>
                  <a:lnTo>
                    <a:pt x="423999" y="462236"/>
                  </a:lnTo>
                  <a:lnTo>
                    <a:pt x="418307" y="466232"/>
                  </a:lnTo>
                  <a:lnTo>
                    <a:pt x="429694" y="538097"/>
                  </a:lnTo>
                  <a:lnTo>
                    <a:pt x="421153" y="538097"/>
                  </a:lnTo>
                  <a:lnTo>
                    <a:pt x="415462" y="554050"/>
                  </a:lnTo>
                  <a:lnTo>
                    <a:pt x="423999" y="597890"/>
                  </a:lnTo>
                  <a:lnTo>
                    <a:pt x="398387" y="605855"/>
                  </a:lnTo>
                  <a:lnTo>
                    <a:pt x="398387" y="629740"/>
                  </a:lnTo>
                  <a:lnTo>
                    <a:pt x="381317" y="645658"/>
                  </a:lnTo>
                  <a:lnTo>
                    <a:pt x="378467" y="625763"/>
                  </a:lnTo>
                  <a:lnTo>
                    <a:pt x="381317" y="601870"/>
                  </a:lnTo>
                  <a:lnTo>
                    <a:pt x="358551" y="581954"/>
                  </a:lnTo>
                  <a:lnTo>
                    <a:pt x="369934" y="566011"/>
                  </a:lnTo>
                  <a:lnTo>
                    <a:pt x="358551" y="550063"/>
                  </a:lnTo>
                  <a:lnTo>
                    <a:pt x="338631" y="558038"/>
                  </a:lnTo>
                  <a:lnTo>
                    <a:pt x="327248" y="538097"/>
                  </a:lnTo>
                  <a:lnTo>
                    <a:pt x="321557" y="522137"/>
                  </a:lnTo>
                  <a:lnTo>
                    <a:pt x="307329" y="522137"/>
                  </a:lnTo>
                  <a:lnTo>
                    <a:pt x="301637" y="534108"/>
                  </a:lnTo>
                  <a:lnTo>
                    <a:pt x="301637" y="550063"/>
                  </a:lnTo>
                  <a:lnTo>
                    <a:pt x="293100" y="558038"/>
                  </a:lnTo>
                  <a:lnTo>
                    <a:pt x="284563" y="550063"/>
                  </a:lnTo>
                  <a:lnTo>
                    <a:pt x="276026" y="534108"/>
                  </a:lnTo>
                  <a:lnTo>
                    <a:pt x="267489" y="526131"/>
                  </a:lnTo>
                  <a:lnTo>
                    <a:pt x="264643" y="534108"/>
                  </a:lnTo>
                  <a:lnTo>
                    <a:pt x="267489" y="554050"/>
                  </a:lnTo>
                  <a:lnTo>
                    <a:pt x="247572" y="573983"/>
                  </a:lnTo>
                  <a:lnTo>
                    <a:pt x="236186" y="573983"/>
                  </a:lnTo>
                  <a:lnTo>
                    <a:pt x="219112" y="593906"/>
                  </a:lnTo>
                  <a:lnTo>
                    <a:pt x="210574" y="593906"/>
                  </a:lnTo>
                  <a:lnTo>
                    <a:pt x="199192" y="585935"/>
                  </a:lnTo>
                  <a:lnTo>
                    <a:pt x="196346" y="577969"/>
                  </a:lnTo>
                  <a:lnTo>
                    <a:pt x="207732" y="558038"/>
                  </a:lnTo>
                  <a:lnTo>
                    <a:pt x="196346" y="538097"/>
                  </a:lnTo>
                  <a:lnTo>
                    <a:pt x="184967" y="546074"/>
                  </a:lnTo>
                  <a:lnTo>
                    <a:pt x="182121" y="573983"/>
                  </a:lnTo>
                  <a:lnTo>
                    <a:pt x="165047" y="589922"/>
                  </a:lnTo>
                  <a:lnTo>
                    <a:pt x="153660" y="597890"/>
                  </a:lnTo>
                  <a:lnTo>
                    <a:pt x="145127" y="601870"/>
                  </a:lnTo>
                  <a:lnTo>
                    <a:pt x="128053" y="605855"/>
                  </a:lnTo>
                  <a:lnTo>
                    <a:pt x="136590" y="625763"/>
                  </a:lnTo>
                  <a:lnTo>
                    <a:pt x="128053" y="645658"/>
                  </a:lnTo>
                  <a:lnTo>
                    <a:pt x="130895" y="661569"/>
                  </a:lnTo>
                  <a:lnTo>
                    <a:pt x="142281" y="673498"/>
                  </a:lnTo>
                  <a:lnTo>
                    <a:pt x="153660" y="681449"/>
                  </a:lnTo>
                  <a:lnTo>
                    <a:pt x="145127" y="701320"/>
                  </a:lnTo>
                  <a:lnTo>
                    <a:pt x="130895" y="701320"/>
                  </a:lnTo>
                  <a:lnTo>
                    <a:pt x="99596" y="685424"/>
                  </a:lnTo>
                  <a:lnTo>
                    <a:pt x="93904" y="697346"/>
                  </a:lnTo>
                  <a:lnTo>
                    <a:pt x="82521" y="697346"/>
                  </a:lnTo>
                  <a:lnTo>
                    <a:pt x="73984" y="665546"/>
                  </a:lnTo>
                  <a:lnTo>
                    <a:pt x="59756" y="661569"/>
                  </a:lnTo>
                  <a:lnTo>
                    <a:pt x="42681" y="657592"/>
                  </a:lnTo>
                  <a:lnTo>
                    <a:pt x="14224" y="657592"/>
                  </a:lnTo>
                  <a:lnTo>
                    <a:pt x="5687" y="649636"/>
                  </a:lnTo>
                  <a:lnTo>
                    <a:pt x="5687" y="637702"/>
                  </a:lnTo>
                  <a:lnTo>
                    <a:pt x="14224" y="633720"/>
                  </a:lnTo>
                  <a:lnTo>
                    <a:pt x="28453" y="633720"/>
                  </a:lnTo>
                  <a:lnTo>
                    <a:pt x="25611" y="613817"/>
                  </a:lnTo>
                  <a:lnTo>
                    <a:pt x="34144" y="601870"/>
                  </a:lnTo>
                  <a:lnTo>
                    <a:pt x="48373" y="605855"/>
                  </a:lnTo>
                  <a:lnTo>
                    <a:pt x="73984" y="613817"/>
                  </a:lnTo>
                  <a:lnTo>
                    <a:pt x="73984" y="605855"/>
                  </a:lnTo>
                  <a:lnTo>
                    <a:pt x="62601" y="593906"/>
                  </a:lnTo>
                  <a:lnTo>
                    <a:pt x="65447" y="577969"/>
                  </a:lnTo>
                  <a:lnTo>
                    <a:pt x="54064" y="573983"/>
                  </a:lnTo>
                  <a:lnTo>
                    <a:pt x="39836" y="573983"/>
                  </a:lnTo>
                  <a:lnTo>
                    <a:pt x="25611" y="593906"/>
                  </a:lnTo>
                  <a:lnTo>
                    <a:pt x="14224" y="589922"/>
                  </a:lnTo>
                  <a:lnTo>
                    <a:pt x="19916" y="573983"/>
                  </a:lnTo>
                  <a:lnTo>
                    <a:pt x="36990" y="538097"/>
                  </a:lnTo>
                  <a:lnTo>
                    <a:pt x="36990" y="514155"/>
                  </a:lnTo>
                  <a:lnTo>
                    <a:pt x="28453" y="494196"/>
                  </a:lnTo>
                  <a:lnTo>
                    <a:pt x="22765" y="486206"/>
                  </a:lnTo>
                  <a:lnTo>
                    <a:pt x="14224" y="466232"/>
                  </a:lnTo>
                  <a:lnTo>
                    <a:pt x="2845" y="454242"/>
                  </a:lnTo>
                  <a:lnTo>
                    <a:pt x="0" y="446246"/>
                  </a:lnTo>
                  <a:lnTo>
                    <a:pt x="2845" y="434250"/>
                  </a:lnTo>
                  <a:lnTo>
                    <a:pt x="5687" y="418250"/>
                  </a:lnTo>
                  <a:lnTo>
                    <a:pt x="11379" y="406245"/>
                  </a:lnTo>
                  <a:close/>
                </a:path>
              </a:pathLst>
            </a:custGeom>
            <a:solidFill>
              <a:srgbClr val="A3C4DE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" name="pg9"/>
            <p:cNvSpPr/>
            <p:nvPr/>
          </p:nvSpPr>
          <p:spPr>
            <a:xfrm>
              <a:off x="4054417" y="4056069"/>
              <a:ext cx="367088" cy="422347"/>
            </a:xfrm>
            <a:custGeom>
              <a:avLst/>
              <a:gdLst/>
              <a:ahLst/>
              <a:cxnLst/>
              <a:rect l="0" t="0" r="0" b="0"/>
              <a:pathLst>
                <a:path w="367088" h="422347">
                  <a:moveTo>
                    <a:pt x="0" y="167870"/>
                  </a:moveTo>
                  <a:lnTo>
                    <a:pt x="34144" y="163881"/>
                  </a:lnTo>
                  <a:lnTo>
                    <a:pt x="36990" y="143930"/>
                  </a:lnTo>
                  <a:lnTo>
                    <a:pt x="19916" y="135950"/>
                  </a:lnTo>
                  <a:lnTo>
                    <a:pt x="19916" y="127963"/>
                  </a:lnTo>
                  <a:lnTo>
                    <a:pt x="25607" y="119980"/>
                  </a:lnTo>
                  <a:lnTo>
                    <a:pt x="45527" y="96012"/>
                  </a:lnTo>
                  <a:lnTo>
                    <a:pt x="73984" y="100005"/>
                  </a:lnTo>
                  <a:lnTo>
                    <a:pt x="93904" y="96012"/>
                  </a:lnTo>
                  <a:lnTo>
                    <a:pt x="93904" y="80026"/>
                  </a:lnTo>
                  <a:lnTo>
                    <a:pt x="122361" y="68029"/>
                  </a:lnTo>
                  <a:lnTo>
                    <a:pt x="139435" y="72030"/>
                  </a:lnTo>
                  <a:lnTo>
                    <a:pt x="150815" y="80026"/>
                  </a:lnTo>
                  <a:lnTo>
                    <a:pt x="147969" y="92016"/>
                  </a:lnTo>
                  <a:lnTo>
                    <a:pt x="159355" y="100005"/>
                  </a:lnTo>
                  <a:lnTo>
                    <a:pt x="173580" y="80026"/>
                  </a:lnTo>
                  <a:lnTo>
                    <a:pt x="184963" y="80026"/>
                  </a:lnTo>
                  <a:lnTo>
                    <a:pt x="190654" y="84020"/>
                  </a:lnTo>
                  <a:lnTo>
                    <a:pt x="256106" y="96012"/>
                  </a:lnTo>
                  <a:lnTo>
                    <a:pt x="264643" y="88020"/>
                  </a:lnTo>
                  <a:lnTo>
                    <a:pt x="267489" y="64033"/>
                  </a:lnTo>
                  <a:lnTo>
                    <a:pt x="264643" y="48034"/>
                  </a:lnTo>
                  <a:lnTo>
                    <a:pt x="250414" y="40032"/>
                  </a:lnTo>
                  <a:lnTo>
                    <a:pt x="241877" y="24024"/>
                  </a:lnTo>
                  <a:lnTo>
                    <a:pt x="241877" y="12014"/>
                  </a:lnTo>
                  <a:lnTo>
                    <a:pt x="321557" y="0"/>
                  </a:lnTo>
                  <a:lnTo>
                    <a:pt x="330090" y="8009"/>
                  </a:lnTo>
                  <a:lnTo>
                    <a:pt x="332936" y="28027"/>
                  </a:lnTo>
                  <a:lnTo>
                    <a:pt x="327248" y="48034"/>
                  </a:lnTo>
                  <a:lnTo>
                    <a:pt x="352856" y="52035"/>
                  </a:lnTo>
                  <a:lnTo>
                    <a:pt x="347168" y="111989"/>
                  </a:lnTo>
                  <a:lnTo>
                    <a:pt x="367088" y="119980"/>
                  </a:lnTo>
                  <a:lnTo>
                    <a:pt x="352856" y="175846"/>
                  </a:lnTo>
                  <a:lnTo>
                    <a:pt x="330090" y="175846"/>
                  </a:lnTo>
                  <a:lnTo>
                    <a:pt x="317287" y="215705"/>
                  </a:lnTo>
                  <a:lnTo>
                    <a:pt x="304483" y="255524"/>
                  </a:lnTo>
                  <a:lnTo>
                    <a:pt x="290254" y="311208"/>
                  </a:lnTo>
                  <a:lnTo>
                    <a:pt x="227649" y="303258"/>
                  </a:lnTo>
                  <a:lnTo>
                    <a:pt x="221957" y="335049"/>
                  </a:lnTo>
                  <a:lnTo>
                    <a:pt x="224807" y="374753"/>
                  </a:lnTo>
                  <a:lnTo>
                    <a:pt x="230494" y="410454"/>
                  </a:lnTo>
                  <a:lnTo>
                    <a:pt x="179275" y="402523"/>
                  </a:lnTo>
                  <a:lnTo>
                    <a:pt x="176426" y="390624"/>
                  </a:lnTo>
                  <a:lnTo>
                    <a:pt x="122361" y="378721"/>
                  </a:lnTo>
                  <a:lnTo>
                    <a:pt x="108129" y="422347"/>
                  </a:lnTo>
                  <a:lnTo>
                    <a:pt x="59756" y="410454"/>
                  </a:lnTo>
                  <a:lnTo>
                    <a:pt x="51218" y="406489"/>
                  </a:lnTo>
                  <a:lnTo>
                    <a:pt x="59756" y="370784"/>
                  </a:lnTo>
                  <a:lnTo>
                    <a:pt x="25607" y="354906"/>
                  </a:lnTo>
                  <a:lnTo>
                    <a:pt x="25607" y="291329"/>
                  </a:lnTo>
                  <a:lnTo>
                    <a:pt x="0" y="239601"/>
                  </a:lnTo>
                  <a:lnTo>
                    <a:pt x="14224" y="223673"/>
                  </a:lnTo>
                  <a:close/>
                </a:path>
              </a:pathLst>
            </a:custGeom>
            <a:solidFill>
              <a:srgbClr val="92A7D2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" name="pg10"/>
            <p:cNvSpPr/>
            <p:nvPr/>
          </p:nvSpPr>
          <p:spPr>
            <a:xfrm>
              <a:off x="4384508" y="4303635"/>
              <a:ext cx="207736" cy="305375"/>
            </a:xfrm>
            <a:custGeom>
              <a:avLst/>
              <a:gdLst/>
              <a:ahLst/>
              <a:cxnLst/>
              <a:rect l="0" t="0" r="0" b="0"/>
              <a:pathLst>
                <a:path w="207736" h="305375">
                  <a:moveTo>
                    <a:pt x="17078" y="19899"/>
                  </a:moveTo>
                  <a:lnTo>
                    <a:pt x="28460" y="7958"/>
                  </a:lnTo>
                  <a:lnTo>
                    <a:pt x="51226" y="27854"/>
                  </a:lnTo>
                  <a:lnTo>
                    <a:pt x="91062" y="0"/>
                  </a:lnTo>
                  <a:lnTo>
                    <a:pt x="130902" y="37799"/>
                  </a:lnTo>
                  <a:lnTo>
                    <a:pt x="170742" y="75564"/>
                  </a:lnTo>
                  <a:lnTo>
                    <a:pt x="184971" y="75564"/>
                  </a:lnTo>
                  <a:lnTo>
                    <a:pt x="193508" y="67616"/>
                  </a:lnTo>
                  <a:lnTo>
                    <a:pt x="207736" y="75564"/>
                  </a:lnTo>
                  <a:lnTo>
                    <a:pt x="196353" y="107340"/>
                  </a:lnTo>
                  <a:lnTo>
                    <a:pt x="187816" y="119249"/>
                  </a:lnTo>
                  <a:lnTo>
                    <a:pt x="179279" y="147025"/>
                  </a:lnTo>
                  <a:lnTo>
                    <a:pt x="170742" y="158923"/>
                  </a:lnTo>
                  <a:lnTo>
                    <a:pt x="165051" y="170817"/>
                  </a:lnTo>
                  <a:lnTo>
                    <a:pt x="165051" y="182705"/>
                  </a:lnTo>
                  <a:lnTo>
                    <a:pt x="179279" y="194593"/>
                  </a:lnTo>
                  <a:lnTo>
                    <a:pt x="176433" y="218361"/>
                  </a:lnTo>
                  <a:lnTo>
                    <a:pt x="165051" y="226276"/>
                  </a:lnTo>
                  <a:lnTo>
                    <a:pt x="147976" y="234196"/>
                  </a:lnTo>
                  <a:lnTo>
                    <a:pt x="145131" y="242109"/>
                  </a:lnTo>
                  <a:lnTo>
                    <a:pt x="145131" y="250023"/>
                  </a:lnTo>
                  <a:lnTo>
                    <a:pt x="133748" y="257935"/>
                  </a:lnTo>
                  <a:lnTo>
                    <a:pt x="119523" y="265846"/>
                  </a:lnTo>
                  <a:lnTo>
                    <a:pt x="108136" y="297475"/>
                  </a:lnTo>
                  <a:lnTo>
                    <a:pt x="96757" y="305375"/>
                  </a:lnTo>
                  <a:lnTo>
                    <a:pt x="85371" y="301426"/>
                  </a:lnTo>
                  <a:lnTo>
                    <a:pt x="79679" y="281663"/>
                  </a:lnTo>
                  <a:lnTo>
                    <a:pt x="96757" y="265846"/>
                  </a:lnTo>
                  <a:lnTo>
                    <a:pt x="99603" y="257935"/>
                  </a:lnTo>
                  <a:lnTo>
                    <a:pt x="79679" y="257935"/>
                  </a:lnTo>
                  <a:lnTo>
                    <a:pt x="62605" y="257935"/>
                  </a:lnTo>
                  <a:lnTo>
                    <a:pt x="65451" y="234196"/>
                  </a:lnTo>
                  <a:lnTo>
                    <a:pt x="71142" y="218361"/>
                  </a:lnTo>
                  <a:lnTo>
                    <a:pt x="76837" y="210438"/>
                  </a:lnTo>
                  <a:lnTo>
                    <a:pt x="85371" y="194593"/>
                  </a:lnTo>
                  <a:lnTo>
                    <a:pt x="82525" y="186671"/>
                  </a:lnTo>
                  <a:lnTo>
                    <a:pt x="71142" y="178742"/>
                  </a:lnTo>
                  <a:lnTo>
                    <a:pt x="71142" y="139091"/>
                  </a:lnTo>
                  <a:lnTo>
                    <a:pt x="62605" y="123218"/>
                  </a:lnTo>
                  <a:lnTo>
                    <a:pt x="54072" y="107340"/>
                  </a:lnTo>
                  <a:lnTo>
                    <a:pt x="48377" y="107340"/>
                  </a:lnTo>
                  <a:lnTo>
                    <a:pt x="31306" y="103369"/>
                  </a:lnTo>
                  <a:lnTo>
                    <a:pt x="28460" y="95427"/>
                  </a:lnTo>
                  <a:lnTo>
                    <a:pt x="17078" y="87483"/>
                  </a:lnTo>
                  <a:lnTo>
                    <a:pt x="5695" y="75564"/>
                  </a:lnTo>
                  <a:lnTo>
                    <a:pt x="0" y="63641"/>
                  </a:lnTo>
                  <a:lnTo>
                    <a:pt x="5695" y="43763"/>
                  </a:lnTo>
                  <a:lnTo>
                    <a:pt x="0" y="35809"/>
                  </a:lnTo>
                  <a:lnTo>
                    <a:pt x="2845" y="23875"/>
                  </a:lnTo>
                  <a:close/>
                </a:path>
              </a:pathLst>
            </a:custGeom>
            <a:solidFill>
              <a:srgbClr val="A4C7DF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" name="pg11"/>
            <p:cNvSpPr/>
            <p:nvPr/>
          </p:nvSpPr>
          <p:spPr>
            <a:xfrm>
              <a:off x="4208077" y="4311593"/>
              <a:ext cx="261801" cy="356643"/>
            </a:xfrm>
            <a:custGeom>
              <a:avLst/>
              <a:gdLst/>
              <a:ahLst/>
              <a:cxnLst/>
              <a:rect l="0" t="0" r="0" b="0"/>
              <a:pathLst>
                <a:path w="261801" h="356643">
                  <a:moveTo>
                    <a:pt x="150822" y="0"/>
                  </a:moveTo>
                  <a:lnTo>
                    <a:pt x="193508" y="11941"/>
                  </a:lnTo>
                  <a:lnTo>
                    <a:pt x="179275" y="15917"/>
                  </a:lnTo>
                  <a:lnTo>
                    <a:pt x="176430" y="27851"/>
                  </a:lnTo>
                  <a:lnTo>
                    <a:pt x="182125" y="35805"/>
                  </a:lnTo>
                  <a:lnTo>
                    <a:pt x="176430" y="55683"/>
                  </a:lnTo>
                  <a:lnTo>
                    <a:pt x="182125" y="67605"/>
                  </a:lnTo>
                  <a:lnTo>
                    <a:pt x="193508" y="79524"/>
                  </a:lnTo>
                  <a:lnTo>
                    <a:pt x="204891" y="87468"/>
                  </a:lnTo>
                  <a:lnTo>
                    <a:pt x="207736" y="95411"/>
                  </a:lnTo>
                  <a:lnTo>
                    <a:pt x="224807" y="99381"/>
                  </a:lnTo>
                  <a:lnTo>
                    <a:pt x="230502" y="99381"/>
                  </a:lnTo>
                  <a:lnTo>
                    <a:pt x="239035" y="115260"/>
                  </a:lnTo>
                  <a:lnTo>
                    <a:pt x="247572" y="131132"/>
                  </a:lnTo>
                  <a:lnTo>
                    <a:pt x="247572" y="170784"/>
                  </a:lnTo>
                  <a:lnTo>
                    <a:pt x="258955" y="178713"/>
                  </a:lnTo>
                  <a:lnTo>
                    <a:pt x="261801" y="186635"/>
                  </a:lnTo>
                  <a:lnTo>
                    <a:pt x="253268" y="202479"/>
                  </a:lnTo>
                  <a:lnTo>
                    <a:pt x="247572" y="210402"/>
                  </a:lnTo>
                  <a:lnTo>
                    <a:pt x="241881" y="226238"/>
                  </a:lnTo>
                  <a:lnTo>
                    <a:pt x="239035" y="249977"/>
                  </a:lnTo>
                  <a:lnTo>
                    <a:pt x="224807" y="265797"/>
                  </a:lnTo>
                  <a:lnTo>
                    <a:pt x="219115" y="265797"/>
                  </a:lnTo>
                  <a:lnTo>
                    <a:pt x="207736" y="257888"/>
                  </a:lnTo>
                  <a:lnTo>
                    <a:pt x="216270" y="230193"/>
                  </a:lnTo>
                  <a:lnTo>
                    <a:pt x="213428" y="218318"/>
                  </a:lnTo>
                  <a:lnTo>
                    <a:pt x="204891" y="218318"/>
                  </a:lnTo>
                  <a:lnTo>
                    <a:pt x="196350" y="226238"/>
                  </a:lnTo>
                  <a:lnTo>
                    <a:pt x="190662" y="253933"/>
                  </a:lnTo>
                  <a:lnTo>
                    <a:pt x="176430" y="257888"/>
                  </a:lnTo>
                  <a:lnTo>
                    <a:pt x="170742" y="305321"/>
                  </a:lnTo>
                  <a:lnTo>
                    <a:pt x="167896" y="309271"/>
                  </a:lnTo>
                  <a:lnTo>
                    <a:pt x="153664" y="321120"/>
                  </a:lnTo>
                  <a:lnTo>
                    <a:pt x="147976" y="348751"/>
                  </a:lnTo>
                  <a:lnTo>
                    <a:pt x="142285" y="352700"/>
                  </a:lnTo>
                  <a:lnTo>
                    <a:pt x="133744" y="348751"/>
                  </a:lnTo>
                  <a:lnTo>
                    <a:pt x="130902" y="321120"/>
                  </a:lnTo>
                  <a:lnTo>
                    <a:pt x="96754" y="297417"/>
                  </a:lnTo>
                  <a:lnTo>
                    <a:pt x="99599" y="344804"/>
                  </a:lnTo>
                  <a:lnTo>
                    <a:pt x="91062" y="356643"/>
                  </a:lnTo>
                  <a:lnTo>
                    <a:pt x="76834" y="356643"/>
                  </a:lnTo>
                  <a:lnTo>
                    <a:pt x="62605" y="344804"/>
                  </a:lnTo>
                  <a:lnTo>
                    <a:pt x="54068" y="329015"/>
                  </a:lnTo>
                  <a:lnTo>
                    <a:pt x="36994" y="325069"/>
                  </a:lnTo>
                  <a:lnTo>
                    <a:pt x="28460" y="325069"/>
                  </a:lnTo>
                  <a:lnTo>
                    <a:pt x="42685" y="277658"/>
                  </a:lnTo>
                  <a:lnTo>
                    <a:pt x="54068" y="242065"/>
                  </a:lnTo>
                  <a:lnTo>
                    <a:pt x="45531" y="234151"/>
                  </a:lnTo>
                  <a:lnTo>
                    <a:pt x="25615" y="230193"/>
                  </a:lnTo>
                  <a:lnTo>
                    <a:pt x="0" y="226238"/>
                  </a:lnTo>
                  <a:lnTo>
                    <a:pt x="8540" y="214359"/>
                  </a:lnTo>
                  <a:lnTo>
                    <a:pt x="14228" y="190596"/>
                  </a:lnTo>
                  <a:lnTo>
                    <a:pt x="25615" y="146999"/>
                  </a:lnTo>
                  <a:lnTo>
                    <a:pt x="76834" y="154929"/>
                  </a:lnTo>
                  <a:lnTo>
                    <a:pt x="71146" y="119229"/>
                  </a:lnTo>
                  <a:lnTo>
                    <a:pt x="68297" y="79524"/>
                  </a:lnTo>
                  <a:lnTo>
                    <a:pt x="73988" y="47733"/>
                  </a:lnTo>
                  <a:lnTo>
                    <a:pt x="136594" y="55683"/>
                  </a:lnTo>
                  <a:close/>
                </a:path>
              </a:pathLst>
            </a:custGeom>
            <a:solidFill>
              <a:srgbClr val="A8CFE2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" name="pg12"/>
            <p:cNvSpPr/>
            <p:nvPr/>
          </p:nvSpPr>
          <p:spPr>
            <a:xfrm>
              <a:off x="3579187" y="3613070"/>
              <a:ext cx="418311" cy="1090660"/>
            </a:xfrm>
            <a:custGeom>
              <a:avLst/>
              <a:gdLst/>
              <a:ahLst/>
              <a:cxnLst/>
              <a:rect l="0" t="0" r="0" b="0"/>
              <a:pathLst>
                <a:path w="418311" h="1090660">
                  <a:moveTo>
                    <a:pt x="0" y="28337"/>
                  </a:moveTo>
                  <a:lnTo>
                    <a:pt x="17074" y="24290"/>
                  </a:lnTo>
                  <a:lnTo>
                    <a:pt x="31302" y="4049"/>
                  </a:lnTo>
                  <a:lnTo>
                    <a:pt x="51222" y="0"/>
                  </a:lnTo>
                  <a:lnTo>
                    <a:pt x="68297" y="4049"/>
                  </a:lnTo>
                  <a:lnTo>
                    <a:pt x="76834" y="24290"/>
                  </a:lnTo>
                  <a:lnTo>
                    <a:pt x="85371" y="60698"/>
                  </a:lnTo>
                  <a:lnTo>
                    <a:pt x="99599" y="68781"/>
                  </a:lnTo>
                  <a:lnTo>
                    <a:pt x="116674" y="64739"/>
                  </a:lnTo>
                  <a:lnTo>
                    <a:pt x="124499" y="106159"/>
                  </a:lnTo>
                  <a:lnTo>
                    <a:pt x="132325" y="147536"/>
                  </a:lnTo>
                  <a:lnTo>
                    <a:pt x="140151" y="188871"/>
                  </a:lnTo>
                  <a:lnTo>
                    <a:pt x="147976" y="230164"/>
                  </a:lnTo>
                  <a:lnTo>
                    <a:pt x="133744" y="234190"/>
                  </a:lnTo>
                  <a:lnTo>
                    <a:pt x="128056" y="242239"/>
                  </a:lnTo>
                  <a:lnTo>
                    <a:pt x="128056" y="250291"/>
                  </a:lnTo>
                  <a:lnTo>
                    <a:pt x="139439" y="306591"/>
                  </a:lnTo>
                  <a:lnTo>
                    <a:pt x="147976" y="306591"/>
                  </a:lnTo>
                  <a:lnTo>
                    <a:pt x="153664" y="338726"/>
                  </a:lnTo>
                  <a:lnTo>
                    <a:pt x="155087" y="384880"/>
                  </a:lnTo>
                  <a:lnTo>
                    <a:pt x="156510" y="430980"/>
                  </a:lnTo>
                  <a:lnTo>
                    <a:pt x="224807" y="402925"/>
                  </a:lnTo>
                  <a:lnTo>
                    <a:pt x="247572" y="455012"/>
                  </a:lnTo>
                  <a:lnTo>
                    <a:pt x="270338" y="507031"/>
                  </a:lnTo>
                  <a:lnTo>
                    <a:pt x="261801" y="523024"/>
                  </a:lnTo>
                  <a:lnTo>
                    <a:pt x="305435" y="532350"/>
                  </a:lnTo>
                  <a:lnTo>
                    <a:pt x="349069" y="541674"/>
                  </a:lnTo>
                  <a:lnTo>
                    <a:pt x="392704" y="550996"/>
                  </a:lnTo>
                  <a:lnTo>
                    <a:pt x="381317" y="566971"/>
                  </a:lnTo>
                  <a:lnTo>
                    <a:pt x="384166" y="566971"/>
                  </a:lnTo>
                  <a:lnTo>
                    <a:pt x="395546" y="582937"/>
                  </a:lnTo>
                  <a:lnTo>
                    <a:pt x="401237" y="582937"/>
                  </a:lnTo>
                  <a:lnTo>
                    <a:pt x="418311" y="622832"/>
                  </a:lnTo>
                  <a:lnTo>
                    <a:pt x="401237" y="642765"/>
                  </a:lnTo>
                  <a:lnTo>
                    <a:pt x="401237" y="658704"/>
                  </a:lnTo>
                  <a:lnTo>
                    <a:pt x="395546" y="662688"/>
                  </a:lnTo>
                  <a:lnTo>
                    <a:pt x="401237" y="698522"/>
                  </a:lnTo>
                  <a:lnTo>
                    <a:pt x="388431" y="746256"/>
                  </a:lnTo>
                  <a:lnTo>
                    <a:pt x="375626" y="793933"/>
                  </a:lnTo>
                  <a:lnTo>
                    <a:pt x="369938" y="793933"/>
                  </a:lnTo>
                  <a:lnTo>
                    <a:pt x="344327" y="828332"/>
                  </a:lnTo>
                  <a:lnTo>
                    <a:pt x="318715" y="862701"/>
                  </a:lnTo>
                  <a:lnTo>
                    <a:pt x="293104" y="897042"/>
                  </a:lnTo>
                  <a:lnTo>
                    <a:pt x="281721" y="861381"/>
                  </a:lnTo>
                  <a:lnTo>
                    <a:pt x="258955" y="833622"/>
                  </a:lnTo>
                  <a:lnTo>
                    <a:pt x="247572" y="833622"/>
                  </a:lnTo>
                  <a:lnTo>
                    <a:pt x="239035" y="829655"/>
                  </a:lnTo>
                  <a:lnTo>
                    <a:pt x="230502" y="833622"/>
                  </a:lnTo>
                  <a:lnTo>
                    <a:pt x="224807" y="825685"/>
                  </a:lnTo>
                  <a:lnTo>
                    <a:pt x="190658" y="845521"/>
                  </a:lnTo>
                  <a:lnTo>
                    <a:pt x="187816" y="845521"/>
                  </a:lnTo>
                  <a:lnTo>
                    <a:pt x="125211" y="885157"/>
                  </a:lnTo>
                  <a:lnTo>
                    <a:pt x="108133" y="885157"/>
                  </a:lnTo>
                  <a:lnTo>
                    <a:pt x="102445" y="889119"/>
                  </a:lnTo>
                  <a:lnTo>
                    <a:pt x="108133" y="897042"/>
                  </a:lnTo>
                  <a:lnTo>
                    <a:pt x="108133" y="904962"/>
                  </a:lnTo>
                  <a:lnTo>
                    <a:pt x="139439" y="916841"/>
                  </a:lnTo>
                  <a:lnTo>
                    <a:pt x="179275" y="964320"/>
                  </a:lnTo>
                  <a:lnTo>
                    <a:pt x="170738" y="972228"/>
                  </a:lnTo>
                  <a:lnTo>
                    <a:pt x="173584" y="976181"/>
                  </a:lnTo>
                  <a:lnTo>
                    <a:pt x="156510" y="1003844"/>
                  </a:lnTo>
                  <a:lnTo>
                    <a:pt x="167896" y="1015691"/>
                  </a:lnTo>
                  <a:lnTo>
                    <a:pt x="139439" y="1031485"/>
                  </a:lnTo>
                  <a:lnTo>
                    <a:pt x="139439" y="1043327"/>
                  </a:lnTo>
                  <a:lnTo>
                    <a:pt x="136594" y="1055166"/>
                  </a:lnTo>
                  <a:lnTo>
                    <a:pt x="145131" y="1082775"/>
                  </a:lnTo>
                  <a:lnTo>
                    <a:pt x="125211" y="1074889"/>
                  </a:lnTo>
                  <a:lnTo>
                    <a:pt x="108133" y="1074889"/>
                  </a:lnTo>
                  <a:lnTo>
                    <a:pt x="76834" y="1082775"/>
                  </a:lnTo>
                  <a:lnTo>
                    <a:pt x="51222" y="1090660"/>
                  </a:lnTo>
                  <a:lnTo>
                    <a:pt x="48377" y="1047274"/>
                  </a:lnTo>
                  <a:lnTo>
                    <a:pt x="45531" y="1003843"/>
                  </a:lnTo>
                  <a:lnTo>
                    <a:pt x="42685" y="960365"/>
                  </a:lnTo>
                  <a:lnTo>
                    <a:pt x="39839" y="916841"/>
                  </a:lnTo>
                  <a:lnTo>
                    <a:pt x="36994" y="873271"/>
                  </a:lnTo>
                  <a:lnTo>
                    <a:pt x="34148" y="829654"/>
                  </a:lnTo>
                  <a:lnTo>
                    <a:pt x="31302" y="785990"/>
                  </a:lnTo>
                  <a:lnTo>
                    <a:pt x="28457" y="742280"/>
                  </a:lnTo>
                  <a:lnTo>
                    <a:pt x="26783" y="700630"/>
                  </a:lnTo>
                  <a:lnTo>
                    <a:pt x="25109" y="658938"/>
                  </a:lnTo>
                  <a:lnTo>
                    <a:pt x="23435" y="617202"/>
                  </a:lnTo>
                  <a:lnTo>
                    <a:pt x="21761" y="575424"/>
                  </a:lnTo>
                  <a:lnTo>
                    <a:pt x="20087" y="533602"/>
                  </a:lnTo>
                  <a:lnTo>
                    <a:pt x="18413" y="491738"/>
                  </a:lnTo>
                  <a:lnTo>
                    <a:pt x="16739" y="449830"/>
                  </a:lnTo>
                  <a:lnTo>
                    <a:pt x="15065" y="407878"/>
                  </a:lnTo>
                  <a:lnTo>
                    <a:pt x="13391" y="365883"/>
                  </a:lnTo>
                  <a:lnTo>
                    <a:pt x="11717" y="323845"/>
                  </a:lnTo>
                  <a:lnTo>
                    <a:pt x="10043" y="281762"/>
                  </a:lnTo>
                  <a:lnTo>
                    <a:pt x="8369" y="239635"/>
                  </a:lnTo>
                  <a:lnTo>
                    <a:pt x="6695" y="197464"/>
                  </a:lnTo>
                  <a:lnTo>
                    <a:pt x="5021" y="155249"/>
                  </a:lnTo>
                  <a:lnTo>
                    <a:pt x="3347" y="112990"/>
                  </a:lnTo>
                  <a:lnTo>
                    <a:pt x="1673" y="70686"/>
                  </a:lnTo>
                  <a:close/>
                </a:path>
              </a:pathLst>
            </a:custGeom>
            <a:solidFill>
              <a:srgbClr val="A1C2DD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" name="pg13"/>
            <p:cNvSpPr/>
            <p:nvPr/>
          </p:nvSpPr>
          <p:spPr>
            <a:xfrm>
              <a:off x="4435734" y="2873257"/>
              <a:ext cx="685800" cy="1230846"/>
            </a:xfrm>
            <a:custGeom>
              <a:avLst/>
              <a:gdLst/>
              <a:ahLst/>
              <a:cxnLst/>
              <a:rect l="0" t="0" r="0" b="0"/>
              <a:pathLst>
                <a:path w="685800" h="1230846">
                  <a:moveTo>
                    <a:pt x="261797" y="1206835"/>
                  </a:moveTo>
                  <a:lnTo>
                    <a:pt x="253260" y="1194825"/>
                  </a:lnTo>
                  <a:lnTo>
                    <a:pt x="236186" y="1202832"/>
                  </a:lnTo>
                  <a:lnTo>
                    <a:pt x="185913" y="1212172"/>
                  </a:lnTo>
                  <a:lnTo>
                    <a:pt x="135640" y="1221510"/>
                  </a:lnTo>
                  <a:lnTo>
                    <a:pt x="85367" y="1230846"/>
                  </a:lnTo>
                  <a:lnTo>
                    <a:pt x="71138" y="1174800"/>
                  </a:lnTo>
                  <a:lnTo>
                    <a:pt x="39836" y="1182811"/>
                  </a:lnTo>
                  <a:lnTo>
                    <a:pt x="33196" y="1140735"/>
                  </a:lnTo>
                  <a:lnTo>
                    <a:pt x="26557" y="1098614"/>
                  </a:lnTo>
                  <a:lnTo>
                    <a:pt x="19918" y="1056450"/>
                  </a:lnTo>
                  <a:lnTo>
                    <a:pt x="13278" y="1014242"/>
                  </a:lnTo>
                  <a:lnTo>
                    <a:pt x="6639" y="971989"/>
                  </a:lnTo>
                  <a:lnTo>
                    <a:pt x="0" y="929692"/>
                  </a:lnTo>
                  <a:lnTo>
                    <a:pt x="39838" y="920958"/>
                  </a:lnTo>
                  <a:lnTo>
                    <a:pt x="79677" y="912223"/>
                  </a:lnTo>
                  <a:lnTo>
                    <a:pt x="119516" y="903485"/>
                  </a:lnTo>
                  <a:lnTo>
                    <a:pt x="159354" y="894746"/>
                  </a:lnTo>
                  <a:lnTo>
                    <a:pt x="199193" y="886005"/>
                  </a:lnTo>
                  <a:lnTo>
                    <a:pt x="239032" y="877261"/>
                  </a:lnTo>
                  <a:lnTo>
                    <a:pt x="233340" y="828806"/>
                  </a:lnTo>
                  <a:lnTo>
                    <a:pt x="284563" y="816682"/>
                  </a:lnTo>
                  <a:lnTo>
                    <a:pt x="276026" y="776243"/>
                  </a:lnTo>
                  <a:lnTo>
                    <a:pt x="267489" y="735763"/>
                  </a:lnTo>
                  <a:lnTo>
                    <a:pt x="258951" y="695242"/>
                  </a:lnTo>
                  <a:lnTo>
                    <a:pt x="250414" y="654680"/>
                  </a:lnTo>
                  <a:lnTo>
                    <a:pt x="241877" y="614077"/>
                  </a:lnTo>
                  <a:lnTo>
                    <a:pt x="199192" y="614077"/>
                  </a:lnTo>
                  <a:lnTo>
                    <a:pt x="202041" y="577501"/>
                  </a:lnTo>
                  <a:lnTo>
                    <a:pt x="199192" y="536821"/>
                  </a:lnTo>
                  <a:lnTo>
                    <a:pt x="196346" y="520537"/>
                  </a:lnTo>
                  <a:lnTo>
                    <a:pt x="256106" y="492023"/>
                  </a:lnTo>
                  <a:lnTo>
                    <a:pt x="256882" y="447545"/>
                  </a:lnTo>
                  <a:lnTo>
                    <a:pt x="257658" y="403018"/>
                  </a:lnTo>
                  <a:lnTo>
                    <a:pt x="258434" y="358440"/>
                  </a:lnTo>
                  <a:lnTo>
                    <a:pt x="259210" y="313813"/>
                  </a:lnTo>
                  <a:lnTo>
                    <a:pt x="259986" y="269135"/>
                  </a:lnTo>
                  <a:lnTo>
                    <a:pt x="260762" y="224406"/>
                  </a:lnTo>
                  <a:lnTo>
                    <a:pt x="261538" y="179627"/>
                  </a:lnTo>
                  <a:lnTo>
                    <a:pt x="262315" y="134797"/>
                  </a:lnTo>
                  <a:lnTo>
                    <a:pt x="263091" y="89916"/>
                  </a:lnTo>
                  <a:lnTo>
                    <a:pt x="263867" y="44983"/>
                  </a:lnTo>
                  <a:lnTo>
                    <a:pt x="264643" y="0"/>
                  </a:lnTo>
                  <a:lnTo>
                    <a:pt x="324403" y="0"/>
                  </a:lnTo>
                  <a:lnTo>
                    <a:pt x="330094" y="4128"/>
                  </a:lnTo>
                  <a:lnTo>
                    <a:pt x="372779" y="5503"/>
                  </a:lnTo>
                  <a:lnTo>
                    <a:pt x="415463" y="6878"/>
                  </a:lnTo>
                  <a:lnTo>
                    <a:pt x="458147" y="8253"/>
                  </a:lnTo>
                  <a:lnTo>
                    <a:pt x="458147" y="52425"/>
                  </a:lnTo>
                  <a:lnTo>
                    <a:pt x="458147" y="96546"/>
                  </a:lnTo>
                  <a:lnTo>
                    <a:pt x="458147" y="140619"/>
                  </a:lnTo>
                  <a:lnTo>
                    <a:pt x="458147" y="184642"/>
                  </a:lnTo>
                  <a:lnTo>
                    <a:pt x="458147" y="228616"/>
                  </a:lnTo>
                  <a:lnTo>
                    <a:pt x="458147" y="272542"/>
                  </a:lnTo>
                  <a:lnTo>
                    <a:pt x="458147" y="316418"/>
                  </a:lnTo>
                  <a:lnTo>
                    <a:pt x="458147" y="324601"/>
                  </a:lnTo>
                  <a:lnTo>
                    <a:pt x="458147" y="366181"/>
                  </a:lnTo>
                  <a:lnTo>
                    <a:pt x="458147" y="407719"/>
                  </a:lnTo>
                  <a:lnTo>
                    <a:pt x="458147" y="449212"/>
                  </a:lnTo>
                  <a:lnTo>
                    <a:pt x="458147" y="490663"/>
                  </a:lnTo>
                  <a:lnTo>
                    <a:pt x="458147" y="532070"/>
                  </a:lnTo>
                  <a:lnTo>
                    <a:pt x="458147" y="573434"/>
                  </a:lnTo>
                  <a:lnTo>
                    <a:pt x="472380" y="581567"/>
                  </a:lnTo>
                  <a:lnTo>
                    <a:pt x="532136" y="573434"/>
                  </a:lnTo>
                  <a:lnTo>
                    <a:pt x="532136" y="565301"/>
                  </a:lnTo>
                  <a:lnTo>
                    <a:pt x="574821" y="558521"/>
                  </a:lnTo>
                  <a:lnTo>
                    <a:pt x="617507" y="551740"/>
                  </a:lnTo>
                  <a:lnTo>
                    <a:pt x="660193" y="544958"/>
                  </a:lnTo>
                  <a:lnTo>
                    <a:pt x="664461" y="586987"/>
                  </a:lnTo>
                  <a:lnTo>
                    <a:pt x="668729" y="628971"/>
                  </a:lnTo>
                  <a:lnTo>
                    <a:pt x="672997" y="670911"/>
                  </a:lnTo>
                  <a:lnTo>
                    <a:pt x="677264" y="712807"/>
                  </a:lnTo>
                  <a:lnTo>
                    <a:pt x="681532" y="754659"/>
                  </a:lnTo>
                  <a:lnTo>
                    <a:pt x="685800" y="796468"/>
                  </a:lnTo>
                  <a:lnTo>
                    <a:pt x="631736" y="808595"/>
                  </a:lnTo>
                  <a:lnTo>
                    <a:pt x="579090" y="824762"/>
                  </a:lnTo>
                  <a:lnTo>
                    <a:pt x="526444" y="840923"/>
                  </a:lnTo>
                  <a:lnTo>
                    <a:pt x="534981" y="909535"/>
                  </a:lnTo>
                  <a:lnTo>
                    <a:pt x="475225" y="929692"/>
                  </a:lnTo>
                  <a:lnTo>
                    <a:pt x="486604" y="990104"/>
                  </a:lnTo>
                  <a:lnTo>
                    <a:pt x="429694" y="1006196"/>
                  </a:lnTo>
                  <a:lnTo>
                    <a:pt x="435384" y="1054440"/>
                  </a:lnTo>
                  <a:lnTo>
                    <a:pt x="441074" y="1102627"/>
                  </a:lnTo>
                  <a:lnTo>
                    <a:pt x="446765" y="1150756"/>
                  </a:lnTo>
                  <a:lnTo>
                    <a:pt x="369934" y="1162782"/>
                  </a:lnTo>
                  <a:lnTo>
                    <a:pt x="355702" y="1190821"/>
                  </a:lnTo>
                  <a:lnTo>
                    <a:pt x="332940" y="1182811"/>
                  </a:lnTo>
                  <a:lnTo>
                    <a:pt x="310174" y="1198829"/>
                  </a:lnTo>
                  <a:lnTo>
                    <a:pt x="304483" y="1222844"/>
                  </a:lnTo>
                  <a:lnTo>
                    <a:pt x="290254" y="1222844"/>
                  </a:lnTo>
                  <a:lnTo>
                    <a:pt x="290254" y="1206835"/>
                  </a:lnTo>
                  <a:close/>
                </a:path>
              </a:pathLst>
            </a:custGeom>
            <a:solidFill>
              <a:srgbClr val="8793CA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" name="pg14"/>
            <p:cNvSpPr/>
            <p:nvPr/>
          </p:nvSpPr>
          <p:spPr>
            <a:xfrm>
              <a:off x="4196698" y="2745150"/>
              <a:ext cx="523599" cy="1110159"/>
            </a:xfrm>
            <a:custGeom>
              <a:avLst/>
              <a:gdLst/>
              <a:ahLst/>
              <a:cxnLst/>
              <a:rect l="0" t="0" r="0" b="0"/>
              <a:pathLst>
                <a:path w="523599" h="1110159">
                  <a:moveTo>
                    <a:pt x="239035" y="1057799"/>
                  </a:moveTo>
                  <a:lnTo>
                    <a:pt x="165043" y="1073918"/>
                  </a:lnTo>
                  <a:lnTo>
                    <a:pt x="167889" y="1094054"/>
                  </a:lnTo>
                  <a:lnTo>
                    <a:pt x="105287" y="1110159"/>
                  </a:lnTo>
                  <a:lnTo>
                    <a:pt x="91058" y="1045706"/>
                  </a:lnTo>
                  <a:lnTo>
                    <a:pt x="85367" y="1041674"/>
                  </a:lnTo>
                  <a:lnTo>
                    <a:pt x="75881" y="997297"/>
                  </a:lnTo>
                  <a:lnTo>
                    <a:pt x="66396" y="952871"/>
                  </a:lnTo>
                  <a:lnTo>
                    <a:pt x="56910" y="908395"/>
                  </a:lnTo>
                  <a:lnTo>
                    <a:pt x="65447" y="904347"/>
                  </a:lnTo>
                  <a:lnTo>
                    <a:pt x="55487" y="860831"/>
                  </a:lnTo>
                  <a:lnTo>
                    <a:pt x="45527" y="817267"/>
                  </a:lnTo>
                  <a:lnTo>
                    <a:pt x="35567" y="773656"/>
                  </a:lnTo>
                  <a:lnTo>
                    <a:pt x="25607" y="729997"/>
                  </a:lnTo>
                  <a:lnTo>
                    <a:pt x="36994" y="721869"/>
                  </a:lnTo>
                  <a:lnTo>
                    <a:pt x="45527" y="709673"/>
                  </a:lnTo>
                  <a:lnTo>
                    <a:pt x="54064" y="693407"/>
                  </a:lnTo>
                  <a:lnTo>
                    <a:pt x="54064" y="681206"/>
                  </a:lnTo>
                  <a:lnTo>
                    <a:pt x="65447" y="668995"/>
                  </a:lnTo>
                  <a:lnTo>
                    <a:pt x="65447" y="660855"/>
                  </a:lnTo>
                  <a:lnTo>
                    <a:pt x="65447" y="652715"/>
                  </a:lnTo>
                  <a:lnTo>
                    <a:pt x="65447" y="648644"/>
                  </a:lnTo>
                  <a:lnTo>
                    <a:pt x="56910" y="648644"/>
                  </a:lnTo>
                  <a:lnTo>
                    <a:pt x="42681" y="652715"/>
                  </a:lnTo>
                  <a:lnTo>
                    <a:pt x="36994" y="648644"/>
                  </a:lnTo>
                  <a:lnTo>
                    <a:pt x="42681" y="640496"/>
                  </a:lnTo>
                  <a:lnTo>
                    <a:pt x="31299" y="636426"/>
                  </a:lnTo>
                  <a:lnTo>
                    <a:pt x="22761" y="624204"/>
                  </a:lnTo>
                  <a:lnTo>
                    <a:pt x="8533" y="595670"/>
                  </a:lnTo>
                  <a:lnTo>
                    <a:pt x="0" y="595670"/>
                  </a:lnTo>
                  <a:lnTo>
                    <a:pt x="5687" y="591595"/>
                  </a:lnTo>
                  <a:lnTo>
                    <a:pt x="14228" y="583439"/>
                  </a:lnTo>
                  <a:lnTo>
                    <a:pt x="17074" y="567121"/>
                  </a:lnTo>
                  <a:lnTo>
                    <a:pt x="19919" y="563040"/>
                  </a:lnTo>
                  <a:lnTo>
                    <a:pt x="25607" y="563040"/>
                  </a:lnTo>
                  <a:lnTo>
                    <a:pt x="34144" y="575281"/>
                  </a:lnTo>
                  <a:lnTo>
                    <a:pt x="45527" y="579360"/>
                  </a:lnTo>
                  <a:lnTo>
                    <a:pt x="51218" y="579360"/>
                  </a:lnTo>
                  <a:lnTo>
                    <a:pt x="51218" y="571201"/>
                  </a:lnTo>
                  <a:lnTo>
                    <a:pt x="45527" y="563040"/>
                  </a:lnTo>
                  <a:lnTo>
                    <a:pt x="56910" y="550796"/>
                  </a:lnTo>
                  <a:lnTo>
                    <a:pt x="62605" y="518127"/>
                  </a:lnTo>
                  <a:lnTo>
                    <a:pt x="48373" y="497695"/>
                  </a:lnTo>
                  <a:lnTo>
                    <a:pt x="65447" y="493607"/>
                  </a:lnTo>
                  <a:lnTo>
                    <a:pt x="71138" y="505872"/>
                  </a:lnTo>
                  <a:lnTo>
                    <a:pt x="99596" y="501782"/>
                  </a:lnTo>
                  <a:lnTo>
                    <a:pt x="76830" y="424055"/>
                  </a:lnTo>
                  <a:lnTo>
                    <a:pt x="54064" y="424055"/>
                  </a:lnTo>
                  <a:lnTo>
                    <a:pt x="53251" y="382498"/>
                  </a:lnTo>
                  <a:lnTo>
                    <a:pt x="52438" y="340898"/>
                  </a:lnTo>
                  <a:lnTo>
                    <a:pt x="51625" y="299253"/>
                  </a:lnTo>
                  <a:lnTo>
                    <a:pt x="50812" y="257565"/>
                  </a:lnTo>
                  <a:lnTo>
                    <a:pt x="49999" y="215833"/>
                  </a:lnTo>
                  <a:lnTo>
                    <a:pt x="49186" y="174056"/>
                  </a:lnTo>
                  <a:lnTo>
                    <a:pt x="48373" y="132235"/>
                  </a:lnTo>
                  <a:lnTo>
                    <a:pt x="51218" y="128106"/>
                  </a:lnTo>
                  <a:lnTo>
                    <a:pt x="52641" y="66171"/>
                  </a:lnTo>
                  <a:lnTo>
                    <a:pt x="54064" y="4139"/>
                  </a:lnTo>
                  <a:lnTo>
                    <a:pt x="97887" y="3725"/>
                  </a:lnTo>
                  <a:lnTo>
                    <a:pt x="141711" y="3311"/>
                  </a:lnTo>
                  <a:lnTo>
                    <a:pt x="185534" y="2897"/>
                  </a:lnTo>
                  <a:lnTo>
                    <a:pt x="229357" y="2483"/>
                  </a:lnTo>
                  <a:lnTo>
                    <a:pt x="273180" y="2069"/>
                  </a:lnTo>
                  <a:lnTo>
                    <a:pt x="317003" y="1655"/>
                  </a:lnTo>
                  <a:lnTo>
                    <a:pt x="360826" y="1241"/>
                  </a:lnTo>
                  <a:lnTo>
                    <a:pt x="404650" y="827"/>
                  </a:lnTo>
                  <a:lnTo>
                    <a:pt x="448473" y="413"/>
                  </a:lnTo>
                  <a:lnTo>
                    <a:pt x="492296" y="0"/>
                  </a:lnTo>
                  <a:lnTo>
                    <a:pt x="496090" y="42748"/>
                  </a:lnTo>
                  <a:lnTo>
                    <a:pt x="499884" y="85450"/>
                  </a:lnTo>
                  <a:lnTo>
                    <a:pt x="503679" y="128106"/>
                  </a:lnTo>
                  <a:lnTo>
                    <a:pt x="502903" y="173090"/>
                  </a:lnTo>
                  <a:lnTo>
                    <a:pt x="502126" y="218022"/>
                  </a:lnTo>
                  <a:lnTo>
                    <a:pt x="501350" y="262904"/>
                  </a:lnTo>
                  <a:lnTo>
                    <a:pt x="500574" y="307734"/>
                  </a:lnTo>
                  <a:lnTo>
                    <a:pt x="499798" y="352513"/>
                  </a:lnTo>
                  <a:lnTo>
                    <a:pt x="499022" y="397241"/>
                  </a:lnTo>
                  <a:lnTo>
                    <a:pt x="498246" y="441920"/>
                  </a:lnTo>
                  <a:lnTo>
                    <a:pt x="497470" y="486547"/>
                  </a:lnTo>
                  <a:lnTo>
                    <a:pt x="496694" y="531125"/>
                  </a:lnTo>
                  <a:lnTo>
                    <a:pt x="495918" y="575652"/>
                  </a:lnTo>
                  <a:lnTo>
                    <a:pt x="495142" y="620130"/>
                  </a:lnTo>
                  <a:lnTo>
                    <a:pt x="435382" y="648644"/>
                  </a:lnTo>
                  <a:lnTo>
                    <a:pt x="438227" y="664928"/>
                  </a:lnTo>
                  <a:lnTo>
                    <a:pt x="441077" y="705607"/>
                  </a:lnTo>
                  <a:lnTo>
                    <a:pt x="438227" y="742183"/>
                  </a:lnTo>
                  <a:lnTo>
                    <a:pt x="480913" y="742183"/>
                  </a:lnTo>
                  <a:lnTo>
                    <a:pt x="489450" y="782787"/>
                  </a:lnTo>
                  <a:lnTo>
                    <a:pt x="497987" y="823349"/>
                  </a:lnTo>
                  <a:lnTo>
                    <a:pt x="506524" y="863870"/>
                  </a:lnTo>
                  <a:lnTo>
                    <a:pt x="515062" y="904350"/>
                  </a:lnTo>
                  <a:lnTo>
                    <a:pt x="523599" y="944789"/>
                  </a:lnTo>
                  <a:lnTo>
                    <a:pt x="472376" y="956912"/>
                  </a:lnTo>
                  <a:lnTo>
                    <a:pt x="478067" y="1005368"/>
                  </a:lnTo>
                  <a:lnTo>
                    <a:pt x="438229" y="1014111"/>
                  </a:lnTo>
                  <a:lnTo>
                    <a:pt x="398390" y="1022853"/>
                  </a:lnTo>
                  <a:lnTo>
                    <a:pt x="358551" y="1031592"/>
                  </a:lnTo>
                  <a:lnTo>
                    <a:pt x="318713" y="1040330"/>
                  </a:lnTo>
                  <a:lnTo>
                    <a:pt x="278874" y="1049065"/>
                  </a:lnTo>
                  <a:close/>
                </a:path>
              </a:pathLst>
            </a:custGeom>
            <a:solidFill>
              <a:srgbClr val="ADD8E6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" name="pg15"/>
            <p:cNvSpPr/>
            <p:nvPr/>
          </p:nvSpPr>
          <p:spPr>
            <a:xfrm>
              <a:off x="4091407" y="4434791"/>
              <a:ext cx="170738" cy="328030"/>
            </a:xfrm>
            <a:custGeom>
              <a:avLst/>
              <a:gdLst/>
              <a:ahLst/>
              <a:cxnLst/>
              <a:rect l="0" t="0" r="0" b="0"/>
              <a:pathLst>
                <a:path w="170738" h="328030">
                  <a:moveTo>
                    <a:pt x="22765" y="31732"/>
                  </a:moveTo>
                  <a:lnTo>
                    <a:pt x="71138" y="43625"/>
                  </a:lnTo>
                  <a:lnTo>
                    <a:pt x="85371" y="0"/>
                  </a:lnTo>
                  <a:lnTo>
                    <a:pt x="139435" y="11902"/>
                  </a:lnTo>
                  <a:lnTo>
                    <a:pt x="142285" y="23801"/>
                  </a:lnTo>
                  <a:lnTo>
                    <a:pt x="130898" y="67399"/>
                  </a:lnTo>
                  <a:lnTo>
                    <a:pt x="125211" y="91162"/>
                  </a:lnTo>
                  <a:lnTo>
                    <a:pt x="116670" y="103040"/>
                  </a:lnTo>
                  <a:lnTo>
                    <a:pt x="142285" y="106996"/>
                  </a:lnTo>
                  <a:lnTo>
                    <a:pt x="162201" y="110953"/>
                  </a:lnTo>
                  <a:lnTo>
                    <a:pt x="170738" y="118867"/>
                  </a:lnTo>
                  <a:lnTo>
                    <a:pt x="159355" y="154461"/>
                  </a:lnTo>
                  <a:lnTo>
                    <a:pt x="145131" y="201872"/>
                  </a:lnTo>
                  <a:lnTo>
                    <a:pt x="128053" y="205817"/>
                  </a:lnTo>
                  <a:lnTo>
                    <a:pt x="113824" y="245281"/>
                  </a:lnTo>
                  <a:lnTo>
                    <a:pt x="105291" y="261055"/>
                  </a:lnTo>
                  <a:lnTo>
                    <a:pt x="113824" y="300465"/>
                  </a:lnTo>
                  <a:lnTo>
                    <a:pt x="102445" y="328030"/>
                  </a:lnTo>
                  <a:lnTo>
                    <a:pt x="93904" y="328030"/>
                  </a:lnTo>
                  <a:lnTo>
                    <a:pt x="85371" y="320156"/>
                  </a:lnTo>
                  <a:lnTo>
                    <a:pt x="85371" y="304404"/>
                  </a:lnTo>
                  <a:lnTo>
                    <a:pt x="76834" y="288646"/>
                  </a:lnTo>
                  <a:lnTo>
                    <a:pt x="76834" y="261055"/>
                  </a:lnTo>
                  <a:lnTo>
                    <a:pt x="79679" y="233446"/>
                  </a:lnTo>
                  <a:lnTo>
                    <a:pt x="71138" y="221607"/>
                  </a:lnTo>
                  <a:lnTo>
                    <a:pt x="82525" y="186074"/>
                  </a:lnTo>
                  <a:lnTo>
                    <a:pt x="93904" y="158414"/>
                  </a:lnTo>
                  <a:lnTo>
                    <a:pt x="91058" y="154461"/>
                  </a:lnTo>
                  <a:lnTo>
                    <a:pt x="82525" y="150508"/>
                  </a:lnTo>
                  <a:lnTo>
                    <a:pt x="76834" y="162364"/>
                  </a:lnTo>
                  <a:lnTo>
                    <a:pt x="65451" y="174219"/>
                  </a:lnTo>
                  <a:lnTo>
                    <a:pt x="56914" y="174219"/>
                  </a:lnTo>
                  <a:lnTo>
                    <a:pt x="39839" y="170271"/>
                  </a:lnTo>
                  <a:lnTo>
                    <a:pt x="25607" y="162364"/>
                  </a:lnTo>
                  <a:lnTo>
                    <a:pt x="14228" y="154461"/>
                  </a:lnTo>
                  <a:lnTo>
                    <a:pt x="5691" y="142600"/>
                  </a:lnTo>
                  <a:lnTo>
                    <a:pt x="0" y="130735"/>
                  </a:lnTo>
                  <a:lnTo>
                    <a:pt x="5691" y="114910"/>
                  </a:lnTo>
                  <a:lnTo>
                    <a:pt x="5691" y="103040"/>
                  </a:lnTo>
                  <a:close/>
                </a:path>
              </a:pathLst>
            </a:custGeom>
            <a:solidFill>
              <a:srgbClr val="A5C8E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" name="pg16"/>
            <p:cNvSpPr/>
            <p:nvPr/>
          </p:nvSpPr>
          <p:spPr>
            <a:xfrm>
              <a:off x="3835297" y="2749290"/>
              <a:ext cx="640273" cy="1406784"/>
            </a:xfrm>
            <a:custGeom>
              <a:avLst/>
              <a:gdLst/>
              <a:ahLst/>
              <a:cxnLst/>
              <a:rect l="0" t="0" r="0" b="0"/>
              <a:pathLst>
                <a:path w="640273" h="1406784">
                  <a:moveTo>
                    <a:pt x="549210" y="1314788"/>
                  </a:moveTo>
                  <a:lnTo>
                    <a:pt x="540677" y="1306778"/>
                  </a:lnTo>
                  <a:lnTo>
                    <a:pt x="460997" y="1318792"/>
                  </a:lnTo>
                  <a:lnTo>
                    <a:pt x="460997" y="1330803"/>
                  </a:lnTo>
                  <a:lnTo>
                    <a:pt x="469534" y="1346811"/>
                  </a:lnTo>
                  <a:lnTo>
                    <a:pt x="483763" y="1354813"/>
                  </a:lnTo>
                  <a:lnTo>
                    <a:pt x="486608" y="1370812"/>
                  </a:lnTo>
                  <a:lnTo>
                    <a:pt x="483763" y="1394799"/>
                  </a:lnTo>
                  <a:lnTo>
                    <a:pt x="475225" y="1402791"/>
                  </a:lnTo>
                  <a:lnTo>
                    <a:pt x="409774" y="1390799"/>
                  </a:lnTo>
                  <a:lnTo>
                    <a:pt x="404083" y="1386805"/>
                  </a:lnTo>
                  <a:lnTo>
                    <a:pt x="392700" y="1386805"/>
                  </a:lnTo>
                  <a:lnTo>
                    <a:pt x="378475" y="1406784"/>
                  </a:lnTo>
                  <a:lnTo>
                    <a:pt x="367088" y="1398795"/>
                  </a:lnTo>
                  <a:lnTo>
                    <a:pt x="369934" y="1386805"/>
                  </a:lnTo>
                  <a:lnTo>
                    <a:pt x="358555" y="1378809"/>
                  </a:lnTo>
                  <a:lnTo>
                    <a:pt x="341481" y="1374808"/>
                  </a:lnTo>
                  <a:lnTo>
                    <a:pt x="313024" y="1386805"/>
                  </a:lnTo>
                  <a:lnTo>
                    <a:pt x="293104" y="1330803"/>
                  </a:lnTo>
                  <a:lnTo>
                    <a:pt x="281717" y="1330803"/>
                  </a:lnTo>
                  <a:lnTo>
                    <a:pt x="267492" y="1278732"/>
                  </a:lnTo>
                  <a:lnTo>
                    <a:pt x="276030" y="1274724"/>
                  </a:lnTo>
                  <a:lnTo>
                    <a:pt x="267492" y="1238634"/>
                  </a:lnTo>
                  <a:lnTo>
                    <a:pt x="258955" y="1238634"/>
                  </a:lnTo>
                  <a:lnTo>
                    <a:pt x="256110" y="1226596"/>
                  </a:lnTo>
                  <a:lnTo>
                    <a:pt x="258955" y="1226596"/>
                  </a:lnTo>
                  <a:lnTo>
                    <a:pt x="256110" y="1202507"/>
                  </a:lnTo>
                  <a:lnTo>
                    <a:pt x="210578" y="1206525"/>
                  </a:lnTo>
                  <a:lnTo>
                    <a:pt x="207732" y="1186444"/>
                  </a:lnTo>
                  <a:lnTo>
                    <a:pt x="202041" y="1186444"/>
                  </a:lnTo>
                  <a:lnTo>
                    <a:pt x="202041" y="1178409"/>
                  </a:lnTo>
                  <a:lnTo>
                    <a:pt x="204887" y="1178409"/>
                  </a:lnTo>
                  <a:lnTo>
                    <a:pt x="204887" y="1150273"/>
                  </a:lnTo>
                  <a:lnTo>
                    <a:pt x="219119" y="1146252"/>
                  </a:lnTo>
                  <a:lnTo>
                    <a:pt x="211531" y="1104678"/>
                  </a:lnTo>
                  <a:lnTo>
                    <a:pt x="203942" y="1063062"/>
                  </a:lnTo>
                  <a:lnTo>
                    <a:pt x="196353" y="1021403"/>
                  </a:lnTo>
                  <a:lnTo>
                    <a:pt x="139435" y="1025436"/>
                  </a:lnTo>
                  <a:lnTo>
                    <a:pt x="128056" y="981045"/>
                  </a:lnTo>
                  <a:lnTo>
                    <a:pt x="91062" y="989120"/>
                  </a:lnTo>
                  <a:lnTo>
                    <a:pt x="91062" y="997193"/>
                  </a:lnTo>
                  <a:lnTo>
                    <a:pt x="73988" y="997193"/>
                  </a:lnTo>
                  <a:lnTo>
                    <a:pt x="65451" y="956811"/>
                  </a:lnTo>
                  <a:lnTo>
                    <a:pt x="56914" y="916389"/>
                  </a:lnTo>
                  <a:lnTo>
                    <a:pt x="48377" y="875926"/>
                  </a:lnTo>
                  <a:lnTo>
                    <a:pt x="39839" y="835422"/>
                  </a:lnTo>
                  <a:lnTo>
                    <a:pt x="31302" y="794877"/>
                  </a:lnTo>
                  <a:lnTo>
                    <a:pt x="22765" y="754290"/>
                  </a:lnTo>
                  <a:lnTo>
                    <a:pt x="25611" y="746171"/>
                  </a:lnTo>
                  <a:lnTo>
                    <a:pt x="12805" y="695370"/>
                  </a:lnTo>
                  <a:lnTo>
                    <a:pt x="0" y="644504"/>
                  </a:lnTo>
                  <a:lnTo>
                    <a:pt x="8537" y="636357"/>
                  </a:lnTo>
                  <a:lnTo>
                    <a:pt x="31302" y="632287"/>
                  </a:lnTo>
                  <a:lnTo>
                    <a:pt x="42685" y="615991"/>
                  </a:lnTo>
                  <a:lnTo>
                    <a:pt x="62605" y="603764"/>
                  </a:lnTo>
                  <a:lnTo>
                    <a:pt x="79676" y="587456"/>
                  </a:lnTo>
                  <a:lnTo>
                    <a:pt x="82525" y="575221"/>
                  </a:lnTo>
                  <a:lnTo>
                    <a:pt x="73988" y="558901"/>
                  </a:lnTo>
                  <a:lnTo>
                    <a:pt x="79676" y="538492"/>
                  </a:lnTo>
                  <a:lnTo>
                    <a:pt x="85371" y="518073"/>
                  </a:lnTo>
                  <a:lnTo>
                    <a:pt x="99596" y="505816"/>
                  </a:lnTo>
                  <a:lnTo>
                    <a:pt x="125207" y="497643"/>
                  </a:lnTo>
                  <a:lnTo>
                    <a:pt x="139435" y="481291"/>
                  </a:lnTo>
                  <a:lnTo>
                    <a:pt x="147973" y="440386"/>
                  </a:lnTo>
                  <a:lnTo>
                    <a:pt x="145127" y="432196"/>
                  </a:lnTo>
                  <a:lnTo>
                    <a:pt x="128056" y="419916"/>
                  </a:lnTo>
                  <a:lnTo>
                    <a:pt x="125207" y="378944"/>
                  </a:lnTo>
                  <a:lnTo>
                    <a:pt x="142281" y="354343"/>
                  </a:lnTo>
                  <a:lnTo>
                    <a:pt x="156514" y="296875"/>
                  </a:lnTo>
                  <a:lnTo>
                    <a:pt x="150822" y="288659"/>
                  </a:lnTo>
                  <a:lnTo>
                    <a:pt x="130902" y="259887"/>
                  </a:lnTo>
                  <a:lnTo>
                    <a:pt x="145127" y="222865"/>
                  </a:lnTo>
                  <a:lnTo>
                    <a:pt x="159355" y="202281"/>
                  </a:lnTo>
                  <a:lnTo>
                    <a:pt x="170738" y="177570"/>
                  </a:lnTo>
                  <a:lnTo>
                    <a:pt x="176433" y="161085"/>
                  </a:lnTo>
                  <a:lnTo>
                    <a:pt x="184967" y="152838"/>
                  </a:lnTo>
                  <a:lnTo>
                    <a:pt x="207732" y="136343"/>
                  </a:lnTo>
                  <a:lnTo>
                    <a:pt x="230498" y="119841"/>
                  </a:lnTo>
                  <a:lnTo>
                    <a:pt x="241881" y="99206"/>
                  </a:lnTo>
                  <a:lnTo>
                    <a:pt x="253264" y="66164"/>
                  </a:lnTo>
                  <a:lnTo>
                    <a:pt x="258955" y="16549"/>
                  </a:lnTo>
                  <a:lnTo>
                    <a:pt x="261801" y="0"/>
                  </a:lnTo>
                  <a:lnTo>
                    <a:pt x="313022" y="0"/>
                  </a:lnTo>
                  <a:lnTo>
                    <a:pt x="364244" y="0"/>
                  </a:lnTo>
                  <a:lnTo>
                    <a:pt x="415465" y="0"/>
                  </a:lnTo>
                  <a:lnTo>
                    <a:pt x="414043" y="62032"/>
                  </a:lnTo>
                  <a:lnTo>
                    <a:pt x="412620" y="123967"/>
                  </a:lnTo>
                  <a:lnTo>
                    <a:pt x="409774" y="128095"/>
                  </a:lnTo>
                  <a:lnTo>
                    <a:pt x="410587" y="169917"/>
                  </a:lnTo>
                  <a:lnTo>
                    <a:pt x="411400" y="211693"/>
                  </a:lnTo>
                  <a:lnTo>
                    <a:pt x="412213" y="253426"/>
                  </a:lnTo>
                  <a:lnTo>
                    <a:pt x="413026" y="295114"/>
                  </a:lnTo>
                  <a:lnTo>
                    <a:pt x="413839" y="336758"/>
                  </a:lnTo>
                  <a:lnTo>
                    <a:pt x="414652" y="378359"/>
                  </a:lnTo>
                  <a:lnTo>
                    <a:pt x="415465" y="419916"/>
                  </a:lnTo>
                  <a:lnTo>
                    <a:pt x="438231" y="419916"/>
                  </a:lnTo>
                  <a:lnTo>
                    <a:pt x="460997" y="497643"/>
                  </a:lnTo>
                  <a:lnTo>
                    <a:pt x="432540" y="501733"/>
                  </a:lnTo>
                  <a:lnTo>
                    <a:pt x="426848" y="489468"/>
                  </a:lnTo>
                  <a:lnTo>
                    <a:pt x="409774" y="493556"/>
                  </a:lnTo>
                  <a:lnTo>
                    <a:pt x="424006" y="513988"/>
                  </a:lnTo>
                  <a:lnTo>
                    <a:pt x="418311" y="546657"/>
                  </a:lnTo>
                  <a:lnTo>
                    <a:pt x="406928" y="558901"/>
                  </a:lnTo>
                  <a:lnTo>
                    <a:pt x="412620" y="567062"/>
                  </a:lnTo>
                  <a:lnTo>
                    <a:pt x="412620" y="575221"/>
                  </a:lnTo>
                  <a:lnTo>
                    <a:pt x="406928" y="575221"/>
                  </a:lnTo>
                  <a:lnTo>
                    <a:pt x="395546" y="571142"/>
                  </a:lnTo>
                  <a:lnTo>
                    <a:pt x="387008" y="558901"/>
                  </a:lnTo>
                  <a:lnTo>
                    <a:pt x="381321" y="558901"/>
                  </a:lnTo>
                  <a:lnTo>
                    <a:pt x="378475" y="562982"/>
                  </a:lnTo>
                  <a:lnTo>
                    <a:pt x="375629" y="579300"/>
                  </a:lnTo>
                  <a:lnTo>
                    <a:pt x="367088" y="587456"/>
                  </a:lnTo>
                  <a:lnTo>
                    <a:pt x="361401" y="591531"/>
                  </a:lnTo>
                  <a:lnTo>
                    <a:pt x="369934" y="591531"/>
                  </a:lnTo>
                  <a:lnTo>
                    <a:pt x="384163" y="620065"/>
                  </a:lnTo>
                  <a:lnTo>
                    <a:pt x="392700" y="632287"/>
                  </a:lnTo>
                  <a:lnTo>
                    <a:pt x="404083" y="636357"/>
                  </a:lnTo>
                  <a:lnTo>
                    <a:pt x="398395" y="644504"/>
                  </a:lnTo>
                  <a:lnTo>
                    <a:pt x="404083" y="648576"/>
                  </a:lnTo>
                  <a:lnTo>
                    <a:pt x="418311" y="644504"/>
                  </a:lnTo>
                  <a:lnTo>
                    <a:pt x="426848" y="644504"/>
                  </a:lnTo>
                  <a:lnTo>
                    <a:pt x="426848" y="648576"/>
                  </a:lnTo>
                  <a:lnTo>
                    <a:pt x="426848" y="656716"/>
                  </a:lnTo>
                  <a:lnTo>
                    <a:pt x="426848" y="664856"/>
                  </a:lnTo>
                  <a:lnTo>
                    <a:pt x="415465" y="677067"/>
                  </a:lnTo>
                  <a:lnTo>
                    <a:pt x="415465" y="689268"/>
                  </a:lnTo>
                  <a:lnTo>
                    <a:pt x="406928" y="705534"/>
                  </a:lnTo>
                  <a:lnTo>
                    <a:pt x="398395" y="717730"/>
                  </a:lnTo>
                  <a:lnTo>
                    <a:pt x="387008" y="725858"/>
                  </a:lnTo>
                  <a:lnTo>
                    <a:pt x="396968" y="769517"/>
                  </a:lnTo>
                  <a:lnTo>
                    <a:pt x="406928" y="813128"/>
                  </a:lnTo>
                  <a:lnTo>
                    <a:pt x="416888" y="856691"/>
                  </a:lnTo>
                  <a:lnTo>
                    <a:pt x="426848" y="900208"/>
                  </a:lnTo>
                  <a:lnTo>
                    <a:pt x="418311" y="904256"/>
                  </a:lnTo>
                  <a:lnTo>
                    <a:pt x="427797" y="948731"/>
                  </a:lnTo>
                  <a:lnTo>
                    <a:pt x="437283" y="993158"/>
                  </a:lnTo>
                  <a:lnTo>
                    <a:pt x="446768" y="1037534"/>
                  </a:lnTo>
                  <a:lnTo>
                    <a:pt x="452460" y="1041566"/>
                  </a:lnTo>
                  <a:lnTo>
                    <a:pt x="466688" y="1106019"/>
                  </a:lnTo>
                  <a:lnTo>
                    <a:pt x="529290" y="1089915"/>
                  </a:lnTo>
                  <a:lnTo>
                    <a:pt x="526444" y="1069778"/>
                  </a:lnTo>
                  <a:lnTo>
                    <a:pt x="600437" y="1053660"/>
                  </a:lnTo>
                  <a:lnTo>
                    <a:pt x="607076" y="1095957"/>
                  </a:lnTo>
                  <a:lnTo>
                    <a:pt x="613715" y="1138209"/>
                  </a:lnTo>
                  <a:lnTo>
                    <a:pt x="620355" y="1180418"/>
                  </a:lnTo>
                  <a:lnTo>
                    <a:pt x="626994" y="1222582"/>
                  </a:lnTo>
                  <a:lnTo>
                    <a:pt x="633633" y="1264702"/>
                  </a:lnTo>
                  <a:lnTo>
                    <a:pt x="640273" y="1306778"/>
                  </a:lnTo>
                  <a:lnTo>
                    <a:pt x="611816" y="1306778"/>
                  </a:lnTo>
                  <a:lnTo>
                    <a:pt x="603282" y="1274724"/>
                  </a:lnTo>
                  <a:lnTo>
                    <a:pt x="580517" y="1278732"/>
                  </a:lnTo>
                  <a:lnTo>
                    <a:pt x="569130" y="1290754"/>
                  </a:lnTo>
                  <a:lnTo>
                    <a:pt x="566288" y="1310784"/>
                  </a:lnTo>
                  <a:close/>
                </a:path>
              </a:pathLst>
            </a:custGeom>
            <a:solidFill>
              <a:srgbClr val="A3C6DF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" name="pg17"/>
            <p:cNvSpPr/>
            <p:nvPr/>
          </p:nvSpPr>
          <p:spPr>
            <a:xfrm>
              <a:off x="4358900" y="4024014"/>
              <a:ext cx="347172" cy="355185"/>
            </a:xfrm>
            <a:custGeom>
              <a:avLst/>
              <a:gdLst/>
              <a:ahLst/>
              <a:cxnLst/>
              <a:rect l="0" t="0" r="0" b="0"/>
              <a:pathLst>
                <a:path w="347172" h="355185">
                  <a:moveTo>
                    <a:pt x="116670" y="32054"/>
                  </a:moveTo>
                  <a:lnTo>
                    <a:pt x="147973" y="24043"/>
                  </a:lnTo>
                  <a:lnTo>
                    <a:pt x="162201" y="80089"/>
                  </a:lnTo>
                  <a:lnTo>
                    <a:pt x="212474" y="70753"/>
                  </a:lnTo>
                  <a:lnTo>
                    <a:pt x="262747" y="61416"/>
                  </a:lnTo>
                  <a:lnTo>
                    <a:pt x="313020" y="52076"/>
                  </a:lnTo>
                  <a:lnTo>
                    <a:pt x="330094" y="44068"/>
                  </a:lnTo>
                  <a:lnTo>
                    <a:pt x="338631" y="56079"/>
                  </a:lnTo>
                  <a:lnTo>
                    <a:pt x="335786" y="64084"/>
                  </a:lnTo>
                  <a:lnTo>
                    <a:pt x="330094" y="76088"/>
                  </a:lnTo>
                  <a:lnTo>
                    <a:pt x="327252" y="92089"/>
                  </a:lnTo>
                  <a:lnTo>
                    <a:pt x="324407" y="104085"/>
                  </a:lnTo>
                  <a:lnTo>
                    <a:pt x="327252" y="112081"/>
                  </a:lnTo>
                  <a:lnTo>
                    <a:pt x="338631" y="124071"/>
                  </a:lnTo>
                  <a:lnTo>
                    <a:pt x="347172" y="144044"/>
                  </a:lnTo>
                  <a:lnTo>
                    <a:pt x="338631" y="144044"/>
                  </a:lnTo>
                  <a:lnTo>
                    <a:pt x="324407" y="211889"/>
                  </a:lnTo>
                  <a:lnTo>
                    <a:pt x="310174" y="223850"/>
                  </a:lnTo>
                  <a:lnTo>
                    <a:pt x="278875" y="223850"/>
                  </a:lnTo>
                  <a:lnTo>
                    <a:pt x="261801" y="235807"/>
                  </a:lnTo>
                  <a:lnTo>
                    <a:pt x="250414" y="247761"/>
                  </a:lnTo>
                  <a:lnTo>
                    <a:pt x="250414" y="263694"/>
                  </a:lnTo>
                  <a:lnTo>
                    <a:pt x="261801" y="283601"/>
                  </a:lnTo>
                  <a:lnTo>
                    <a:pt x="256110" y="315430"/>
                  </a:lnTo>
                  <a:lnTo>
                    <a:pt x="253260" y="331337"/>
                  </a:lnTo>
                  <a:lnTo>
                    <a:pt x="233344" y="355185"/>
                  </a:lnTo>
                  <a:lnTo>
                    <a:pt x="219115" y="347237"/>
                  </a:lnTo>
                  <a:lnTo>
                    <a:pt x="210578" y="355185"/>
                  </a:lnTo>
                  <a:lnTo>
                    <a:pt x="196350" y="355185"/>
                  </a:lnTo>
                  <a:lnTo>
                    <a:pt x="156510" y="317420"/>
                  </a:lnTo>
                  <a:lnTo>
                    <a:pt x="116670" y="279621"/>
                  </a:lnTo>
                  <a:lnTo>
                    <a:pt x="76834" y="307475"/>
                  </a:lnTo>
                  <a:lnTo>
                    <a:pt x="54068" y="287579"/>
                  </a:lnTo>
                  <a:lnTo>
                    <a:pt x="42685" y="299520"/>
                  </a:lnTo>
                  <a:lnTo>
                    <a:pt x="0" y="287579"/>
                  </a:lnTo>
                  <a:lnTo>
                    <a:pt x="12803" y="247760"/>
                  </a:lnTo>
                  <a:lnTo>
                    <a:pt x="25607" y="207901"/>
                  </a:lnTo>
                  <a:lnTo>
                    <a:pt x="48373" y="207901"/>
                  </a:lnTo>
                  <a:lnTo>
                    <a:pt x="62605" y="152034"/>
                  </a:lnTo>
                  <a:lnTo>
                    <a:pt x="42685" y="144044"/>
                  </a:lnTo>
                  <a:lnTo>
                    <a:pt x="48373" y="84089"/>
                  </a:lnTo>
                  <a:lnTo>
                    <a:pt x="22765" y="80089"/>
                  </a:lnTo>
                  <a:lnTo>
                    <a:pt x="28453" y="60082"/>
                  </a:lnTo>
                  <a:lnTo>
                    <a:pt x="25607" y="40064"/>
                  </a:lnTo>
                  <a:lnTo>
                    <a:pt x="42685" y="36059"/>
                  </a:lnTo>
                  <a:lnTo>
                    <a:pt x="45527" y="16030"/>
                  </a:lnTo>
                  <a:lnTo>
                    <a:pt x="56914" y="4008"/>
                  </a:lnTo>
                  <a:lnTo>
                    <a:pt x="79679" y="0"/>
                  </a:lnTo>
                  <a:lnTo>
                    <a:pt x="88213" y="32054"/>
                  </a:lnTo>
                  <a:close/>
                </a:path>
              </a:pathLst>
            </a:custGeom>
            <a:solidFill>
              <a:srgbClr val="ABD4E4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" name="pg18"/>
            <p:cNvSpPr/>
            <p:nvPr/>
          </p:nvSpPr>
          <p:spPr>
            <a:xfrm>
              <a:off x="5056087" y="3377503"/>
              <a:ext cx="543519" cy="890284"/>
            </a:xfrm>
            <a:custGeom>
              <a:avLst/>
              <a:gdLst/>
              <a:ahLst/>
              <a:cxnLst/>
              <a:rect l="0" t="0" r="0" b="0"/>
              <a:pathLst>
                <a:path w="543519" h="890284">
                  <a:moveTo>
                    <a:pt x="159355" y="4073"/>
                  </a:moveTo>
                  <a:lnTo>
                    <a:pt x="170738" y="8143"/>
                  </a:lnTo>
                  <a:lnTo>
                    <a:pt x="184963" y="8143"/>
                  </a:lnTo>
                  <a:lnTo>
                    <a:pt x="202041" y="0"/>
                  </a:lnTo>
                  <a:lnTo>
                    <a:pt x="213424" y="28502"/>
                  </a:lnTo>
                  <a:lnTo>
                    <a:pt x="224807" y="40712"/>
                  </a:lnTo>
                  <a:lnTo>
                    <a:pt x="261801" y="56987"/>
                  </a:lnTo>
                  <a:lnTo>
                    <a:pt x="287409" y="69188"/>
                  </a:lnTo>
                  <a:lnTo>
                    <a:pt x="318711" y="56987"/>
                  </a:lnTo>
                  <a:lnTo>
                    <a:pt x="330094" y="61054"/>
                  </a:lnTo>
                  <a:lnTo>
                    <a:pt x="338631" y="77320"/>
                  </a:lnTo>
                  <a:lnTo>
                    <a:pt x="341477" y="117957"/>
                  </a:lnTo>
                  <a:lnTo>
                    <a:pt x="332940" y="134200"/>
                  </a:lnTo>
                  <a:lnTo>
                    <a:pt x="310174" y="138257"/>
                  </a:lnTo>
                  <a:lnTo>
                    <a:pt x="307329" y="150436"/>
                  </a:lnTo>
                  <a:lnTo>
                    <a:pt x="307329" y="158549"/>
                  </a:lnTo>
                  <a:lnTo>
                    <a:pt x="321557" y="199103"/>
                  </a:lnTo>
                  <a:lnTo>
                    <a:pt x="335786" y="215313"/>
                  </a:lnTo>
                  <a:lnTo>
                    <a:pt x="338631" y="231517"/>
                  </a:lnTo>
                  <a:lnTo>
                    <a:pt x="324403" y="284130"/>
                  </a:lnTo>
                  <a:lnTo>
                    <a:pt x="318711" y="292221"/>
                  </a:lnTo>
                  <a:lnTo>
                    <a:pt x="332940" y="316475"/>
                  </a:lnTo>
                  <a:lnTo>
                    <a:pt x="358551" y="368979"/>
                  </a:lnTo>
                  <a:lnTo>
                    <a:pt x="375626" y="381086"/>
                  </a:lnTo>
                  <a:lnTo>
                    <a:pt x="392700" y="373015"/>
                  </a:lnTo>
                  <a:lnTo>
                    <a:pt x="418311" y="344755"/>
                  </a:lnTo>
                  <a:lnTo>
                    <a:pt x="426848" y="352831"/>
                  </a:lnTo>
                  <a:lnTo>
                    <a:pt x="443923" y="360906"/>
                  </a:lnTo>
                  <a:lnTo>
                    <a:pt x="460997" y="364943"/>
                  </a:lnTo>
                  <a:lnTo>
                    <a:pt x="489454" y="397222"/>
                  </a:lnTo>
                  <a:lnTo>
                    <a:pt x="506528" y="421415"/>
                  </a:lnTo>
                  <a:lnTo>
                    <a:pt x="492296" y="441565"/>
                  </a:lnTo>
                  <a:lnTo>
                    <a:pt x="489454" y="453649"/>
                  </a:lnTo>
                  <a:lnTo>
                    <a:pt x="515062" y="493903"/>
                  </a:lnTo>
                  <a:lnTo>
                    <a:pt x="515062" y="518038"/>
                  </a:lnTo>
                  <a:lnTo>
                    <a:pt x="506528" y="534120"/>
                  </a:lnTo>
                  <a:lnTo>
                    <a:pt x="486608" y="534120"/>
                  </a:lnTo>
                  <a:lnTo>
                    <a:pt x="455302" y="534120"/>
                  </a:lnTo>
                  <a:lnTo>
                    <a:pt x="452456" y="574293"/>
                  </a:lnTo>
                  <a:lnTo>
                    <a:pt x="469534" y="578311"/>
                  </a:lnTo>
                  <a:lnTo>
                    <a:pt x="478067" y="586341"/>
                  </a:lnTo>
                  <a:lnTo>
                    <a:pt x="492296" y="574293"/>
                  </a:lnTo>
                  <a:lnTo>
                    <a:pt x="500833" y="574293"/>
                  </a:lnTo>
                  <a:lnTo>
                    <a:pt x="506528" y="586341"/>
                  </a:lnTo>
                  <a:lnTo>
                    <a:pt x="512216" y="602393"/>
                  </a:lnTo>
                  <a:lnTo>
                    <a:pt x="534981" y="598382"/>
                  </a:lnTo>
                  <a:lnTo>
                    <a:pt x="543519" y="598382"/>
                  </a:lnTo>
                  <a:lnTo>
                    <a:pt x="537827" y="614432"/>
                  </a:lnTo>
                  <a:lnTo>
                    <a:pt x="537827" y="638492"/>
                  </a:lnTo>
                  <a:lnTo>
                    <a:pt x="526444" y="646510"/>
                  </a:lnTo>
                  <a:lnTo>
                    <a:pt x="506528" y="650518"/>
                  </a:lnTo>
                  <a:lnTo>
                    <a:pt x="495142" y="662540"/>
                  </a:lnTo>
                  <a:lnTo>
                    <a:pt x="469534" y="706592"/>
                  </a:lnTo>
                  <a:lnTo>
                    <a:pt x="455302" y="722599"/>
                  </a:lnTo>
                  <a:lnTo>
                    <a:pt x="441077" y="726599"/>
                  </a:lnTo>
                  <a:lnTo>
                    <a:pt x="429694" y="742598"/>
                  </a:lnTo>
                  <a:lnTo>
                    <a:pt x="412616" y="730600"/>
                  </a:lnTo>
                  <a:lnTo>
                    <a:pt x="398391" y="734600"/>
                  </a:lnTo>
                  <a:lnTo>
                    <a:pt x="398391" y="718598"/>
                  </a:lnTo>
                  <a:lnTo>
                    <a:pt x="395546" y="702589"/>
                  </a:lnTo>
                  <a:lnTo>
                    <a:pt x="381317" y="694583"/>
                  </a:lnTo>
                  <a:lnTo>
                    <a:pt x="367088" y="694583"/>
                  </a:lnTo>
                  <a:lnTo>
                    <a:pt x="355706" y="698586"/>
                  </a:lnTo>
                  <a:lnTo>
                    <a:pt x="358551" y="722599"/>
                  </a:lnTo>
                  <a:lnTo>
                    <a:pt x="352860" y="746594"/>
                  </a:lnTo>
                  <a:lnTo>
                    <a:pt x="344323" y="762585"/>
                  </a:lnTo>
                  <a:lnTo>
                    <a:pt x="332940" y="758591"/>
                  </a:lnTo>
                  <a:lnTo>
                    <a:pt x="327252" y="758591"/>
                  </a:lnTo>
                  <a:lnTo>
                    <a:pt x="332940" y="734600"/>
                  </a:lnTo>
                  <a:lnTo>
                    <a:pt x="321557" y="730600"/>
                  </a:lnTo>
                  <a:lnTo>
                    <a:pt x="313020" y="734600"/>
                  </a:lnTo>
                  <a:lnTo>
                    <a:pt x="301637" y="758591"/>
                  </a:lnTo>
                  <a:lnTo>
                    <a:pt x="295946" y="750595"/>
                  </a:lnTo>
                  <a:lnTo>
                    <a:pt x="276026" y="742598"/>
                  </a:lnTo>
                  <a:lnTo>
                    <a:pt x="264647" y="738599"/>
                  </a:lnTo>
                  <a:lnTo>
                    <a:pt x="258955" y="758591"/>
                  </a:lnTo>
                  <a:lnTo>
                    <a:pt x="261801" y="786563"/>
                  </a:lnTo>
                  <a:lnTo>
                    <a:pt x="253260" y="806528"/>
                  </a:lnTo>
                  <a:lnTo>
                    <a:pt x="239035" y="810521"/>
                  </a:lnTo>
                  <a:lnTo>
                    <a:pt x="219115" y="798545"/>
                  </a:lnTo>
                  <a:lnTo>
                    <a:pt x="207729" y="798545"/>
                  </a:lnTo>
                  <a:lnTo>
                    <a:pt x="184963" y="826486"/>
                  </a:lnTo>
                  <a:lnTo>
                    <a:pt x="179275" y="822496"/>
                  </a:lnTo>
                  <a:lnTo>
                    <a:pt x="167893" y="814515"/>
                  </a:lnTo>
                  <a:lnTo>
                    <a:pt x="167893" y="786563"/>
                  </a:lnTo>
                  <a:lnTo>
                    <a:pt x="162201" y="782568"/>
                  </a:lnTo>
                  <a:lnTo>
                    <a:pt x="147973" y="790555"/>
                  </a:lnTo>
                  <a:lnTo>
                    <a:pt x="133744" y="790555"/>
                  </a:lnTo>
                  <a:lnTo>
                    <a:pt x="125207" y="786563"/>
                  </a:lnTo>
                  <a:lnTo>
                    <a:pt x="122365" y="802538"/>
                  </a:lnTo>
                  <a:lnTo>
                    <a:pt x="110978" y="814515"/>
                  </a:lnTo>
                  <a:lnTo>
                    <a:pt x="113824" y="838457"/>
                  </a:lnTo>
                  <a:lnTo>
                    <a:pt x="108133" y="854412"/>
                  </a:lnTo>
                  <a:lnTo>
                    <a:pt x="96750" y="870360"/>
                  </a:lnTo>
                  <a:lnTo>
                    <a:pt x="96750" y="886302"/>
                  </a:lnTo>
                  <a:lnTo>
                    <a:pt x="88213" y="890284"/>
                  </a:lnTo>
                  <a:lnTo>
                    <a:pt x="73984" y="870360"/>
                  </a:lnTo>
                  <a:lnTo>
                    <a:pt x="59759" y="866374"/>
                  </a:lnTo>
                  <a:lnTo>
                    <a:pt x="54068" y="854412"/>
                  </a:lnTo>
                  <a:lnTo>
                    <a:pt x="56914" y="842446"/>
                  </a:lnTo>
                  <a:lnTo>
                    <a:pt x="45527" y="770581"/>
                  </a:lnTo>
                  <a:lnTo>
                    <a:pt x="51218" y="766585"/>
                  </a:lnTo>
                  <a:lnTo>
                    <a:pt x="39839" y="706592"/>
                  </a:lnTo>
                  <a:lnTo>
                    <a:pt x="25607" y="706592"/>
                  </a:lnTo>
                  <a:lnTo>
                    <a:pt x="19205" y="661539"/>
                  </a:lnTo>
                  <a:lnTo>
                    <a:pt x="12803" y="616437"/>
                  </a:lnTo>
                  <a:lnTo>
                    <a:pt x="6401" y="571283"/>
                  </a:lnTo>
                  <a:lnTo>
                    <a:pt x="0" y="526080"/>
                  </a:lnTo>
                  <a:lnTo>
                    <a:pt x="45527" y="509995"/>
                  </a:lnTo>
                  <a:lnTo>
                    <a:pt x="38698" y="468950"/>
                  </a:lnTo>
                  <a:lnTo>
                    <a:pt x="31869" y="427862"/>
                  </a:lnTo>
                  <a:lnTo>
                    <a:pt x="25040" y="386733"/>
                  </a:lnTo>
                  <a:lnTo>
                    <a:pt x="18211" y="345562"/>
                  </a:lnTo>
                  <a:lnTo>
                    <a:pt x="11382" y="304348"/>
                  </a:lnTo>
                  <a:lnTo>
                    <a:pt x="65447" y="292221"/>
                  </a:lnTo>
                  <a:lnTo>
                    <a:pt x="61179" y="250413"/>
                  </a:lnTo>
                  <a:lnTo>
                    <a:pt x="56911" y="208561"/>
                  </a:lnTo>
                  <a:lnTo>
                    <a:pt x="52643" y="166665"/>
                  </a:lnTo>
                  <a:lnTo>
                    <a:pt x="48375" y="124725"/>
                  </a:lnTo>
                  <a:lnTo>
                    <a:pt x="44107" y="82741"/>
                  </a:lnTo>
                  <a:lnTo>
                    <a:pt x="39839" y="40712"/>
                  </a:lnTo>
                  <a:lnTo>
                    <a:pt x="79678" y="28503"/>
                  </a:lnTo>
                  <a:lnTo>
                    <a:pt x="119517" y="16290"/>
                  </a:lnTo>
                  <a:close/>
                </a:path>
              </a:pathLst>
            </a:custGeom>
            <a:solidFill>
              <a:srgbClr val="ACD6E5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" name="pg19"/>
            <p:cNvSpPr/>
            <p:nvPr/>
          </p:nvSpPr>
          <p:spPr>
            <a:xfrm>
              <a:off x="3630410" y="4687960"/>
              <a:ext cx="304483" cy="513404"/>
            </a:xfrm>
            <a:custGeom>
              <a:avLst/>
              <a:gdLst/>
              <a:ahLst/>
              <a:cxnLst/>
              <a:rect l="0" t="0" r="0" b="0"/>
              <a:pathLst>
                <a:path w="304483" h="513404">
                  <a:moveTo>
                    <a:pt x="79676" y="466640"/>
                  </a:moveTo>
                  <a:lnTo>
                    <a:pt x="73988" y="447138"/>
                  </a:lnTo>
                  <a:lnTo>
                    <a:pt x="76834" y="419820"/>
                  </a:lnTo>
                  <a:lnTo>
                    <a:pt x="76834" y="392487"/>
                  </a:lnTo>
                  <a:lnTo>
                    <a:pt x="71142" y="384674"/>
                  </a:lnTo>
                  <a:lnTo>
                    <a:pt x="56910" y="369042"/>
                  </a:lnTo>
                  <a:lnTo>
                    <a:pt x="19919" y="326026"/>
                  </a:lnTo>
                  <a:lnTo>
                    <a:pt x="2845" y="290797"/>
                  </a:lnTo>
                  <a:lnTo>
                    <a:pt x="0" y="263376"/>
                  </a:lnTo>
                  <a:lnTo>
                    <a:pt x="2845" y="224175"/>
                  </a:lnTo>
                  <a:lnTo>
                    <a:pt x="5691" y="208482"/>
                  </a:lnTo>
                  <a:lnTo>
                    <a:pt x="5691" y="173153"/>
                  </a:lnTo>
                  <a:lnTo>
                    <a:pt x="0" y="153513"/>
                  </a:lnTo>
                  <a:lnTo>
                    <a:pt x="0" y="107650"/>
                  </a:lnTo>
                  <a:lnTo>
                    <a:pt x="0" y="61736"/>
                  </a:lnTo>
                  <a:lnTo>
                    <a:pt x="0" y="15771"/>
                  </a:lnTo>
                  <a:lnTo>
                    <a:pt x="25611" y="7886"/>
                  </a:lnTo>
                  <a:lnTo>
                    <a:pt x="56910" y="0"/>
                  </a:lnTo>
                  <a:lnTo>
                    <a:pt x="73988" y="0"/>
                  </a:lnTo>
                  <a:lnTo>
                    <a:pt x="93908" y="7886"/>
                  </a:lnTo>
                  <a:lnTo>
                    <a:pt x="99596" y="7886"/>
                  </a:lnTo>
                  <a:lnTo>
                    <a:pt x="116674" y="7886"/>
                  </a:lnTo>
                  <a:lnTo>
                    <a:pt x="128053" y="7886"/>
                  </a:lnTo>
                  <a:lnTo>
                    <a:pt x="142281" y="7886"/>
                  </a:lnTo>
                  <a:lnTo>
                    <a:pt x="153668" y="15771"/>
                  </a:lnTo>
                  <a:lnTo>
                    <a:pt x="162201" y="27596"/>
                  </a:lnTo>
                  <a:lnTo>
                    <a:pt x="162201" y="55174"/>
                  </a:lnTo>
                  <a:lnTo>
                    <a:pt x="159355" y="66987"/>
                  </a:lnTo>
                  <a:lnTo>
                    <a:pt x="179279" y="86669"/>
                  </a:lnTo>
                  <a:lnTo>
                    <a:pt x="184967" y="74861"/>
                  </a:lnTo>
                  <a:lnTo>
                    <a:pt x="193504" y="78795"/>
                  </a:lnTo>
                  <a:lnTo>
                    <a:pt x="207732" y="63047"/>
                  </a:lnTo>
                  <a:lnTo>
                    <a:pt x="256110" y="114207"/>
                  </a:lnTo>
                  <a:lnTo>
                    <a:pt x="241881" y="133864"/>
                  </a:lnTo>
                  <a:lnTo>
                    <a:pt x="256110" y="145657"/>
                  </a:lnTo>
                  <a:lnTo>
                    <a:pt x="264647" y="161373"/>
                  </a:lnTo>
                  <a:lnTo>
                    <a:pt x="304483" y="184933"/>
                  </a:lnTo>
                  <a:lnTo>
                    <a:pt x="290258" y="220249"/>
                  </a:lnTo>
                  <a:lnTo>
                    <a:pt x="290258" y="232016"/>
                  </a:lnTo>
                  <a:lnTo>
                    <a:pt x="295949" y="263376"/>
                  </a:lnTo>
                  <a:lnTo>
                    <a:pt x="290258" y="275130"/>
                  </a:lnTo>
                  <a:lnTo>
                    <a:pt x="276030" y="286883"/>
                  </a:lnTo>
                  <a:lnTo>
                    <a:pt x="261797" y="310372"/>
                  </a:lnTo>
                  <a:lnTo>
                    <a:pt x="250418" y="326026"/>
                  </a:lnTo>
                  <a:lnTo>
                    <a:pt x="230498" y="326026"/>
                  </a:lnTo>
                  <a:lnTo>
                    <a:pt x="216270" y="326026"/>
                  </a:lnTo>
                  <a:lnTo>
                    <a:pt x="199199" y="357315"/>
                  </a:lnTo>
                  <a:lnTo>
                    <a:pt x="182121" y="404202"/>
                  </a:lnTo>
                  <a:lnTo>
                    <a:pt x="173584" y="443237"/>
                  </a:lnTo>
                  <a:lnTo>
                    <a:pt x="159355" y="466640"/>
                  </a:lnTo>
                  <a:lnTo>
                    <a:pt x="153668" y="490030"/>
                  </a:lnTo>
                  <a:lnTo>
                    <a:pt x="150818" y="505616"/>
                  </a:lnTo>
                  <a:lnTo>
                    <a:pt x="136594" y="513404"/>
                  </a:lnTo>
                  <a:lnTo>
                    <a:pt x="116674" y="497824"/>
                  </a:lnTo>
                  <a:lnTo>
                    <a:pt x="99596" y="486132"/>
                  </a:lnTo>
                  <a:lnTo>
                    <a:pt x="85371" y="474438"/>
                  </a:lnTo>
                  <a:close/>
                </a:path>
              </a:pathLst>
            </a:custGeom>
            <a:solidFill>
              <a:srgbClr val="8D9ECE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" name="tx20"/>
            <p:cNvSpPr/>
            <p:nvPr/>
          </p:nvSpPr>
          <p:spPr>
            <a:xfrm>
              <a:off x="3849932" y="4450828"/>
              <a:ext cx="331566" cy="932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 dirty="0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27,425</a:t>
              </a:r>
            </a:p>
          </p:txBody>
        </p:sp>
        <p:sp>
          <p:nvSpPr>
            <p:cNvPr id="22" name="tx21"/>
            <p:cNvSpPr/>
            <p:nvPr/>
          </p:nvSpPr>
          <p:spPr>
            <a:xfrm>
              <a:off x="4688794" y="2596917"/>
              <a:ext cx="331566" cy="932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13,550</a:t>
              </a:r>
            </a:p>
          </p:txBody>
        </p:sp>
        <p:sp>
          <p:nvSpPr>
            <p:cNvPr id="23" name="tx22"/>
            <p:cNvSpPr/>
            <p:nvPr/>
          </p:nvSpPr>
          <p:spPr>
            <a:xfrm>
              <a:off x="3697649" y="4622263"/>
              <a:ext cx="391856" cy="932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 dirty="0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124,750</a:t>
              </a:r>
            </a:p>
          </p:txBody>
        </p:sp>
        <p:sp>
          <p:nvSpPr>
            <p:cNvPr id="24" name="tx23"/>
            <p:cNvSpPr/>
            <p:nvPr/>
          </p:nvSpPr>
          <p:spPr>
            <a:xfrm>
              <a:off x="3787462" y="3831517"/>
              <a:ext cx="271277" cy="932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8,548</a:t>
              </a:r>
            </a:p>
          </p:txBody>
        </p:sp>
        <p:sp>
          <p:nvSpPr>
            <p:cNvPr id="25" name="tx24"/>
            <p:cNvSpPr/>
            <p:nvPr/>
          </p:nvSpPr>
          <p:spPr>
            <a:xfrm>
              <a:off x="4696712" y="4147967"/>
              <a:ext cx="331566" cy="932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15,150</a:t>
              </a:r>
            </a:p>
          </p:txBody>
        </p:sp>
        <p:sp>
          <p:nvSpPr>
            <p:cNvPr id="26" name="tx25"/>
            <p:cNvSpPr/>
            <p:nvPr/>
          </p:nvSpPr>
          <p:spPr>
            <a:xfrm>
              <a:off x="4059479" y="4175455"/>
              <a:ext cx="331566" cy="932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31,500</a:t>
              </a:r>
            </a:p>
          </p:txBody>
        </p:sp>
        <p:sp>
          <p:nvSpPr>
            <p:cNvPr id="27" name="tx26"/>
            <p:cNvSpPr/>
            <p:nvPr/>
          </p:nvSpPr>
          <p:spPr>
            <a:xfrm>
              <a:off x="4470009" y="4418055"/>
              <a:ext cx="331566" cy="932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13,500</a:t>
              </a:r>
            </a:p>
          </p:txBody>
        </p:sp>
        <p:sp>
          <p:nvSpPr>
            <p:cNvPr id="28" name="tx27"/>
            <p:cNvSpPr/>
            <p:nvPr/>
          </p:nvSpPr>
          <p:spPr>
            <a:xfrm>
              <a:off x="4221187" y="4456385"/>
              <a:ext cx="271277" cy="932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9,175</a:t>
              </a:r>
            </a:p>
          </p:txBody>
        </p:sp>
        <p:sp>
          <p:nvSpPr>
            <p:cNvPr id="29" name="tx28"/>
            <p:cNvSpPr/>
            <p:nvPr/>
          </p:nvSpPr>
          <p:spPr>
            <a:xfrm>
              <a:off x="3603742" y="4189153"/>
              <a:ext cx="331566" cy="932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16,525</a:t>
              </a:r>
            </a:p>
          </p:txBody>
        </p:sp>
        <p:sp>
          <p:nvSpPr>
            <p:cNvPr id="30" name="tx29"/>
            <p:cNvSpPr/>
            <p:nvPr/>
          </p:nvSpPr>
          <p:spPr>
            <a:xfrm>
              <a:off x="4611361" y="3623344"/>
              <a:ext cx="331566" cy="932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42,475</a:t>
              </a:r>
            </a:p>
          </p:txBody>
        </p:sp>
        <p:sp>
          <p:nvSpPr>
            <p:cNvPr id="31" name="tx30"/>
            <p:cNvSpPr/>
            <p:nvPr/>
          </p:nvSpPr>
          <p:spPr>
            <a:xfrm>
              <a:off x="4201280" y="3339396"/>
              <a:ext cx="271277" cy="932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4,275</a:t>
              </a:r>
            </a:p>
          </p:txBody>
        </p:sp>
        <p:sp>
          <p:nvSpPr>
            <p:cNvPr id="32" name="tx31"/>
            <p:cNvSpPr/>
            <p:nvPr/>
          </p:nvSpPr>
          <p:spPr>
            <a:xfrm>
              <a:off x="4176042" y="4672849"/>
              <a:ext cx="331566" cy="932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13,000</a:t>
              </a:r>
            </a:p>
          </p:txBody>
        </p:sp>
        <p:sp>
          <p:nvSpPr>
            <p:cNvPr id="33" name="tx32"/>
            <p:cNvSpPr/>
            <p:nvPr/>
          </p:nvSpPr>
          <p:spPr>
            <a:xfrm>
              <a:off x="3985651" y="3497047"/>
              <a:ext cx="331566" cy="932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14,325</a:t>
              </a:r>
            </a:p>
          </p:txBody>
        </p:sp>
        <p:sp>
          <p:nvSpPr>
            <p:cNvPr id="34" name="tx33"/>
            <p:cNvSpPr/>
            <p:nvPr/>
          </p:nvSpPr>
          <p:spPr>
            <a:xfrm>
              <a:off x="4406063" y="4131822"/>
              <a:ext cx="271277" cy="932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6,625</a:t>
              </a:r>
            </a:p>
          </p:txBody>
        </p:sp>
        <p:sp>
          <p:nvSpPr>
            <p:cNvPr id="35" name="tx34"/>
            <p:cNvSpPr/>
            <p:nvPr/>
          </p:nvSpPr>
          <p:spPr>
            <a:xfrm>
              <a:off x="5222191" y="3869396"/>
              <a:ext cx="271277" cy="932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5,200</a:t>
              </a:r>
            </a:p>
          </p:txBody>
        </p:sp>
        <p:sp>
          <p:nvSpPr>
            <p:cNvPr id="36" name="tx35"/>
            <p:cNvSpPr/>
            <p:nvPr/>
          </p:nvSpPr>
          <p:spPr>
            <a:xfrm>
              <a:off x="3607789" y="4871356"/>
              <a:ext cx="331566" cy="932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36,500</a:t>
              </a:r>
            </a:p>
          </p:txBody>
        </p:sp>
        <p:sp>
          <p:nvSpPr>
            <p:cNvPr id="37" name="tx36"/>
            <p:cNvSpPr/>
            <p:nvPr/>
          </p:nvSpPr>
          <p:spPr>
            <a:xfrm>
              <a:off x="3314932" y="5709597"/>
              <a:ext cx="1382061" cy="13110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Number of Employees</a:t>
              </a:r>
            </a:p>
          </p:txBody>
        </p:sp>
        <p:pic>
          <p:nvPicPr>
            <p:cNvPr id="38" name="pic3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66582" y="5594419"/>
              <a:ext cx="1097280" cy="219455"/>
            </a:xfrm>
            <a:prstGeom prst="rect">
              <a:avLst/>
            </a:prstGeom>
          </p:spPr>
        </p:pic>
        <p:sp>
          <p:nvSpPr>
            <p:cNvPr id="39" name="pl38"/>
            <p:cNvSpPr/>
            <p:nvPr/>
          </p:nvSpPr>
          <p:spPr>
            <a:xfrm>
              <a:off x="4956544" y="5769984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0"/>
                  </a:moveTo>
                  <a:lnTo>
                    <a:pt x="0" y="43891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" name="pl39"/>
            <p:cNvSpPr/>
            <p:nvPr/>
          </p:nvSpPr>
          <p:spPr>
            <a:xfrm>
              <a:off x="5183483" y="5769984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0"/>
                  </a:moveTo>
                  <a:lnTo>
                    <a:pt x="0" y="43891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" name="pl40"/>
            <p:cNvSpPr/>
            <p:nvPr/>
          </p:nvSpPr>
          <p:spPr>
            <a:xfrm>
              <a:off x="5410423" y="5769984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0"/>
                  </a:moveTo>
                  <a:lnTo>
                    <a:pt x="0" y="43891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" name="pl41"/>
            <p:cNvSpPr/>
            <p:nvPr/>
          </p:nvSpPr>
          <p:spPr>
            <a:xfrm>
              <a:off x="5637363" y="5769984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0"/>
                  </a:moveTo>
                  <a:lnTo>
                    <a:pt x="0" y="43891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" name="pl42"/>
            <p:cNvSpPr/>
            <p:nvPr/>
          </p:nvSpPr>
          <p:spPr>
            <a:xfrm>
              <a:off x="4956544" y="5594419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43891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" name="pl43"/>
            <p:cNvSpPr/>
            <p:nvPr/>
          </p:nvSpPr>
          <p:spPr>
            <a:xfrm>
              <a:off x="5183483" y="5594419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43891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" name="pl44"/>
            <p:cNvSpPr/>
            <p:nvPr/>
          </p:nvSpPr>
          <p:spPr>
            <a:xfrm>
              <a:off x="5410423" y="5594419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43891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" name="pl45"/>
            <p:cNvSpPr/>
            <p:nvPr/>
          </p:nvSpPr>
          <p:spPr>
            <a:xfrm>
              <a:off x="5637363" y="5594419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43891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" name="tx46"/>
            <p:cNvSpPr/>
            <p:nvPr/>
          </p:nvSpPr>
          <p:spPr>
            <a:xfrm>
              <a:off x="4785630" y="5867312"/>
              <a:ext cx="341828" cy="9615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880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25,000</a:t>
              </a:r>
            </a:p>
          </p:txBody>
        </p:sp>
        <p:sp>
          <p:nvSpPr>
            <p:cNvPr id="50" name="tx49"/>
            <p:cNvSpPr/>
            <p:nvPr/>
          </p:nvSpPr>
          <p:spPr>
            <a:xfrm>
              <a:off x="5661869" y="5873866"/>
              <a:ext cx="403984" cy="9615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880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100,000</a:t>
              </a:r>
            </a:p>
          </p:txBody>
        </p:sp>
        <p:sp>
          <p:nvSpPr>
            <p:cNvPr id="51" name="tx50"/>
            <p:cNvSpPr/>
            <p:nvPr/>
          </p:nvSpPr>
          <p:spPr>
            <a:xfrm>
              <a:off x="2090920" y="1624545"/>
              <a:ext cx="4996953" cy="19069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600"/>
                </a:lnSpc>
              </a:pPr>
              <a:r>
                <a:rPr sz="160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Total Employees at Companies with 50+ Employees</a:t>
              </a:r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1143000"/>
          </a:xfrm>
        </p:spPr>
        <p:txBody>
          <a:bodyPr>
            <a:normAutofit fontScale="90000"/>
          </a:bodyPr>
          <a:lstStyle/>
          <a:p>
            <a:r>
              <a:t>Employees in Companies with 50-200 Employees</a:t>
            </a:r>
          </a:p>
        </p:txBody>
      </p:sp>
      <p:grpSp>
        <p:nvGrpSpPr>
          <p:cNvPr id="3" name="Content Placeholder 2"/>
          <p:cNvGrpSpPr/>
          <p:nvPr/>
        </p:nvGrpSpPr>
        <p:grpSpPr>
          <a:xfrm>
            <a:off x="1981200" y="1600201"/>
            <a:ext cx="8229600" cy="4525963"/>
            <a:chOff x="457200" y="1600200"/>
            <a:chExt cx="8229600" cy="4525963"/>
          </a:xfrm>
        </p:grpSpPr>
        <p:sp>
          <p:nvSpPr>
            <p:cNvPr id="4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" name="pg4"/>
            <p:cNvSpPr/>
            <p:nvPr/>
          </p:nvSpPr>
          <p:spPr>
            <a:xfrm>
              <a:off x="3872291" y="4223939"/>
              <a:ext cx="241881" cy="392976"/>
            </a:xfrm>
            <a:custGeom>
              <a:avLst/>
              <a:gdLst/>
              <a:ahLst/>
              <a:cxnLst/>
              <a:rect l="0" t="0" r="0" b="0"/>
              <a:pathLst>
                <a:path w="241881" h="392976">
                  <a:moveTo>
                    <a:pt x="125207" y="11964"/>
                  </a:moveTo>
                  <a:lnTo>
                    <a:pt x="182125" y="0"/>
                  </a:lnTo>
                  <a:lnTo>
                    <a:pt x="196350" y="55803"/>
                  </a:lnTo>
                  <a:lnTo>
                    <a:pt x="182125" y="71730"/>
                  </a:lnTo>
                  <a:lnTo>
                    <a:pt x="207732" y="123459"/>
                  </a:lnTo>
                  <a:lnTo>
                    <a:pt x="207732" y="187036"/>
                  </a:lnTo>
                  <a:lnTo>
                    <a:pt x="241881" y="202914"/>
                  </a:lnTo>
                  <a:lnTo>
                    <a:pt x="233344" y="238619"/>
                  </a:lnTo>
                  <a:lnTo>
                    <a:pt x="241881" y="242584"/>
                  </a:lnTo>
                  <a:lnTo>
                    <a:pt x="224807" y="313892"/>
                  </a:lnTo>
                  <a:lnTo>
                    <a:pt x="224807" y="325762"/>
                  </a:lnTo>
                  <a:lnTo>
                    <a:pt x="219115" y="341587"/>
                  </a:lnTo>
                  <a:lnTo>
                    <a:pt x="224807" y="353452"/>
                  </a:lnTo>
                  <a:lnTo>
                    <a:pt x="202041" y="381122"/>
                  </a:lnTo>
                  <a:lnTo>
                    <a:pt x="196350" y="377171"/>
                  </a:lnTo>
                  <a:lnTo>
                    <a:pt x="184967" y="392976"/>
                  </a:lnTo>
                  <a:lnTo>
                    <a:pt x="139439" y="369266"/>
                  </a:lnTo>
                  <a:lnTo>
                    <a:pt x="136594" y="361359"/>
                  </a:lnTo>
                  <a:lnTo>
                    <a:pt x="85367" y="305972"/>
                  </a:lnTo>
                  <a:lnTo>
                    <a:pt x="54068" y="337631"/>
                  </a:lnTo>
                  <a:lnTo>
                    <a:pt x="45531" y="329719"/>
                  </a:lnTo>
                  <a:lnTo>
                    <a:pt x="34148" y="341587"/>
                  </a:lnTo>
                  <a:lnTo>
                    <a:pt x="17074" y="325762"/>
                  </a:lnTo>
                  <a:lnTo>
                    <a:pt x="11382" y="325762"/>
                  </a:lnTo>
                  <a:lnTo>
                    <a:pt x="2845" y="305972"/>
                  </a:lnTo>
                  <a:lnTo>
                    <a:pt x="0" y="286173"/>
                  </a:lnTo>
                  <a:lnTo>
                    <a:pt x="25611" y="251833"/>
                  </a:lnTo>
                  <a:lnTo>
                    <a:pt x="51222" y="217463"/>
                  </a:lnTo>
                  <a:lnTo>
                    <a:pt x="76834" y="183065"/>
                  </a:lnTo>
                  <a:lnTo>
                    <a:pt x="82521" y="183065"/>
                  </a:lnTo>
                  <a:lnTo>
                    <a:pt x="95327" y="135387"/>
                  </a:lnTo>
                  <a:lnTo>
                    <a:pt x="108133" y="87654"/>
                  </a:lnTo>
                  <a:lnTo>
                    <a:pt x="102441" y="51820"/>
                  </a:lnTo>
                  <a:lnTo>
                    <a:pt x="108133" y="47836"/>
                  </a:lnTo>
                  <a:lnTo>
                    <a:pt x="108133" y="31897"/>
                  </a:lnTo>
                  <a:close/>
                </a:path>
              </a:pathLst>
            </a:custGeom>
            <a:solidFill>
              <a:srgbClr val="98B1D7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" name="pg5"/>
            <p:cNvSpPr/>
            <p:nvPr/>
          </p:nvSpPr>
          <p:spPr>
            <a:xfrm>
              <a:off x="4097099" y="2089798"/>
              <a:ext cx="1126881" cy="1365026"/>
            </a:xfrm>
            <a:custGeom>
              <a:avLst/>
              <a:gdLst/>
              <a:ahLst/>
              <a:cxnLst/>
              <a:rect l="0" t="0" r="0" b="0"/>
              <a:pathLst>
                <a:path w="1126881" h="1365026">
                  <a:moveTo>
                    <a:pt x="998828" y="1328418"/>
                  </a:moveTo>
                  <a:lnTo>
                    <a:pt x="956143" y="1335200"/>
                  </a:lnTo>
                  <a:lnTo>
                    <a:pt x="913457" y="1341980"/>
                  </a:lnTo>
                  <a:lnTo>
                    <a:pt x="870771" y="1348760"/>
                  </a:lnTo>
                  <a:lnTo>
                    <a:pt x="870771" y="1356894"/>
                  </a:lnTo>
                  <a:lnTo>
                    <a:pt x="811015" y="1365026"/>
                  </a:lnTo>
                  <a:lnTo>
                    <a:pt x="796783" y="1356894"/>
                  </a:lnTo>
                  <a:lnTo>
                    <a:pt x="796783" y="1315530"/>
                  </a:lnTo>
                  <a:lnTo>
                    <a:pt x="796783" y="1274122"/>
                  </a:lnTo>
                  <a:lnTo>
                    <a:pt x="796783" y="1232672"/>
                  </a:lnTo>
                  <a:lnTo>
                    <a:pt x="796783" y="1191178"/>
                  </a:lnTo>
                  <a:lnTo>
                    <a:pt x="796783" y="1149641"/>
                  </a:lnTo>
                  <a:lnTo>
                    <a:pt x="796783" y="1108060"/>
                  </a:lnTo>
                  <a:lnTo>
                    <a:pt x="796783" y="1099878"/>
                  </a:lnTo>
                  <a:lnTo>
                    <a:pt x="796783" y="1056001"/>
                  </a:lnTo>
                  <a:lnTo>
                    <a:pt x="796783" y="1012076"/>
                  </a:lnTo>
                  <a:lnTo>
                    <a:pt x="796783" y="968101"/>
                  </a:lnTo>
                  <a:lnTo>
                    <a:pt x="796783" y="924078"/>
                  </a:lnTo>
                  <a:lnTo>
                    <a:pt x="796783" y="880006"/>
                  </a:lnTo>
                  <a:lnTo>
                    <a:pt x="796783" y="835884"/>
                  </a:lnTo>
                  <a:lnTo>
                    <a:pt x="796783" y="791713"/>
                  </a:lnTo>
                  <a:lnTo>
                    <a:pt x="754099" y="790338"/>
                  </a:lnTo>
                  <a:lnTo>
                    <a:pt x="711414" y="788962"/>
                  </a:lnTo>
                  <a:lnTo>
                    <a:pt x="668730" y="787587"/>
                  </a:lnTo>
                  <a:lnTo>
                    <a:pt x="663038" y="783459"/>
                  </a:lnTo>
                  <a:lnTo>
                    <a:pt x="603279" y="783459"/>
                  </a:lnTo>
                  <a:lnTo>
                    <a:pt x="599484" y="740803"/>
                  </a:lnTo>
                  <a:lnTo>
                    <a:pt x="595690" y="698101"/>
                  </a:lnTo>
                  <a:lnTo>
                    <a:pt x="591896" y="655352"/>
                  </a:lnTo>
                  <a:lnTo>
                    <a:pt x="548073" y="655766"/>
                  </a:lnTo>
                  <a:lnTo>
                    <a:pt x="504249" y="656180"/>
                  </a:lnTo>
                  <a:lnTo>
                    <a:pt x="460426" y="656594"/>
                  </a:lnTo>
                  <a:lnTo>
                    <a:pt x="416603" y="657008"/>
                  </a:lnTo>
                  <a:lnTo>
                    <a:pt x="372780" y="657422"/>
                  </a:lnTo>
                  <a:lnTo>
                    <a:pt x="328957" y="657836"/>
                  </a:lnTo>
                  <a:lnTo>
                    <a:pt x="285134" y="658250"/>
                  </a:lnTo>
                  <a:lnTo>
                    <a:pt x="241310" y="658664"/>
                  </a:lnTo>
                  <a:lnTo>
                    <a:pt x="197487" y="659077"/>
                  </a:lnTo>
                  <a:lnTo>
                    <a:pt x="153664" y="659491"/>
                  </a:lnTo>
                  <a:lnTo>
                    <a:pt x="102443" y="659491"/>
                  </a:lnTo>
                  <a:lnTo>
                    <a:pt x="51221" y="659491"/>
                  </a:lnTo>
                  <a:lnTo>
                    <a:pt x="0" y="659491"/>
                  </a:lnTo>
                  <a:lnTo>
                    <a:pt x="2845" y="622223"/>
                  </a:lnTo>
                  <a:lnTo>
                    <a:pt x="19916" y="551730"/>
                  </a:lnTo>
                  <a:lnTo>
                    <a:pt x="44104" y="515744"/>
                  </a:lnTo>
                  <a:lnTo>
                    <a:pt x="68293" y="479725"/>
                  </a:lnTo>
                  <a:lnTo>
                    <a:pt x="92481" y="443672"/>
                  </a:lnTo>
                  <a:lnTo>
                    <a:pt x="116670" y="407586"/>
                  </a:lnTo>
                  <a:lnTo>
                    <a:pt x="140858" y="371467"/>
                  </a:lnTo>
                  <a:lnTo>
                    <a:pt x="165047" y="335314"/>
                  </a:lnTo>
                  <a:lnTo>
                    <a:pt x="194215" y="292514"/>
                  </a:lnTo>
                  <a:lnTo>
                    <a:pt x="223384" y="249666"/>
                  </a:lnTo>
                  <a:lnTo>
                    <a:pt x="252552" y="206771"/>
                  </a:lnTo>
                  <a:lnTo>
                    <a:pt x="281721" y="163829"/>
                  </a:lnTo>
                  <a:lnTo>
                    <a:pt x="313971" y="117690"/>
                  </a:lnTo>
                  <a:lnTo>
                    <a:pt x="346221" y="71496"/>
                  </a:lnTo>
                  <a:lnTo>
                    <a:pt x="378471" y="25247"/>
                  </a:lnTo>
                  <a:lnTo>
                    <a:pt x="392700" y="8415"/>
                  </a:lnTo>
                  <a:lnTo>
                    <a:pt x="406932" y="0"/>
                  </a:lnTo>
                  <a:lnTo>
                    <a:pt x="424003" y="0"/>
                  </a:lnTo>
                  <a:lnTo>
                    <a:pt x="441077" y="8415"/>
                  </a:lnTo>
                  <a:lnTo>
                    <a:pt x="472380" y="16832"/>
                  </a:lnTo>
                  <a:lnTo>
                    <a:pt x="486608" y="16832"/>
                  </a:lnTo>
                  <a:lnTo>
                    <a:pt x="489450" y="29456"/>
                  </a:lnTo>
                  <a:lnTo>
                    <a:pt x="480917" y="100899"/>
                  </a:lnTo>
                  <a:lnTo>
                    <a:pt x="486608" y="151251"/>
                  </a:lnTo>
                  <a:lnTo>
                    <a:pt x="509374" y="172209"/>
                  </a:lnTo>
                  <a:lnTo>
                    <a:pt x="552056" y="197347"/>
                  </a:lnTo>
                  <a:lnTo>
                    <a:pt x="577667" y="193159"/>
                  </a:lnTo>
                  <a:lnTo>
                    <a:pt x="628890" y="163829"/>
                  </a:lnTo>
                  <a:lnTo>
                    <a:pt x="671576" y="151251"/>
                  </a:lnTo>
                  <a:lnTo>
                    <a:pt x="697187" y="151251"/>
                  </a:lnTo>
                  <a:lnTo>
                    <a:pt x="722798" y="126080"/>
                  </a:lnTo>
                  <a:lnTo>
                    <a:pt x="748410" y="117690"/>
                  </a:lnTo>
                  <a:lnTo>
                    <a:pt x="805320" y="126080"/>
                  </a:lnTo>
                  <a:lnTo>
                    <a:pt x="813861" y="121884"/>
                  </a:lnTo>
                  <a:lnTo>
                    <a:pt x="816703" y="84100"/>
                  </a:lnTo>
                  <a:lnTo>
                    <a:pt x="822394" y="79899"/>
                  </a:lnTo>
                  <a:lnTo>
                    <a:pt x="873617" y="71496"/>
                  </a:lnTo>
                  <a:lnTo>
                    <a:pt x="910611" y="79899"/>
                  </a:lnTo>
                  <a:lnTo>
                    <a:pt x="930531" y="96700"/>
                  </a:lnTo>
                  <a:lnTo>
                    <a:pt x="970369" y="134473"/>
                  </a:lnTo>
                  <a:lnTo>
                    <a:pt x="1010207" y="172209"/>
                  </a:lnTo>
                  <a:lnTo>
                    <a:pt x="1038668" y="201535"/>
                  </a:lnTo>
                  <a:lnTo>
                    <a:pt x="1061434" y="243392"/>
                  </a:lnTo>
                  <a:lnTo>
                    <a:pt x="1072813" y="255940"/>
                  </a:lnTo>
                  <a:lnTo>
                    <a:pt x="1095579" y="276844"/>
                  </a:lnTo>
                  <a:lnTo>
                    <a:pt x="1112653" y="297737"/>
                  </a:lnTo>
                  <a:lnTo>
                    <a:pt x="1121190" y="335314"/>
                  </a:lnTo>
                  <a:lnTo>
                    <a:pt x="1121664" y="378416"/>
                  </a:lnTo>
                  <a:lnTo>
                    <a:pt x="1122139" y="421470"/>
                  </a:lnTo>
                  <a:lnTo>
                    <a:pt x="1122613" y="464476"/>
                  </a:lnTo>
                  <a:lnTo>
                    <a:pt x="1123087" y="507435"/>
                  </a:lnTo>
                  <a:lnTo>
                    <a:pt x="1123561" y="550347"/>
                  </a:lnTo>
                  <a:lnTo>
                    <a:pt x="1124036" y="593212"/>
                  </a:lnTo>
                  <a:lnTo>
                    <a:pt x="1123680" y="636202"/>
                  </a:lnTo>
                  <a:lnTo>
                    <a:pt x="1123324" y="679145"/>
                  </a:lnTo>
                  <a:lnTo>
                    <a:pt x="1122969" y="722041"/>
                  </a:lnTo>
                  <a:lnTo>
                    <a:pt x="1122613" y="764891"/>
                  </a:lnTo>
                  <a:lnTo>
                    <a:pt x="1122257" y="807693"/>
                  </a:lnTo>
                  <a:lnTo>
                    <a:pt x="1121901" y="850449"/>
                  </a:lnTo>
                  <a:lnTo>
                    <a:pt x="1121546" y="893159"/>
                  </a:lnTo>
                  <a:lnTo>
                    <a:pt x="1121190" y="935822"/>
                  </a:lnTo>
                  <a:lnTo>
                    <a:pt x="1123087" y="987846"/>
                  </a:lnTo>
                  <a:lnTo>
                    <a:pt x="1124984" y="1039801"/>
                  </a:lnTo>
                  <a:lnTo>
                    <a:pt x="1126881" y="1091688"/>
                  </a:lnTo>
                  <a:lnTo>
                    <a:pt x="1126881" y="1112155"/>
                  </a:lnTo>
                  <a:lnTo>
                    <a:pt x="1121190" y="1132608"/>
                  </a:lnTo>
                  <a:lnTo>
                    <a:pt x="1112653" y="1153048"/>
                  </a:lnTo>
                  <a:lnTo>
                    <a:pt x="1112653" y="1169394"/>
                  </a:lnTo>
                  <a:lnTo>
                    <a:pt x="1124036" y="1181649"/>
                  </a:lnTo>
                  <a:lnTo>
                    <a:pt x="1126881" y="1189818"/>
                  </a:lnTo>
                  <a:lnTo>
                    <a:pt x="1112653" y="1206149"/>
                  </a:lnTo>
                  <a:lnTo>
                    <a:pt x="1104116" y="1251023"/>
                  </a:lnTo>
                  <a:lnTo>
                    <a:pt x="1106961" y="1275482"/>
                  </a:lnTo>
                  <a:lnTo>
                    <a:pt x="1118344" y="1291779"/>
                  </a:lnTo>
                  <a:lnTo>
                    <a:pt x="1078506" y="1303995"/>
                  </a:lnTo>
                  <a:lnTo>
                    <a:pt x="1038667" y="1316208"/>
                  </a:lnTo>
                  <a:close/>
                </a:path>
              </a:pathLst>
            </a:custGeom>
            <a:solidFill>
              <a:srgbClr val="A1C1DD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" name="pg6"/>
            <p:cNvSpPr/>
            <p:nvPr/>
          </p:nvSpPr>
          <p:spPr>
            <a:xfrm>
              <a:off x="3681633" y="4438756"/>
              <a:ext cx="503679" cy="434137"/>
            </a:xfrm>
            <a:custGeom>
              <a:avLst/>
              <a:gdLst/>
              <a:ahLst/>
              <a:cxnLst/>
              <a:rect l="0" t="0" r="0" b="0"/>
              <a:pathLst>
                <a:path w="503679" h="434137">
                  <a:moveTo>
                    <a:pt x="415465" y="138635"/>
                  </a:moveTo>
                  <a:lnTo>
                    <a:pt x="424003" y="150496"/>
                  </a:lnTo>
                  <a:lnTo>
                    <a:pt x="435382" y="158399"/>
                  </a:lnTo>
                  <a:lnTo>
                    <a:pt x="449614" y="166305"/>
                  </a:lnTo>
                  <a:lnTo>
                    <a:pt x="466688" y="170254"/>
                  </a:lnTo>
                  <a:lnTo>
                    <a:pt x="475225" y="170254"/>
                  </a:lnTo>
                  <a:lnTo>
                    <a:pt x="486608" y="158399"/>
                  </a:lnTo>
                  <a:lnTo>
                    <a:pt x="492300" y="146542"/>
                  </a:lnTo>
                  <a:lnTo>
                    <a:pt x="500833" y="150496"/>
                  </a:lnTo>
                  <a:lnTo>
                    <a:pt x="503679" y="154449"/>
                  </a:lnTo>
                  <a:lnTo>
                    <a:pt x="492300" y="182109"/>
                  </a:lnTo>
                  <a:lnTo>
                    <a:pt x="480913" y="217642"/>
                  </a:lnTo>
                  <a:lnTo>
                    <a:pt x="466688" y="221588"/>
                  </a:lnTo>
                  <a:lnTo>
                    <a:pt x="443923" y="245259"/>
                  </a:lnTo>
                  <a:lnTo>
                    <a:pt x="441077" y="225537"/>
                  </a:lnTo>
                  <a:lnTo>
                    <a:pt x="435382" y="221588"/>
                  </a:lnTo>
                  <a:lnTo>
                    <a:pt x="421157" y="225537"/>
                  </a:lnTo>
                  <a:lnTo>
                    <a:pt x="395546" y="249203"/>
                  </a:lnTo>
                  <a:lnTo>
                    <a:pt x="369934" y="257090"/>
                  </a:lnTo>
                  <a:lnTo>
                    <a:pt x="350018" y="276800"/>
                  </a:lnTo>
                  <a:lnTo>
                    <a:pt x="330098" y="284681"/>
                  </a:lnTo>
                  <a:lnTo>
                    <a:pt x="324403" y="296500"/>
                  </a:lnTo>
                  <a:lnTo>
                    <a:pt x="321557" y="308316"/>
                  </a:lnTo>
                  <a:lnTo>
                    <a:pt x="304487" y="320128"/>
                  </a:lnTo>
                  <a:lnTo>
                    <a:pt x="298791" y="339808"/>
                  </a:lnTo>
                  <a:lnTo>
                    <a:pt x="290258" y="355542"/>
                  </a:lnTo>
                  <a:lnTo>
                    <a:pt x="307332" y="375205"/>
                  </a:lnTo>
                  <a:lnTo>
                    <a:pt x="321557" y="402717"/>
                  </a:lnTo>
                  <a:lnTo>
                    <a:pt x="315866" y="418430"/>
                  </a:lnTo>
                  <a:lnTo>
                    <a:pt x="298791" y="426284"/>
                  </a:lnTo>
                  <a:lnTo>
                    <a:pt x="270338" y="430211"/>
                  </a:lnTo>
                  <a:lnTo>
                    <a:pt x="253260" y="434137"/>
                  </a:lnTo>
                  <a:lnTo>
                    <a:pt x="213424" y="410577"/>
                  </a:lnTo>
                  <a:lnTo>
                    <a:pt x="204887" y="394861"/>
                  </a:lnTo>
                  <a:lnTo>
                    <a:pt x="190658" y="383067"/>
                  </a:lnTo>
                  <a:lnTo>
                    <a:pt x="204887" y="363411"/>
                  </a:lnTo>
                  <a:lnTo>
                    <a:pt x="156510" y="312251"/>
                  </a:lnTo>
                  <a:lnTo>
                    <a:pt x="142281" y="327998"/>
                  </a:lnTo>
                  <a:lnTo>
                    <a:pt x="133744" y="324065"/>
                  </a:lnTo>
                  <a:lnTo>
                    <a:pt x="128056" y="335873"/>
                  </a:lnTo>
                  <a:lnTo>
                    <a:pt x="108133" y="316191"/>
                  </a:lnTo>
                  <a:lnTo>
                    <a:pt x="110978" y="304378"/>
                  </a:lnTo>
                  <a:lnTo>
                    <a:pt x="110978" y="276800"/>
                  </a:lnTo>
                  <a:lnTo>
                    <a:pt x="102445" y="264975"/>
                  </a:lnTo>
                  <a:lnTo>
                    <a:pt x="91058" y="257090"/>
                  </a:lnTo>
                  <a:lnTo>
                    <a:pt x="76830" y="257090"/>
                  </a:lnTo>
                  <a:lnTo>
                    <a:pt x="65451" y="257090"/>
                  </a:lnTo>
                  <a:lnTo>
                    <a:pt x="48373" y="257090"/>
                  </a:lnTo>
                  <a:lnTo>
                    <a:pt x="42685" y="257090"/>
                  </a:lnTo>
                  <a:lnTo>
                    <a:pt x="34148" y="229480"/>
                  </a:lnTo>
                  <a:lnTo>
                    <a:pt x="36994" y="217642"/>
                  </a:lnTo>
                  <a:lnTo>
                    <a:pt x="36994" y="205800"/>
                  </a:lnTo>
                  <a:lnTo>
                    <a:pt x="65451" y="190006"/>
                  </a:lnTo>
                  <a:lnTo>
                    <a:pt x="54064" y="178159"/>
                  </a:lnTo>
                  <a:lnTo>
                    <a:pt x="71138" y="150496"/>
                  </a:lnTo>
                  <a:lnTo>
                    <a:pt x="68293" y="146542"/>
                  </a:lnTo>
                  <a:lnTo>
                    <a:pt x="76830" y="138635"/>
                  </a:lnTo>
                  <a:lnTo>
                    <a:pt x="36994" y="91155"/>
                  </a:lnTo>
                  <a:lnTo>
                    <a:pt x="5687" y="79277"/>
                  </a:lnTo>
                  <a:lnTo>
                    <a:pt x="5687" y="71356"/>
                  </a:lnTo>
                  <a:lnTo>
                    <a:pt x="0" y="63434"/>
                  </a:lnTo>
                  <a:lnTo>
                    <a:pt x="5687" y="59472"/>
                  </a:lnTo>
                  <a:lnTo>
                    <a:pt x="22765" y="59472"/>
                  </a:lnTo>
                  <a:lnTo>
                    <a:pt x="85371" y="19836"/>
                  </a:lnTo>
                  <a:lnTo>
                    <a:pt x="88213" y="19836"/>
                  </a:lnTo>
                  <a:lnTo>
                    <a:pt x="122361" y="0"/>
                  </a:lnTo>
                  <a:lnTo>
                    <a:pt x="128056" y="7937"/>
                  </a:lnTo>
                  <a:lnTo>
                    <a:pt x="136590" y="3970"/>
                  </a:lnTo>
                  <a:lnTo>
                    <a:pt x="145127" y="7937"/>
                  </a:lnTo>
                  <a:lnTo>
                    <a:pt x="156510" y="7937"/>
                  </a:lnTo>
                  <a:lnTo>
                    <a:pt x="179275" y="35696"/>
                  </a:lnTo>
                  <a:lnTo>
                    <a:pt x="190658" y="71356"/>
                  </a:lnTo>
                  <a:lnTo>
                    <a:pt x="193504" y="91155"/>
                  </a:lnTo>
                  <a:lnTo>
                    <a:pt x="202041" y="110945"/>
                  </a:lnTo>
                  <a:lnTo>
                    <a:pt x="207732" y="110945"/>
                  </a:lnTo>
                  <a:lnTo>
                    <a:pt x="224807" y="126770"/>
                  </a:lnTo>
                  <a:lnTo>
                    <a:pt x="236190" y="114902"/>
                  </a:lnTo>
                  <a:lnTo>
                    <a:pt x="244727" y="122814"/>
                  </a:lnTo>
                  <a:lnTo>
                    <a:pt x="276026" y="91155"/>
                  </a:lnTo>
                  <a:lnTo>
                    <a:pt x="327252" y="146542"/>
                  </a:lnTo>
                  <a:lnTo>
                    <a:pt x="330098" y="154449"/>
                  </a:lnTo>
                  <a:lnTo>
                    <a:pt x="375626" y="178159"/>
                  </a:lnTo>
                  <a:lnTo>
                    <a:pt x="387008" y="162354"/>
                  </a:lnTo>
                  <a:lnTo>
                    <a:pt x="392700" y="166305"/>
                  </a:lnTo>
                  <a:close/>
                </a:path>
              </a:pathLst>
            </a:custGeom>
            <a:solidFill>
              <a:srgbClr val="00008B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" name="pg7"/>
            <p:cNvSpPr/>
            <p:nvPr/>
          </p:nvSpPr>
          <p:spPr>
            <a:xfrm>
              <a:off x="3695861" y="3393795"/>
              <a:ext cx="452460" cy="842108"/>
            </a:xfrm>
            <a:custGeom>
              <a:avLst/>
              <a:gdLst/>
              <a:ahLst/>
              <a:cxnLst/>
              <a:rect l="0" t="0" r="0" b="0"/>
              <a:pathLst>
                <a:path w="452460" h="842108">
                  <a:moveTo>
                    <a:pt x="358555" y="830144"/>
                  </a:moveTo>
                  <a:lnTo>
                    <a:pt x="301637" y="842108"/>
                  </a:lnTo>
                  <a:lnTo>
                    <a:pt x="284563" y="802213"/>
                  </a:lnTo>
                  <a:lnTo>
                    <a:pt x="278871" y="802213"/>
                  </a:lnTo>
                  <a:lnTo>
                    <a:pt x="267492" y="786247"/>
                  </a:lnTo>
                  <a:lnTo>
                    <a:pt x="264643" y="786247"/>
                  </a:lnTo>
                  <a:lnTo>
                    <a:pt x="276030" y="770272"/>
                  </a:lnTo>
                  <a:lnTo>
                    <a:pt x="232395" y="760950"/>
                  </a:lnTo>
                  <a:lnTo>
                    <a:pt x="188761" y="751626"/>
                  </a:lnTo>
                  <a:lnTo>
                    <a:pt x="145127" y="742300"/>
                  </a:lnTo>
                  <a:lnTo>
                    <a:pt x="153664" y="726307"/>
                  </a:lnTo>
                  <a:lnTo>
                    <a:pt x="130898" y="674288"/>
                  </a:lnTo>
                  <a:lnTo>
                    <a:pt x="108133" y="622201"/>
                  </a:lnTo>
                  <a:lnTo>
                    <a:pt x="39836" y="650256"/>
                  </a:lnTo>
                  <a:lnTo>
                    <a:pt x="38413" y="604155"/>
                  </a:lnTo>
                  <a:lnTo>
                    <a:pt x="36990" y="558002"/>
                  </a:lnTo>
                  <a:lnTo>
                    <a:pt x="31302" y="525867"/>
                  </a:lnTo>
                  <a:lnTo>
                    <a:pt x="22765" y="525867"/>
                  </a:lnTo>
                  <a:lnTo>
                    <a:pt x="11382" y="469567"/>
                  </a:lnTo>
                  <a:lnTo>
                    <a:pt x="11382" y="461514"/>
                  </a:lnTo>
                  <a:lnTo>
                    <a:pt x="17070" y="453466"/>
                  </a:lnTo>
                  <a:lnTo>
                    <a:pt x="31302" y="449440"/>
                  </a:lnTo>
                  <a:lnTo>
                    <a:pt x="23477" y="408147"/>
                  </a:lnTo>
                  <a:lnTo>
                    <a:pt x="15651" y="366812"/>
                  </a:lnTo>
                  <a:lnTo>
                    <a:pt x="7825" y="325435"/>
                  </a:lnTo>
                  <a:lnTo>
                    <a:pt x="0" y="284014"/>
                  </a:lnTo>
                  <a:lnTo>
                    <a:pt x="5691" y="275930"/>
                  </a:lnTo>
                  <a:lnTo>
                    <a:pt x="8537" y="235471"/>
                  </a:lnTo>
                  <a:lnTo>
                    <a:pt x="11382" y="186865"/>
                  </a:lnTo>
                  <a:lnTo>
                    <a:pt x="14224" y="174705"/>
                  </a:lnTo>
                  <a:lnTo>
                    <a:pt x="22765" y="166595"/>
                  </a:lnTo>
                  <a:lnTo>
                    <a:pt x="39836" y="174705"/>
                  </a:lnTo>
                  <a:lnTo>
                    <a:pt x="88216" y="190918"/>
                  </a:lnTo>
                  <a:lnTo>
                    <a:pt x="99596" y="186865"/>
                  </a:lnTo>
                  <a:lnTo>
                    <a:pt x="105287" y="178761"/>
                  </a:lnTo>
                  <a:lnTo>
                    <a:pt x="99596" y="174705"/>
                  </a:lnTo>
                  <a:lnTo>
                    <a:pt x="71142" y="134145"/>
                  </a:lnTo>
                  <a:lnTo>
                    <a:pt x="59756" y="101666"/>
                  </a:lnTo>
                  <a:lnTo>
                    <a:pt x="62601" y="85416"/>
                  </a:lnTo>
                  <a:lnTo>
                    <a:pt x="73984" y="69160"/>
                  </a:lnTo>
                  <a:lnTo>
                    <a:pt x="99596" y="36629"/>
                  </a:lnTo>
                  <a:lnTo>
                    <a:pt x="125207" y="4071"/>
                  </a:lnTo>
                  <a:lnTo>
                    <a:pt x="139435" y="0"/>
                  </a:lnTo>
                  <a:lnTo>
                    <a:pt x="152241" y="50865"/>
                  </a:lnTo>
                  <a:lnTo>
                    <a:pt x="165047" y="101666"/>
                  </a:lnTo>
                  <a:lnTo>
                    <a:pt x="162201" y="109785"/>
                  </a:lnTo>
                  <a:lnTo>
                    <a:pt x="170738" y="150372"/>
                  </a:lnTo>
                  <a:lnTo>
                    <a:pt x="179275" y="190917"/>
                  </a:lnTo>
                  <a:lnTo>
                    <a:pt x="187813" y="231421"/>
                  </a:lnTo>
                  <a:lnTo>
                    <a:pt x="196350" y="271884"/>
                  </a:lnTo>
                  <a:lnTo>
                    <a:pt x="204887" y="312307"/>
                  </a:lnTo>
                  <a:lnTo>
                    <a:pt x="213424" y="352688"/>
                  </a:lnTo>
                  <a:lnTo>
                    <a:pt x="230498" y="352688"/>
                  </a:lnTo>
                  <a:lnTo>
                    <a:pt x="230498" y="344615"/>
                  </a:lnTo>
                  <a:lnTo>
                    <a:pt x="267492" y="336540"/>
                  </a:lnTo>
                  <a:lnTo>
                    <a:pt x="278871" y="380931"/>
                  </a:lnTo>
                  <a:lnTo>
                    <a:pt x="335789" y="376898"/>
                  </a:lnTo>
                  <a:lnTo>
                    <a:pt x="343378" y="418557"/>
                  </a:lnTo>
                  <a:lnTo>
                    <a:pt x="350967" y="460174"/>
                  </a:lnTo>
                  <a:lnTo>
                    <a:pt x="358555" y="501747"/>
                  </a:lnTo>
                  <a:lnTo>
                    <a:pt x="344323" y="505768"/>
                  </a:lnTo>
                  <a:lnTo>
                    <a:pt x="344323" y="533904"/>
                  </a:lnTo>
                  <a:lnTo>
                    <a:pt x="341477" y="533904"/>
                  </a:lnTo>
                  <a:lnTo>
                    <a:pt x="341477" y="541939"/>
                  </a:lnTo>
                  <a:lnTo>
                    <a:pt x="347168" y="541939"/>
                  </a:lnTo>
                  <a:lnTo>
                    <a:pt x="350014" y="562020"/>
                  </a:lnTo>
                  <a:lnTo>
                    <a:pt x="395546" y="558002"/>
                  </a:lnTo>
                  <a:lnTo>
                    <a:pt x="398391" y="582091"/>
                  </a:lnTo>
                  <a:lnTo>
                    <a:pt x="395546" y="582091"/>
                  </a:lnTo>
                  <a:lnTo>
                    <a:pt x="398391" y="594129"/>
                  </a:lnTo>
                  <a:lnTo>
                    <a:pt x="406928" y="594129"/>
                  </a:lnTo>
                  <a:lnTo>
                    <a:pt x="415465" y="630219"/>
                  </a:lnTo>
                  <a:lnTo>
                    <a:pt x="406928" y="634227"/>
                  </a:lnTo>
                  <a:lnTo>
                    <a:pt x="421153" y="686298"/>
                  </a:lnTo>
                  <a:lnTo>
                    <a:pt x="432540" y="686298"/>
                  </a:lnTo>
                  <a:lnTo>
                    <a:pt x="452460" y="742300"/>
                  </a:lnTo>
                  <a:lnTo>
                    <a:pt x="452460" y="758286"/>
                  </a:lnTo>
                  <a:lnTo>
                    <a:pt x="432540" y="762279"/>
                  </a:lnTo>
                  <a:lnTo>
                    <a:pt x="404083" y="758286"/>
                  </a:lnTo>
                  <a:lnTo>
                    <a:pt x="384163" y="782254"/>
                  </a:lnTo>
                  <a:lnTo>
                    <a:pt x="378471" y="790237"/>
                  </a:lnTo>
                  <a:lnTo>
                    <a:pt x="378471" y="798224"/>
                  </a:lnTo>
                  <a:lnTo>
                    <a:pt x="395546" y="806204"/>
                  </a:lnTo>
                  <a:lnTo>
                    <a:pt x="392700" y="826155"/>
                  </a:lnTo>
                  <a:close/>
                </a:path>
              </a:pathLst>
            </a:custGeom>
            <a:solidFill>
              <a:srgbClr val="ABD5E5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" name="pg8"/>
            <p:cNvSpPr/>
            <p:nvPr/>
          </p:nvSpPr>
          <p:spPr>
            <a:xfrm>
              <a:off x="4683307" y="3681852"/>
              <a:ext cx="429694" cy="701320"/>
            </a:xfrm>
            <a:custGeom>
              <a:avLst/>
              <a:gdLst/>
              <a:ahLst/>
              <a:cxnLst/>
              <a:rect l="0" t="0" r="0" b="0"/>
              <a:pathLst>
                <a:path w="429694" h="701320">
                  <a:moveTo>
                    <a:pt x="14224" y="398240"/>
                  </a:moveTo>
                  <a:lnTo>
                    <a:pt x="42681" y="398240"/>
                  </a:lnTo>
                  <a:lnTo>
                    <a:pt x="42681" y="414249"/>
                  </a:lnTo>
                  <a:lnTo>
                    <a:pt x="56910" y="414249"/>
                  </a:lnTo>
                  <a:lnTo>
                    <a:pt x="62601" y="390234"/>
                  </a:lnTo>
                  <a:lnTo>
                    <a:pt x="85367" y="374216"/>
                  </a:lnTo>
                  <a:lnTo>
                    <a:pt x="108129" y="382225"/>
                  </a:lnTo>
                  <a:lnTo>
                    <a:pt x="122361" y="354187"/>
                  </a:lnTo>
                  <a:lnTo>
                    <a:pt x="199192" y="342161"/>
                  </a:lnTo>
                  <a:lnTo>
                    <a:pt x="193501" y="294032"/>
                  </a:lnTo>
                  <a:lnTo>
                    <a:pt x="187811" y="245845"/>
                  </a:lnTo>
                  <a:lnTo>
                    <a:pt x="182121" y="197601"/>
                  </a:lnTo>
                  <a:lnTo>
                    <a:pt x="239032" y="181509"/>
                  </a:lnTo>
                  <a:lnTo>
                    <a:pt x="227652" y="121097"/>
                  </a:lnTo>
                  <a:lnTo>
                    <a:pt x="287409" y="100939"/>
                  </a:lnTo>
                  <a:lnTo>
                    <a:pt x="278871" y="32328"/>
                  </a:lnTo>
                  <a:lnTo>
                    <a:pt x="331517" y="16167"/>
                  </a:lnTo>
                  <a:lnTo>
                    <a:pt x="384163" y="0"/>
                  </a:lnTo>
                  <a:lnTo>
                    <a:pt x="390992" y="41213"/>
                  </a:lnTo>
                  <a:lnTo>
                    <a:pt x="397821" y="82384"/>
                  </a:lnTo>
                  <a:lnTo>
                    <a:pt x="404650" y="123514"/>
                  </a:lnTo>
                  <a:lnTo>
                    <a:pt x="411478" y="164601"/>
                  </a:lnTo>
                  <a:lnTo>
                    <a:pt x="418307" y="205646"/>
                  </a:lnTo>
                  <a:lnTo>
                    <a:pt x="372780" y="221731"/>
                  </a:lnTo>
                  <a:lnTo>
                    <a:pt x="379182" y="266934"/>
                  </a:lnTo>
                  <a:lnTo>
                    <a:pt x="385584" y="312088"/>
                  </a:lnTo>
                  <a:lnTo>
                    <a:pt x="391986" y="357190"/>
                  </a:lnTo>
                  <a:lnTo>
                    <a:pt x="398387" y="402243"/>
                  </a:lnTo>
                  <a:lnTo>
                    <a:pt x="412620" y="402243"/>
                  </a:lnTo>
                  <a:lnTo>
                    <a:pt x="423999" y="462236"/>
                  </a:lnTo>
                  <a:lnTo>
                    <a:pt x="418307" y="466232"/>
                  </a:lnTo>
                  <a:lnTo>
                    <a:pt x="429694" y="538097"/>
                  </a:lnTo>
                  <a:lnTo>
                    <a:pt x="421153" y="538097"/>
                  </a:lnTo>
                  <a:lnTo>
                    <a:pt x="415462" y="554050"/>
                  </a:lnTo>
                  <a:lnTo>
                    <a:pt x="423999" y="597890"/>
                  </a:lnTo>
                  <a:lnTo>
                    <a:pt x="398387" y="605855"/>
                  </a:lnTo>
                  <a:lnTo>
                    <a:pt x="398387" y="629740"/>
                  </a:lnTo>
                  <a:lnTo>
                    <a:pt x="381317" y="645658"/>
                  </a:lnTo>
                  <a:lnTo>
                    <a:pt x="378467" y="625763"/>
                  </a:lnTo>
                  <a:lnTo>
                    <a:pt x="381317" y="601870"/>
                  </a:lnTo>
                  <a:lnTo>
                    <a:pt x="358551" y="581954"/>
                  </a:lnTo>
                  <a:lnTo>
                    <a:pt x="369934" y="566011"/>
                  </a:lnTo>
                  <a:lnTo>
                    <a:pt x="358551" y="550063"/>
                  </a:lnTo>
                  <a:lnTo>
                    <a:pt x="338631" y="558038"/>
                  </a:lnTo>
                  <a:lnTo>
                    <a:pt x="327248" y="538097"/>
                  </a:lnTo>
                  <a:lnTo>
                    <a:pt x="321557" y="522137"/>
                  </a:lnTo>
                  <a:lnTo>
                    <a:pt x="307329" y="522137"/>
                  </a:lnTo>
                  <a:lnTo>
                    <a:pt x="301637" y="534108"/>
                  </a:lnTo>
                  <a:lnTo>
                    <a:pt x="301637" y="550063"/>
                  </a:lnTo>
                  <a:lnTo>
                    <a:pt x="293100" y="558038"/>
                  </a:lnTo>
                  <a:lnTo>
                    <a:pt x="284563" y="550063"/>
                  </a:lnTo>
                  <a:lnTo>
                    <a:pt x="276026" y="534108"/>
                  </a:lnTo>
                  <a:lnTo>
                    <a:pt x="267489" y="526131"/>
                  </a:lnTo>
                  <a:lnTo>
                    <a:pt x="264643" y="534108"/>
                  </a:lnTo>
                  <a:lnTo>
                    <a:pt x="267489" y="554050"/>
                  </a:lnTo>
                  <a:lnTo>
                    <a:pt x="247572" y="573983"/>
                  </a:lnTo>
                  <a:lnTo>
                    <a:pt x="236186" y="573983"/>
                  </a:lnTo>
                  <a:lnTo>
                    <a:pt x="219112" y="593906"/>
                  </a:lnTo>
                  <a:lnTo>
                    <a:pt x="210574" y="593906"/>
                  </a:lnTo>
                  <a:lnTo>
                    <a:pt x="199192" y="585935"/>
                  </a:lnTo>
                  <a:lnTo>
                    <a:pt x="196346" y="577969"/>
                  </a:lnTo>
                  <a:lnTo>
                    <a:pt x="207732" y="558038"/>
                  </a:lnTo>
                  <a:lnTo>
                    <a:pt x="196346" y="538097"/>
                  </a:lnTo>
                  <a:lnTo>
                    <a:pt x="184967" y="546074"/>
                  </a:lnTo>
                  <a:lnTo>
                    <a:pt x="182121" y="573983"/>
                  </a:lnTo>
                  <a:lnTo>
                    <a:pt x="165047" y="589922"/>
                  </a:lnTo>
                  <a:lnTo>
                    <a:pt x="153660" y="597890"/>
                  </a:lnTo>
                  <a:lnTo>
                    <a:pt x="145127" y="601870"/>
                  </a:lnTo>
                  <a:lnTo>
                    <a:pt x="128053" y="605855"/>
                  </a:lnTo>
                  <a:lnTo>
                    <a:pt x="136590" y="625763"/>
                  </a:lnTo>
                  <a:lnTo>
                    <a:pt x="128053" y="645658"/>
                  </a:lnTo>
                  <a:lnTo>
                    <a:pt x="130895" y="661569"/>
                  </a:lnTo>
                  <a:lnTo>
                    <a:pt x="142281" y="673498"/>
                  </a:lnTo>
                  <a:lnTo>
                    <a:pt x="153660" y="681449"/>
                  </a:lnTo>
                  <a:lnTo>
                    <a:pt x="145127" y="701320"/>
                  </a:lnTo>
                  <a:lnTo>
                    <a:pt x="130895" y="701320"/>
                  </a:lnTo>
                  <a:lnTo>
                    <a:pt x="99596" y="685424"/>
                  </a:lnTo>
                  <a:lnTo>
                    <a:pt x="93904" y="697346"/>
                  </a:lnTo>
                  <a:lnTo>
                    <a:pt x="82521" y="697346"/>
                  </a:lnTo>
                  <a:lnTo>
                    <a:pt x="73984" y="665546"/>
                  </a:lnTo>
                  <a:lnTo>
                    <a:pt x="59756" y="661569"/>
                  </a:lnTo>
                  <a:lnTo>
                    <a:pt x="42681" y="657592"/>
                  </a:lnTo>
                  <a:lnTo>
                    <a:pt x="14224" y="657592"/>
                  </a:lnTo>
                  <a:lnTo>
                    <a:pt x="5687" y="649636"/>
                  </a:lnTo>
                  <a:lnTo>
                    <a:pt x="5687" y="637702"/>
                  </a:lnTo>
                  <a:lnTo>
                    <a:pt x="14224" y="633720"/>
                  </a:lnTo>
                  <a:lnTo>
                    <a:pt x="28453" y="633720"/>
                  </a:lnTo>
                  <a:lnTo>
                    <a:pt x="25611" y="613817"/>
                  </a:lnTo>
                  <a:lnTo>
                    <a:pt x="34144" y="601870"/>
                  </a:lnTo>
                  <a:lnTo>
                    <a:pt x="48373" y="605855"/>
                  </a:lnTo>
                  <a:lnTo>
                    <a:pt x="73984" y="613817"/>
                  </a:lnTo>
                  <a:lnTo>
                    <a:pt x="73984" y="605855"/>
                  </a:lnTo>
                  <a:lnTo>
                    <a:pt x="62601" y="593906"/>
                  </a:lnTo>
                  <a:lnTo>
                    <a:pt x="65447" y="577969"/>
                  </a:lnTo>
                  <a:lnTo>
                    <a:pt x="54064" y="573983"/>
                  </a:lnTo>
                  <a:lnTo>
                    <a:pt x="39836" y="573983"/>
                  </a:lnTo>
                  <a:lnTo>
                    <a:pt x="25611" y="593906"/>
                  </a:lnTo>
                  <a:lnTo>
                    <a:pt x="14224" y="589922"/>
                  </a:lnTo>
                  <a:lnTo>
                    <a:pt x="19916" y="573983"/>
                  </a:lnTo>
                  <a:lnTo>
                    <a:pt x="36990" y="538097"/>
                  </a:lnTo>
                  <a:lnTo>
                    <a:pt x="36990" y="514155"/>
                  </a:lnTo>
                  <a:lnTo>
                    <a:pt x="28453" y="494196"/>
                  </a:lnTo>
                  <a:lnTo>
                    <a:pt x="22765" y="486206"/>
                  </a:lnTo>
                  <a:lnTo>
                    <a:pt x="14224" y="466232"/>
                  </a:lnTo>
                  <a:lnTo>
                    <a:pt x="2845" y="454242"/>
                  </a:lnTo>
                  <a:lnTo>
                    <a:pt x="0" y="446246"/>
                  </a:lnTo>
                  <a:lnTo>
                    <a:pt x="2845" y="434250"/>
                  </a:lnTo>
                  <a:lnTo>
                    <a:pt x="5687" y="418250"/>
                  </a:lnTo>
                  <a:lnTo>
                    <a:pt x="11379" y="406245"/>
                  </a:lnTo>
                  <a:close/>
                </a:path>
              </a:pathLst>
            </a:custGeom>
            <a:solidFill>
              <a:srgbClr val="A4C7DF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" name="pg9"/>
            <p:cNvSpPr/>
            <p:nvPr/>
          </p:nvSpPr>
          <p:spPr>
            <a:xfrm>
              <a:off x="4054417" y="4056069"/>
              <a:ext cx="367088" cy="422347"/>
            </a:xfrm>
            <a:custGeom>
              <a:avLst/>
              <a:gdLst/>
              <a:ahLst/>
              <a:cxnLst/>
              <a:rect l="0" t="0" r="0" b="0"/>
              <a:pathLst>
                <a:path w="367088" h="422347">
                  <a:moveTo>
                    <a:pt x="0" y="167870"/>
                  </a:moveTo>
                  <a:lnTo>
                    <a:pt x="34144" y="163881"/>
                  </a:lnTo>
                  <a:lnTo>
                    <a:pt x="36990" y="143930"/>
                  </a:lnTo>
                  <a:lnTo>
                    <a:pt x="19916" y="135950"/>
                  </a:lnTo>
                  <a:lnTo>
                    <a:pt x="19916" y="127963"/>
                  </a:lnTo>
                  <a:lnTo>
                    <a:pt x="25607" y="119980"/>
                  </a:lnTo>
                  <a:lnTo>
                    <a:pt x="45527" y="96012"/>
                  </a:lnTo>
                  <a:lnTo>
                    <a:pt x="73984" y="100005"/>
                  </a:lnTo>
                  <a:lnTo>
                    <a:pt x="93904" y="96012"/>
                  </a:lnTo>
                  <a:lnTo>
                    <a:pt x="93904" y="80026"/>
                  </a:lnTo>
                  <a:lnTo>
                    <a:pt x="122361" y="68029"/>
                  </a:lnTo>
                  <a:lnTo>
                    <a:pt x="139435" y="72030"/>
                  </a:lnTo>
                  <a:lnTo>
                    <a:pt x="150815" y="80026"/>
                  </a:lnTo>
                  <a:lnTo>
                    <a:pt x="147969" y="92016"/>
                  </a:lnTo>
                  <a:lnTo>
                    <a:pt x="159355" y="100005"/>
                  </a:lnTo>
                  <a:lnTo>
                    <a:pt x="173580" y="80026"/>
                  </a:lnTo>
                  <a:lnTo>
                    <a:pt x="184963" y="80026"/>
                  </a:lnTo>
                  <a:lnTo>
                    <a:pt x="190654" y="84020"/>
                  </a:lnTo>
                  <a:lnTo>
                    <a:pt x="256106" y="96012"/>
                  </a:lnTo>
                  <a:lnTo>
                    <a:pt x="264643" y="88020"/>
                  </a:lnTo>
                  <a:lnTo>
                    <a:pt x="267489" y="64033"/>
                  </a:lnTo>
                  <a:lnTo>
                    <a:pt x="264643" y="48034"/>
                  </a:lnTo>
                  <a:lnTo>
                    <a:pt x="250414" y="40032"/>
                  </a:lnTo>
                  <a:lnTo>
                    <a:pt x="241877" y="24024"/>
                  </a:lnTo>
                  <a:lnTo>
                    <a:pt x="241877" y="12014"/>
                  </a:lnTo>
                  <a:lnTo>
                    <a:pt x="321557" y="0"/>
                  </a:lnTo>
                  <a:lnTo>
                    <a:pt x="330090" y="8009"/>
                  </a:lnTo>
                  <a:lnTo>
                    <a:pt x="332936" y="28027"/>
                  </a:lnTo>
                  <a:lnTo>
                    <a:pt x="327248" y="48034"/>
                  </a:lnTo>
                  <a:lnTo>
                    <a:pt x="352856" y="52035"/>
                  </a:lnTo>
                  <a:lnTo>
                    <a:pt x="347168" y="111989"/>
                  </a:lnTo>
                  <a:lnTo>
                    <a:pt x="367088" y="119980"/>
                  </a:lnTo>
                  <a:lnTo>
                    <a:pt x="352856" y="175846"/>
                  </a:lnTo>
                  <a:lnTo>
                    <a:pt x="330090" y="175846"/>
                  </a:lnTo>
                  <a:lnTo>
                    <a:pt x="317287" y="215705"/>
                  </a:lnTo>
                  <a:lnTo>
                    <a:pt x="304483" y="255524"/>
                  </a:lnTo>
                  <a:lnTo>
                    <a:pt x="290254" y="311208"/>
                  </a:lnTo>
                  <a:lnTo>
                    <a:pt x="227649" y="303258"/>
                  </a:lnTo>
                  <a:lnTo>
                    <a:pt x="221957" y="335049"/>
                  </a:lnTo>
                  <a:lnTo>
                    <a:pt x="224807" y="374753"/>
                  </a:lnTo>
                  <a:lnTo>
                    <a:pt x="230494" y="410454"/>
                  </a:lnTo>
                  <a:lnTo>
                    <a:pt x="179275" y="402523"/>
                  </a:lnTo>
                  <a:lnTo>
                    <a:pt x="176426" y="390624"/>
                  </a:lnTo>
                  <a:lnTo>
                    <a:pt x="122361" y="378721"/>
                  </a:lnTo>
                  <a:lnTo>
                    <a:pt x="108129" y="422347"/>
                  </a:lnTo>
                  <a:lnTo>
                    <a:pt x="59756" y="410454"/>
                  </a:lnTo>
                  <a:lnTo>
                    <a:pt x="51218" y="406489"/>
                  </a:lnTo>
                  <a:lnTo>
                    <a:pt x="59756" y="370784"/>
                  </a:lnTo>
                  <a:lnTo>
                    <a:pt x="25607" y="354906"/>
                  </a:lnTo>
                  <a:lnTo>
                    <a:pt x="25607" y="291329"/>
                  </a:lnTo>
                  <a:lnTo>
                    <a:pt x="0" y="239601"/>
                  </a:lnTo>
                  <a:lnTo>
                    <a:pt x="14224" y="223673"/>
                  </a:lnTo>
                  <a:close/>
                </a:path>
              </a:pathLst>
            </a:custGeom>
            <a:solidFill>
              <a:srgbClr val="94AAD3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" name="pg10"/>
            <p:cNvSpPr/>
            <p:nvPr/>
          </p:nvSpPr>
          <p:spPr>
            <a:xfrm>
              <a:off x="4384508" y="4303635"/>
              <a:ext cx="207736" cy="305375"/>
            </a:xfrm>
            <a:custGeom>
              <a:avLst/>
              <a:gdLst/>
              <a:ahLst/>
              <a:cxnLst/>
              <a:rect l="0" t="0" r="0" b="0"/>
              <a:pathLst>
                <a:path w="207736" h="305375">
                  <a:moveTo>
                    <a:pt x="17078" y="19899"/>
                  </a:moveTo>
                  <a:lnTo>
                    <a:pt x="28460" y="7958"/>
                  </a:lnTo>
                  <a:lnTo>
                    <a:pt x="51226" y="27854"/>
                  </a:lnTo>
                  <a:lnTo>
                    <a:pt x="91062" y="0"/>
                  </a:lnTo>
                  <a:lnTo>
                    <a:pt x="130902" y="37799"/>
                  </a:lnTo>
                  <a:lnTo>
                    <a:pt x="170742" y="75564"/>
                  </a:lnTo>
                  <a:lnTo>
                    <a:pt x="184971" y="75564"/>
                  </a:lnTo>
                  <a:lnTo>
                    <a:pt x="193508" y="67616"/>
                  </a:lnTo>
                  <a:lnTo>
                    <a:pt x="207736" y="75564"/>
                  </a:lnTo>
                  <a:lnTo>
                    <a:pt x="196353" y="107340"/>
                  </a:lnTo>
                  <a:lnTo>
                    <a:pt x="187816" y="119249"/>
                  </a:lnTo>
                  <a:lnTo>
                    <a:pt x="179279" y="147025"/>
                  </a:lnTo>
                  <a:lnTo>
                    <a:pt x="170742" y="158923"/>
                  </a:lnTo>
                  <a:lnTo>
                    <a:pt x="165051" y="170817"/>
                  </a:lnTo>
                  <a:lnTo>
                    <a:pt x="165051" y="182705"/>
                  </a:lnTo>
                  <a:lnTo>
                    <a:pt x="179279" y="194593"/>
                  </a:lnTo>
                  <a:lnTo>
                    <a:pt x="176433" y="218361"/>
                  </a:lnTo>
                  <a:lnTo>
                    <a:pt x="165051" y="226276"/>
                  </a:lnTo>
                  <a:lnTo>
                    <a:pt x="147976" y="234196"/>
                  </a:lnTo>
                  <a:lnTo>
                    <a:pt x="145131" y="242109"/>
                  </a:lnTo>
                  <a:lnTo>
                    <a:pt x="145131" y="250023"/>
                  </a:lnTo>
                  <a:lnTo>
                    <a:pt x="133748" y="257935"/>
                  </a:lnTo>
                  <a:lnTo>
                    <a:pt x="119523" y="265846"/>
                  </a:lnTo>
                  <a:lnTo>
                    <a:pt x="108136" y="297475"/>
                  </a:lnTo>
                  <a:lnTo>
                    <a:pt x="96757" y="305375"/>
                  </a:lnTo>
                  <a:lnTo>
                    <a:pt x="85371" y="301426"/>
                  </a:lnTo>
                  <a:lnTo>
                    <a:pt x="79679" y="281663"/>
                  </a:lnTo>
                  <a:lnTo>
                    <a:pt x="96757" y="265846"/>
                  </a:lnTo>
                  <a:lnTo>
                    <a:pt x="99603" y="257935"/>
                  </a:lnTo>
                  <a:lnTo>
                    <a:pt x="79679" y="257935"/>
                  </a:lnTo>
                  <a:lnTo>
                    <a:pt x="62605" y="257935"/>
                  </a:lnTo>
                  <a:lnTo>
                    <a:pt x="65451" y="234196"/>
                  </a:lnTo>
                  <a:lnTo>
                    <a:pt x="71142" y="218361"/>
                  </a:lnTo>
                  <a:lnTo>
                    <a:pt x="76837" y="210438"/>
                  </a:lnTo>
                  <a:lnTo>
                    <a:pt x="85371" y="194593"/>
                  </a:lnTo>
                  <a:lnTo>
                    <a:pt x="82525" y="186671"/>
                  </a:lnTo>
                  <a:lnTo>
                    <a:pt x="71142" y="178742"/>
                  </a:lnTo>
                  <a:lnTo>
                    <a:pt x="71142" y="139091"/>
                  </a:lnTo>
                  <a:lnTo>
                    <a:pt x="62605" y="123218"/>
                  </a:lnTo>
                  <a:lnTo>
                    <a:pt x="54072" y="107340"/>
                  </a:lnTo>
                  <a:lnTo>
                    <a:pt x="48377" y="107340"/>
                  </a:lnTo>
                  <a:lnTo>
                    <a:pt x="31306" y="103369"/>
                  </a:lnTo>
                  <a:lnTo>
                    <a:pt x="28460" y="95427"/>
                  </a:lnTo>
                  <a:lnTo>
                    <a:pt x="17078" y="87483"/>
                  </a:lnTo>
                  <a:lnTo>
                    <a:pt x="5695" y="75564"/>
                  </a:lnTo>
                  <a:lnTo>
                    <a:pt x="0" y="63641"/>
                  </a:lnTo>
                  <a:lnTo>
                    <a:pt x="5695" y="43763"/>
                  </a:lnTo>
                  <a:lnTo>
                    <a:pt x="0" y="35809"/>
                  </a:lnTo>
                  <a:lnTo>
                    <a:pt x="2845" y="23875"/>
                  </a:lnTo>
                  <a:close/>
                </a:path>
              </a:pathLst>
            </a:custGeom>
            <a:solidFill>
              <a:srgbClr val="A3C5DF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" name="pg11"/>
            <p:cNvSpPr/>
            <p:nvPr/>
          </p:nvSpPr>
          <p:spPr>
            <a:xfrm>
              <a:off x="4208077" y="4311593"/>
              <a:ext cx="261801" cy="356643"/>
            </a:xfrm>
            <a:custGeom>
              <a:avLst/>
              <a:gdLst/>
              <a:ahLst/>
              <a:cxnLst/>
              <a:rect l="0" t="0" r="0" b="0"/>
              <a:pathLst>
                <a:path w="261801" h="356643">
                  <a:moveTo>
                    <a:pt x="150822" y="0"/>
                  </a:moveTo>
                  <a:lnTo>
                    <a:pt x="193508" y="11941"/>
                  </a:lnTo>
                  <a:lnTo>
                    <a:pt x="179275" y="15917"/>
                  </a:lnTo>
                  <a:lnTo>
                    <a:pt x="176430" y="27851"/>
                  </a:lnTo>
                  <a:lnTo>
                    <a:pt x="182125" y="35805"/>
                  </a:lnTo>
                  <a:lnTo>
                    <a:pt x="176430" y="55683"/>
                  </a:lnTo>
                  <a:lnTo>
                    <a:pt x="182125" y="67605"/>
                  </a:lnTo>
                  <a:lnTo>
                    <a:pt x="193508" y="79524"/>
                  </a:lnTo>
                  <a:lnTo>
                    <a:pt x="204891" y="87468"/>
                  </a:lnTo>
                  <a:lnTo>
                    <a:pt x="207736" y="95411"/>
                  </a:lnTo>
                  <a:lnTo>
                    <a:pt x="224807" y="99381"/>
                  </a:lnTo>
                  <a:lnTo>
                    <a:pt x="230502" y="99381"/>
                  </a:lnTo>
                  <a:lnTo>
                    <a:pt x="239035" y="115260"/>
                  </a:lnTo>
                  <a:lnTo>
                    <a:pt x="247572" y="131132"/>
                  </a:lnTo>
                  <a:lnTo>
                    <a:pt x="247572" y="170784"/>
                  </a:lnTo>
                  <a:lnTo>
                    <a:pt x="258955" y="178713"/>
                  </a:lnTo>
                  <a:lnTo>
                    <a:pt x="261801" y="186635"/>
                  </a:lnTo>
                  <a:lnTo>
                    <a:pt x="253268" y="202479"/>
                  </a:lnTo>
                  <a:lnTo>
                    <a:pt x="247572" y="210402"/>
                  </a:lnTo>
                  <a:lnTo>
                    <a:pt x="241881" y="226238"/>
                  </a:lnTo>
                  <a:lnTo>
                    <a:pt x="239035" y="249977"/>
                  </a:lnTo>
                  <a:lnTo>
                    <a:pt x="224807" y="265797"/>
                  </a:lnTo>
                  <a:lnTo>
                    <a:pt x="219115" y="265797"/>
                  </a:lnTo>
                  <a:lnTo>
                    <a:pt x="207736" y="257888"/>
                  </a:lnTo>
                  <a:lnTo>
                    <a:pt x="216270" y="230193"/>
                  </a:lnTo>
                  <a:lnTo>
                    <a:pt x="213428" y="218318"/>
                  </a:lnTo>
                  <a:lnTo>
                    <a:pt x="204891" y="218318"/>
                  </a:lnTo>
                  <a:lnTo>
                    <a:pt x="196350" y="226238"/>
                  </a:lnTo>
                  <a:lnTo>
                    <a:pt x="190662" y="253933"/>
                  </a:lnTo>
                  <a:lnTo>
                    <a:pt x="176430" y="257888"/>
                  </a:lnTo>
                  <a:lnTo>
                    <a:pt x="170742" y="305321"/>
                  </a:lnTo>
                  <a:lnTo>
                    <a:pt x="167896" y="309271"/>
                  </a:lnTo>
                  <a:lnTo>
                    <a:pt x="153664" y="321120"/>
                  </a:lnTo>
                  <a:lnTo>
                    <a:pt x="147976" y="348751"/>
                  </a:lnTo>
                  <a:lnTo>
                    <a:pt x="142285" y="352700"/>
                  </a:lnTo>
                  <a:lnTo>
                    <a:pt x="133744" y="348751"/>
                  </a:lnTo>
                  <a:lnTo>
                    <a:pt x="130902" y="321120"/>
                  </a:lnTo>
                  <a:lnTo>
                    <a:pt x="96754" y="297417"/>
                  </a:lnTo>
                  <a:lnTo>
                    <a:pt x="99599" y="344804"/>
                  </a:lnTo>
                  <a:lnTo>
                    <a:pt x="91062" y="356643"/>
                  </a:lnTo>
                  <a:lnTo>
                    <a:pt x="76834" y="356643"/>
                  </a:lnTo>
                  <a:lnTo>
                    <a:pt x="62605" y="344804"/>
                  </a:lnTo>
                  <a:lnTo>
                    <a:pt x="54068" y="329015"/>
                  </a:lnTo>
                  <a:lnTo>
                    <a:pt x="36994" y="325069"/>
                  </a:lnTo>
                  <a:lnTo>
                    <a:pt x="28460" y="325069"/>
                  </a:lnTo>
                  <a:lnTo>
                    <a:pt x="42685" y="277658"/>
                  </a:lnTo>
                  <a:lnTo>
                    <a:pt x="54068" y="242065"/>
                  </a:lnTo>
                  <a:lnTo>
                    <a:pt x="45531" y="234151"/>
                  </a:lnTo>
                  <a:lnTo>
                    <a:pt x="25615" y="230193"/>
                  </a:lnTo>
                  <a:lnTo>
                    <a:pt x="0" y="226238"/>
                  </a:lnTo>
                  <a:lnTo>
                    <a:pt x="8540" y="214359"/>
                  </a:lnTo>
                  <a:lnTo>
                    <a:pt x="14228" y="190596"/>
                  </a:lnTo>
                  <a:lnTo>
                    <a:pt x="25615" y="146999"/>
                  </a:lnTo>
                  <a:lnTo>
                    <a:pt x="76834" y="154929"/>
                  </a:lnTo>
                  <a:lnTo>
                    <a:pt x="71146" y="119229"/>
                  </a:lnTo>
                  <a:lnTo>
                    <a:pt x="68297" y="79524"/>
                  </a:lnTo>
                  <a:lnTo>
                    <a:pt x="73988" y="47733"/>
                  </a:lnTo>
                  <a:lnTo>
                    <a:pt x="136594" y="55683"/>
                  </a:lnTo>
                  <a:close/>
                </a:path>
              </a:pathLst>
            </a:custGeom>
            <a:solidFill>
              <a:srgbClr val="A7CDE2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" name="pg12"/>
            <p:cNvSpPr/>
            <p:nvPr/>
          </p:nvSpPr>
          <p:spPr>
            <a:xfrm>
              <a:off x="3579187" y="3613070"/>
              <a:ext cx="418311" cy="1090660"/>
            </a:xfrm>
            <a:custGeom>
              <a:avLst/>
              <a:gdLst/>
              <a:ahLst/>
              <a:cxnLst/>
              <a:rect l="0" t="0" r="0" b="0"/>
              <a:pathLst>
                <a:path w="418311" h="1090660">
                  <a:moveTo>
                    <a:pt x="0" y="28337"/>
                  </a:moveTo>
                  <a:lnTo>
                    <a:pt x="17074" y="24290"/>
                  </a:lnTo>
                  <a:lnTo>
                    <a:pt x="31302" y="4049"/>
                  </a:lnTo>
                  <a:lnTo>
                    <a:pt x="51222" y="0"/>
                  </a:lnTo>
                  <a:lnTo>
                    <a:pt x="68297" y="4049"/>
                  </a:lnTo>
                  <a:lnTo>
                    <a:pt x="76834" y="24290"/>
                  </a:lnTo>
                  <a:lnTo>
                    <a:pt x="85371" y="60698"/>
                  </a:lnTo>
                  <a:lnTo>
                    <a:pt x="99599" y="68781"/>
                  </a:lnTo>
                  <a:lnTo>
                    <a:pt x="116674" y="64739"/>
                  </a:lnTo>
                  <a:lnTo>
                    <a:pt x="124499" y="106159"/>
                  </a:lnTo>
                  <a:lnTo>
                    <a:pt x="132325" y="147536"/>
                  </a:lnTo>
                  <a:lnTo>
                    <a:pt x="140151" y="188871"/>
                  </a:lnTo>
                  <a:lnTo>
                    <a:pt x="147976" y="230164"/>
                  </a:lnTo>
                  <a:lnTo>
                    <a:pt x="133744" y="234190"/>
                  </a:lnTo>
                  <a:lnTo>
                    <a:pt x="128056" y="242239"/>
                  </a:lnTo>
                  <a:lnTo>
                    <a:pt x="128056" y="250291"/>
                  </a:lnTo>
                  <a:lnTo>
                    <a:pt x="139439" y="306591"/>
                  </a:lnTo>
                  <a:lnTo>
                    <a:pt x="147976" y="306591"/>
                  </a:lnTo>
                  <a:lnTo>
                    <a:pt x="153664" y="338726"/>
                  </a:lnTo>
                  <a:lnTo>
                    <a:pt x="155087" y="384880"/>
                  </a:lnTo>
                  <a:lnTo>
                    <a:pt x="156510" y="430980"/>
                  </a:lnTo>
                  <a:lnTo>
                    <a:pt x="224807" y="402925"/>
                  </a:lnTo>
                  <a:lnTo>
                    <a:pt x="247572" y="455012"/>
                  </a:lnTo>
                  <a:lnTo>
                    <a:pt x="270338" y="507031"/>
                  </a:lnTo>
                  <a:lnTo>
                    <a:pt x="261801" y="523024"/>
                  </a:lnTo>
                  <a:lnTo>
                    <a:pt x="305435" y="532350"/>
                  </a:lnTo>
                  <a:lnTo>
                    <a:pt x="349069" y="541674"/>
                  </a:lnTo>
                  <a:lnTo>
                    <a:pt x="392704" y="550996"/>
                  </a:lnTo>
                  <a:lnTo>
                    <a:pt x="381317" y="566971"/>
                  </a:lnTo>
                  <a:lnTo>
                    <a:pt x="384166" y="566971"/>
                  </a:lnTo>
                  <a:lnTo>
                    <a:pt x="395546" y="582937"/>
                  </a:lnTo>
                  <a:lnTo>
                    <a:pt x="401237" y="582937"/>
                  </a:lnTo>
                  <a:lnTo>
                    <a:pt x="418311" y="622832"/>
                  </a:lnTo>
                  <a:lnTo>
                    <a:pt x="401237" y="642765"/>
                  </a:lnTo>
                  <a:lnTo>
                    <a:pt x="401237" y="658704"/>
                  </a:lnTo>
                  <a:lnTo>
                    <a:pt x="395546" y="662688"/>
                  </a:lnTo>
                  <a:lnTo>
                    <a:pt x="401237" y="698522"/>
                  </a:lnTo>
                  <a:lnTo>
                    <a:pt x="388431" y="746256"/>
                  </a:lnTo>
                  <a:lnTo>
                    <a:pt x="375626" y="793933"/>
                  </a:lnTo>
                  <a:lnTo>
                    <a:pt x="369938" y="793933"/>
                  </a:lnTo>
                  <a:lnTo>
                    <a:pt x="344327" y="828332"/>
                  </a:lnTo>
                  <a:lnTo>
                    <a:pt x="318715" y="862701"/>
                  </a:lnTo>
                  <a:lnTo>
                    <a:pt x="293104" y="897042"/>
                  </a:lnTo>
                  <a:lnTo>
                    <a:pt x="281721" y="861381"/>
                  </a:lnTo>
                  <a:lnTo>
                    <a:pt x="258955" y="833622"/>
                  </a:lnTo>
                  <a:lnTo>
                    <a:pt x="247572" y="833622"/>
                  </a:lnTo>
                  <a:lnTo>
                    <a:pt x="239035" y="829655"/>
                  </a:lnTo>
                  <a:lnTo>
                    <a:pt x="230502" y="833622"/>
                  </a:lnTo>
                  <a:lnTo>
                    <a:pt x="224807" y="825685"/>
                  </a:lnTo>
                  <a:lnTo>
                    <a:pt x="190658" y="845521"/>
                  </a:lnTo>
                  <a:lnTo>
                    <a:pt x="187816" y="845521"/>
                  </a:lnTo>
                  <a:lnTo>
                    <a:pt x="125211" y="885157"/>
                  </a:lnTo>
                  <a:lnTo>
                    <a:pt x="108133" y="885157"/>
                  </a:lnTo>
                  <a:lnTo>
                    <a:pt x="102445" y="889119"/>
                  </a:lnTo>
                  <a:lnTo>
                    <a:pt x="108133" y="897042"/>
                  </a:lnTo>
                  <a:lnTo>
                    <a:pt x="108133" y="904962"/>
                  </a:lnTo>
                  <a:lnTo>
                    <a:pt x="139439" y="916841"/>
                  </a:lnTo>
                  <a:lnTo>
                    <a:pt x="179275" y="964320"/>
                  </a:lnTo>
                  <a:lnTo>
                    <a:pt x="170738" y="972228"/>
                  </a:lnTo>
                  <a:lnTo>
                    <a:pt x="173584" y="976181"/>
                  </a:lnTo>
                  <a:lnTo>
                    <a:pt x="156510" y="1003844"/>
                  </a:lnTo>
                  <a:lnTo>
                    <a:pt x="167896" y="1015691"/>
                  </a:lnTo>
                  <a:lnTo>
                    <a:pt x="139439" y="1031485"/>
                  </a:lnTo>
                  <a:lnTo>
                    <a:pt x="139439" y="1043327"/>
                  </a:lnTo>
                  <a:lnTo>
                    <a:pt x="136594" y="1055166"/>
                  </a:lnTo>
                  <a:lnTo>
                    <a:pt x="145131" y="1082775"/>
                  </a:lnTo>
                  <a:lnTo>
                    <a:pt x="125211" y="1074889"/>
                  </a:lnTo>
                  <a:lnTo>
                    <a:pt x="108133" y="1074889"/>
                  </a:lnTo>
                  <a:lnTo>
                    <a:pt x="76834" y="1082775"/>
                  </a:lnTo>
                  <a:lnTo>
                    <a:pt x="51222" y="1090660"/>
                  </a:lnTo>
                  <a:lnTo>
                    <a:pt x="48377" y="1047274"/>
                  </a:lnTo>
                  <a:lnTo>
                    <a:pt x="45531" y="1003843"/>
                  </a:lnTo>
                  <a:lnTo>
                    <a:pt x="42685" y="960365"/>
                  </a:lnTo>
                  <a:lnTo>
                    <a:pt x="39839" y="916841"/>
                  </a:lnTo>
                  <a:lnTo>
                    <a:pt x="36994" y="873271"/>
                  </a:lnTo>
                  <a:lnTo>
                    <a:pt x="34148" y="829654"/>
                  </a:lnTo>
                  <a:lnTo>
                    <a:pt x="31302" y="785990"/>
                  </a:lnTo>
                  <a:lnTo>
                    <a:pt x="28457" y="742280"/>
                  </a:lnTo>
                  <a:lnTo>
                    <a:pt x="26783" y="700630"/>
                  </a:lnTo>
                  <a:lnTo>
                    <a:pt x="25109" y="658938"/>
                  </a:lnTo>
                  <a:lnTo>
                    <a:pt x="23435" y="617202"/>
                  </a:lnTo>
                  <a:lnTo>
                    <a:pt x="21761" y="575424"/>
                  </a:lnTo>
                  <a:lnTo>
                    <a:pt x="20087" y="533602"/>
                  </a:lnTo>
                  <a:lnTo>
                    <a:pt x="18413" y="491738"/>
                  </a:lnTo>
                  <a:lnTo>
                    <a:pt x="16739" y="449830"/>
                  </a:lnTo>
                  <a:lnTo>
                    <a:pt x="15065" y="407878"/>
                  </a:lnTo>
                  <a:lnTo>
                    <a:pt x="13391" y="365883"/>
                  </a:lnTo>
                  <a:lnTo>
                    <a:pt x="11717" y="323845"/>
                  </a:lnTo>
                  <a:lnTo>
                    <a:pt x="10043" y="281762"/>
                  </a:lnTo>
                  <a:lnTo>
                    <a:pt x="8369" y="239635"/>
                  </a:lnTo>
                  <a:lnTo>
                    <a:pt x="6695" y="197464"/>
                  </a:lnTo>
                  <a:lnTo>
                    <a:pt x="5021" y="155249"/>
                  </a:lnTo>
                  <a:lnTo>
                    <a:pt x="3347" y="112990"/>
                  </a:lnTo>
                  <a:lnTo>
                    <a:pt x="1673" y="70686"/>
                  </a:lnTo>
                  <a:close/>
                </a:path>
              </a:pathLst>
            </a:custGeom>
            <a:solidFill>
              <a:srgbClr val="A5C9E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" name="pg13"/>
            <p:cNvSpPr/>
            <p:nvPr/>
          </p:nvSpPr>
          <p:spPr>
            <a:xfrm>
              <a:off x="4435734" y="2873257"/>
              <a:ext cx="685800" cy="1230846"/>
            </a:xfrm>
            <a:custGeom>
              <a:avLst/>
              <a:gdLst/>
              <a:ahLst/>
              <a:cxnLst/>
              <a:rect l="0" t="0" r="0" b="0"/>
              <a:pathLst>
                <a:path w="685800" h="1230846">
                  <a:moveTo>
                    <a:pt x="261797" y="1206835"/>
                  </a:moveTo>
                  <a:lnTo>
                    <a:pt x="253260" y="1194825"/>
                  </a:lnTo>
                  <a:lnTo>
                    <a:pt x="236186" y="1202832"/>
                  </a:lnTo>
                  <a:lnTo>
                    <a:pt x="185913" y="1212172"/>
                  </a:lnTo>
                  <a:lnTo>
                    <a:pt x="135640" y="1221510"/>
                  </a:lnTo>
                  <a:lnTo>
                    <a:pt x="85367" y="1230846"/>
                  </a:lnTo>
                  <a:lnTo>
                    <a:pt x="71138" y="1174800"/>
                  </a:lnTo>
                  <a:lnTo>
                    <a:pt x="39836" y="1182811"/>
                  </a:lnTo>
                  <a:lnTo>
                    <a:pt x="33196" y="1140735"/>
                  </a:lnTo>
                  <a:lnTo>
                    <a:pt x="26557" y="1098614"/>
                  </a:lnTo>
                  <a:lnTo>
                    <a:pt x="19918" y="1056450"/>
                  </a:lnTo>
                  <a:lnTo>
                    <a:pt x="13278" y="1014242"/>
                  </a:lnTo>
                  <a:lnTo>
                    <a:pt x="6639" y="971989"/>
                  </a:lnTo>
                  <a:lnTo>
                    <a:pt x="0" y="929692"/>
                  </a:lnTo>
                  <a:lnTo>
                    <a:pt x="39838" y="920958"/>
                  </a:lnTo>
                  <a:lnTo>
                    <a:pt x="79677" y="912223"/>
                  </a:lnTo>
                  <a:lnTo>
                    <a:pt x="119516" y="903485"/>
                  </a:lnTo>
                  <a:lnTo>
                    <a:pt x="159354" y="894746"/>
                  </a:lnTo>
                  <a:lnTo>
                    <a:pt x="199193" y="886005"/>
                  </a:lnTo>
                  <a:lnTo>
                    <a:pt x="239032" y="877261"/>
                  </a:lnTo>
                  <a:lnTo>
                    <a:pt x="233340" y="828806"/>
                  </a:lnTo>
                  <a:lnTo>
                    <a:pt x="284563" y="816682"/>
                  </a:lnTo>
                  <a:lnTo>
                    <a:pt x="276026" y="776243"/>
                  </a:lnTo>
                  <a:lnTo>
                    <a:pt x="267489" y="735763"/>
                  </a:lnTo>
                  <a:lnTo>
                    <a:pt x="258951" y="695242"/>
                  </a:lnTo>
                  <a:lnTo>
                    <a:pt x="250414" y="654680"/>
                  </a:lnTo>
                  <a:lnTo>
                    <a:pt x="241877" y="614077"/>
                  </a:lnTo>
                  <a:lnTo>
                    <a:pt x="199192" y="614077"/>
                  </a:lnTo>
                  <a:lnTo>
                    <a:pt x="202041" y="577501"/>
                  </a:lnTo>
                  <a:lnTo>
                    <a:pt x="199192" y="536821"/>
                  </a:lnTo>
                  <a:lnTo>
                    <a:pt x="196346" y="520537"/>
                  </a:lnTo>
                  <a:lnTo>
                    <a:pt x="256106" y="492023"/>
                  </a:lnTo>
                  <a:lnTo>
                    <a:pt x="256882" y="447545"/>
                  </a:lnTo>
                  <a:lnTo>
                    <a:pt x="257658" y="403018"/>
                  </a:lnTo>
                  <a:lnTo>
                    <a:pt x="258434" y="358440"/>
                  </a:lnTo>
                  <a:lnTo>
                    <a:pt x="259210" y="313813"/>
                  </a:lnTo>
                  <a:lnTo>
                    <a:pt x="259986" y="269135"/>
                  </a:lnTo>
                  <a:lnTo>
                    <a:pt x="260762" y="224406"/>
                  </a:lnTo>
                  <a:lnTo>
                    <a:pt x="261538" y="179627"/>
                  </a:lnTo>
                  <a:lnTo>
                    <a:pt x="262315" y="134797"/>
                  </a:lnTo>
                  <a:lnTo>
                    <a:pt x="263091" y="89916"/>
                  </a:lnTo>
                  <a:lnTo>
                    <a:pt x="263867" y="44983"/>
                  </a:lnTo>
                  <a:lnTo>
                    <a:pt x="264643" y="0"/>
                  </a:lnTo>
                  <a:lnTo>
                    <a:pt x="324403" y="0"/>
                  </a:lnTo>
                  <a:lnTo>
                    <a:pt x="330094" y="4128"/>
                  </a:lnTo>
                  <a:lnTo>
                    <a:pt x="372779" y="5503"/>
                  </a:lnTo>
                  <a:lnTo>
                    <a:pt x="415463" y="6878"/>
                  </a:lnTo>
                  <a:lnTo>
                    <a:pt x="458147" y="8253"/>
                  </a:lnTo>
                  <a:lnTo>
                    <a:pt x="458147" y="52425"/>
                  </a:lnTo>
                  <a:lnTo>
                    <a:pt x="458147" y="96546"/>
                  </a:lnTo>
                  <a:lnTo>
                    <a:pt x="458147" y="140619"/>
                  </a:lnTo>
                  <a:lnTo>
                    <a:pt x="458147" y="184642"/>
                  </a:lnTo>
                  <a:lnTo>
                    <a:pt x="458147" y="228616"/>
                  </a:lnTo>
                  <a:lnTo>
                    <a:pt x="458147" y="272542"/>
                  </a:lnTo>
                  <a:lnTo>
                    <a:pt x="458147" y="316418"/>
                  </a:lnTo>
                  <a:lnTo>
                    <a:pt x="458147" y="324601"/>
                  </a:lnTo>
                  <a:lnTo>
                    <a:pt x="458147" y="366181"/>
                  </a:lnTo>
                  <a:lnTo>
                    <a:pt x="458147" y="407719"/>
                  </a:lnTo>
                  <a:lnTo>
                    <a:pt x="458147" y="449212"/>
                  </a:lnTo>
                  <a:lnTo>
                    <a:pt x="458147" y="490663"/>
                  </a:lnTo>
                  <a:lnTo>
                    <a:pt x="458147" y="532070"/>
                  </a:lnTo>
                  <a:lnTo>
                    <a:pt x="458147" y="573434"/>
                  </a:lnTo>
                  <a:lnTo>
                    <a:pt x="472380" y="581567"/>
                  </a:lnTo>
                  <a:lnTo>
                    <a:pt x="532136" y="573434"/>
                  </a:lnTo>
                  <a:lnTo>
                    <a:pt x="532136" y="565301"/>
                  </a:lnTo>
                  <a:lnTo>
                    <a:pt x="574821" y="558521"/>
                  </a:lnTo>
                  <a:lnTo>
                    <a:pt x="617507" y="551740"/>
                  </a:lnTo>
                  <a:lnTo>
                    <a:pt x="660193" y="544958"/>
                  </a:lnTo>
                  <a:lnTo>
                    <a:pt x="664461" y="586987"/>
                  </a:lnTo>
                  <a:lnTo>
                    <a:pt x="668729" y="628971"/>
                  </a:lnTo>
                  <a:lnTo>
                    <a:pt x="672997" y="670911"/>
                  </a:lnTo>
                  <a:lnTo>
                    <a:pt x="677264" y="712807"/>
                  </a:lnTo>
                  <a:lnTo>
                    <a:pt x="681532" y="754659"/>
                  </a:lnTo>
                  <a:lnTo>
                    <a:pt x="685800" y="796468"/>
                  </a:lnTo>
                  <a:lnTo>
                    <a:pt x="631736" y="808595"/>
                  </a:lnTo>
                  <a:lnTo>
                    <a:pt x="579090" y="824762"/>
                  </a:lnTo>
                  <a:lnTo>
                    <a:pt x="526444" y="840923"/>
                  </a:lnTo>
                  <a:lnTo>
                    <a:pt x="534981" y="909535"/>
                  </a:lnTo>
                  <a:lnTo>
                    <a:pt x="475225" y="929692"/>
                  </a:lnTo>
                  <a:lnTo>
                    <a:pt x="486604" y="990104"/>
                  </a:lnTo>
                  <a:lnTo>
                    <a:pt x="429694" y="1006196"/>
                  </a:lnTo>
                  <a:lnTo>
                    <a:pt x="435384" y="1054440"/>
                  </a:lnTo>
                  <a:lnTo>
                    <a:pt x="441074" y="1102627"/>
                  </a:lnTo>
                  <a:lnTo>
                    <a:pt x="446765" y="1150756"/>
                  </a:lnTo>
                  <a:lnTo>
                    <a:pt x="369934" y="1162782"/>
                  </a:lnTo>
                  <a:lnTo>
                    <a:pt x="355702" y="1190821"/>
                  </a:lnTo>
                  <a:lnTo>
                    <a:pt x="332940" y="1182811"/>
                  </a:lnTo>
                  <a:lnTo>
                    <a:pt x="310174" y="1198829"/>
                  </a:lnTo>
                  <a:lnTo>
                    <a:pt x="304483" y="1222844"/>
                  </a:lnTo>
                  <a:lnTo>
                    <a:pt x="290254" y="1222844"/>
                  </a:lnTo>
                  <a:lnTo>
                    <a:pt x="290254" y="1206835"/>
                  </a:lnTo>
                  <a:close/>
                </a:path>
              </a:pathLst>
            </a:custGeom>
            <a:solidFill>
              <a:srgbClr val="8FA2D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" name="pg14"/>
            <p:cNvSpPr/>
            <p:nvPr/>
          </p:nvSpPr>
          <p:spPr>
            <a:xfrm>
              <a:off x="4196698" y="2745150"/>
              <a:ext cx="523599" cy="1110159"/>
            </a:xfrm>
            <a:custGeom>
              <a:avLst/>
              <a:gdLst/>
              <a:ahLst/>
              <a:cxnLst/>
              <a:rect l="0" t="0" r="0" b="0"/>
              <a:pathLst>
                <a:path w="523599" h="1110159">
                  <a:moveTo>
                    <a:pt x="239035" y="1057799"/>
                  </a:moveTo>
                  <a:lnTo>
                    <a:pt x="165043" y="1073918"/>
                  </a:lnTo>
                  <a:lnTo>
                    <a:pt x="167889" y="1094054"/>
                  </a:lnTo>
                  <a:lnTo>
                    <a:pt x="105287" y="1110159"/>
                  </a:lnTo>
                  <a:lnTo>
                    <a:pt x="91058" y="1045706"/>
                  </a:lnTo>
                  <a:lnTo>
                    <a:pt x="85367" y="1041674"/>
                  </a:lnTo>
                  <a:lnTo>
                    <a:pt x="75881" y="997297"/>
                  </a:lnTo>
                  <a:lnTo>
                    <a:pt x="66396" y="952871"/>
                  </a:lnTo>
                  <a:lnTo>
                    <a:pt x="56910" y="908395"/>
                  </a:lnTo>
                  <a:lnTo>
                    <a:pt x="65447" y="904347"/>
                  </a:lnTo>
                  <a:lnTo>
                    <a:pt x="55487" y="860831"/>
                  </a:lnTo>
                  <a:lnTo>
                    <a:pt x="45527" y="817267"/>
                  </a:lnTo>
                  <a:lnTo>
                    <a:pt x="35567" y="773656"/>
                  </a:lnTo>
                  <a:lnTo>
                    <a:pt x="25607" y="729997"/>
                  </a:lnTo>
                  <a:lnTo>
                    <a:pt x="36994" y="721869"/>
                  </a:lnTo>
                  <a:lnTo>
                    <a:pt x="45527" y="709673"/>
                  </a:lnTo>
                  <a:lnTo>
                    <a:pt x="54064" y="693407"/>
                  </a:lnTo>
                  <a:lnTo>
                    <a:pt x="54064" y="681206"/>
                  </a:lnTo>
                  <a:lnTo>
                    <a:pt x="65447" y="668995"/>
                  </a:lnTo>
                  <a:lnTo>
                    <a:pt x="65447" y="660855"/>
                  </a:lnTo>
                  <a:lnTo>
                    <a:pt x="65447" y="652715"/>
                  </a:lnTo>
                  <a:lnTo>
                    <a:pt x="65447" y="648644"/>
                  </a:lnTo>
                  <a:lnTo>
                    <a:pt x="56910" y="648644"/>
                  </a:lnTo>
                  <a:lnTo>
                    <a:pt x="42681" y="652715"/>
                  </a:lnTo>
                  <a:lnTo>
                    <a:pt x="36994" y="648644"/>
                  </a:lnTo>
                  <a:lnTo>
                    <a:pt x="42681" y="640496"/>
                  </a:lnTo>
                  <a:lnTo>
                    <a:pt x="31299" y="636426"/>
                  </a:lnTo>
                  <a:lnTo>
                    <a:pt x="22761" y="624204"/>
                  </a:lnTo>
                  <a:lnTo>
                    <a:pt x="8533" y="595670"/>
                  </a:lnTo>
                  <a:lnTo>
                    <a:pt x="0" y="595670"/>
                  </a:lnTo>
                  <a:lnTo>
                    <a:pt x="5687" y="591595"/>
                  </a:lnTo>
                  <a:lnTo>
                    <a:pt x="14228" y="583439"/>
                  </a:lnTo>
                  <a:lnTo>
                    <a:pt x="17074" y="567121"/>
                  </a:lnTo>
                  <a:lnTo>
                    <a:pt x="19919" y="563040"/>
                  </a:lnTo>
                  <a:lnTo>
                    <a:pt x="25607" y="563040"/>
                  </a:lnTo>
                  <a:lnTo>
                    <a:pt x="34144" y="575281"/>
                  </a:lnTo>
                  <a:lnTo>
                    <a:pt x="45527" y="579360"/>
                  </a:lnTo>
                  <a:lnTo>
                    <a:pt x="51218" y="579360"/>
                  </a:lnTo>
                  <a:lnTo>
                    <a:pt x="51218" y="571201"/>
                  </a:lnTo>
                  <a:lnTo>
                    <a:pt x="45527" y="563040"/>
                  </a:lnTo>
                  <a:lnTo>
                    <a:pt x="56910" y="550796"/>
                  </a:lnTo>
                  <a:lnTo>
                    <a:pt x="62605" y="518127"/>
                  </a:lnTo>
                  <a:lnTo>
                    <a:pt x="48373" y="497695"/>
                  </a:lnTo>
                  <a:lnTo>
                    <a:pt x="65447" y="493607"/>
                  </a:lnTo>
                  <a:lnTo>
                    <a:pt x="71138" y="505872"/>
                  </a:lnTo>
                  <a:lnTo>
                    <a:pt x="99596" y="501782"/>
                  </a:lnTo>
                  <a:lnTo>
                    <a:pt x="76830" y="424055"/>
                  </a:lnTo>
                  <a:lnTo>
                    <a:pt x="54064" y="424055"/>
                  </a:lnTo>
                  <a:lnTo>
                    <a:pt x="53251" y="382498"/>
                  </a:lnTo>
                  <a:lnTo>
                    <a:pt x="52438" y="340898"/>
                  </a:lnTo>
                  <a:lnTo>
                    <a:pt x="51625" y="299253"/>
                  </a:lnTo>
                  <a:lnTo>
                    <a:pt x="50812" y="257565"/>
                  </a:lnTo>
                  <a:lnTo>
                    <a:pt x="49999" y="215833"/>
                  </a:lnTo>
                  <a:lnTo>
                    <a:pt x="49186" y="174056"/>
                  </a:lnTo>
                  <a:lnTo>
                    <a:pt x="48373" y="132235"/>
                  </a:lnTo>
                  <a:lnTo>
                    <a:pt x="51218" y="128106"/>
                  </a:lnTo>
                  <a:lnTo>
                    <a:pt x="52641" y="66171"/>
                  </a:lnTo>
                  <a:lnTo>
                    <a:pt x="54064" y="4139"/>
                  </a:lnTo>
                  <a:lnTo>
                    <a:pt x="97887" y="3725"/>
                  </a:lnTo>
                  <a:lnTo>
                    <a:pt x="141711" y="3311"/>
                  </a:lnTo>
                  <a:lnTo>
                    <a:pt x="185534" y="2897"/>
                  </a:lnTo>
                  <a:lnTo>
                    <a:pt x="229357" y="2483"/>
                  </a:lnTo>
                  <a:lnTo>
                    <a:pt x="273180" y="2069"/>
                  </a:lnTo>
                  <a:lnTo>
                    <a:pt x="317003" y="1655"/>
                  </a:lnTo>
                  <a:lnTo>
                    <a:pt x="360826" y="1241"/>
                  </a:lnTo>
                  <a:lnTo>
                    <a:pt x="404650" y="827"/>
                  </a:lnTo>
                  <a:lnTo>
                    <a:pt x="448473" y="413"/>
                  </a:lnTo>
                  <a:lnTo>
                    <a:pt x="492296" y="0"/>
                  </a:lnTo>
                  <a:lnTo>
                    <a:pt x="496090" y="42748"/>
                  </a:lnTo>
                  <a:lnTo>
                    <a:pt x="499884" y="85450"/>
                  </a:lnTo>
                  <a:lnTo>
                    <a:pt x="503679" y="128106"/>
                  </a:lnTo>
                  <a:lnTo>
                    <a:pt x="502903" y="173090"/>
                  </a:lnTo>
                  <a:lnTo>
                    <a:pt x="502126" y="218022"/>
                  </a:lnTo>
                  <a:lnTo>
                    <a:pt x="501350" y="262904"/>
                  </a:lnTo>
                  <a:lnTo>
                    <a:pt x="500574" y="307734"/>
                  </a:lnTo>
                  <a:lnTo>
                    <a:pt x="499798" y="352513"/>
                  </a:lnTo>
                  <a:lnTo>
                    <a:pt x="499022" y="397241"/>
                  </a:lnTo>
                  <a:lnTo>
                    <a:pt x="498246" y="441920"/>
                  </a:lnTo>
                  <a:lnTo>
                    <a:pt x="497470" y="486547"/>
                  </a:lnTo>
                  <a:lnTo>
                    <a:pt x="496694" y="531125"/>
                  </a:lnTo>
                  <a:lnTo>
                    <a:pt x="495918" y="575652"/>
                  </a:lnTo>
                  <a:lnTo>
                    <a:pt x="495142" y="620130"/>
                  </a:lnTo>
                  <a:lnTo>
                    <a:pt x="435382" y="648644"/>
                  </a:lnTo>
                  <a:lnTo>
                    <a:pt x="438227" y="664928"/>
                  </a:lnTo>
                  <a:lnTo>
                    <a:pt x="441077" y="705607"/>
                  </a:lnTo>
                  <a:lnTo>
                    <a:pt x="438227" y="742183"/>
                  </a:lnTo>
                  <a:lnTo>
                    <a:pt x="480913" y="742183"/>
                  </a:lnTo>
                  <a:lnTo>
                    <a:pt x="489450" y="782787"/>
                  </a:lnTo>
                  <a:lnTo>
                    <a:pt x="497987" y="823349"/>
                  </a:lnTo>
                  <a:lnTo>
                    <a:pt x="506524" y="863870"/>
                  </a:lnTo>
                  <a:lnTo>
                    <a:pt x="515062" y="904350"/>
                  </a:lnTo>
                  <a:lnTo>
                    <a:pt x="523599" y="944789"/>
                  </a:lnTo>
                  <a:lnTo>
                    <a:pt x="472376" y="956912"/>
                  </a:lnTo>
                  <a:lnTo>
                    <a:pt x="478067" y="1005368"/>
                  </a:lnTo>
                  <a:lnTo>
                    <a:pt x="438229" y="1014111"/>
                  </a:lnTo>
                  <a:lnTo>
                    <a:pt x="398390" y="1022853"/>
                  </a:lnTo>
                  <a:lnTo>
                    <a:pt x="358551" y="1031592"/>
                  </a:lnTo>
                  <a:lnTo>
                    <a:pt x="318713" y="1040330"/>
                  </a:lnTo>
                  <a:lnTo>
                    <a:pt x="278874" y="1049065"/>
                  </a:lnTo>
                  <a:close/>
                </a:path>
              </a:pathLst>
            </a:custGeom>
            <a:solidFill>
              <a:srgbClr val="ADD8E6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" name="pg15"/>
            <p:cNvSpPr/>
            <p:nvPr/>
          </p:nvSpPr>
          <p:spPr>
            <a:xfrm>
              <a:off x="4091407" y="4434791"/>
              <a:ext cx="170738" cy="328030"/>
            </a:xfrm>
            <a:custGeom>
              <a:avLst/>
              <a:gdLst/>
              <a:ahLst/>
              <a:cxnLst/>
              <a:rect l="0" t="0" r="0" b="0"/>
              <a:pathLst>
                <a:path w="170738" h="328030">
                  <a:moveTo>
                    <a:pt x="22765" y="31732"/>
                  </a:moveTo>
                  <a:lnTo>
                    <a:pt x="71138" y="43625"/>
                  </a:lnTo>
                  <a:lnTo>
                    <a:pt x="85371" y="0"/>
                  </a:lnTo>
                  <a:lnTo>
                    <a:pt x="139435" y="11902"/>
                  </a:lnTo>
                  <a:lnTo>
                    <a:pt x="142285" y="23801"/>
                  </a:lnTo>
                  <a:lnTo>
                    <a:pt x="130898" y="67399"/>
                  </a:lnTo>
                  <a:lnTo>
                    <a:pt x="125211" y="91162"/>
                  </a:lnTo>
                  <a:lnTo>
                    <a:pt x="116670" y="103040"/>
                  </a:lnTo>
                  <a:lnTo>
                    <a:pt x="142285" y="106996"/>
                  </a:lnTo>
                  <a:lnTo>
                    <a:pt x="162201" y="110953"/>
                  </a:lnTo>
                  <a:lnTo>
                    <a:pt x="170738" y="118867"/>
                  </a:lnTo>
                  <a:lnTo>
                    <a:pt x="159355" y="154461"/>
                  </a:lnTo>
                  <a:lnTo>
                    <a:pt x="145131" y="201872"/>
                  </a:lnTo>
                  <a:lnTo>
                    <a:pt x="128053" y="205817"/>
                  </a:lnTo>
                  <a:lnTo>
                    <a:pt x="113824" y="245281"/>
                  </a:lnTo>
                  <a:lnTo>
                    <a:pt x="105291" y="261055"/>
                  </a:lnTo>
                  <a:lnTo>
                    <a:pt x="113824" y="300465"/>
                  </a:lnTo>
                  <a:lnTo>
                    <a:pt x="102445" y="328030"/>
                  </a:lnTo>
                  <a:lnTo>
                    <a:pt x="93904" y="328030"/>
                  </a:lnTo>
                  <a:lnTo>
                    <a:pt x="85371" y="320156"/>
                  </a:lnTo>
                  <a:lnTo>
                    <a:pt x="85371" y="304404"/>
                  </a:lnTo>
                  <a:lnTo>
                    <a:pt x="76834" y="288646"/>
                  </a:lnTo>
                  <a:lnTo>
                    <a:pt x="76834" y="261055"/>
                  </a:lnTo>
                  <a:lnTo>
                    <a:pt x="79679" y="233446"/>
                  </a:lnTo>
                  <a:lnTo>
                    <a:pt x="71138" y="221607"/>
                  </a:lnTo>
                  <a:lnTo>
                    <a:pt x="82525" y="186074"/>
                  </a:lnTo>
                  <a:lnTo>
                    <a:pt x="93904" y="158414"/>
                  </a:lnTo>
                  <a:lnTo>
                    <a:pt x="91058" y="154461"/>
                  </a:lnTo>
                  <a:lnTo>
                    <a:pt x="82525" y="150508"/>
                  </a:lnTo>
                  <a:lnTo>
                    <a:pt x="76834" y="162364"/>
                  </a:lnTo>
                  <a:lnTo>
                    <a:pt x="65451" y="174219"/>
                  </a:lnTo>
                  <a:lnTo>
                    <a:pt x="56914" y="174219"/>
                  </a:lnTo>
                  <a:lnTo>
                    <a:pt x="39839" y="170271"/>
                  </a:lnTo>
                  <a:lnTo>
                    <a:pt x="25607" y="162364"/>
                  </a:lnTo>
                  <a:lnTo>
                    <a:pt x="14228" y="154461"/>
                  </a:lnTo>
                  <a:lnTo>
                    <a:pt x="5691" y="142600"/>
                  </a:lnTo>
                  <a:lnTo>
                    <a:pt x="0" y="130735"/>
                  </a:lnTo>
                  <a:lnTo>
                    <a:pt x="5691" y="114910"/>
                  </a:lnTo>
                  <a:lnTo>
                    <a:pt x="5691" y="103040"/>
                  </a:lnTo>
                  <a:close/>
                </a:path>
              </a:pathLst>
            </a:custGeom>
            <a:solidFill>
              <a:srgbClr val="A8CFE2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" name="pg16"/>
            <p:cNvSpPr/>
            <p:nvPr/>
          </p:nvSpPr>
          <p:spPr>
            <a:xfrm>
              <a:off x="3835297" y="2749290"/>
              <a:ext cx="640273" cy="1406784"/>
            </a:xfrm>
            <a:custGeom>
              <a:avLst/>
              <a:gdLst/>
              <a:ahLst/>
              <a:cxnLst/>
              <a:rect l="0" t="0" r="0" b="0"/>
              <a:pathLst>
                <a:path w="640273" h="1406784">
                  <a:moveTo>
                    <a:pt x="549210" y="1314788"/>
                  </a:moveTo>
                  <a:lnTo>
                    <a:pt x="540677" y="1306778"/>
                  </a:lnTo>
                  <a:lnTo>
                    <a:pt x="460997" y="1318792"/>
                  </a:lnTo>
                  <a:lnTo>
                    <a:pt x="460997" y="1330803"/>
                  </a:lnTo>
                  <a:lnTo>
                    <a:pt x="469534" y="1346811"/>
                  </a:lnTo>
                  <a:lnTo>
                    <a:pt x="483763" y="1354813"/>
                  </a:lnTo>
                  <a:lnTo>
                    <a:pt x="486608" y="1370812"/>
                  </a:lnTo>
                  <a:lnTo>
                    <a:pt x="483763" y="1394799"/>
                  </a:lnTo>
                  <a:lnTo>
                    <a:pt x="475225" y="1402791"/>
                  </a:lnTo>
                  <a:lnTo>
                    <a:pt x="409774" y="1390799"/>
                  </a:lnTo>
                  <a:lnTo>
                    <a:pt x="404083" y="1386805"/>
                  </a:lnTo>
                  <a:lnTo>
                    <a:pt x="392700" y="1386805"/>
                  </a:lnTo>
                  <a:lnTo>
                    <a:pt x="378475" y="1406784"/>
                  </a:lnTo>
                  <a:lnTo>
                    <a:pt x="367088" y="1398795"/>
                  </a:lnTo>
                  <a:lnTo>
                    <a:pt x="369934" y="1386805"/>
                  </a:lnTo>
                  <a:lnTo>
                    <a:pt x="358555" y="1378809"/>
                  </a:lnTo>
                  <a:lnTo>
                    <a:pt x="341481" y="1374808"/>
                  </a:lnTo>
                  <a:lnTo>
                    <a:pt x="313024" y="1386805"/>
                  </a:lnTo>
                  <a:lnTo>
                    <a:pt x="293104" y="1330803"/>
                  </a:lnTo>
                  <a:lnTo>
                    <a:pt x="281717" y="1330803"/>
                  </a:lnTo>
                  <a:lnTo>
                    <a:pt x="267492" y="1278732"/>
                  </a:lnTo>
                  <a:lnTo>
                    <a:pt x="276030" y="1274724"/>
                  </a:lnTo>
                  <a:lnTo>
                    <a:pt x="267492" y="1238634"/>
                  </a:lnTo>
                  <a:lnTo>
                    <a:pt x="258955" y="1238634"/>
                  </a:lnTo>
                  <a:lnTo>
                    <a:pt x="256110" y="1226596"/>
                  </a:lnTo>
                  <a:lnTo>
                    <a:pt x="258955" y="1226596"/>
                  </a:lnTo>
                  <a:lnTo>
                    <a:pt x="256110" y="1202507"/>
                  </a:lnTo>
                  <a:lnTo>
                    <a:pt x="210578" y="1206525"/>
                  </a:lnTo>
                  <a:lnTo>
                    <a:pt x="207732" y="1186444"/>
                  </a:lnTo>
                  <a:lnTo>
                    <a:pt x="202041" y="1186444"/>
                  </a:lnTo>
                  <a:lnTo>
                    <a:pt x="202041" y="1178409"/>
                  </a:lnTo>
                  <a:lnTo>
                    <a:pt x="204887" y="1178409"/>
                  </a:lnTo>
                  <a:lnTo>
                    <a:pt x="204887" y="1150273"/>
                  </a:lnTo>
                  <a:lnTo>
                    <a:pt x="219119" y="1146252"/>
                  </a:lnTo>
                  <a:lnTo>
                    <a:pt x="211531" y="1104678"/>
                  </a:lnTo>
                  <a:lnTo>
                    <a:pt x="203942" y="1063062"/>
                  </a:lnTo>
                  <a:lnTo>
                    <a:pt x="196353" y="1021403"/>
                  </a:lnTo>
                  <a:lnTo>
                    <a:pt x="139435" y="1025436"/>
                  </a:lnTo>
                  <a:lnTo>
                    <a:pt x="128056" y="981045"/>
                  </a:lnTo>
                  <a:lnTo>
                    <a:pt x="91062" y="989120"/>
                  </a:lnTo>
                  <a:lnTo>
                    <a:pt x="91062" y="997193"/>
                  </a:lnTo>
                  <a:lnTo>
                    <a:pt x="73988" y="997193"/>
                  </a:lnTo>
                  <a:lnTo>
                    <a:pt x="65451" y="956811"/>
                  </a:lnTo>
                  <a:lnTo>
                    <a:pt x="56914" y="916389"/>
                  </a:lnTo>
                  <a:lnTo>
                    <a:pt x="48377" y="875926"/>
                  </a:lnTo>
                  <a:lnTo>
                    <a:pt x="39839" y="835422"/>
                  </a:lnTo>
                  <a:lnTo>
                    <a:pt x="31302" y="794877"/>
                  </a:lnTo>
                  <a:lnTo>
                    <a:pt x="22765" y="754290"/>
                  </a:lnTo>
                  <a:lnTo>
                    <a:pt x="25611" y="746171"/>
                  </a:lnTo>
                  <a:lnTo>
                    <a:pt x="12805" y="695370"/>
                  </a:lnTo>
                  <a:lnTo>
                    <a:pt x="0" y="644504"/>
                  </a:lnTo>
                  <a:lnTo>
                    <a:pt x="8537" y="636357"/>
                  </a:lnTo>
                  <a:lnTo>
                    <a:pt x="31302" y="632287"/>
                  </a:lnTo>
                  <a:lnTo>
                    <a:pt x="42685" y="615991"/>
                  </a:lnTo>
                  <a:lnTo>
                    <a:pt x="62605" y="603764"/>
                  </a:lnTo>
                  <a:lnTo>
                    <a:pt x="79676" y="587456"/>
                  </a:lnTo>
                  <a:lnTo>
                    <a:pt x="82525" y="575221"/>
                  </a:lnTo>
                  <a:lnTo>
                    <a:pt x="73988" y="558901"/>
                  </a:lnTo>
                  <a:lnTo>
                    <a:pt x="79676" y="538492"/>
                  </a:lnTo>
                  <a:lnTo>
                    <a:pt x="85371" y="518073"/>
                  </a:lnTo>
                  <a:lnTo>
                    <a:pt x="99596" y="505816"/>
                  </a:lnTo>
                  <a:lnTo>
                    <a:pt x="125207" y="497643"/>
                  </a:lnTo>
                  <a:lnTo>
                    <a:pt x="139435" y="481291"/>
                  </a:lnTo>
                  <a:lnTo>
                    <a:pt x="147973" y="440386"/>
                  </a:lnTo>
                  <a:lnTo>
                    <a:pt x="145127" y="432196"/>
                  </a:lnTo>
                  <a:lnTo>
                    <a:pt x="128056" y="419916"/>
                  </a:lnTo>
                  <a:lnTo>
                    <a:pt x="125207" y="378944"/>
                  </a:lnTo>
                  <a:lnTo>
                    <a:pt x="142281" y="354343"/>
                  </a:lnTo>
                  <a:lnTo>
                    <a:pt x="156514" y="296875"/>
                  </a:lnTo>
                  <a:lnTo>
                    <a:pt x="150822" y="288659"/>
                  </a:lnTo>
                  <a:lnTo>
                    <a:pt x="130902" y="259887"/>
                  </a:lnTo>
                  <a:lnTo>
                    <a:pt x="145127" y="222865"/>
                  </a:lnTo>
                  <a:lnTo>
                    <a:pt x="159355" y="202281"/>
                  </a:lnTo>
                  <a:lnTo>
                    <a:pt x="170738" y="177570"/>
                  </a:lnTo>
                  <a:lnTo>
                    <a:pt x="176433" y="161085"/>
                  </a:lnTo>
                  <a:lnTo>
                    <a:pt x="184967" y="152838"/>
                  </a:lnTo>
                  <a:lnTo>
                    <a:pt x="207732" y="136343"/>
                  </a:lnTo>
                  <a:lnTo>
                    <a:pt x="230498" y="119841"/>
                  </a:lnTo>
                  <a:lnTo>
                    <a:pt x="241881" y="99206"/>
                  </a:lnTo>
                  <a:lnTo>
                    <a:pt x="253264" y="66164"/>
                  </a:lnTo>
                  <a:lnTo>
                    <a:pt x="258955" y="16549"/>
                  </a:lnTo>
                  <a:lnTo>
                    <a:pt x="261801" y="0"/>
                  </a:lnTo>
                  <a:lnTo>
                    <a:pt x="313022" y="0"/>
                  </a:lnTo>
                  <a:lnTo>
                    <a:pt x="364244" y="0"/>
                  </a:lnTo>
                  <a:lnTo>
                    <a:pt x="415465" y="0"/>
                  </a:lnTo>
                  <a:lnTo>
                    <a:pt x="414043" y="62032"/>
                  </a:lnTo>
                  <a:lnTo>
                    <a:pt x="412620" y="123967"/>
                  </a:lnTo>
                  <a:lnTo>
                    <a:pt x="409774" y="128095"/>
                  </a:lnTo>
                  <a:lnTo>
                    <a:pt x="410587" y="169917"/>
                  </a:lnTo>
                  <a:lnTo>
                    <a:pt x="411400" y="211693"/>
                  </a:lnTo>
                  <a:lnTo>
                    <a:pt x="412213" y="253426"/>
                  </a:lnTo>
                  <a:lnTo>
                    <a:pt x="413026" y="295114"/>
                  </a:lnTo>
                  <a:lnTo>
                    <a:pt x="413839" y="336758"/>
                  </a:lnTo>
                  <a:lnTo>
                    <a:pt x="414652" y="378359"/>
                  </a:lnTo>
                  <a:lnTo>
                    <a:pt x="415465" y="419916"/>
                  </a:lnTo>
                  <a:lnTo>
                    <a:pt x="438231" y="419916"/>
                  </a:lnTo>
                  <a:lnTo>
                    <a:pt x="460997" y="497643"/>
                  </a:lnTo>
                  <a:lnTo>
                    <a:pt x="432540" y="501733"/>
                  </a:lnTo>
                  <a:lnTo>
                    <a:pt x="426848" y="489468"/>
                  </a:lnTo>
                  <a:lnTo>
                    <a:pt x="409774" y="493556"/>
                  </a:lnTo>
                  <a:lnTo>
                    <a:pt x="424006" y="513988"/>
                  </a:lnTo>
                  <a:lnTo>
                    <a:pt x="418311" y="546657"/>
                  </a:lnTo>
                  <a:lnTo>
                    <a:pt x="406928" y="558901"/>
                  </a:lnTo>
                  <a:lnTo>
                    <a:pt x="412620" y="567062"/>
                  </a:lnTo>
                  <a:lnTo>
                    <a:pt x="412620" y="575221"/>
                  </a:lnTo>
                  <a:lnTo>
                    <a:pt x="406928" y="575221"/>
                  </a:lnTo>
                  <a:lnTo>
                    <a:pt x="395546" y="571142"/>
                  </a:lnTo>
                  <a:lnTo>
                    <a:pt x="387008" y="558901"/>
                  </a:lnTo>
                  <a:lnTo>
                    <a:pt x="381321" y="558901"/>
                  </a:lnTo>
                  <a:lnTo>
                    <a:pt x="378475" y="562982"/>
                  </a:lnTo>
                  <a:lnTo>
                    <a:pt x="375629" y="579300"/>
                  </a:lnTo>
                  <a:lnTo>
                    <a:pt x="367088" y="587456"/>
                  </a:lnTo>
                  <a:lnTo>
                    <a:pt x="361401" y="591531"/>
                  </a:lnTo>
                  <a:lnTo>
                    <a:pt x="369934" y="591531"/>
                  </a:lnTo>
                  <a:lnTo>
                    <a:pt x="384163" y="620065"/>
                  </a:lnTo>
                  <a:lnTo>
                    <a:pt x="392700" y="632287"/>
                  </a:lnTo>
                  <a:lnTo>
                    <a:pt x="404083" y="636357"/>
                  </a:lnTo>
                  <a:lnTo>
                    <a:pt x="398395" y="644504"/>
                  </a:lnTo>
                  <a:lnTo>
                    <a:pt x="404083" y="648576"/>
                  </a:lnTo>
                  <a:lnTo>
                    <a:pt x="418311" y="644504"/>
                  </a:lnTo>
                  <a:lnTo>
                    <a:pt x="426848" y="644504"/>
                  </a:lnTo>
                  <a:lnTo>
                    <a:pt x="426848" y="648576"/>
                  </a:lnTo>
                  <a:lnTo>
                    <a:pt x="426848" y="656716"/>
                  </a:lnTo>
                  <a:lnTo>
                    <a:pt x="426848" y="664856"/>
                  </a:lnTo>
                  <a:lnTo>
                    <a:pt x="415465" y="677067"/>
                  </a:lnTo>
                  <a:lnTo>
                    <a:pt x="415465" y="689268"/>
                  </a:lnTo>
                  <a:lnTo>
                    <a:pt x="406928" y="705534"/>
                  </a:lnTo>
                  <a:lnTo>
                    <a:pt x="398395" y="717730"/>
                  </a:lnTo>
                  <a:lnTo>
                    <a:pt x="387008" y="725858"/>
                  </a:lnTo>
                  <a:lnTo>
                    <a:pt x="396968" y="769517"/>
                  </a:lnTo>
                  <a:lnTo>
                    <a:pt x="406928" y="813128"/>
                  </a:lnTo>
                  <a:lnTo>
                    <a:pt x="416888" y="856691"/>
                  </a:lnTo>
                  <a:lnTo>
                    <a:pt x="426848" y="900208"/>
                  </a:lnTo>
                  <a:lnTo>
                    <a:pt x="418311" y="904256"/>
                  </a:lnTo>
                  <a:lnTo>
                    <a:pt x="427797" y="948731"/>
                  </a:lnTo>
                  <a:lnTo>
                    <a:pt x="437283" y="993158"/>
                  </a:lnTo>
                  <a:lnTo>
                    <a:pt x="446768" y="1037534"/>
                  </a:lnTo>
                  <a:lnTo>
                    <a:pt x="452460" y="1041566"/>
                  </a:lnTo>
                  <a:lnTo>
                    <a:pt x="466688" y="1106019"/>
                  </a:lnTo>
                  <a:lnTo>
                    <a:pt x="529290" y="1089915"/>
                  </a:lnTo>
                  <a:lnTo>
                    <a:pt x="526444" y="1069778"/>
                  </a:lnTo>
                  <a:lnTo>
                    <a:pt x="600437" y="1053660"/>
                  </a:lnTo>
                  <a:lnTo>
                    <a:pt x="607076" y="1095957"/>
                  </a:lnTo>
                  <a:lnTo>
                    <a:pt x="613715" y="1138209"/>
                  </a:lnTo>
                  <a:lnTo>
                    <a:pt x="620355" y="1180418"/>
                  </a:lnTo>
                  <a:lnTo>
                    <a:pt x="626994" y="1222582"/>
                  </a:lnTo>
                  <a:lnTo>
                    <a:pt x="633633" y="1264702"/>
                  </a:lnTo>
                  <a:lnTo>
                    <a:pt x="640273" y="1306778"/>
                  </a:lnTo>
                  <a:lnTo>
                    <a:pt x="611816" y="1306778"/>
                  </a:lnTo>
                  <a:lnTo>
                    <a:pt x="603282" y="1274724"/>
                  </a:lnTo>
                  <a:lnTo>
                    <a:pt x="580517" y="1278732"/>
                  </a:lnTo>
                  <a:lnTo>
                    <a:pt x="569130" y="1290754"/>
                  </a:lnTo>
                  <a:lnTo>
                    <a:pt x="566288" y="1310784"/>
                  </a:lnTo>
                  <a:close/>
                </a:path>
              </a:pathLst>
            </a:custGeom>
            <a:solidFill>
              <a:srgbClr val="A8CEE2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" name="pg17"/>
            <p:cNvSpPr/>
            <p:nvPr/>
          </p:nvSpPr>
          <p:spPr>
            <a:xfrm>
              <a:off x="4358900" y="4024014"/>
              <a:ext cx="347172" cy="355185"/>
            </a:xfrm>
            <a:custGeom>
              <a:avLst/>
              <a:gdLst/>
              <a:ahLst/>
              <a:cxnLst/>
              <a:rect l="0" t="0" r="0" b="0"/>
              <a:pathLst>
                <a:path w="347172" h="355185">
                  <a:moveTo>
                    <a:pt x="116670" y="32054"/>
                  </a:moveTo>
                  <a:lnTo>
                    <a:pt x="147973" y="24043"/>
                  </a:lnTo>
                  <a:lnTo>
                    <a:pt x="162201" y="80089"/>
                  </a:lnTo>
                  <a:lnTo>
                    <a:pt x="212474" y="70753"/>
                  </a:lnTo>
                  <a:lnTo>
                    <a:pt x="262747" y="61416"/>
                  </a:lnTo>
                  <a:lnTo>
                    <a:pt x="313020" y="52076"/>
                  </a:lnTo>
                  <a:lnTo>
                    <a:pt x="330094" y="44068"/>
                  </a:lnTo>
                  <a:lnTo>
                    <a:pt x="338631" y="56079"/>
                  </a:lnTo>
                  <a:lnTo>
                    <a:pt x="335786" y="64084"/>
                  </a:lnTo>
                  <a:lnTo>
                    <a:pt x="330094" y="76088"/>
                  </a:lnTo>
                  <a:lnTo>
                    <a:pt x="327252" y="92089"/>
                  </a:lnTo>
                  <a:lnTo>
                    <a:pt x="324407" y="104085"/>
                  </a:lnTo>
                  <a:lnTo>
                    <a:pt x="327252" y="112081"/>
                  </a:lnTo>
                  <a:lnTo>
                    <a:pt x="338631" y="124071"/>
                  </a:lnTo>
                  <a:lnTo>
                    <a:pt x="347172" y="144044"/>
                  </a:lnTo>
                  <a:lnTo>
                    <a:pt x="338631" y="144044"/>
                  </a:lnTo>
                  <a:lnTo>
                    <a:pt x="324407" y="211889"/>
                  </a:lnTo>
                  <a:lnTo>
                    <a:pt x="310174" y="223850"/>
                  </a:lnTo>
                  <a:lnTo>
                    <a:pt x="278875" y="223850"/>
                  </a:lnTo>
                  <a:lnTo>
                    <a:pt x="261801" y="235807"/>
                  </a:lnTo>
                  <a:lnTo>
                    <a:pt x="250414" y="247761"/>
                  </a:lnTo>
                  <a:lnTo>
                    <a:pt x="250414" y="263694"/>
                  </a:lnTo>
                  <a:lnTo>
                    <a:pt x="261801" y="283601"/>
                  </a:lnTo>
                  <a:lnTo>
                    <a:pt x="256110" y="315430"/>
                  </a:lnTo>
                  <a:lnTo>
                    <a:pt x="253260" y="331337"/>
                  </a:lnTo>
                  <a:lnTo>
                    <a:pt x="233344" y="355185"/>
                  </a:lnTo>
                  <a:lnTo>
                    <a:pt x="219115" y="347237"/>
                  </a:lnTo>
                  <a:lnTo>
                    <a:pt x="210578" y="355185"/>
                  </a:lnTo>
                  <a:lnTo>
                    <a:pt x="196350" y="355185"/>
                  </a:lnTo>
                  <a:lnTo>
                    <a:pt x="156510" y="317420"/>
                  </a:lnTo>
                  <a:lnTo>
                    <a:pt x="116670" y="279621"/>
                  </a:lnTo>
                  <a:lnTo>
                    <a:pt x="76834" y="307475"/>
                  </a:lnTo>
                  <a:lnTo>
                    <a:pt x="54068" y="287579"/>
                  </a:lnTo>
                  <a:lnTo>
                    <a:pt x="42685" y="299520"/>
                  </a:lnTo>
                  <a:lnTo>
                    <a:pt x="0" y="287579"/>
                  </a:lnTo>
                  <a:lnTo>
                    <a:pt x="12803" y="247760"/>
                  </a:lnTo>
                  <a:lnTo>
                    <a:pt x="25607" y="207901"/>
                  </a:lnTo>
                  <a:lnTo>
                    <a:pt x="48373" y="207901"/>
                  </a:lnTo>
                  <a:lnTo>
                    <a:pt x="62605" y="152034"/>
                  </a:lnTo>
                  <a:lnTo>
                    <a:pt x="42685" y="144044"/>
                  </a:lnTo>
                  <a:lnTo>
                    <a:pt x="48373" y="84089"/>
                  </a:lnTo>
                  <a:lnTo>
                    <a:pt x="22765" y="80089"/>
                  </a:lnTo>
                  <a:lnTo>
                    <a:pt x="28453" y="60082"/>
                  </a:lnTo>
                  <a:lnTo>
                    <a:pt x="25607" y="40064"/>
                  </a:lnTo>
                  <a:lnTo>
                    <a:pt x="42685" y="36059"/>
                  </a:lnTo>
                  <a:lnTo>
                    <a:pt x="45527" y="16030"/>
                  </a:lnTo>
                  <a:lnTo>
                    <a:pt x="56914" y="4008"/>
                  </a:lnTo>
                  <a:lnTo>
                    <a:pt x="79679" y="0"/>
                  </a:lnTo>
                  <a:lnTo>
                    <a:pt x="88213" y="32054"/>
                  </a:lnTo>
                  <a:close/>
                </a:path>
              </a:pathLst>
            </a:custGeom>
            <a:solidFill>
              <a:srgbClr val="A9CFE3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" name="pg18"/>
            <p:cNvSpPr/>
            <p:nvPr/>
          </p:nvSpPr>
          <p:spPr>
            <a:xfrm>
              <a:off x="5056087" y="3377503"/>
              <a:ext cx="543519" cy="890284"/>
            </a:xfrm>
            <a:custGeom>
              <a:avLst/>
              <a:gdLst/>
              <a:ahLst/>
              <a:cxnLst/>
              <a:rect l="0" t="0" r="0" b="0"/>
              <a:pathLst>
                <a:path w="543519" h="890284">
                  <a:moveTo>
                    <a:pt x="159355" y="4073"/>
                  </a:moveTo>
                  <a:lnTo>
                    <a:pt x="170738" y="8143"/>
                  </a:lnTo>
                  <a:lnTo>
                    <a:pt x="184963" y="8143"/>
                  </a:lnTo>
                  <a:lnTo>
                    <a:pt x="202041" y="0"/>
                  </a:lnTo>
                  <a:lnTo>
                    <a:pt x="213424" y="28502"/>
                  </a:lnTo>
                  <a:lnTo>
                    <a:pt x="224807" y="40712"/>
                  </a:lnTo>
                  <a:lnTo>
                    <a:pt x="261801" y="56987"/>
                  </a:lnTo>
                  <a:lnTo>
                    <a:pt x="287409" y="69188"/>
                  </a:lnTo>
                  <a:lnTo>
                    <a:pt x="318711" y="56987"/>
                  </a:lnTo>
                  <a:lnTo>
                    <a:pt x="330094" y="61054"/>
                  </a:lnTo>
                  <a:lnTo>
                    <a:pt x="338631" y="77320"/>
                  </a:lnTo>
                  <a:lnTo>
                    <a:pt x="341477" y="117957"/>
                  </a:lnTo>
                  <a:lnTo>
                    <a:pt x="332940" y="134200"/>
                  </a:lnTo>
                  <a:lnTo>
                    <a:pt x="310174" y="138257"/>
                  </a:lnTo>
                  <a:lnTo>
                    <a:pt x="307329" y="150436"/>
                  </a:lnTo>
                  <a:lnTo>
                    <a:pt x="307329" y="158549"/>
                  </a:lnTo>
                  <a:lnTo>
                    <a:pt x="321557" y="199103"/>
                  </a:lnTo>
                  <a:lnTo>
                    <a:pt x="335786" y="215313"/>
                  </a:lnTo>
                  <a:lnTo>
                    <a:pt x="338631" y="231517"/>
                  </a:lnTo>
                  <a:lnTo>
                    <a:pt x="324403" y="284130"/>
                  </a:lnTo>
                  <a:lnTo>
                    <a:pt x="318711" y="292221"/>
                  </a:lnTo>
                  <a:lnTo>
                    <a:pt x="332940" y="316475"/>
                  </a:lnTo>
                  <a:lnTo>
                    <a:pt x="358551" y="368979"/>
                  </a:lnTo>
                  <a:lnTo>
                    <a:pt x="375626" y="381086"/>
                  </a:lnTo>
                  <a:lnTo>
                    <a:pt x="392700" y="373015"/>
                  </a:lnTo>
                  <a:lnTo>
                    <a:pt x="418311" y="344755"/>
                  </a:lnTo>
                  <a:lnTo>
                    <a:pt x="426848" y="352831"/>
                  </a:lnTo>
                  <a:lnTo>
                    <a:pt x="443923" y="360906"/>
                  </a:lnTo>
                  <a:lnTo>
                    <a:pt x="460997" y="364943"/>
                  </a:lnTo>
                  <a:lnTo>
                    <a:pt x="489454" y="397222"/>
                  </a:lnTo>
                  <a:lnTo>
                    <a:pt x="506528" y="421415"/>
                  </a:lnTo>
                  <a:lnTo>
                    <a:pt x="492296" y="441565"/>
                  </a:lnTo>
                  <a:lnTo>
                    <a:pt x="489454" y="453649"/>
                  </a:lnTo>
                  <a:lnTo>
                    <a:pt x="515062" y="493903"/>
                  </a:lnTo>
                  <a:lnTo>
                    <a:pt x="515062" y="518038"/>
                  </a:lnTo>
                  <a:lnTo>
                    <a:pt x="506528" y="534120"/>
                  </a:lnTo>
                  <a:lnTo>
                    <a:pt x="486608" y="534120"/>
                  </a:lnTo>
                  <a:lnTo>
                    <a:pt x="455302" y="534120"/>
                  </a:lnTo>
                  <a:lnTo>
                    <a:pt x="452456" y="574293"/>
                  </a:lnTo>
                  <a:lnTo>
                    <a:pt x="469534" y="578311"/>
                  </a:lnTo>
                  <a:lnTo>
                    <a:pt x="478067" y="586341"/>
                  </a:lnTo>
                  <a:lnTo>
                    <a:pt x="492296" y="574293"/>
                  </a:lnTo>
                  <a:lnTo>
                    <a:pt x="500833" y="574293"/>
                  </a:lnTo>
                  <a:lnTo>
                    <a:pt x="506528" y="586341"/>
                  </a:lnTo>
                  <a:lnTo>
                    <a:pt x="512216" y="602393"/>
                  </a:lnTo>
                  <a:lnTo>
                    <a:pt x="534981" y="598382"/>
                  </a:lnTo>
                  <a:lnTo>
                    <a:pt x="543519" y="598382"/>
                  </a:lnTo>
                  <a:lnTo>
                    <a:pt x="537827" y="614432"/>
                  </a:lnTo>
                  <a:lnTo>
                    <a:pt x="537827" y="638492"/>
                  </a:lnTo>
                  <a:lnTo>
                    <a:pt x="526444" y="646510"/>
                  </a:lnTo>
                  <a:lnTo>
                    <a:pt x="506528" y="650518"/>
                  </a:lnTo>
                  <a:lnTo>
                    <a:pt x="495142" y="662540"/>
                  </a:lnTo>
                  <a:lnTo>
                    <a:pt x="469534" y="706592"/>
                  </a:lnTo>
                  <a:lnTo>
                    <a:pt x="455302" y="722599"/>
                  </a:lnTo>
                  <a:lnTo>
                    <a:pt x="441077" y="726599"/>
                  </a:lnTo>
                  <a:lnTo>
                    <a:pt x="429694" y="742598"/>
                  </a:lnTo>
                  <a:lnTo>
                    <a:pt x="412616" y="730600"/>
                  </a:lnTo>
                  <a:lnTo>
                    <a:pt x="398391" y="734600"/>
                  </a:lnTo>
                  <a:lnTo>
                    <a:pt x="398391" y="718598"/>
                  </a:lnTo>
                  <a:lnTo>
                    <a:pt x="395546" y="702589"/>
                  </a:lnTo>
                  <a:lnTo>
                    <a:pt x="381317" y="694583"/>
                  </a:lnTo>
                  <a:lnTo>
                    <a:pt x="367088" y="694583"/>
                  </a:lnTo>
                  <a:lnTo>
                    <a:pt x="355706" y="698586"/>
                  </a:lnTo>
                  <a:lnTo>
                    <a:pt x="358551" y="722599"/>
                  </a:lnTo>
                  <a:lnTo>
                    <a:pt x="352860" y="746594"/>
                  </a:lnTo>
                  <a:lnTo>
                    <a:pt x="344323" y="762585"/>
                  </a:lnTo>
                  <a:lnTo>
                    <a:pt x="332940" y="758591"/>
                  </a:lnTo>
                  <a:lnTo>
                    <a:pt x="327252" y="758591"/>
                  </a:lnTo>
                  <a:lnTo>
                    <a:pt x="332940" y="734600"/>
                  </a:lnTo>
                  <a:lnTo>
                    <a:pt x="321557" y="730600"/>
                  </a:lnTo>
                  <a:lnTo>
                    <a:pt x="313020" y="734600"/>
                  </a:lnTo>
                  <a:lnTo>
                    <a:pt x="301637" y="758591"/>
                  </a:lnTo>
                  <a:lnTo>
                    <a:pt x="295946" y="750595"/>
                  </a:lnTo>
                  <a:lnTo>
                    <a:pt x="276026" y="742598"/>
                  </a:lnTo>
                  <a:lnTo>
                    <a:pt x="264647" y="738599"/>
                  </a:lnTo>
                  <a:lnTo>
                    <a:pt x="258955" y="758591"/>
                  </a:lnTo>
                  <a:lnTo>
                    <a:pt x="261801" y="786563"/>
                  </a:lnTo>
                  <a:lnTo>
                    <a:pt x="253260" y="806528"/>
                  </a:lnTo>
                  <a:lnTo>
                    <a:pt x="239035" y="810521"/>
                  </a:lnTo>
                  <a:lnTo>
                    <a:pt x="219115" y="798545"/>
                  </a:lnTo>
                  <a:lnTo>
                    <a:pt x="207729" y="798545"/>
                  </a:lnTo>
                  <a:lnTo>
                    <a:pt x="184963" y="826486"/>
                  </a:lnTo>
                  <a:lnTo>
                    <a:pt x="179275" y="822496"/>
                  </a:lnTo>
                  <a:lnTo>
                    <a:pt x="167893" y="814515"/>
                  </a:lnTo>
                  <a:lnTo>
                    <a:pt x="167893" y="786563"/>
                  </a:lnTo>
                  <a:lnTo>
                    <a:pt x="162201" y="782568"/>
                  </a:lnTo>
                  <a:lnTo>
                    <a:pt x="147973" y="790555"/>
                  </a:lnTo>
                  <a:lnTo>
                    <a:pt x="133744" y="790555"/>
                  </a:lnTo>
                  <a:lnTo>
                    <a:pt x="125207" y="786563"/>
                  </a:lnTo>
                  <a:lnTo>
                    <a:pt x="122365" y="802538"/>
                  </a:lnTo>
                  <a:lnTo>
                    <a:pt x="110978" y="814515"/>
                  </a:lnTo>
                  <a:lnTo>
                    <a:pt x="113824" y="838457"/>
                  </a:lnTo>
                  <a:lnTo>
                    <a:pt x="108133" y="854412"/>
                  </a:lnTo>
                  <a:lnTo>
                    <a:pt x="96750" y="870360"/>
                  </a:lnTo>
                  <a:lnTo>
                    <a:pt x="96750" y="886302"/>
                  </a:lnTo>
                  <a:lnTo>
                    <a:pt x="88213" y="890284"/>
                  </a:lnTo>
                  <a:lnTo>
                    <a:pt x="73984" y="870360"/>
                  </a:lnTo>
                  <a:lnTo>
                    <a:pt x="59759" y="866374"/>
                  </a:lnTo>
                  <a:lnTo>
                    <a:pt x="54068" y="854412"/>
                  </a:lnTo>
                  <a:lnTo>
                    <a:pt x="56914" y="842446"/>
                  </a:lnTo>
                  <a:lnTo>
                    <a:pt x="45527" y="770581"/>
                  </a:lnTo>
                  <a:lnTo>
                    <a:pt x="51218" y="766585"/>
                  </a:lnTo>
                  <a:lnTo>
                    <a:pt x="39839" y="706592"/>
                  </a:lnTo>
                  <a:lnTo>
                    <a:pt x="25607" y="706592"/>
                  </a:lnTo>
                  <a:lnTo>
                    <a:pt x="19205" y="661539"/>
                  </a:lnTo>
                  <a:lnTo>
                    <a:pt x="12803" y="616437"/>
                  </a:lnTo>
                  <a:lnTo>
                    <a:pt x="6401" y="571283"/>
                  </a:lnTo>
                  <a:lnTo>
                    <a:pt x="0" y="526080"/>
                  </a:lnTo>
                  <a:lnTo>
                    <a:pt x="45527" y="509995"/>
                  </a:lnTo>
                  <a:lnTo>
                    <a:pt x="38698" y="468950"/>
                  </a:lnTo>
                  <a:lnTo>
                    <a:pt x="31869" y="427862"/>
                  </a:lnTo>
                  <a:lnTo>
                    <a:pt x="25040" y="386733"/>
                  </a:lnTo>
                  <a:lnTo>
                    <a:pt x="18211" y="345562"/>
                  </a:lnTo>
                  <a:lnTo>
                    <a:pt x="11382" y="304348"/>
                  </a:lnTo>
                  <a:lnTo>
                    <a:pt x="65447" y="292221"/>
                  </a:lnTo>
                  <a:lnTo>
                    <a:pt x="61179" y="250413"/>
                  </a:lnTo>
                  <a:lnTo>
                    <a:pt x="56911" y="208561"/>
                  </a:lnTo>
                  <a:lnTo>
                    <a:pt x="52643" y="166665"/>
                  </a:lnTo>
                  <a:lnTo>
                    <a:pt x="48375" y="124725"/>
                  </a:lnTo>
                  <a:lnTo>
                    <a:pt x="44107" y="82741"/>
                  </a:lnTo>
                  <a:lnTo>
                    <a:pt x="39839" y="40712"/>
                  </a:lnTo>
                  <a:lnTo>
                    <a:pt x="79678" y="28503"/>
                  </a:lnTo>
                  <a:lnTo>
                    <a:pt x="119517" y="16290"/>
                  </a:lnTo>
                  <a:close/>
                </a:path>
              </a:pathLst>
            </a:custGeom>
            <a:solidFill>
              <a:srgbClr val="ACD5E5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" name="pg19"/>
            <p:cNvSpPr/>
            <p:nvPr/>
          </p:nvSpPr>
          <p:spPr>
            <a:xfrm>
              <a:off x="3630410" y="4687960"/>
              <a:ext cx="304483" cy="513404"/>
            </a:xfrm>
            <a:custGeom>
              <a:avLst/>
              <a:gdLst/>
              <a:ahLst/>
              <a:cxnLst/>
              <a:rect l="0" t="0" r="0" b="0"/>
              <a:pathLst>
                <a:path w="304483" h="513404">
                  <a:moveTo>
                    <a:pt x="79676" y="466640"/>
                  </a:moveTo>
                  <a:lnTo>
                    <a:pt x="73988" y="447138"/>
                  </a:lnTo>
                  <a:lnTo>
                    <a:pt x="76834" y="419820"/>
                  </a:lnTo>
                  <a:lnTo>
                    <a:pt x="76834" y="392487"/>
                  </a:lnTo>
                  <a:lnTo>
                    <a:pt x="71142" y="384674"/>
                  </a:lnTo>
                  <a:lnTo>
                    <a:pt x="56910" y="369042"/>
                  </a:lnTo>
                  <a:lnTo>
                    <a:pt x="19919" y="326026"/>
                  </a:lnTo>
                  <a:lnTo>
                    <a:pt x="2845" y="290797"/>
                  </a:lnTo>
                  <a:lnTo>
                    <a:pt x="0" y="263376"/>
                  </a:lnTo>
                  <a:lnTo>
                    <a:pt x="2845" y="224175"/>
                  </a:lnTo>
                  <a:lnTo>
                    <a:pt x="5691" y="208482"/>
                  </a:lnTo>
                  <a:lnTo>
                    <a:pt x="5691" y="173153"/>
                  </a:lnTo>
                  <a:lnTo>
                    <a:pt x="0" y="153513"/>
                  </a:lnTo>
                  <a:lnTo>
                    <a:pt x="0" y="107650"/>
                  </a:lnTo>
                  <a:lnTo>
                    <a:pt x="0" y="61736"/>
                  </a:lnTo>
                  <a:lnTo>
                    <a:pt x="0" y="15771"/>
                  </a:lnTo>
                  <a:lnTo>
                    <a:pt x="25611" y="7886"/>
                  </a:lnTo>
                  <a:lnTo>
                    <a:pt x="56910" y="0"/>
                  </a:lnTo>
                  <a:lnTo>
                    <a:pt x="73988" y="0"/>
                  </a:lnTo>
                  <a:lnTo>
                    <a:pt x="93908" y="7886"/>
                  </a:lnTo>
                  <a:lnTo>
                    <a:pt x="99596" y="7886"/>
                  </a:lnTo>
                  <a:lnTo>
                    <a:pt x="116674" y="7886"/>
                  </a:lnTo>
                  <a:lnTo>
                    <a:pt x="128053" y="7886"/>
                  </a:lnTo>
                  <a:lnTo>
                    <a:pt x="142281" y="7886"/>
                  </a:lnTo>
                  <a:lnTo>
                    <a:pt x="153668" y="15771"/>
                  </a:lnTo>
                  <a:lnTo>
                    <a:pt x="162201" y="27596"/>
                  </a:lnTo>
                  <a:lnTo>
                    <a:pt x="162201" y="55174"/>
                  </a:lnTo>
                  <a:lnTo>
                    <a:pt x="159355" y="66987"/>
                  </a:lnTo>
                  <a:lnTo>
                    <a:pt x="179279" y="86669"/>
                  </a:lnTo>
                  <a:lnTo>
                    <a:pt x="184967" y="74861"/>
                  </a:lnTo>
                  <a:lnTo>
                    <a:pt x="193504" y="78795"/>
                  </a:lnTo>
                  <a:lnTo>
                    <a:pt x="207732" y="63047"/>
                  </a:lnTo>
                  <a:lnTo>
                    <a:pt x="256110" y="114207"/>
                  </a:lnTo>
                  <a:lnTo>
                    <a:pt x="241881" y="133864"/>
                  </a:lnTo>
                  <a:lnTo>
                    <a:pt x="256110" y="145657"/>
                  </a:lnTo>
                  <a:lnTo>
                    <a:pt x="264647" y="161373"/>
                  </a:lnTo>
                  <a:lnTo>
                    <a:pt x="304483" y="184933"/>
                  </a:lnTo>
                  <a:lnTo>
                    <a:pt x="290258" y="220249"/>
                  </a:lnTo>
                  <a:lnTo>
                    <a:pt x="290258" y="232016"/>
                  </a:lnTo>
                  <a:lnTo>
                    <a:pt x="295949" y="263376"/>
                  </a:lnTo>
                  <a:lnTo>
                    <a:pt x="290258" y="275130"/>
                  </a:lnTo>
                  <a:lnTo>
                    <a:pt x="276030" y="286883"/>
                  </a:lnTo>
                  <a:lnTo>
                    <a:pt x="261797" y="310372"/>
                  </a:lnTo>
                  <a:lnTo>
                    <a:pt x="250418" y="326026"/>
                  </a:lnTo>
                  <a:lnTo>
                    <a:pt x="230498" y="326026"/>
                  </a:lnTo>
                  <a:lnTo>
                    <a:pt x="216270" y="326026"/>
                  </a:lnTo>
                  <a:lnTo>
                    <a:pt x="199199" y="357315"/>
                  </a:lnTo>
                  <a:lnTo>
                    <a:pt x="182121" y="404202"/>
                  </a:lnTo>
                  <a:lnTo>
                    <a:pt x="173584" y="443237"/>
                  </a:lnTo>
                  <a:lnTo>
                    <a:pt x="159355" y="466640"/>
                  </a:lnTo>
                  <a:lnTo>
                    <a:pt x="153668" y="490030"/>
                  </a:lnTo>
                  <a:lnTo>
                    <a:pt x="150818" y="505616"/>
                  </a:lnTo>
                  <a:lnTo>
                    <a:pt x="136594" y="513404"/>
                  </a:lnTo>
                  <a:lnTo>
                    <a:pt x="116674" y="497824"/>
                  </a:lnTo>
                  <a:lnTo>
                    <a:pt x="99596" y="486132"/>
                  </a:lnTo>
                  <a:lnTo>
                    <a:pt x="85371" y="474438"/>
                  </a:lnTo>
                  <a:close/>
                </a:path>
              </a:pathLst>
            </a:custGeom>
            <a:solidFill>
              <a:srgbClr val="8793CA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" name="tx20"/>
            <p:cNvSpPr/>
            <p:nvPr/>
          </p:nvSpPr>
          <p:spPr>
            <a:xfrm>
              <a:off x="3845192" y="4390475"/>
              <a:ext cx="331566" cy="932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11,125</a:t>
              </a:r>
            </a:p>
          </p:txBody>
        </p:sp>
        <p:sp>
          <p:nvSpPr>
            <p:cNvPr id="22" name="tx21"/>
            <p:cNvSpPr/>
            <p:nvPr/>
          </p:nvSpPr>
          <p:spPr>
            <a:xfrm>
              <a:off x="4718939" y="2596917"/>
              <a:ext cx="271277" cy="932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7,500</a:t>
              </a:r>
            </a:p>
          </p:txBody>
        </p:sp>
        <p:sp>
          <p:nvSpPr>
            <p:cNvPr id="23" name="tx22"/>
            <p:cNvSpPr/>
            <p:nvPr/>
          </p:nvSpPr>
          <p:spPr>
            <a:xfrm>
              <a:off x="3754449" y="4588558"/>
              <a:ext cx="331566" cy="932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53,500</a:t>
              </a:r>
            </a:p>
          </p:txBody>
        </p:sp>
        <p:sp>
          <p:nvSpPr>
            <p:cNvPr id="24" name="tx23"/>
            <p:cNvSpPr/>
            <p:nvPr/>
          </p:nvSpPr>
          <p:spPr>
            <a:xfrm>
              <a:off x="3787462" y="3831517"/>
              <a:ext cx="271277" cy="932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2,875</a:t>
              </a:r>
            </a:p>
          </p:txBody>
        </p:sp>
        <p:sp>
          <p:nvSpPr>
            <p:cNvPr id="25" name="tx24"/>
            <p:cNvSpPr/>
            <p:nvPr/>
          </p:nvSpPr>
          <p:spPr>
            <a:xfrm>
              <a:off x="4726857" y="4147967"/>
              <a:ext cx="271277" cy="932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6,000</a:t>
              </a:r>
            </a:p>
          </p:txBody>
        </p:sp>
        <p:sp>
          <p:nvSpPr>
            <p:cNvPr id="26" name="tx25"/>
            <p:cNvSpPr/>
            <p:nvPr/>
          </p:nvSpPr>
          <p:spPr>
            <a:xfrm>
              <a:off x="4059479" y="4175455"/>
              <a:ext cx="331566" cy="932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13,000</a:t>
              </a:r>
            </a:p>
          </p:txBody>
        </p:sp>
        <p:sp>
          <p:nvSpPr>
            <p:cNvPr id="27" name="tx26"/>
            <p:cNvSpPr/>
            <p:nvPr/>
          </p:nvSpPr>
          <p:spPr>
            <a:xfrm>
              <a:off x="4345334" y="4404367"/>
              <a:ext cx="271277" cy="932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6,500</a:t>
              </a:r>
            </a:p>
          </p:txBody>
        </p:sp>
        <p:sp>
          <p:nvSpPr>
            <p:cNvPr id="28" name="tx27"/>
            <p:cNvSpPr/>
            <p:nvPr/>
          </p:nvSpPr>
          <p:spPr>
            <a:xfrm>
              <a:off x="4221187" y="4456385"/>
              <a:ext cx="271277" cy="932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4,625</a:t>
              </a:r>
            </a:p>
          </p:txBody>
        </p:sp>
        <p:sp>
          <p:nvSpPr>
            <p:cNvPr id="29" name="tx28"/>
            <p:cNvSpPr/>
            <p:nvPr/>
          </p:nvSpPr>
          <p:spPr>
            <a:xfrm>
              <a:off x="3633887" y="4189153"/>
              <a:ext cx="271277" cy="932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5,625</a:t>
              </a:r>
            </a:p>
          </p:txBody>
        </p:sp>
        <p:sp>
          <p:nvSpPr>
            <p:cNvPr id="30" name="tx29"/>
            <p:cNvSpPr/>
            <p:nvPr/>
          </p:nvSpPr>
          <p:spPr>
            <a:xfrm>
              <a:off x="4611361" y="3623344"/>
              <a:ext cx="331566" cy="932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14,875</a:t>
              </a:r>
            </a:p>
          </p:txBody>
        </p:sp>
        <p:sp>
          <p:nvSpPr>
            <p:cNvPr id="31" name="tx30"/>
            <p:cNvSpPr/>
            <p:nvPr/>
          </p:nvSpPr>
          <p:spPr>
            <a:xfrm>
              <a:off x="4201280" y="3339396"/>
              <a:ext cx="271277" cy="932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2,125</a:t>
              </a:r>
            </a:p>
          </p:txBody>
        </p:sp>
        <p:sp>
          <p:nvSpPr>
            <p:cNvPr id="32" name="tx31"/>
            <p:cNvSpPr/>
            <p:nvPr/>
          </p:nvSpPr>
          <p:spPr>
            <a:xfrm>
              <a:off x="4041138" y="4543777"/>
              <a:ext cx="271277" cy="932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4,250</a:t>
              </a:r>
            </a:p>
          </p:txBody>
        </p:sp>
        <p:sp>
          <p:nvSpPr>
            <p:cNvPr id="33" name="tx32"/>
            <p:cNvSpPr/>
            <p:nvPr/>
          </p:nvSpPr>
          <p:spPr>
            <a:xfrm>
              <a:off x="4015796" y="3497047"/>
              <a:ext cx="271277" cy="932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4,375</a:t>
              </a:r>
            </a:p>
          </p:txBody>
        </p:sp>
        <p:sp>
          <p:nvSpPr>
            <p:cNvPr id="34" name="tx33"/>
            <p:cNvSpPr/>
            <p:nvPr/>
          </p:nvSpPr>
          <p:spPr>
            <a:xfrm>
              <a:off x="4406063" y="4131822"/>
              <a:ext cx="271277" cy="932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4,125</a:t>
              </a:r>
            </a:p>
          </p:txBody>
        </p:sp>
        <p:sp>
          <p:nvSpPr>
            <p:cNvPr id="35" name="tx34"/>
            <p:cNvSpPr/>
            <p:nvPr/>
          </p:nvSpPr>
          <p:spPr>
            <a:xfrm>
              <a:off x="5222191" y="3869396"/>
              <a:ext cx="271277" cy="932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2,750</a:t>
              </a:r>
            </a:p>
          </p:txBody>
        </p:sp>
        <p:sp>
          <p:nvSpPr>
            <p:cNvPr id="36" name="tx35"/>
            <p:cNvSpPr/>
            <p:nvPr/>
          </p:nvSpPr>
          <p:spPr>
            <a:xfrm>
              <a:off x="3607789" y="4871356"/>
              <a:ext cx="331566" cy="932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18,500</a:t>
              </a:r>
            </a:p>
          </p:txBody>
        </p:sp>
        <p:sp>
          <p:nvSpPr>
            <p:cNvPr id="37" name="tx36"/>
            <p:cNvSpPr/>
            <p:nvPr/>
          </p:nvSpPr>
          <p:spPr>
            <a:xfrm>
              <a:off x="3314932" y="5709597"/>
              <a:ext cx="1382061" cy="13110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Number of Employees</a:t>
              </a:r>
            </a:p>
          </p:txBody>
        </p:sp>
        <p:pic>
          <p:nvPicPr>
            <p:cNvPr id="38" name="pic3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66582" y="5594419"/>
              <a:ext cx="1097280" cy="219455"/>
            </a:xfrm>
            <a:prstGeom prst="rect">
              <a:avLst/>
            </a:prstGeom>
          </p:spPr>
        </p:pic>
        <p:sp>
          <p:nvSpPr>
            <p:cNvPr id="39" name="pl38"/>
            <p:cNvSpPr/>
            <p:nvPr/>
          </p:nvSpPr>
          <p:spPr>
            <a:xfrm>
              <a:off x="4936046" y="5769984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0"/>
                  </a:moveTo>
                  <a:lnTo>
                    <a:pt x="0" y="43891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" name="pl39"/>
            <p:cNvSpPr/>
            <p:nvPr/>
          </p:nvSpPr>
          <p:spPr>
            <a:xfrm>
              <a:off x="5148917" y="5769984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0"/>
                  </a:moveTo>
                  <a:lnTo>
                    <a:pt x="0" y="43891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" name="pl40"/>
            <p:cNvSpPr/>
            <p:nvPr/>
          </p:nvSpPr>
          <p:spPr>
            <a:xfrm>
              <a:off x="5361787" y="5769984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0"/>
                  </a:moveTo>
                  <a:lnTo>
                    <a:pt x="0" y="43891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" name="pl41"/>
            <p:cNvSpPr/>
            <p:nvPr/>
          </p:nvSpPr>
          <p:spPr>
            <a:xfrm>
              <a:off x="5574658" y="5769984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0"/>
                  </a:moveTo>
                  <a:lnTo>
                    <a:pt x="0" y="43891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" name="pl42"/>
            <p:cNvSpPr/>
            <p:nvPr/>
          </p:nvSpPr>
          <p:spPr>
            <a:xfrm>
              <a:off x="5787528" y="5769984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0"/>
                  </a:moveTo>
                  <a:lnTo>
                    <a:pt x="0" y="43891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" name="pl43"/>
            <p:cNvSpPr/>
            <p:nvPr/>
          </p:nvSpPr>
          <p:spPr>
            <a:xfrm>
              <a:off x="4936046" y="5594419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43891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" name="pl44"/>
            <p:cNvSpPr/>
            <p:nvPr/>
          </p:nvSpPr>
          <p:spPr>
            <a:xfrm>
              <a:off x="5148917" y="5594419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43891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" name="pl45"/>
            <p:cNvSpPr/>
            <p:nvPr/>
          </p:nvSpPr>
          <p:spPr>
            <a:xfrm>
              <a:off x="5361787" y="5594419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43891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" name="pl46"/>
            <p:cNvSpPr/>
            <p:nvPr/>
          </p:nvSpPr>
          <p:spPr>
            <a:xfrm>
              <a:off x="5574658" y="5594419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43891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" name="pl47"/>
            <p:cNvSpPr/>
            <p:nvPr/>
          </p:nvSpPr>
          <p:spPr>
            <a:xfrm>
              <a:off x="5787528" y="5594419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43891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" name="tx48"/>
            <p:cNvSpPr/>
            <p:nvPr/>
          </p:nvSpPr>
          <p:spPr>
            <a:xfrm>
              <a:off x="4765132" y="5867312"/>
              <a:ext cx="341828" cy="9615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10,000</a:t>
              </a:r>
            </a:p>
          </p:txBody>
        </p:sp>
        <p:sp>
          <p:nvSpPr>
            <p:cNvPr id="50" name="tx49"/>
            <p:cNvSpPr/>
            <p:nvPr/>
          </p:nvSpPr>
          <p:spPr>
            <a:xfrm>
              <a:off x="4978003" y="5867312"/>
              <a:ext cx="341828" cy="9615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20,000</a:t>
              </a:r>
            </a:p>
          </p:txBody>
        </p:sp>
        <p:sp>
          <p:nvSpPr>
            <p:cNvPr id="51" name="tx50"/>
            <p:cNvSpPr/>
            <p:nvPr/>
          </p:nvSpPr>
          <p:spPr>
            <a:xfrm>
              <a:off x="5190873" y="5867312"/>
              <a:ext cx="341828" cy="9615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30,000</a:t>
              </a:r>
            </a:p>
          </p:txBody>
        </p:sp>
        <p:sp>
          <p:nvSpPr>
            <p:cNvPr id="52" name="tx51"/>
            <p:cNvSpPr/>
            <p:nvPr/>
          </p:nvSpPr>
          <p:spPr>
            <a:xfrm>
              <a:off x="5403744" y="5867312"/>
              <a:ext cx="341828" cy="9615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40,000</a:t>
              </a:r>
            </a:p>
          </p:txBody>
        </p:sp>
        <p:sp>
          <p:nvSpPr>
            <p:cNvPr id="53" name="tx52"/>
            <p:cNvSpPr/>
            <p:nvPr/>
          </p:nvSpPr>
          <p:spPr>
            <a:xfrm>
              <a:off x="5616614" y="5867312"/>
              <a:ext cx="341828" cy="9615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50,000</a:t>
              </a:r>
            </a:p>
          </p:txBody>
        </p:sp>
        <p:sp>
          <p:nvSpPr>
            <p:cNvPr id="54" name="tx53"/>
            <p:cNvSpPr/>
            <p:nvPr/>
          </p:nvSpPr>
          <p:spPr>
            <a:xfrm>
              <a:off x="1822533" y="1624545"/>
              <a:ext cx="5533727" cy="19069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600"/>
                </a:lnSpc>
              </a:pPr>
              <a:r>
                <a:rPr sz="160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Employees in Smaller Companies with 50-200 Employees</a:t>
              </a: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1143000"/>
          </a:xfrm>
        </p:spPr>
        <p:txBody>
          <a:bodyPr>
            <a:normAutofit fontScale="90000"/>
          </a:bodyPr>
          <a:lstStyle/>
          <a:p>
            <a:r>
              <a:t>Employees in Companies with 201-500 Employees</a:t>
            </a:r>
          </a:p>
        </p:txBody>
      </p:sp>
      <p:grpSp>
        <p:nvGrpSpPr>
          <p:cNvPr id="3" name="Content Placeholder 2"/>
          <p:cNvGrpSpPr/>
          <p:nvPr/>
        </p:nvGrpSpPr>
        <p:grpSpPr>
          <a:xfrm>
            <a:off x="1981200" y="1600201"/>
            <a:ext cx="8229600" cy="4525963"/>
            <a:chOff x="457200" y="1600200"/>
            <a:chExt cx="8229600" cy="4525963"/>
          </a:xfrm>
        </p:grpSpPr>
        <p:sp>
          <p:nvSpPr>
            <p:cNvPr id="4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" name="pg4"/>
            <p:cNvSpPr/>
            <p:nvPr/>
          </p:nvSpPr>
          <p:spPr>
            <a:xfrm>
              <a:off x="3872291" y="4223939"/>
              <a:ext cx="241881" cy="392976"/>
            </a:xfrm>
            <a:custGeom>
              <a:avLst/>
              <a:gdLst/>
              <a:ahLst/>
              <a:cxnLst/>
              <a:rect l="0" t="0" r="0" b="0"/>
              <a:pathLst>
                <a:path w="241881" h="392976">
                  <a:moveTo>
                    <a:pt x="125207" y="11964"/>
                  </a:moveTo>
                  <a:lnTo>
                    <a:pt x="182125" y="0"/>
                  </a:lnTo>
                  <a:lnTo>
                    <a:pt x="196350" y="55803"/>
                  </a:lnTo>
                  <a:lnTo>
                    <a:pt x="182125" y="71730"/>
                  </a:lnTo>
                  <a:lnTo>
                    <a:pt x="207732" y="123459"/>
                  </a:lnTo>
                  <a:lnTo>
                    <a:pt x="207732" y="187036"/>
                  </a:lnTo>
                  <a:lnTo>
                    <a:pt x="241881" y="202914"/>
                  </a:lnTo>
                  <a:lnTo>
                    <a:pt x="233344" y="238619"/>
                  </a:lnTo>
                  <a:lnTo>
                    <a:pt x="241881" y="242584"/>
                  </a:lnTo>
                  <a:lnTo>
                    <a:pt x="224807" y="313892"/>
                  </a:lnTo>
                  <a:lnTo>
                    <a:pt x="224807" y="325762"/>
                  </a:lnTo>
                  <a:lnTo>
                    <a:pt x="219115" y="341587"/>
                  </a:lnTo>
                  <a:lnTo>
                    <a:pt x="224807" y="353452"/>
                  </a:lnTo>
                  <a:lnTo>
                    <a:pt x="202041" y="381122"/>
                  </a:lnTo>
                  <a:lnTo>
                    <a:pt x="196350" y="377171"/>
                  </a:lnTo>
                  <a:lnTo>
                    <a:pt x="184967" y="392976"/>
                  </a:lnTo>
                  <a:lnTo>
                    <a:pt x="139439" y="369266"/>
                  </a:lnTo>
                  <a:lnTo>
                    <a:pt x="136594" y="361359"/>
                  </a:lnTo>
                  <a:lnTo>
                    <a:pt x="85367" y="305972"/>
                  </a:lnTo>
                  <a:lnTo>
                    <a:pt x="54068" y="337631"/>
                  </a:lnTo>
                  <a:lnTo>
                    <a:pt x="45531" y="329719"/>
                  </a:lnTo>
                  <a:lnTo>
                    <a:pt x="34148" y="341587"/>
                  </a:lnTo>
                  <a:lnTo>
                    <a:pt x="17074" y="325762"/>
                  </a:lnTo>
                  <a:lnTo>
                    <a:pt x="11382" y="325762"/>
                  </a:lnTo>
                  <a:lnTo>
                    <a:pt x="2845" y="305972"/>
                  </a:lnTo>
                  <a:lnTo>
                    <a:pt x="0" y="286173"/>
                  </a:lnTo>
                  <a:lnTo>
                    <a:pt x="25611" y="251833"/>
                  </a:lnTo>
                  <a:lnTo>
                    <a:pt x="51222" y="217463"/>
                  </a:lnTo>
                  <a:lnTo>
                    <a:pt x="76834" y="183065"/>
                  </a:lnTo>
                  <a:lnTo>
                    <a:pt x="82521" y="183065"/>
                  </a:lnTo>
                  <a:lnTo>
                    <a:pt x="95327" y="135387"/>
                  </a:lnTo>
                  <a:lnTo>
                    <a:pt x="108133" y="87654"/>
                  </a:lnTo>
                  <a:lnTo>
                    <a:pt x="102441" y="51820"/>
                  </a:lnTo>
                  <a:lnTo>
                    <a:pt x="108133" y="47836"/>
                  </a:lnTo>
                  <a:lnTo>
                    <a:pt x="108133" y="31897"/>
                  </a:lnTo>
                  <a:close/>
                </a:path>
              </a:pathLst>
            </a:custGeom>
            <a:solidFill>
              <a:srgbClr val="9AB4D8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" name="pg5"/>
            <p:cNvSpPr/>
            <p:nvPr/>
          </p:nvSpPr>
          <p:spPr>
            <a:xfrm>
              <a:off x="4097099" y="2089798"/>
              <a:ext cx="1126881" cy="1365026"/>
            </a:xfrm>
            <a:custGeom>
              <a:avLst/>
              <a:gdLst/>
              <a:ahLst/>
              <a:cxnLst/>
              <a:rect l="0" t="0" r="0" b="0"/>
              <a:pathLst>
                <a:path w="1126881" h="1365026">
                  <a:moveTo>
                    <a:pt x="998828" y="1328418"/>
                  </a:moveTo>
                  <a:lnTo>
                    <a:pt x="956143" y="1335200"/>
                  </a:lnTo>
                  <a:lnTo>
                    <a:pt x="913457" y="1341980"/>
                  </a:lnTo>
                  <a:lnTo>
                    <a:pt x="870771" y="1348760"/>
                  </a:lnTo>
                  <a:lnTo>
                    <a:pt x="870771" y="1356894"/>
                  </a:lnTo>
                  <a:lnTo>
                    <a:pt x="811015" y="1365026"/>
                  </a:lnTo>
                  <a:lnTo>
                    <a:pt x="796783" y="1356894"/>
                  </a:lnTo>
                  <a:lnTo>
                    <a:pt x="796783" y="1315530"/>
                  </a:lnTo>
                  <a:lnTo>
                    <a:pt x="796783" y="1274122"/>
                  </a:lnTo>
                  <a:lnTo>
                    <a:pt x="796783" y="1232672"/>
                  </a:lnTo>
                  <a:lnTo>
                    <a:pt x="796783" y="1191178"/>
                  </a:lnTo>
                  <a:lnTo>
                    <a:pt x="796783" y="1149641"/>
                  </a:lnTo>
                  <a:lnTo>
                    <a:pt x="796783" y="1108060"/>
                  </a:lnTo>
                  <a:lnTo>
                    <a:pt x="796783" y="1099878"/>
                  </a:lnTo>
                  <a:lnTo>
                    <a:pt x="796783" y="1056001"/>
                  </a:lnTo>
                  <a:lnTo>
                    <a:pt x="796783" y="1012076"/>
                  </a:lnTo>
                  <a:lnTo>
                    <a:pt x="796783" y="968101"/>
                  </a:lnTo>
                  <a:lnTo>
                    <a:pt x="796783" y="924078"/>
                  </a:lnTo>
                  <a:lnTo>
                    <a:pt x="796783" y="880006"/>
                  </a:lnTo>
                  <a:lnTo>
                    <a:pt x="796783" y="835884"/>
                  </a:lnTo>
                  <a:lnTo>
                    <a:pt x="796783" y="791713"/>
                  </a:lnTo>
                  <a:lnTo>
                    <a:pt x="754099" y="790338"/>
                  </a:lnTo>
                  <a:lnTo>
                    <a:pt x="711414" y="788962"/>
                  </a:lnTo>
                  <a:lnTo>
                    <a:pt x="668730" y="787587"/>
                  </a:lnTo>
                  <a:lnTo>
                    <a:pt x="663038" y="783459"/>
                  </a:lnTo>
                  <a:lnTo>
                    <a:pt x="603279" y="783459"/>
                  </a:lnTo>
                  <a:lnTo>
                    <a:pt x="599484" y="740803"/>
                  </a:lnTo>
                  <a:lnTo>
                    <a:pt x="595690" y="698101"/>
                  </a:lnTo>
                  <a:lnTo>
                    <a:pt x="591896" y="655352"/>
                  </a:lnTo>
                  <a:lnTo>
                    <a:pt x="548073" y="655766"/>
                  </a:lnTo>
                  <a:lnTo>
                    <a:pt x="504249" y="656180"/>
                  </a:lnTo>
                  <a:lnTo>
                    <a:pt x="460426" y="656594"/>
                  </a:lnTo>
                  <a:lnTo>
                    <a:pt x="416603" y="657008"/>
                  </a:lnTo>
                  <a:lnTo>
                    <a:pt x="372780" y="657422"/>
                  </a:lnTo>
                  <a:lnTo>
                    <a:pt x="328957" y="657836"/>
                  </a:lnTo>
                  <a:lnTo>
                    <a:pt x="285134" y="658250"/>
                  </a:lnTo>
                  <a:lnTo>
                    <a:pt x="241310" y="658664"/>
                  </a:lnTo>
                  <a:lnTo>
                    <a:pt x="197487" y="659077"/>
                  </a:lnTo>
                  <a:lnTo>
                    <a:pt x="153664" y="659491"/>
                  </a:lnTo>
                  <a:lnTo>
                    <a:pt x="102443" y="659491"/>
                  </a:lnTo>
                  <a:lnTo>
                    <a:pt x="51221" y="659491"/>
                  </a:lnTo>
                  <a:lnTo>
                    <a:pt x="0" y="659491"/>
                  </a:lnTo>
                  <a:lnTo>
                    <a:pt x="2845" y="622223"/>
                  </a:lnTo>
                  <a:lnTo>
                    <a:pt x="19916" y="551730"/>
                  </a:lnTo>
                  <a:lnTo>
                    <a:pt x="44104" y="515744"/>
                  </a:lnTo>
                  <a:lnTo>
                    <a:pt x="68293" y="479725"/>
                  </a:lnTo>
                  <a:lnTo>
                    <a:pt x="92481" y="443672"/>
                  </a:lnTo>
                  <a:lnTo>
                    <a:pt x="116670" y="407586"/>
                  </a:lnTo>
                  <a:lnTo>
                    <a:pt x="140858" y="371467"/>
                  </a:lnTo>
                  <a:lnTo>
                    <a:pt x="165047" y="335314"/>
                  </a:lnTo>
                  <a:lnTo>
                    <a:pt x="194215" y="292514"/>
                  </a:lnTo>
                  <a:lnTo>
                    <a:pt x="223384" y="249666"/>
                  </a:lnTo>
                  <a:lnTo>
                    <a:pt x="252552" y="206771"/>
                  </a:lnTo>
                  <a:lnTo>
                    <a:pt x="281721" y="163829"/>
                  </a:lnTo>
                  <a:lnTo>
                    <a:pt x="313971" y="117690"/>
                  </a:lnTo>
                  <a:lnTo>
                    <a:pt x="346221" y="71496"/>
                  </a:lnTo>
                  <a:lnTo>
                    <a:pt x="378471" y="25247"/>
                  </a:lnTo>
                  <a:lnTo>
                    <a:pt x="392700" y="8415"/>
                  </a:lnTo>
                  <a:lnTo>
                    <a:pt x="406932" y="0"/>
                  </a:lnTo>
                  <a:lnTo>
                    <a:pt x="424003" y="0"/>
                  </a:lnTo>
                  <a:lnTo>
                    <a:pt x="441077" y="8415"/>
                  </a:lnTo>
                  <a:lnTo>
                    <a:pt x="472380" y="16832"/>
                  </a:lnTo>
                  <a:lnTo>
                    <a:pt x="486608" y="16832"/>
                  </a:lnTo>
                  <a:lnTo>
                    <a:pt x="489450" y="29456"/>
                  </a:lnTo>
                  <a:lnTo>
                    <a:pt x="480917" y="100899"/>
                  </a:lnTo>
                  <a:lnTo>
                    <a:pt x="486608" y="151251"/>
                  </a:lnTo>
                  <a:lnTo>
                    <a:pt x="509374" y="172209"/>
                  </a:lnTo>
                  <a:lnTo>
                    <a:pt x="552056" y="197347"/>
                  </a:lnTo>
                  <a:lnTo>
                    <a:pt x="577667" y="193159"/>
                  </a:lnTo>
                  <a:lnTo>
                    <a:pt x="628890" y="163829"/>
                  </a:lnTo>
                  <a:lnTo>
                    <a:pt x="671576" y="151251"/>
                  </a:lnTo>
                  <a:lnTo>
                    <a:pt x="697187" y="151251"/>
                  </a:lnTo>
                  <a:lnTo>
                    <a:pt x="722798" y="126080"/>
                  </a:lnTo>
                  <a:lnTo>
                    <a:pt x="748410" y="117690"/>
                  </a:lnTo>
                  <a:lnTo>
                    <a:pt x="805320" y="126080"/>
                  </a:lnTo>
                  <a:lnTo>
                    <a:pt x="813861" y="121884"/>
                  </a:lnTo>
                  <a:lnTo>
                    <a:pt x="816703" y="84100"/>
                  </a:lnTo>
                  <a:lnTo>
                    <a:pt x="822394" y="79899"/>
                  </a:lnTo>
                  <a:lnTo>
                    <a:pt x="873617" y="71496"/>
                  </a:lnTo>
                  <a:lnTo>
                    <a:pt x="910611" y="79899"/>
                  </a:lnTo>
                  <a:lnTo>
                    <a:pt x="930531" y="96700"/>
                  </a:lnTo>
                  <a:lnTo>
                    <a:pt x="970369" y="134473"/>
                  </a:lnTo>
                  <a:lnTo>
                    <a:pt x="1010207" y="172209"/>
                  </a:lnTo>
                  <a:lnTo>
                    <a:pt x="1038668" y="201535"/>
                  </a:lnTo>
                  <a:lnTo>
                    <a:pt x="1061434" y="243392"/>
                  </a:lnTo>
                  <a:lnTo>
                    <a:pt x="1072813" y="255940"/>
                  </a:lnTo>
                  <a:lnTo>
                    <a:pt x="1095579" y="276844"/>
                  </a:lnTo>
                  <a:lnTo>
                    <a:pt x="1112653" y="297737"/>
                  </a:lnTo>
                  <a:lnTo>
                    <a:pt x="1121190" y="335314"/>
                  </a:lnTo>
                  <a:lnTo>
                    <a:pt x="1121664" y="378416"/>
                  </a:lnTo>
                  <a:lnTo>
                    <a:pt x="1122139" y="421470"/>
                  </a:lnTo>
                  <a:lnTo>
                    <a:pt x="1122613" y="464476"/>
                  </a:lnTo>
                  <a:lnTo>
                    <a:pt x="1123087" y="507435"/>
                  </a:lnTo>
                  <a:lnTo>
                    <a:pt x="1123561" y="550347"/>
                  </a:lnTo>
                  <a:lnTo>
                    <a:pt x="1124036" y="593212"/>
                  </a:lnTo>
                  <a:lnTo>
                    <a:pt x="1123680" y="636202"/>
                  </a:lnTo>
                  <a:lnTo>
                    <a:pt x="1123324" y="679145"/>
                  </a:lnTo>
                  <a:lnTo>
                    <a:pt x="1122969" y="722041"/>
                  </a:lnTo>
                  <a:lnTo>
                    <a:pt x="1122613" y="764891"/>
                  </a:lnTo>
                  <a:lnTo>
                    <a:pt x="1122257" y="807693"/>
                  </a:lnTo>
                  <a:lnTo>
                    <a:pt x="1121901" y="850449"/>
                  </a:lnTo>
                  <a:lnTo>
                    <a:pt x="1121546" y="893159"/>
                  </a:lnTo>
                  <a:lnTo>
                    <a:pt x="1121190" y="935822"/>
                  </a:lnTo>
                  <a:lnTo>
                    <a:pt x="1123087" y="987846"/>
                  </a:lnTo>
                  <a:lnTo>
                    <a:pt x="1124984" y="1039801"/>
                  </a:lnTo>
                  <a:lnTo>
                    <a:pt x="1126881" y="1091688"/>
                  </a:lnTo>
                  <a:lnTo>
                    <a:pt x="1126881" y="1112155"/>
                  </a:lnTo>
                  <a:lnTo>
                    <a:pt x="1121190" y="1132608"/>
                  </a:lnTo>
                  <a:lnTo>
                    <a:pt x="1112653" y="1153048"/>
                  </a:lnTo>
                  <a:lnTo>
                    <a:pt x="1112653" y="1169394"/>
                  </a:lnTo>
                  <a:lnTo>
                    <a:pt x="1124036" y="1181649"/>
                  </a:lnTo>
                  <a:lnTo>
                    <a:pt x="1126881" y="1189818"/>
                  </a:lnTo>
                  <a:lnTo>
                    <a:pt x="1112653" y="1206149"/>
                  </a:lnTo>
                  <a:lnTo>
                    <a:pt x="1104116" y="1251023"/>
                  </a:lnTo>
                  <a:lnTo>
                    <a:pt x="1106961" y="1275482"/>
                  </a:lnTo>
                  <a:lnTo>
                    <a:pt x="1118344" y="1291779"/>
                  </a:lnTo>
                  <a:lnTo>
                    <a:pt x="1078506" y="1303995"/>
                  </a:lnTo>
                  <a:lnTo>
                    <a:pt x="1038667" y="1316208"/>
                  </a:lnTo>
                  <a:close/>
                </a:path>
              </a:pathLst>
            </a:custGeom>
            <a:solidFill>
              <a:srgbClr val="A0BFDC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" name="pg6"/>
            <p:cNvSpPr/>
            <p:nvPr/>
          </p:nvSpPr>
          <p:spPr>
            <a:xfrm>
              <a:off x="3681633" y="4438756"/>
              <a:ext cx="503679" cy="434137"/>
            </a:xfrm>
            <a:custGeom>
              <a:avLst/>
              <a:gdLst/>
              <a:ahLst/>
              <a:cxnLst/>
              <a:rect l="0" t="0" r="0" b="0"/>
              <a:pathLst>
                <a:path w="503679" h="434137">
                  <a:moveTo>
                    <a:pt x="415465" y="138635"/>
                  </a:moveTo>
                  <a:lnTo>
                    <a:pt x="424003" y="150496"/>
                  </a:lnTo>
                  <a:lnTo>
                    <a:pt x="435382" y="158399"/>
                  </a:lnTo>
                  <a:lnTo>
                    <a:pt x="449614" y="166305"/>
                  </a:lnTo>
                  <a:lnTo>
                    <a:pt x="466688" y="170254"/>
                  </a:lnTo>
                  <a:lnTo>
                    <a:pt x="475225" y="170254"/>
                  </a:lnTo>
                  <a:lnTo>
                    <a:pt x="486608" y="158399"/>
                  </a:lnTo>
                  <a:lnTo>
                    <a:pt x="492300" y="146542"/>
                  </a:lnTo>
                  <a:lnTo>
                    <a:pt x="500833" y="150496"/>
                  </a:lnTo>
                  <a:lnTo>
                    <a:pt x="503679" y="154449"/>
                  </a:lnTo>
                  <a:lnTo>
                    <a:pt x="492300" y="182109"/>
                  </a:lnTo>
                  <a:lnTo>
                    <a:pt x="480913" y="217642"/>
                  </a:lnTo>
                  <a:lnTo>
                    <a:pt x="466688" y="221588"/>
                  </a:lnTo>
                  <a:lnTo>
                    <a:pt x="443923" y="245259"/>
                  </a:lnTo>
                  <a:lnTo>
                    <a:pt x="441077" y="225537"/>
                  </a:lnTo>
                  <a:lnTo>
                    <a:pt x="435382" y="221588"/>
                  </a:lnTo>
                  <a:lnTo>
                    <a:pt x="421157" y="225537"/>
                  </a:lnTo>
                  <a:lnTo>
                    <a:pt x="395546" y="249203"/>
                  </a:lnTo>
                  <a:lnTo>
                    <a:pt x="369934" y="257090"/>
                  </a:lnTo>
                  <a:lnTo>
                    <a:pt x="350018" y="276800"/>
                  </a:lnTo>
                  <a:lnTo>
                    <a:pt x="330098" y="284681"/>
                  </a:lnTo>
                  <a:lnTo>
                    <a:pt x="324403" y="296500"/>
                  </a:lnTo>
                  <a:lnTo>
                    <a:pt x="321557" y="308316"/>
                  </a:lnTo>
                  <a:lnTo>
                    <a:pt x="304487" y="320128"/>
                  </a:lnTo>
                  <a:lnTo>
                    <a:pt x="298791" y="339808"/>
                  </a:lnTo>
                  <a:lnTo>
                    <a:pt x="290258" y="355542"/>
                  </a:lnTo>
                  <a:lnTo>
                    <a:pt x="307332" y="375205"/>
                  </a:lnTo>
                  <a:lnTo>
                    <a:pt x="321557" y="402717"/>
                  </a:lnTo>
                  <a:lnTo>
                    <a:pt x="315866" y="418430"/>
                  </a:lnTo>
                  <a:lnTo>
                    <a:pt x="298791" y="426284"/>
                  </a:lnTo>
                  <a:lnTo>
                    <a:pt x="270338" y="430211"/>
                  </a:lnTo>
                  <a:lnTo>
                    <a:pt x="253260" y="434137"/>
                  </a:lnTo>
                  <a:lnTo>
                    <a:pt x="213424" y="410577"/>
                  </a:lnTo>
                  <a:lnTo>
                    <a:pt x="204887" y="394861"/>
                  </a:lnTo>
                  <a:lnTo>
                    <a:pt x="190658" y="383067"/>
                  </a:lnTo>
                  <a:lnTo>
                    <a:pt x="204887" y="363411"/>
                  </a:lnTo>
                  <a:lnTo>
                    <a:pt x="156510" y="312251"/>
                  </a:lnTo>
                  <a:lnTo>
                    <a:pt x="142281" y="327998"/>
                  </a:lnTo>
                  <a:lnTo>
                    <a:pt x="133744" y="324065"/>
                  </a:lnTo>
                  <a:lnTo>
                    <a:pt x="128056" y="335873"/>
                  </a:lnTo>
                  <a:lnTo>
                    <a:pt x="108133" y="316191"/>
                  </a:lnTo>
                  <a:lnTo>
                    <a:pt x="110978" y="304378"/>
                  </a:lnTo>
                  <a:lnTo>
                    <a:pt x="110978" y="276800"/>
                  </a:lnTo>
                  <a:lnTo>
                    <a:pt x="102445" y="264975"/>
                  </a:lnTo>
                  <a:lnTo>
                    <a:pt x="91058" y="257090"/>
                  </a:lnTo>
                  <a:lnTo>
                    <a:pt x="76830" y="257090"/>
                  </a:lnTo>
                  <a:lnTo>
                    <a:pt x="65451" y="257090"/>
                  </a:lnTo>
                  <a:lnTo>
                    <a:pt x="48373" y="257090"/>
                  </a:lnTo>
                  <a:lnTo>
                    <a:pt x="42685" y="257090"/>
                  </a:lnTo>
                  <a:lnTo>
                    <a:pt x="34148" y="229480"/>
                  </a:lnTo>
                  <a:lnTo>
                    <a:pt x="36994" y="217642"/>
                  </a:lnTo>
                  <a:lnTo>
                    <a:pt x="36994" y="205800"/>
                  </a:lnTo>
                  <a:lnTo>
                    <a:pt x="65451" y="190006"/>
                  </a:lnTo>
                  <a:lnTo>
                    <a:pt x="54064" y="178159"/>
                  </a:lnTo>
                  <a:lnTo>
                    <a:pt x="71138" y="150496"/>
                  </a:lnTo>
                  <a:lnTo>
                    <a:pt x="68293" y="146542"/>
                  </a:lnTo>
                  <a:lnTo>
                    <a:pt x="76830" y="138635"/>
                  </a:lnTo>
                  <a:lnTo>
                    <a:pt x="36994" y="91155"/>
                  </a:lnTo>
                  <a:lnTo>
                    <a:pt x="5687" y="79277"/>
                  </a:lnTo>
                  <a:lnTo>
                    <a:pt x="5687" y="71356"/>
                  </a:lnTo>
                  <a:lnTo>
                    <a:pt x="0" y="63434"/>
                  </a:lnTo>
                  <a:lnTo>
                    <a:pt x="5687" y="59472"/>
                  </a:lnTo>
                  <a:lnTo>
                    <a:pt x="22765" y="59472"/>
                  </a:lnTo>
                  <a:lnTo>
                    <a:pt x="85371" y="19836"/>
                  </a:lnTo>
                  <a:lnTo>
                    <a:pt x="88213" y="19836"/>
                  </a:lnTo>
                  <a:lnTo>
                    <a:pt x="122361" y="0"/>
                  </a:lnTo>
                  <a:lnTo>
                    <a:pt x="128056" y="7937"/>
                  </a:lnTo>
                  <a:lnTo>
                    <a:pt x="136590" y="3970"/>
                  </a:lnTo>
                  <a:lnTo>
                    <a:pt x="145127" y="7937"/>
                  </a:lnTo>
                  <a:lnTo>
                    <a:pt x="156510" y="7937"/>
                  </a:lnTo>
                  <a:lnTo>
                    <a:pt x="179275" y="35696"/>
                  </a:lnTo>
                  <a:lnTo>
                    <a:pt x="190658" y="71356"/>
                  </a:lnTo>
                  <a:lnTo>
                    <a:pt x="193504" y="91155"/>
                  </a:lnTo>
                  <a:lnTo>
                    <a:pt x="202041" y="110945"/>
                  </a:lnTo>
                  <a:lnTo>
                    <a:pt x="207732" y="110945"/>
                  </a:lnTo>
                  <a:lnTo>
                    <a:pt x="224807" y="126770"/>
                  </a:lnTo>
                  <a:lnTo>
                    <a:pt x="236190" y="114902"/>
                  </a:lnTo>
                  <a:lnTo>
                    <a:pt x="244727" y="122814"/>
                  </a:lnTo>
                  <a:lnTo>
                    <a:pt x="276026" y="91155"/>
                  </a:lnTo>
                  <a:lnTo>
                    <a:pt x="327252" y="146542"/>
                  </a:lnTo>
                  <a:lnTo>
                    <a:pt x="330098" y="154449"/>
                  </a:lnTo>
                  <a:lnTo>
                    <a:pt x="375626" y="178159"/>
                  </a:lnTo>
                  <a:lnTo>
                    <a:pt x="387008" y="162354"/>
                  </a:lnTo>
                  <a:lnTo>
                    <a:pt x="392700" y="166305"/>
                  </a:lnTo>
                  <a:close/>
                </a:path>
              </a:pathLst>
            </a:custGeom>
            <a:solidFill>
              <a:srgbClr val="00008B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" name="pg7"/>
            <p:cNvSpPr/>
            <p:nvPr/>
          </p:nvSpPr>
          <p:spPr>
            <a:xfrm>
              <a:off x="3695861" y="3393795"/>
              <a:ext cx="452460" cy="842108"/>
            </a:xfrm>
            <a:custGeom>
              <a:avLst/>
              <a:gdLst/>
              <a:ahLst/>
              <a:cxnLst/>
              <a:rect l="0" t="0" r="0" b="0"/>
              <a:pathLst>
                <a:path w="452460" h="842108">
                  <a:moveTo>
                    <a:pt x="358555" y="830144"/>
                  </a:moveTo>
                  <a:lnTo>
                    <a:pt x="301637" y="842108"/>
                  </a:lnTo>
                  <a:lnTo>
                    <a:pt x="284563" y="802213"/>
                  </a:lnTo>
                  <a:lnTo>
                    <a:pt x="278871" y="802213"/>
                  </a:lnTo>
                  <a:lnTo>
                    <a:pt x="267492" y="786247"/>
                  </a:lnTo>
                  <a:lnTo>
                    <a:pt x="264643" y="786247"/>
                  </a:lnTo>
                  <a:lnTo>
                    <a:pt x="276030" y="770272"/>
                  </a:lnTo>
                  <a:lnTo>
                    <a:pt x="232395" y="760950"/>
                  </a:lnTo>
                  <a:lnTo>
                    <a:pt x="188761" y="751626"/>
                  </a:lnTo>
                  <a:lnTo>
                    <a:pt x="145127" y="742300"/>
                  </a:lnTo>
                  <a:lnTo>
                    <a:pt x="153664" y="726307"/>
                  </a:lnTo>
                  <a:lnTo>
                    <a:pt x="130898" y="674288"/>
                  </a:lnTo>
                  <a:lnTo>
                    <a:pt x="108133" y="622201"/>
                  </a:lnTo>
                  <a:lnTo>
                    <a:pt x="39836" y="650256"/>
                  </a:lnTo>
                  <a:lnTo>
                    <a:pt x="38413" y="604155"/>
                  </a:lnTo>
                  <a:lnTo>
                    <a:pt x="36990" y="558002"/>
                  </a:lnTo>
                  <a:lnTo>
                    <a:pt x="31302" y="525867"/>
                  </a:lnTo>
                  <a:lnTo>
                    <a:pt x="22765" y="525867"/>
                  </a:lnTo>
                  <a:lnTo>
                    <a:pt x="11382" y="469567"/>
                  </a:lnTo>
                  <a:lnTo>
                    <a:pt x="11382" y="461514"/>
                  </a:lnTo>
                  <a:lnTo>
                    <a:pt x="17070" y="453466"/>
                  </a:lnTo>
                  <a:lnTo>
                    <a:pt x="31302" y="449440"/>
                  </a:lnTo>
                  <a:lnTo>
                    <a:pt x="23477" y="408147"/>
                  </a:lnTo>
                  <a:lnTo>
                    <a:pt x="15651" y="366812"/>
                  </a:lnTo>
                  <a:lnTo>
                    <a:pt x="7825" y="325435"/>
                  </a:lnTo>
                  <a:lnTo>
                    <a:pt x="0" y="284014"/>
                  </a:lnTo>
                  <a:lnTo>
                    <a:pt x="5691" y="275930"/>
                  </a:lnTo>
                  <a:lnTo>
                    <a:pt x="8537" y="235471"/>
                  </a:lnTo>
                  <a:lnTo>
                    <a:pt x="11382" y="186865"/>
                  </a:lnTo>
                  <a:lnTo>
                    <a:pt x="14224" y="174705"/>
                  </a:lnTo>
                  <a:lnTo>
                    <a:pt x="22765" y="166595"/>
                  </a:lnTo>
                  <a:lnTo>
                    <a:pt x="39836" y="174705"/>
                  </a:lnTo>
                  <a:lnTo>
                    <a:pt x="88216" y="190918"/>
                  </a:lnTo>
                  <a:lnTo>
                    <a:pt x="99596" y="186865"/>
                  </a:lnTo>
                  <a:lnTo>
                    <a:pt x="105287" y="178761"/>
                  </a:lnTo>
                  <a:lnTo>
                    <a:pt x="99596" y="174705"/>
                  </a:lnTo>
                  <a:lnTo>
                    <a:pt x="71142" y="134145"/>
                  </a:lnTo>
                  <a:lnTo>
                    <a:pt x="59756" y="101666"/>
                  </a:lnTo>
                  <a:lnTo>
                    <a:pt x="62601" y="85416"/>
                  </a:lnTo>
                  <a:lnTo>
                    <a:pt x="73984" y="69160"/>
                  </a:lnTo>
                  <a:lnTo>
                    <a:pt x="99596" y="36629"/>
                  </a:lnTo>
                  <a:lnTo>
                    <a:pt x="125207" y="4071"/>
                  </a:lnTo>
                  <a:lnTo>
                    <a:pt x="139435" y="0"/>
                  </a:lnTo>
                  <a:lnTo>
                    <a:pt x="152241" y="50865"/>
                  </a:lnTo>
                  <a:lnTo>
                    <a:pt x="165047" y="101666"/>
                  </a:lnTo>
                  <a:lnTo>
                    <a:pt x="162201" y="109785"/>
                  </a:lnTo>
                  <a:lnTo>
                    <a:pt x="170738" y="150372"/>
                  </a:lnTo>
                  <a:lnTo>
                    <a:pt x="179275" y="190917"/>
                  </a:lnTo>
                  <a:lnTo>
                    <a:pt x="187813" y="231421"/>
                  </a:lnTo>
                  <a:lnTo>
                    <a:pt x="196350" y="271884"/>
                  </a:lnTo>
                  <a:lnTo>
                    <a:pt x="204887" y="312307"/>
                  </a:lnTo>
                  <a:lnTo>
                    <a:pt x="213424" y="352688"/>
                  </a:lnTo>
                  <a:lnTo>
                    <a:pt x="230498" y="352688"/>
                  </a:lnTo>
                  <a:lnTo>
                    <a:pt x="230498" y="344615"/>
                  </a:lnTo>
                  <a:lnTo>
                    <a:pt x="267492" y="336540"/>
                  </a:lnTo>
                  <a:lnTo>
                    <a:pt x="278871" y="380931"/>
                  </a:lnTo>
                  <a:lnTo>
                    <a:pt x="335789" y="376898"/>
                  </a:lnTo>
                  <a:lnTo>
                    <a:pt x="343378" y="418557"/>
                  </a:lnTo>
                  <a:lnTo>
                    <a:pt x="350967" y="460174"/>
                  </a:lnTo>
                  <a:lnTo>
                    <a:pt x="358555" y="501747"/>
                  </a:lnTo>
                  <a:lnTo>
                    <a:pt x="344323" y="505768"/>
                  </a:lnTo>
                  <a:lnTo>
                    <a:pt x="344323" y="533904"/>
                  </a:lnTo>
                  <a:lnTo>
                    <a:pt x="341477" y="533904"/>
                  </a:lnTo>
                  <a:lnTo>
                    <a:pt x="341477" y="541939"/>
                  </a:lnTo>
                  <a:lnTo>
                    <a:pt x="347168" y="541939"/>
                  </a:lnTo>
                  <a:lnTo>
                    <a:pt x="350014" y="562020"/>
                  </a:lnTo>
                  <a:lnTo>
                    <a:pt x="395546" y="558002"/>
                  </a:lnTo>
                  <a:lnTo>
                    <a:pt x="398391" y="582091"/>
                  </a:lnTo>
                  <a:lnTo>
                    <a:pt x="395546" y="582091"/>
                  </a:lnTo>
                  <a:lnTo>
                    <a:pt x="398391" y="594129"/>
                  </a:lnTo>
                  <a:lnTo>
                    <a:pt x="406928" y="594129"/>
                  </a:lnTo>
                  <a:lnTo>
                    <a:pt x="415465" y="630219"/>
                  </a:lnTo>
                  <a:lnTo>
                    <a:pt x="406928" y="634227"/>
                  </a:lnTo>
                  <a:lnTo>
                    <a:pt x="421153" y="686298"/>
                  </a:lnTo>
                  <a:lnTo>
                    <a:pt x="432540" y="686298"/>
                  </a:lnTo>
                  <a:lnTo>
                    <a:pt x="452460" y="742300"/>
                  </a:lnTo>
                  <a:lnTo>
                    <a:pt x="452460" y="758286"/>
                  </a:lnTo>
                  <a:lnTo>
                    <a:pt x="432540" y="762279"/>
                  </a:lnTo>
                  <a:lnTo>
                    <a:pt x="404083" y="758286"/>
                  </a:lnTo>
                  <a:lnTo>
                    <a:pt x="384163" y="782254"/>
                  </a:lnTo>
                  <a:lnTo>
                    <a:pt x="378471" y="790237"/>
                  </a:lnTo>
                  <a:lnTo>
                    <a:pt x="378471" y="798224"/>
                  </a:lnTo>
                  <a:lnTo>
                    <a:pt x="395546" y="806204"/>
                  </a:lnTo>
                  <a:lnTo>
                    <a:pt x="392700" y="826155"/>
                  </a:lnTo>
                  <a:close/>
                </a:path>
              </a:pathLst>
            </a:custGeom>
            <a:solidFill>
              <a:srgbClr val="ADD8E6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" name="pg8"/>
            <p:cNvSpPr/>
            <p:nvPr/>
          </p:nvSpPr>
          <p:spPr>
            <a:xfrm>
              <a:off x="4683307" y="3681852"/>
              <a:ext cx="429694" cy="701320"/>
            </a:xfrm>
            <a:custGeom>
              <a:avLst/>
              <a:gdLst/>
              <a:ahLst/>
              <a:cxnLst/>
              <a:rect l="0" t="0" r="0" b="0"/>
              <a:pathLst>
                <a:path w="429694" h="701320">
                  <a:moveTo>
                    <a:pt x="14224" y="398240"/>
                  </a:moveTo>
                  <a:lnTo>
                    <a:pt x="42681" y="398240"/>
                  </a:lnTo>
                  <a:lnTo>
                    <a:pt x="42681" y="414249"/>
                  </a:lnTo>
                  <a:lnTo>
                    <a:pt x="56910" y="414249"/>
                  </a:lnTo>
                  <a:lnTo>
                    <a:pt x="62601" y="390234"/>
                  </a:lnTo>
                  <a:lnTo>
                    <a:pt x="85367" y="374216"/>
                  </a:lnTo>
                  <a:lnTo>
                    <a:pt x="108129" y="382225"/>
                  </a:lnTo>
                  <a:lnTo>
                    <a:pt x="122361" y="354187"/>
                  </a:lnTo>
                  <a:lnTo>
                    <a:pt x="199192" y="342161"/>
                  </a:lnTo>
                  <a:lnTo>
                    <a:pt x="193501" y="294032"/>
                  </a:lnTo>
                  <a:lnTo>
                    <a:pt x="187811" y="245845"/>
                  </a:lnTo>
                  <a:lnTo>
                    <a:pt x="182121" y="197601"/>
                  </a:lnTo>
                  <a:lnTo>
                    <a:pt x="239032" y="181509"/>
                  </a:lnTo>
                  <a:lnTo>
                    <a:pt x="227652" y="121097"/>
                  </a:lnTo>
                  <a:lnTo>
                    <a:pt x="287409" y="100939"/>
                  </a:lnTo>
                  <a:lnTo>
                    <a:pt x="278871" y="32328"/>
                  </a:lnTo>
                  <a:lnTo>
                    <a:pt x="331517" y="16167"/>
                  </a:lnTo>
                  <a:lnTo>
                    <a:pt x="384163" y="0"/>
                  </a:lnTo>
                  <a:lnTo>
                    <a:pt x="390992" y="41213"/>
                  </a:lnTo>
                  <a:lnTo>
                    <a:pt x="397821" y="82384"/>
                  </a:lnTo>
                  <a:lnTo>
                    <a:pt x="404650" y="123514"/>
                  </a:lnTo>
                  <a:lnTo>
                    <a:pt x="411478" y="164601"/>
                  </a:lnTo>
                  <a:lnTo>
                    <a:pt x="418307" y="205646"/>
                  </a:lnTo>
                  <a:lnTo>
                    <a:pt x="372780" y="221731"/>
                  </a:lnTo>
                  <a:lnTo>
                    <a:pt x="379182" y="266934"/>
                  </a:lnTo>
                  <a:lnTo>
                    <a:pt x="385584" y="312088"/>
                  </a:lnTo>
                  <a:lnTo>
                    <a:pt x="391986" y="357190"/>
                  </a:lnTo>
                  <a:lnTo>
                    <a:pt x="398387" y="402243"/>
                  </a:lnTo>
                  <a:lnTo>
                    <a:pt x="412620" y="402243"/>
                  </a:lnTo>
                  <a:lnTo>
                    <a:pt x="423999" y="462236"/>
                  </a:lnTo>
                  <a:lnTo>
                    <a:pt x="418307" y="466232"/>
                  </a:lnTo>
                  <a:lnTo>
                    <a:pt x="429694" y="538097"/>
                  </a:lnTo>
                  <a:lnTo>
                    <a:pt x="421153" y="538097"/>
                  </a:lnTo>
                  <a:lnTo>
                    <a:pt x="415462" y="554050"/>
                  </a:lnTo>
                  <a:lnTo>
                    <a:pt x="423999" y="597890"/>
                  </a:lnTo>
                  <a:lnTo>
                    <a:pt x="398387" y="605855"/>
                  </a:lnTo>
                  <a:lnTo>
                    <a:pt x="398387" y="629740"/>
                  </a:lnTo>
                  <a:lnTo>
                    <a:pt x="381317" y="645658"/>
                  </a:lnTo>
                  <a:lnTo>
                    <a:pt x="378467" y="625763"/>
                  </a:lnTo>
                  <a:lnTo>
                    <a:pt x="381317" y="601870"/>
                  </a:lnTo>
                  <a:lnTo>
                    <a:pt x="358551" y="581954"/>
                  </a:lnTo>
                  <a:lnTo>
                    <a:pt x="369934" y="566011"/>
                  </a:lnTo>
                  <a:lnTo>
                    <a:pt x="358551" y="550063"/>
                  </a:lnTo>
                  <a:lnTo>
                    <a:pt x="338631" y="558038"/>
                  </a:lnTo>
                  <a:lnTo>
                    <a:pt x="327248" y="538097"/>
                  </a:lnTo>
                  <a:lnTo>
                    <a:pt x="321557" y="522137"/>
                  </a:lnTo>
                  <a:lnTo>
                    <a:pt x="307329" y="522137"/>
                  </a:lnTo>
                  <a:lnTo>
                    <a:pt x="301637" y="534108"/>
                  </a:lnTo>
                  <a:lnTo>
                    <a:pt x="301637" y="550063"/>
                  </a:lnTo>
                  <a:lnTo>
                    <a:pt x="293100" y="558038"/>
                  </a:lnTo>
                  <a:lnTo>
                    <a:pt x="284563" y="550063"/>
                  </a:lnTo>
                  <a:lnTo>
                    <a:pt x="276026" y="534108"/>
                  </a:lnTo>
                  <a:lnTo>
                    <a:pt x="267489" y="526131"/>
                  </a:lnTo>
                  <a:lnTo>
                    <a:pt x="264643" y="534108"/>
                  </a:lnTo>
                  <a:lnTo>
                    <a:pt x="267489" y="554050"/>
                  </a:lnTo>
                  <a:lnTo>
                    <a:pt x="247572" y="573983"/>
                  </a:lnTo>
                  <a:lnTo>
                    <a:pt x="236186" y="573983"/>
                  </a:lnTo>
                  <a:lnTo>
                    <a:pt x="219112" y="593906"/>
                  </a:lnTo>
                  <a:lnTo>
                    <a:pt x="210574" y="593906"/>
                  </a:lnTo>
                  <a:lnTo>
                    <a:pt x="199192" y="585935"/>
                  </a:lnTo>
                  <a:lnTo>
                    <a:pt x="196346" y="577969"/>
                  </a:lnTo>
                  <a:lnTo>
                    <a:pt x="207732" y="558038"/>
                  </a:lnTo>
                  <a:lnTo>
                    <a:pt x="196346" y="538097"/>
                  </a:lnTo>
                  <a:lnTo>
                    <a:pt x="184967" y="546074"/>
                  </a:lnTo>
                  <a:lnTo>
                    <a:pt x="182121" y="573983"/>
                  </a:lnTo>
                  <a:lnTo>
                    <a:pt x="165047" y="589922"/>
                  </a:lnTo>
                  <a:lnTo>
                    <a:pt x="153660" y="597890"/>
                  </a:lnTo>
                  <a:lnTo>
                    <a:pt x="145127" y="601870"/>
                  </a:lnTo>
                  <a:lnTo>
                    <a:pt x="128053" y="605855"/>
                  </a:lnTo>
                  <a:lnTo>
                    <a:pt x="136590" y="625763"/>
                  </a:lnTo>
                  <a:lnTo>
                    <a:pt x="128053" y="645658"/>
                  </a:lnTo>
                  <a:lnTo>
                    <a:pt x="130895" y="661569"/>
                  </a:lnTo>
                  <a:lnTo>
                    <a:pt x="142281" y="673498"/>
                  </a:lnTo>
                  <a:lnTo>
                    <a:pt x="153660" y="681449"/>
                  </a:lnTo>
                  <a:lnTo>
                    <a:pt x="145127" y="701320"/>
                  </a:lnTo>
                  <a:lnTo>
                    <a:pt x="130895" y="701320"/>
                  </a:lnTo>
                  <a:lnTo>
                    <a:pt x="99596" y="685424"/>
                  </a:lnTo>
                  <a:lnTo>
                    <a:pt x="93904" y="697346"/>
                  </a:lnTo>
                  <a:lnTo>
                    <a:pt x="82521" y="697346"/>
                  </a:lnTo>
                  <a:lnTo>
                    <a:pt x="73984" y="665546"/>
                  </a:lnTo>
                  <a:lnTo>
                    <a:pt x="59756" y="661569"/>
                  </a:lnTo>
                  <a:lnTo>
                    <a:pt x="42681" y="657592"/>
                  </a:lnTo>
                  <a:lnTo>
                    <a:pt x="14224" y="657592"/>
                  </a:lnTo>
                  <a:lnTo>
                    <a:pt x="5687" y="649636"/>
                  </a:lnTo>
                  <a:lnTo>
                    <a:pt x="5687" y="637702"/>
                  </a:lnTo>
                  <a:lnTo>
                    <a:pt x="14224" y="633720"/>
                  </a:lnTo>
                  <a:lnTo>
                    <a:pt x="28453" y="633720"/>
                  </a:lnTo>
                  <a:lnTo>
                    <a:pt x="25611" y="613817"/>
                  </a:lnTo>
                  <a:lnTo>
                    <a:pt x="34144" y="601870"/>
                  </a:lnTo>
                  <a:lnTo>
                    <a:pt x="48373" y="605855"/>
                  </a:lnTo>
                  <a:lnTo>
                    <a:pt x="73984" y="613817"/>
                  </a:lnTo>
                  <a:lnTo>
                    <a:pt x="73984" y="605855"/>
                  </a:lnTo>
                  <a:lnTo>
                    <a:pt x="62601" y="593906"/>
                  </a:lnTo>
                  <a:lnTo>
                    <a:pt x="65447" y="577969"/>
                  </a:lnTo>
                  <a:lnTo>
                    <a:pt x="54064" y="573983"/>
                  </a:lnTo>
                  <a:lnTo>
                    <a:pt x="39836" y="573983"/>
                  </a:lnTo>
                  <a:lnTo>
                    <a:pt x="25611" y="593906"/>
                  </a:lnTo>
                  <a:lnTo>
                    <a:pt x="14224" y="589922"/>
                  </a:lnTo>
                  <a:lnTo>
                    <a:pt x="19916" y="573983"/>
                  </a:lnTo>
                  <a:lnTo>
                    <a:pt x="36990" y="538097"/>
                  </a:lnTo>
                  <a:lnTo>
                    <a:pt x="36990" y="514155"/>
                  </a:lnTo>
                  <a:lnTo>
                    <a:pt x="28453" y="494196"/>
                  </a:lnTo>
                  <a:lnTo>
                    <a:pt x="22765" y="486206"/>
                  </a:lnTo>
                  <a:lnTo>
                    <a:pt x="14224" y="466232"/>
                  </a:lnTo>
                  <a:lnTo>
                    <a:pt x="2845" y="454242"/>
                  </a:lnTo>
                  <a:lnTo>
                    <a:pt x="0" y="446246"/>
                  </a:lnTo>
                  <a:lnTo>
                    <a:pt x="2845" y="434250"/>
                  </a:lnTo>
                  <a:lnTo>
                    <a:pt x="5687" y="418250"/>
                  </a:lnTo>
                  <a:lnTo>
                    <a:pt x="11379" y="406245"/>
                  </a:lnTo>
                  <a:close/>
                </a:path>
              </a:pathLst>
            </a:custGeom>
            <a:solidFill>
              <a:srgbClr val="A5C8E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" name="pg9"/>
            <p:cNvSpPr/>
            <p:nvPr/>
          </p:nvSpPr>
          <p:spPr>
            <a:xfrm>
              <a:off x="4054417" y="4056069"/>
              <a:ext cx="367088" cy="422347"/>
            </a:xfrm>
            <a:custGeom>
              <a:avLst/>
              <a:gdLst/>
              <a:ahLst/>
              <a:cxnLst/>
              <a:rect l="0" t="0" r="0" b="0"/>
              <a:pathLst>
                <a:path w="367088" h="422347">
                  <a:moveTo>
                    <a:pt x="0" y="167870"/>
                  </a:moveTo>
                  <a:lnTo>
                    <a:pt x="34144" y="163881"/>
                  </a:lnTo>
                  <a:lnTo>
                    <a:pt x="36990" y="143930"/>
                  </a:lnTo>
                  <a:lnTo>
                    <a:pt x="19916" y="135950"/>
                  </a:lnTo>
                  <a:lnTo>
                    <a:pt x="19916" y="127963"/>
                  </a:lnTo>
                  <a:lnTo>
                    <a:pt x="25607" y="119980"/>
                  </a:lnTo>
                  <a:lnTo>
                    <a:pt x="45527" y="96012"/>
                  </a:lnTo>
                  <a:lnTo>
                    <a:pt x="73984" y="100005"/>
                  </a:lnTo>
                  <a:lnTo>
                    <a:pt x="93904" y="96012"/>
                  </a:lnTo>
                  <a:lnTo>
                    <a:pt x="93904" y="80026"/>
                  </a:lnTo>
                  <a:lnTo>
                    <a:pt x="122361" y="68029"/>
                  </a:lnTo>
                  <a:lnTo>
                    <a:pt x="139435" y="72030"/>
                  </a:lnTo>
                  <a:lnTo>
                    <a:pt x="150815" y="80026"/>
                  </a:lnTo>
                  <a:lnTo>
                    <a:pt x="147969" y="92016"/>
                  </a:lnTo>
                  <a:lnTo>
                    <a:pt x="159355" y="100005"/>
                  </a:lnTo>
                  <a:lnTo>
                    <a:pt x="173580" y="80026"/>
                  </a:lnTo>
                  <a:lnTo>
                    <a:pt x="184963" y="80026"/>
                  </a:lnTo>
                  <a:lnTo>
                    <a:pt x="190654" y="84020"/>
                  </a:lnTo>
                  <a:lnTo>
                    <a:pt x="256106" y="96012"/>
                  </a:lnTo>
                  <a:lnTo>
                    <a:pt x="264643" y="88020"/>
                  </a:lnTo>
                  <a:lnTo>
                    <a:pt x="267489" y="64033"/>
                  </a:lnTo>
                  <a:lnTo>
                    <a:pt x="264643" y="48034"/>
                  </a:lnTo>
                  <a:lnTo>
                    <a:pt x="250414" y="40032"/>
                  </a:lnTo>
                  <a:lnTo>
                    <a:pt x="241877" y="24024"/>
                  </a:lnTo>
                  <a:lnTo>
                    <a:pt x="241877" y="12014"/>
                  </a:lnTo>
                  <a:lnTo>
                    <a:pt x="321557" y="0"/>
                  </a:lnTo>
                  <a:lnTo>
                    <a:pt x="330090" y="8009"/>
                  </a:lnTo>
                  <a:lnTo>
                    <a:pt x="332936" y="28027"/>
                  </a:lnTo>
                  <a:lnTo>
                    <a:pt x="327248" y="48034"/>
                  </a:lnTo>
                  <a:lnTo>
                    <a:pt x="352856" y="52035"/>
                  </a:lnTo>
                  <a:lnTo>
                    <a:pt x="347168" y="111989"/>
                  </a:lnTo>
                  <a:lnTo>
                    <a:pt x="367088" y="119980"/>
                  </a:lnTo>
                  <a:lnTo>
                    <a:pt x="352856" y="175846"/>
                  </a:lnTo>
                  <a:lnTo>
                    <a:pt x="330090" y="175846"/>
                  </a:lnTo>
                  <a:lnTo>
                    <a:pt x="317287" y="215705"/>
                  </a:lnTo>
                  <a:lnTo>
                    <a:pt x="304483" y="255524"/>
                  </a:lnTo>
                  <a:lnTo>
                    <a:pt x="290254" y="311208"/>
                  </a:lnTo>
                  <a:lnTo>
                    <a:pt x="227649" y="303258"/>
                  </a:lnTo>
                  <a:lnTo>
                    <a:pt x="221957" y="335049"/>
                  </a:lnTo>
                  <a:lnTo>
                    <a:pt x="224807" y="374753"/>
                  </a:lnTo>
                  <a:lnTo>
                    <a:pt x="230494" y="410454"/>
                  </a:lnTo>
                  <a:lnTo>
                    <a:pt x="179275" y="402523"/>
                  </a:lnTo>
                  <a:lnTo>
                    <a:pt x="176426" y="390624"/>
                  </a:lnTo>
                  <a:lnTo>
                    <a:pt x="122361" y="378721"/>
                  </a:lnTo>
                  <a:lnTo>
                    <a:pt x="108129" y="422347"/>
                  </a:lnTo>
                  <a:lnTo>
                    <a:pt x="59756" y="410454"/>
                  </a:lnTo>
                  <a:lnTo>
                    <a:pt x="51218" y="406489"/>
                  </a:lnTo>
                  <a:lnTo>
                    <a:pt x="59756" y="370784"/>
                  </a:lnTo>
                  <a:lnTo>
                    <a:pt x="25607" y="354906"/>
                  </a:lnTo>
                  <a:lnTo>
                    <a:pt x="25607" y="291329"/>
                  </a:lnTo>
                  <a:lnTo>
                    <a:pt x="0" y="239601"/>
                  </a:lnTo>
                  <a:lnTo>
                    <a:pt x="14224" y="223673"/>
                  </a:lnTo>
                  <a:close/>
                </a:path>
              </a:pathLst>
            </a:custGeom>
            <a:solidFill>
              <a:srgbClr val="8B9ACD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" name="pg10"/>
            <p:cNvSpPr/>
            <p:nvPr/>
          </p:nvSpPr>
          <p:spPr>
            <a:xfrm>
              <a:off x="4384508" y="4303635"/>
              <a:ext cx="207736" cy="305375"/>
            </a:xfrm>
            <a:custGeom>
              <a:avLst/>
              <a:gdLst/>
              <a:ahLst/>
              <a:cxnLst/>
              <a:rect l="0" t="0" r="0" b="0"/>
              <a:pathLst>
                <a:path w="207736" h="305375">
                  <a:moveTo>
                    <a:pt x="17078" y="19899"/>
                  </a:moveTo>
                  <a:lnTo>
                    <a:pt x="28460" y="7958"/>
                  </a:lnTo>
                  <a:lnTo>
                    <a:pt x="51226" y="27854"/>
                  </a:lnTo>
                  <a:lnTo>
                    <a:pt x="91062" y="0"/>
                  </a:lnTo>
                  <a:lnTo>
                    <a:pt x="130902" y="37799"/>
                  </a:lnTo>
                  <a:lnTo>
                    <a:pt x="170742" y="75564"/>
                  </a:lnTo>
                  <a:lnTo>
                    <a:pt x="184971" y="75564"/>
                  </a:lnTo>
                  <a:lnTo>
                    <a:pt x="193508" y="67616"/>
                  </a:lnTo>
                  <a:lnTo>
                    <a:pt x="207736" y="75564"/>
                  </a:lnTo>
                  <a:lnTo>
                    <a:pt x="196353" y="107340"/>
                  </a:lnTo>
                  <a:lnTo>
                    <a:pt x="187816" y="119249"/>
                  </a:lnTo>
                  <a:lnTo>
                    <a:pt x="179279" y="147025"/>
                  </a:lnTo>
                  <a:lnTo>
                    <a:pt x="170742" y="158923"/>
                  </a:lnTo>
                  <a:lnTo>
                    <a:pt x="165051" y="170817"/>
                  </a:lnTo>
                  <a:lnTo>
                    <a:pt x="165051" y="182705"/>
                  </a:lnTo>
                  <a:lnTo>
                    <a:pt x="179279" y="194593"/>
                  </a:lnTo>
                  <a:lnTo>
                    <a:pt x="176433" y="218361"/>
                  </a:lnTo>
                  <a:lnTo>
                    <a:pt x="165051" y="226276"/>
                  </a:lnTo>
                  <a:lnTo>
                    <a:pt x="147976" y="234196"/>
                  </a:lnTo>
                  <a:lnTo>
                    <a:pt x="145131" y="242109"/>
                  </a:lnTo>
                  <a:lnTo>
                    <a:pt x="145131" y="250023"/>
                  </a:lnTo>
                  <a:lnTo>
                    <a:pt x="133748" y="257935"/>
                  </a:lnTo>
                  <a:lnTo>
                    <a:pt x="119523" y="265846"/>
                  </a:lnTo>
                  <a:lnTo>
                    <a:pt x="108136" y="297475"/>
                  </a:lnTo>
                  <a:lnTo>
                    <a:pt x="96757" y="305375"/>
                  </a:lnTo>
                  <a:lnTo>
                    <a:pt x="85371" y="301426"/>
                  </a:lnTo>
                  <a:lnTo>
                    <a:pt x="79679" y="281663"/>
                  </a:lnTo>
                  <a:lnTo>
                    <a:pt x="96757" y="265846"/>
                  </a:lnTo>
                  <a:lnTo>
                    <a:pt x="99603" y="257935"/>
                  </a:lnTo>
                  <a:lnTo>
                    <a:pt x="79679" y="257935"/>
                  </a:lnTo>
                  <a:lnTo>
                    <a:pt x="62605" y="257935"/>
                  </a:lnTo>
                  <a:lnTo>
                    <a:pt x="65451" y="234196"/>
                  </a:lnTo>
                  <a:lnTo>
                    <a:pt x="71142" y="218361"/>
                  </a:lnTo>
                  <a:lnTo>
                    <a:pt x="76837" y="210438"/>
                  </a:lnTo>
                  <a:lnTo>
                    <a:pt x="85371" y="194593"/>
                  </a:lnTo>
                  <a:lnTo>
                    <a:pt x="82525" y="186671"/>
                  </a:lnTo>
                  <a:lnTo>
                    <a:pt x="71142" y="178742"/>
                  </a:lnTo>
                  <a:lnTo>
                    <a:pt x="71142" y="139091"/>
                  </a:lnTo>
                  <a:lnTo>
                    <a:pt x="62605" y="123218"/>
                  </a:lnTo>
                  <a:lnTo>
                    <a:pt x="54072" y="107340"/>
                  </a:lnTo>
                  <a:lnTo>
                    <a:pt x="48377" y="107340"/>
                  </a:lnTo>
                  <a:lnTo>
                    <a:pt x="31306" y="103369"/>
                  </a:lnTo>
                  <a:lnTo>
                    <a:pt x="28460" y="95427"/>
                  </a:lnTo>
                  <a:lnTo>
                    <a:pt x="17078" y="87483"/>
                  </a:lnTo>
                  <a:lnTo>
                    <a:pt x="5695" y="75564"/>
                  </a:lnTo>
                  <a:lnTo>
                    <a:pt x="0" y="63641"/>
                  </a:lnTo>
                  <a:lnTo>
                    <a:pt x="5695" y="43763"/>
                  </a:lnTo>
                  <a:lnTo>
                    <a:pt x="0" y="35809"/>
                  </a:lnTo>
                  <a:lnTo>
                    <a:pt x="2845" y="23875"/>
                  </a:lnTo>
                  <a:close/>
                </a:path>
              </a:pathLst>
            </a:custGeom>
            <a:solidFill>
              <a:srgbClr val="A4C6DF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" name="pg11"/>
            <p:cNvSpPr/>
            <p:nvPr/>
          </p:nvSpPr>
          <p:spPr>
            <a:xfrm>
              <a:off x="4208077" y="4311593"/>
              <a:ext cx="261801" cy="356643"/>
            </a:xfrm>
            <a:custGeom>
              <a:avLst/>
              <a:gdLst/>
              <a:ahLst/>
              <a:cxnLst/>
              <a:rect l="0" t="0" r="0" b="0"/>
              <a:pathLst>
                <a:path w="261801" h="356643">
                  <a:moveTo>
                    <a:pt x="150822" y="0"/>
                  </a:moveTo>
                  <a:lnTo>
                    <a:pt x="193508" y="11941"/>
                  </a:lnTo>
                  <a:lnTo>
                    <a:pt x="179275" y="15917"/>
                  </a:lnTo>
                  <a:lnTo>
                    <a:pt x="176430" y="27851"/>
                  </a:lnTo>
                  <a:lnTo>
                    <a:pt x="182125" y="35805"/>
                  </a:lnTo>
                  <a:lnTo>
                    <a:pt x="176430" y="55683"/>
                  </a:lnTo>
                  <a:lnTo>
                    <a:pt x="182125" y="67605"/>
                  </a:lnTo>
                  <a:lnTo>
                    <a:pt x="193508" y="79524"/>
                  </a:lnTo>
                  <a:lnTo>
                    <a:pt x="204891" y="87468"/>
                  </a:lnTo>
                  <a:lnTo>
                    <a:pt x="207736" y="95411"/>
                  </a:lnTo>
                  <a:lnTo>
                    <a:pt x="224807" y="99381"/>
                  </a:lnTo>
                  <a:lnTo>
                    <a:pt x="230502" y="99381"/>
                  </a:lnTo>
                  <a:lnTo>
                    <a:pt x="239035" y="115260"/>
                  </a:lnTo>
                  <a:lnTo>
                    <a:pt x="247572" y="131132"/>
                  </a:lnTo>
                  <a:lnTo>
                    <a:pt x="247572" y="170784"/>
                  </a:lnTo>
                  <a:lnTo>
                    <a:pt x="258955" y="178713"/>
                  </a:lnTo>
                  <a:lnTo>
                    <a:pt x="261801" y="186635"/>
                  </a:lnTo>
                  <a:lnTo>
                    <a:pt x="253268" y="202479"/>
                  </a:lnTo>
                  <a:lnTo>
                    <a:pt x="247572" y="210402"/>
                  </a:lnTo>
                  <a:lnTo>
                    <a:pt x="241881" y="226238"/>
                  </a:lnTo>
                  <a:lnTo>
                    <a:pt x="239035" y="249977"/>
                  </a:lnTo>
                  <a:lnTo>
                    <a:pt x="224807" y="265797"/>
                  </a:lnTo>
                  <a:lnTo>
                    <a:pt x="219115" y="265797"/>
                  </a:lnTo>
                  <a:lnTo>
                    <a:pt x="207736" y="257888"/>
                  </a:lnTo>
                  <a:lnTo>
                    <a:pt x="216270" y="230193"/>
                  </a:lnTo>
                  <a:lnTo>
                    <a:pt x="213428" y="218318"/>
                  </a:lnTo>
                  <a:lnTo>
                    <a:pt x="204891" y="218318"/>
                  </a:lnTo>
                  <a:lnTo>
                    <a:pt x="196350" y="226238"/>
                  </a:lnTo>
                  <a:lnTo>
                    <a:pt x="190662" y="253933"/>
                  </a:lnTo>
                  <a:lnTo>
                    <a:pt x="176430" y="257888"/>
                  </a:lnTo>
                  <a:lnTo>
                    <a:pt x="170742" y="305321"/>
                  </a:lnTo>
                  <a:lnTo>
                    <a:pt x="167896" y="309271"/>
                  </a:lnTo>
                  <a:lnTo>
                    <a:pt x="153664" y="321120"/>
                  </a:lnTo>
                  <a:lnTo>
                    <a:pt x="147976" y="348751"/>
                  </a:lnTo>
                  <a:lnTo>
                    <a:pt x="142285" y="352700"/>
                  </a:lnTo>
                  <a:lnTo>
                    <a:pt x="133744" y="348751"/>
                  </a:lnTo>
                  <a:lnTo>
                    <a:pt x="130902" y="321120"/>
                  </a:lnTo>
                  <a:lnTo>
                    <a:pt x="96754" y="297417"/>
                  </a:lnTo>
                  <a:lnTo>
                    <a:pt x="99599" y="344804"/>
                  </a:lnTo>
                  <a:lnTo>
                    <a:pt x="91062" y="356643"/>
                  </a:lnTo>
                  <a:lnTo>
                    <a:pt x="76834" y="356643"/>
                  </a:lnTo>
                  <a:lnTo>
                    <a:pt x="62605" y="344804"/>
                  </a:lnTo>
                  <a:lnTo>
                    <a:pt x="54068" y="329015"/>
                  </a:lnTo>
                  <a:lnTo>
                    <a:pt x="36994" y="325069"/>
                  </a:lnTo>
                  <a:lnTo>
                    <a:pt x="28460" y="325069"/>
                  </a:lnTo>
                  <a:lnTo>
                    <a:pt x="42685" y="277658"/>
                  </a:lnTo>
                  <a:lnTo>
                    <a:pt x="54068" y="242065"/>
                  </a:lnTo>
                  <a:lnTo>
                    <a:pt x="45531" y="234151"/>
                  </a:lnTo>
                  <a:lnTo>
                    <a:pt x="25615" y="230193"/>
                  </a:lnTo>
                  <a:lnTo>
                    <a:pt x="0" y="226238"/>
                  </a:lnTo>
                  <a:lnTo>
                    <a:pt x="8540" y="214359"/>
                  </a:lnTo>
                  <a:lnTo>
                    <a:pt x="14228" y="190596"/>
                  </a:lnTo>
                  <a:lnTo>
                    <a:pt x="25615" y="146999"/>
                  </a:lnTo>
                  <a:lnTo>
                    <a:pt x="76834" y="154929"/>
                  </a:lnTo>
                  <a:lnTo>
                    <a:pt x="71146" y="119229"/>
                  </a:lnTo>
                  <a:lnTo>
                    <a:pt x="68297" y="79524"/>
                  </a:lnTo>
                  <a:lnTo>
                    <a:pt x="73988" y="47733"/>
                  </a:lnTo>
                  <a:lnTo>
                    <a:pt x="136594" y="55683"/>
                  </a:lnTo>
                  <a:close/>
                </a:path>
              </a:pathLst>
            </a:custGeom>
            <a:solidFill>
              <a:srgbClr val="ACD6E5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" name="pg12"/>
            <p:cNvSpPr/>
            <p:nvPr/>
          </p:nvSpPr>
          <p:spPr>
            <a:xfrm>
              <a:off x="3579187" y="3613070"/>
              <a:ext cx="418311" cy="1090660"/>
            </a:xfrm>
            <a:custGeom>
              <a:avLst/>
              <a:gdLst/>
              <a:ahLst/>
              <a:cxnLst/>
              <a:rect l="0" t="0" r="0" b="0"/>
              <a:pathLst>
                <a:path w="418311" h="1090660">
                  <a:moveTo>
                    <a:pt x="0" y="28337"/>
                  </a:moveTo>
                  <a:lnTo>
                    <a:pt x="17074" y="24290"/>
                  </a:lnTo>
                  <a:lnTo>
                    <a:pt x="31302" y="4049"/>
                  </a:lnTo>
                  <a:lnTo>
                    <a:pt x="51222" y="0"/>
                  </a:lnTo>
                  <a:lnTo>
                    <a:pt x="68297" y="4049"/>
                  </a:lnTo>
                  <a:lnTo>
                    <a:pt x="76834" y="24290"/>
                  </a:lnTo>
                  <a:lnTo>
                    <a:pt x="85371" y="60698"/>
                  </a:lnTo>
                  <a:lnTo>
                    <a:pt x="99599" y="68781"/>
                  </a:lnTo>
                  <a:lnTo>
                    <a:pt x="116674" y="64739"/>
                  </a:lnTo>
                  <a:lnTo>
                    <a:pt x="124499" y="106159"/>
                  </a:lnTo>
                  <a:lnTo>
                    <a:pt x="132325" y="147536"/>
                  </a:lnTo>
                  <a:lnTo>
                    <a:pt x="140151" y="188871"/>
                  </a:lnTo>
                  <a:lnTo>
                    <a:pt x="147976" y="230164"/>
                  </a:lnTo>
                  <a:lnTo>
                    <a:pt x="133744" y="234190"/>
                  </a:lnTo>
                  <a:lnTo>
                    <a:pt x="128056" y="242239"/>
                  </a:lnTo>
                  <a:lnTo>
                    <a:pt x="128056" y="250291"/>
                  </a:lnTo>
                  <a:lnTo>
                    <a:pt x="139439" y="306591"/>
                  </a:lnTo>
                  <a:lnTo>
                    <a:pt x="147976" y="306591"/>
                  </a:lnTo>
                  <a:lnTo>
                    <a:pt x="153664" y="338726"/>
                  </a:lnTo>
                  <a:lnTo>
                    <a:pt x="155087" y="384880"/>
                  </a:lnTo>
                  <a:lnTo>
                    <a:pt x="156510" y="430980"/>
                  </a:lnTo>
                  <a:lnTo>
                    <a:pt x="224807" y="402925"/>
                  </a:lnTo>
                  <a:lnTo>
                    <a:pt x="247572" y="455012"/>
                  </a:lnTo>
                  <a:lnTo>
                    <a:pt x="270338" y="507031"/>
                  </a:lnTo>
                  <a:lnTo>
                    <a:pt x="261801" y="523024"/>
                  </a:lnTo>
                  <a:lnTo>
                    <a:pt x="305435" y="532350"/>
                  </a:lnTo>
                  <a:lnTo>
                    <a:pt x="349069" y="541674"/>
                  </a:lnTo>
                  <a:lnTo>
                    <a:pt x="392704" y="550996"/>
                  </a:lnTo>
                  <a:lnTo>
                    <a:pt x="381317" y="566971"/>
                  </a:lnTo>
                  <a:lnTo>
                    <a:pt x="384166" y="566971"/>
                  </a:lnTo>
                  <a:lnTo>
                    <a:pt x="395546" y="582937"/>
                  </a:lnTo>
                  <a:lnTo>
                    <a:pt x="401237" y="582937"/>
                  </a:lnTo>
                  <a:lnTo>
                    <a:pt x="418311" y="622832"/>
                  </a:lnTo>
                  <a:lnTo>
                    <a:pt x="401237" y="642765"/>
                  </a:lnTo>
                  <a:lnTo>
                    <a:pt x="401237" y="658704"/>
                  </a:lnTo>
                  <a:lnTo>
                    <a:pt x="395546" y="662688"/>
                  </a:lnTo>
                  <a:lnTo>
                    <a:pt x="401237" y="698522"/>
                  </a:lnTo>
                  <a:lnTo>
                    <a:pt x="388431" y="746256"/>
                  </a:lnTo>
                  <a:lnTo>
                    <a:pt x="375626" y="793933"/>
                  </a:lnTo>
                  <a:lnTo>
                    <a:pt x="369938" y="793933"/>
                  </a:lnTo>
                  <a:lnTo>
                    <a:pt x="344327" y="828332"/>
                  </a:lnTo>
                  <a:lnTo>
                    <a:pt x="318715" y="862701"/>
                  </a:lnTo>
                  <a:lnTo>
                    <a:pt x="293104" y="897042"/>
                  </a:lnTo>
                  <a:lnTo>
                    <a:pt x="281721" y="861381"/>
                  </a:lnTo>
                  <a:lnTo>
                    <a:pt x="258955" y="833622"/>
                  </a:lnTo>
                  <a:lnTo>
                    <a:pt x="247572" y="833622"/>
                  </a:lnTo>
                  <a:lnTo>
                    <a:pt x="239035" y="829655"/>
                  </a:lnTo>
                  <a:lnTo>
                    <a:pt x="230502" y="833622"/>
                  </a:lnTo>
                  <a:lnTo>
                    <a:pt x="224807" y="825685"/>
                  </a:lnTo>
                  <a:lnTo>
                    <a:pt x="190658" y="845521"/>
                  </a:lnTo>
                  <a:lnTo>
                    <a:pt x="187816" y="845521"/>
                  </a:lnTo>
                  <a:lnTo>
                    <a:pt x="125211" y="885157"/>
                  </a:lnTo>
                  <a:lnTo>
                    <a:pt x="108133" y="885157"/>
                  </a:lnTo>
                  <a:lnTo>
                    <a:pt x="102445" y="889119"/>
                  </a:lnTo>
                  <a:lnTo>
                    <a:pt x="108133" y="897042"/>
                  </a:lnTo>
                  <a:lnTo>
                    <a:pt x="108133" y="904962"/>
                  </a:lnTo>
                  <a:lnTo>
                    <a:pt x="139439" y="916841"/>
                  </a:lnTo>
                  <a:lnTo>
                    <a:pt x="179275" y="964320"/>
                  </a:lnTo>
                  <a:lnTo>
                    <a:pt x="170738" y="972228"/>
                  </a:lnTo>
                  <a:lnTo>
                    <a:pt x="173584" y="976181"/>
                  </a:lnTo>
                  <a:lnTo>
                    <a:pt x="156510" y="1003844"/>
                  </a:lnTo>
                  <a:lnTo>
                    <a:pt x="167896" y="1015691"/>
                  </a:lnTo>
                  <a:lnTo>
                    <a:pt x="139439" y="1031485"/>
                  </a:lnTo>
                  <a:lnTo>
                    <a:pt x="139439" y="1043327"/>
                  </a:lnTo>
                  <a:lnTo>
                    <a:pt x="136594" y="1055166"/>
                  </a:lnTo>
                  <a:lnTo>
                    <a:pt x="145131" y="1082775"/>
                  </a:lnTo>
                  <a:lnTo>
                    <a:pt x="125211" y="1074889"/>
                  </a:lnTo>
                  <a:lnTo>
                    <a:pt x="108133" y="1074889"/>
                  </a:lnTo>
                  <a:lnTo>
                    <a:pt x="76834" y="1082775"/>
                  </a:lnTo>
                  <a:lnTo>
                    <a:pt x="51222" y="1090660"/>
                  </a:lnTo>
                  <a:lnTo>
                    <a:pt x="48377" y="1047274"/>
                  </a:lnTo>
                  <a:lnTo>
                    <a:pt x="45531" y="1003843"/>
                  </a:lnTo>
                  <a:lnTo>
                    <a:pt x="42685" y="960365"/>
                  </a:lnTo>
                  <a:lnTo>
                    <a:pt x="39839" y="916841"/>
                  </a:lnTo>
                  <a:lnTo>
                    <a:pt x="36994" y="873271"/>
                  </a:lnTo>
                  <a:lnTo>
                    <a:pt x="34148" y="829654"/>
                  </a:lnTo>
                  <a:lnTo>
                    <a:pt x="31302" y="785990"/>
                  </a:lnTo>
                  <a:lnTo>
                    <a:pt x="28457" y="742280"/>
                  </a:lnTo>
                  <a:lnTo>
                    <a:pt x="26783" y="700630"/>
                  </a:lnTo>
                  <a:lnTo>
                    <a:pt x="25109" y="658938"/>
                  </a:lnTo>
                  <a:lnTo>
                    <a:pt x="23435" y="617202"/>
                  </a:lnTo>
                  <a:lnTo>
                    <a:pt x="21761" y="575424"/>
                  </a:lnTo>
                  <a:lnTo>
                    <a:pt x="20087" y="533602"/>
                  </a:lnTo>
                  <a:lnTo>
                    <a:pt x="18413" y="491738"/>
                  </a:lnTo>
                  <a:lnTo>
                    <a:pt x="16739" y="449830"/>
                  </a:lnTo>
                  <a:lnTo>
                    <a:pt x="15065" y="407878"/>
                  </a:lnTo>
                  <a:lnTo>
                    <a:pt x="13391" y="365883"/>
                  </a:lnTo>
                  <a:lnTo>
                    <a:pt x="11717" y="323845"/>
                  </a:lnTo>
                  <a:lnTo>
                    <a:pt x="10043" y="281762"/>
                  </a:lnTo>
                  <a:lnTo>
                    <a:pt x="8369" y="239635"/>
                  </a:lnTo>
                  <a:lnTo>
                    <a:pt x="6695" y="197464"/>
                  </a:lnTo>
                  <a:lnTo>
                    <a:pt x="5021" y="155249"/>
                  </a:lnTo>
                  <a:lnTo>
                    <a:pt x="3347" y="112990"/>
                  </a:lnTo>
                  <a:lnTo>
                    <a:pt x="1673" y="70686"/>
                  </a:lnTo>
                  <a:close/>
                </a:path>
              </a:pathLst>
            </a:custGeom>
            <a:solidFill>
              <a:srgbClr val="A8CFE2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" name="pg13"/>
            <p:cNvSpPr/>
            <p:nvPr/>
          </p:nvSpPr>
          <p:spPr>
            <a:xfrm>
              <a:off x="4435734" y="2873257"/>
              <a:ext cx="685800" cy="1230846"/>
            </a:xfrm>
            <a:custGeom>
              <a:avLst/>
              <a:gdLst/>
              <a:ahLst/>
              <a:cxnLst/>
              <a:rect l="0" t="0" r="0" b="0"/>
              <a:pathLst>
                <a:path w="685800" h="1230846">
                  <a:moveTo>
                    <a:pt x="261797" y="1206835"/>
                  </a:moveTo>
                  <a:lnTo>
                    <a:pt x="253260" y="1194825"/>
                  </a:lnTo>
                  <a:lnTo>
                    <a:pt x="236186" y="1202832"/>
                  </a:lnTo>
                  <a:lnTo>
                    <a:pt x="185913" y="1212172"/>
                  </a:lnTo>
                  <a:lnTo>
                    <a:pt x="135640" y="1221510"/>
                  </a:lnTo>
                  <a:lnTo>
                    <a:pt x="85367" y="1230846"/>
                  </a:lnTo>
                  <a:lnTo>
                    <a:pt x="71138" y="1174800"/>
                  </a:lnTo>
                  <a:lnTo>
                    <a:pt x="39836" y="1182811"/>
                  </a:lnTo>
                  <a:lnTo>
                    <a:pt x="33196" y="1140735"/>
                  </a:lnTo>
                  <a:lnTo>
                    <a:pt x="26557" y="1098614"/>
                  </a:lnTo>
                  <a:lnTo>
                    <a:pt x="19918" y="1056450"/>
                  </a:lnTo>
                  <a:lnTo>
                    <a:pt x="13278" y="1014242"/>
                  </a:lnTo>
                  <a:lnTo>
                    <a:pt x="6639" y="971989"/>
                  </a:lnTo>
                  <a:lnTo>
                    <a:pt x="0" y="929692"/>
                  </a:lnTo>
                  <a:lnTo>
                    <a:pt x="39838" y="920958"/>
                  </a:lnTo>
                  <a:lnTo>
                    <a:pt x="79677" y="912223"/>
                  </a:lnTo>
                  <a:lnTo>
                    <a:pt x="119516" y="903485"/>
                  </a:lnTo>
                  <a:lnTo>
                    <a:pt x="159354" y="894746"/>
                  </a:lnTo>
                  <a:lnTo>
                    <a:pt x="199193" y="886005"/>
                  </a:lnTo>
                  <a:lnTo>
                    <a:pt x="239032" y="877261"/>
                  </a:lnTo>
                  <a:lnTo>
                    <a:pt x="233340" y="828806"/>
                  </a:lnTo>
                  <a:lnTo>
                    <a:pt x="284563" y="816682"/>
                  </a:lnTo>
                  <a:lnTo>
                    <a:pt x="276026" y="776243"/>
                  </a:lnTo>
                  <a:lnTo>
                    <a:pt x="267489" y="735763"/>
                  </a:lnTo>
                  <a:lnTo>
                    <a:pt x="258951" y="695242"/>
                  </a:lnTo>
                  <a:lnTo>
                    <a:pt x="250414" y="654680"/>
                  </a:lnTo>
                  <a:lnTo>
                    <a:pt x="241877" y="614077"/>
                  </a:lnTo>
                  <a:lnTo>
                    <a:pt x="199192" y="614077"/>
                  </a:lnTo>
                  <a:lnTo>
                    <a:pt x="202041" y="577501"/>
                  </a:lnTo>
                  <a:lnTo>
                    <a:pt x="199192" y="536821"/>
                  </a:lnTo>
                  <a:lnTo>
                    <a:pt x="196346" y="520537"/>
                  </a:lnTo>
                  <a:lnTo>
                    <a:pt x="256106" y="492023"/>
                  </a:lnTo>
                  <a:lnTo>
                    <a:pt x="256882" y="447545"/>
                  </a:lnTo>
                  <a:lnTo>
                    <a:pt x="257658" y="403018"/>
                  </a:lnTo>
                  <a:lnTo>
                    <a:pt x="258434" y="358440"/>
                  </a:lnTo>
                  <a:lnTo>
                    <a:pt x="259210" y="313813"/>
                  </a:lnTo>
                  <a:lnTo>
                    <a:pt x="259986" y="269135"/>
                  </a:lnTo>
                  <a:lnTo>
                    <a:pt x="260762" y="224406"/>
                  </a:lnTo>
                  <a:lnTo>
                    <a:pt x="261538" y="179627"/>
                  </a:lnTo>
                  <a:lnTo>
                    <a:pt x="262315" y="134797"/>
                  </a:lnTo>
                  <a:lnTo>
                    <a:pt x="263091" y="89916"/>
                  </a:lnTo>
                  <a:lnTo>
                    <a:pt x="263867" y="44983"/>
                  </a:lnTo>
                  <a:lnTo>
                    <a:pt x="264643" y="0"/>
                  </a:lnTo>
                  <a:lnTo>
                    <a:pt x="324403" y="0"/>
                  </a:lnTo>
                  <a:lnTo>
                    <a:pt x="330094" y="4128"/>
                  </a:lnTo>
                  <a:lnTo>
                    <a:pt x="372779" y="5503"/>
                  </a:lnTo>
                  <a:lnTo>
                    <a:pt x="415463" y="6878"/>
                  </a:lnTo>
                  <a:lnTo>
                    <a:pt x="458147" y="8253"/>
                  </a:lnTo>
                  <a:lnTo>
                    <a:pt x="458147" y="52425"/>
                  </a:lnTo>
                  <a:lnTo>
                    <a:pt x="458147" y="96546"/>
                  </a:lnTo>
                  <a:lnTo>
                    <a:pt x="458147" y="140619"/>
                  </a:lnTo>
                  <a:lnTo>
                    <a:pt x="458147" y="184642"/>
                  </a:lnTo>
                  <a:lnTo>
                    <a:pt x="458147" y="228616"/>
                  </a:lnTo>
                  <a:lnTo>
                    <a:pt x="458147" y="272542"/>
                  </a:lnTo>
                  <a:lnTo>
                    <a:pt x="458147" y="316418"/>
                  </a:lnTo>
                  <a:lnTo>
                    <a:pt x="458147" y="324601"/>
                  </a:lnTo>
                  <a:lnTo>
                    <a:pt x="458147" y="366181"/>
                  </a:lnTo>
                  <a:lnTo>
                    <a:pt x="458147" y="407719"/>
                  </a:lnTo>
                  <a:lnTo>
                    <a:pt x="458147" y="449212"/>
                  </a:lnTo>
                  <a:lnTo>
                    <a:pt x="458147" y="490663"/>
                  </a:lnTo>
                  <a:lnTo>
                    <a:pt x="458147" y="532070"/>
                  </a:lnTo>
                  <a:lnTo>
                    <a:pt x="458147" y="573434"/>
                  </a:lnTo>
                  <a:lnTo>
                    <a:pt x="472380" y="581567"/>
                  </a:lnTo>
                  <a:lnTo>
                    <a:pt x="532136" y="573434"/>
                  </a:lnTo>
                  <a:lnTo>
                    <a:pt x="532136" y="565301"/>
                  </a:lnTo>
                  <a:lnTo>
                    <a:pt x="574821" y="558521"/>
                  </a:lnTo>
                  <a:lnTo>
                    <a:pt x="617507" y="551740"/>
                  </a:lnTo>
                  <a:lnTo>
                    <a:pt x="660193" y="544958"/>
                  </a:lnTo>
                  <a:lnTo>
                    <a:pt x="664461" y="586987"/>
                  </a:lnTo>
                  <a:lnTo>
                    <a:pt x="668729" y="628971"/>
                  </a:lnTo>
                  <a:lnTo>
                    <a:pt x="672997" y="670911"/>
                  </a:lnTo>
                  <a:lnTo>
                    <a:pt x="677264" y="712807"/>
                  </a:lnTo>
                  <a:lnTo>
                    <a:pt x="681532" y="754659"/>
                  </a:lnTo>
                  <a:lnTo>
                    <a:pt x="685800" y="796468"/>
                  </a:lnTo>
                  <a:lnTo>
                    <a:pt x="631736" y="808595"/>
                  </a:lnTo>
                  <a:lnTo>
                    <a:pt x="579090" y="824762"/>
                  </a:lnTo>
                  <a:lnTo>
                    <a:pt x="526444" y="840923"/>
                  </a:lnTo>
                  <a:lnTo>
                    <a:pt x="534981" y="909535"/>
                  </a:lnTo>
                  <a:lnTo>
                    <a:pt x="475225" y="929692"/>
                  </a:lnTo>
                  <a:lnTo>
                    <a:pt x="486604" y="990104"/>
                  </a:lnTo>
                  <a:lnTo>
                    <a:pt x="429694" y="1006196"/>
                  </a:lnTo>
                  <a:lnTo>
                    <a:pt x="435384" y="1054440"/>
                  </a:lnTo>
                  <a:lnTo>
                    <a:pt x="441074" y="1102627"/>
                  </a:lnTo>
                  <a:lnTo>
                    <a:pt x="446765" y="1150756"/>
                  </a:lnTo>
                  <a:lnTo>
                    <a:pt x="369934" y="1162782"/>
                  </a:lnTo>
                  <a:lnTo>
                    <a:pt x="355702" y="1190821"/>
                  </a:lnTo>
                  <a:lnTo>
                    <a:pt x="332940" y="1182811"/>
                  </a:lnTo>
                  <a:lnTo>
                    <a:pt x="310174" y="1198829"/>
                  </a:lnTo>
                  <a:lnTo>
                    <a:pt x="304483" y="1222844"/>
                  </a:lnTo>
                  <a:lnTo>
                    <a:pt x="290254" y="1222844"/>
                  </a:lnTo>
                  <a:lnTo>
                    <a:pt x="290254" y="1206835"/>
                  </a:lnTo>
                  <a:close/>
                </a:path>
              </a:pathLst>
            </a:custGeom>
            <a:solidFill>
              <a:srgbClr val="90A2D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" name="pg14"/>
            <p:cNvSpPr/>
            <p:nvPr/>
          </p:nvSpPr>
          <p:spPr>
            <a:xfrm>
              <a:off x="4196698" y="2745150"/>
              <a:ext cx="523599" cy="1110159"/>
            </a:xfrm>
            <a:custGeom>
              <a:avLst/>
              <a:gdLst/>
              <a:ahLst/>
              <a:cxnLst/>
              <a:rect l="0" t="0" r="0" b="0"/>
              <a:pathLst>
                <a:path w="523599" h="1110159">
                  <a:moveTo>
                    <a:pt x="239035" y="1057799"/>
                  </a:moveTo>
                  <a:lnTo>
                    <a:pt x="165043" y="1073918"/>
                  </a:lnTo>
                  <a:lnTo>
                    <a:pt x="167889" y="1094054"/>
                  </a:lnTo>
                  <a:lnTo>
                    <a:pt x="105287" y="1110159"/>
                  </a:lnTo>
                  <a:lnTo>
                    <a:pt x="91058" y="1045706"/>
                  </a:lnTo>
                  <a:lnTo>
                    <a:pt x="85367" y="1041674"/>
                  </a:lnTo>
                  <a:lnTo>
                    <a:pt x="75881" y="997297"/>
                  </a:lnTo>
                  <a:lnTo>
                    <a:pt x="66396" y="952871"/>
                  </a:lnTo>
                  <a:lnTo>
                    <a:pt x="56910" y="908395"/>
                  </a:lnTo>
                  <a:lnTo>
                    <a:pt x="65447" y="904347"/>
                  </a:lnTo>
                  <a:lnTo>
                    <a:pt x="55487" y="860831"/>
                  </a:lnTo>
                  <a:lnTo>
                    <a:pt x="45527" y="817267"/>
                  </a:lnTo>
                  <a:lnTo>
                    <a:pt x="35567" y="773656"/>
                  </a:lnTo>
                  <a:lnTo>
                    <a:pt x="25607" y="729997"/>
                  </a:lnTo>
                  <a:lnTo>
                    <a:pt x="36994" y="721869"/>
                  </a:lnTo>
                  <a:lnTo>
                    <a:pt x="45527" y="709673"/>
                  </a:lnTo>
                  <a:lnTo>
                    <a:pt x="54064" y="693407"/>
                  </a:lnTo>
                  <a:lnTo>
                    <a:pt x="54064" y="681206"/>
                  </a:lnTo>
                  <a:lnTo>
                    <a:pt x="65447" y="668995"/>
                  </a:lnTo>
                  <a:lnTo>
                    <a:pt x="65447" y="660855"/>
                  </a:lnTo>
                  <a:lnTo>
                    <a:pt x="65447" y="652715"/>
                  </a:lnTo>
                  <a:lnTo>
                    <a:pt x="65447" y="648644"/>
                  </a:lnTo>
                  <a:lnTo>
                    <a:pt x="56910" y="648644"/>
                  </a:lnTo>
                  <a:lnTo>
                    <a:pt x="42681" y="652715"/>
                  </a:lnTo>
                  <a:lnTo>
                    <a:pt x="36994" y="648644"/>
                  </a:lnTo>
                  <a:lnTo>
                    <a:pt x="42681" y="640496"/>
                  </a:lnTo>
                  <a:lnTo>
                    <a:pt x="31299" y="636426"/>
                  </a:lnTo>
                  <a:lnTo>
                    <a:pt x="22761" y="624204"/>
                  </a:lnTo>
                  <a:lnTo>
                    <a:pt x="8533" y="595670"/>
                  </a:lnTo>
                  <a:lnTo>
                    <a:pt x="0" y="595670"/>
                  </a:lnTo>
                  <a:lnTo>
                    <a:pt x="5687" y="591595"/>
                  </a:lnTo>
                  <a:lnTo>
                    <a:pt x="14228" y="583439"/>
                  </a:lnTo>
                  <a:lnTo>
                    <a:pt x="17074" y="567121"/>
                  </a:lnTo>
                  <a:lnTo>
                    <a:pt x="19919" y="563040"/>
                  </a:lnTo>
                  <a:lnTo>
                    <a:pt x="25607" y="563040"/>
                  </a:lnTo>
                  <a:lnTo>
                    <a:pt x="34144" y="575281"/>
                  </a:lnTo>
                  <a:lnTo>
                    <a:pt x="45527" y="579360"/>
                  </a:lnTo>
                  <a:lnTo>
                    <a:pt x="51218" y="579360"/>
                  </a:lnTo>
                  <a:lnTo>
                    <a:pt x="51218" y="571201"/>
                  </a:lnTo>
                  <a:lnTo>
                    <a:pt x="45527" y="563040"/>
                  </a:lnTo>
                  <a:lnTo>
                    <a:pt x="56910" y="550796"/>
                  </a:lnTo>
                  <a:lnTo>
                    <a:pt x="62605" y="518127"/>
                  </a:lnTo>
                  <a:lnTo>
                    <a:pt x="48373" y="497695"/>
                  </a:lnTo>
                  <a:lnTo>
                    <a:pt x="65447" y="493607"/>
                  </a:lnTo>
                  <a:lnTo>
                    <a:pt x="71138" y="505872"/>
                  </a:lnTo>
                  <a:lnTo>
                    <a:pt x="99596" y="501782"/>
                  </a:lnTo>
                  <a:lnTo>
                    <a:pt x="76830" y="424055"/>
                  </a:lnTo>
                  <a:lnTo>
                    <a:pt x="54064" y="424055"/>
                  </a:lnTo>
                  <a:lnTo>
                    <a:pt x="53251" y="382498"/>
                  </a:lnTo>
                  <a:lnTo>
                    <a:pt x="52438" y="340898"/>
                  </a:lnTo>
                  <a:lnTo>
                    <a:pt x="51625" y="299253"/>
                  </a:lnTo>
                  <a:lnTo>
                    <a:pt x="50812" y="257565"/>
                  </a:lnTo>
                  <a:lnTo>
                    <a:pt x="49999" y="215833"/>
                  </a:lnTo>
                  <a:lnTo>
                    <a:pt x="49186" y="174056"/>
                  </a:lnTo>
                  <a:lnTo>
                    <a:pt x="48373" y="132235"/>
                  </a:lnTo>
                  <a:lnTo>
                    <a:pt x="51218" y="128106"/>
                  </a:lnTo>
                  <a:lnTo>
                    <a:pt x="52641" y="66171"/>
                  </a:lnTo>
                  <a:lnTo>
                    <a:pt x="54064" y="4139"/>
                  </a:lnTo>
                  <a:lnTo>
                    <a:pt x="97887" y="3725"/>
                  </a:lnTo>
                  <a:lnTo>
                    <a:pt x="141711" y="3311"/>
                  </a:lnTo>
                  <a:lnTo>
                    <a:pt x="185534" y="2897"/>
                  </a:lnTo>
                  <a:lnTo>
                    <a:pt x="229357" y="2483"/>
                  </a:lnTo>
                  <a:lnTo>
                    <a:pt x="273180" y="2069"/>
                  </a:lnTo>
                  <a:lnTo>
                    <a:pt x="317003" y="1655"/>
                  </a:lnTo>
                  <a:lnTo>
                    <a:pt x="360826" y="1241"/>
                  </a:lnTo>
                  <a:lnTo>
                    <a:pt x="404650" y="827"/>
                  </a:lnTo>
                  <a:lnTo>
                    <a:pt x="448473" y="413"/>
                  </a:lnTo>
                  <a:lnTo>
                    <a:pt x="492296" y="0"/>
                  </a:lnTo>
                  <a:lnTo>
                    <a:pt x="496090" y="42748"/>
                  </a:lnTo>
                  <a:lnTo>
                    <a:pt x="499884" y="85450"/>
                  </a:lnTo>
                  <a:lnTo>
                    <a:pt x="503679" y="128106"/>
                  </a:lnTo>
                  <a:lnTo>
                    <a:pt x="502903" y="173090"/>
                  </a:lnTo>
                  <a:lnTo>
                    <a:pt x="502126" y="218022"/>
                  </a:lnTo>
                  <a:lnTo>
                    <a:pt x="501350" y="262904"/>
                  </a:lnTo>
                  <a:lnTo>
                    <a:pt x="500574" y="307734"/>
                  </a:lnTo>
                  <a:lnTo>
                    <a:pt x="499798" y="352513"/>
                  </a:lnTo>
                  <a:lnTo>
                    <a:pt x="499022" y="397241"/>
                  </a:lnTo>
                  <a:lnTo>
                    <a:pt x="498246" y="441920"/>
                  </a:lnTo>
                  <a:lnTo>
                    <a:pt x="497470" y="486547"/>
                  </a:lnTo>
                  <a:lnTo>
                    <a:pt x="496694" y="531125"/>
                  </a:lnTo>
                  <a:lnTo>
                    <a:pt x="495918" y="575652"/>
                  </a:lnTo>
                  <a:lnTo>
                    <a:pt x="495142" y="620130"/>
                  </a:lnTo>
                  <a:lnTo>
                    <a:pt x="435382" y="648644"/>
                  </a:lnTo>
                  <a:lnTo>
                    <a:pt x="438227" y="664928"/>
                  </a:lnTo>
                  <a:lnTo>
                    <a:pt x="441077" y="705607"/>
                  </a:lnTo>
                  <a:lnTo>
                    <a:pt x="438227" y="742183"/>
                  </a:lnTo>
                  <a:lnTo>
                    <a:pt x="480913" y="742183"/>
                  </a:lnTo>
                  <a:lnTo>
                    <a:pt x="489450" y="782787"/>
                  </a:lnTo>
                  <a:lnTo>
                    <a:pt x="497987" y="823349"/>
                  </a:lnTo>
                  <a:lnTo>
                    <a:pt x="506524" y="863870"/>
                  </a:lnTo>
                  <a:lnTo>
                    <a:pt x="515062" y="904350"/>
                  </a:lnTo>
                  <a:lnTo>
                    <a:pt x="523599" y="944789"/>
                  </a:lnTo>
                  <a:lnTo>
                    <a:pt x="472376" y="956912"/>
                  </a:lnTo>
                  <a:lnTo>
                    <a:pt x="478067" y="1005368"/>
                  </a:lnTo>
                  <a:lnTo>
                    <a:pt x="438229" y="1014111"/>
                  </a:lnTo>
                  <a:lnTo>
                    <a:pt x="398390" y="1022853"/>
                  </a:lnTo>
                  <a:lnTo>
                    <a:pt x="358551" y="1031592"/>
                  </a:lnTo>
                  <a:lnTo>
                    <a:pt x="318713" y="1040330"/>
                  </a:lnTo>
                  <a:lnTo>
                    <a:pt x="278874" y="1049065"/>
                  </a:lnTo>
                  <a:close/>
                </a:path>
              </a:pathLst>
            </a:custGeom>
            <a:solidFill>
              <a:srgbClr val="ABD3E4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" name="pg15"/>
            <p:cNvSpPr/>
            <p:nvPr/>
          </p:nvSpPr>
          <p:spPr>
            <a:xfrm>
              <a:off x="4091407" y="4434791"/>
              <a:ext cx="170738" cy="328030"/>
            </a:xfrm>
            <a:custGeom>
              <a:avLst/>
              <a:gdLst/>
              <a:ahLst/>
              <a:cxnLst/>
              <a:rect l="0" t="0" r="0" b="0"/>
              <a:pathLst>
                <a:path w="170738" h="328030">
                  <a:moveTo>
                    <a:pt x="22765" y="31732"/>
                  </a:moveTo>
                  <a:lnTo>
                    <a:pt x="71138" y="43625"/>
                  </a:lnTo>
                  <a:lnTo>
                    <a:pt x="85371" y="0"/>
                  </a:lnTo>
                  <a:lnTo>
                    <a:pt x="139435" y="11902"/>
                  </a:lnTo>
                  <a:lnTo>
                    <a:pt x="142285" y="23801"/>
                  </a:lnTo>
                  <a:lnTo>
                    <a:pt x="130898" y="67399"/>
                  </a:lnTo>
                  <a:lnTo>
                    <a:pt x="125211" y="91162"/>
                  </a:lnTo>
                  <a:lnTo>
                    <a:pt x="116670" y="103040"/>
                  </a:lnTo>
                  <a:lnTo>
                    <a:pt x="142285" y="106996"/>
                  </a:lnTo>
                  <a:lnTo>
                    <a:pt x="162201" y="110953"/>
                  </a:lnTo>
                  <a:lnTo>
                    <a:pt x="170738" y="118867"/>
                  </a:lnTo>
                  <a:lnTo>
                    <a:pt x="159355" y="154461"/>
                  </a:lnTo>
                  <a:lnTo>
                    <a:pt x="145131" y="201872"/>
                  </a:lnTo>
                  <a:lnTo>
                    <a:pt x="128053" y="205817"/>
                  </a:lnTo>
                  <a:lnTo>
                    <a:pt x="113824" y="245281"/>
                  </a:lnTo>
                  <a:lnTo>
                    <a:pt x="105291" y="261055"/>
                  </a:lnTo>
                  <a:lnTo>
                    <a:pt x="113824" y="300465"/>
                  </a:lnTo>
                  <a:lnTo>
                    <a:pt x="102445" y="328030"/>
                  </a:lnTo>
                  <a:lnTo>
                    <a:pt x="93904" y="328030"/>
                  </a:lnTo>
                  <a:lnTo>
                    <a:pt x="85371" y="320156"/>
                  </a:lnTo>
                  <a:lnTo>
                    <a:pt x="85371" y="304404"/>
                  </a:lnTo>
                  <a:lnTo>
                    <a:pt x="76834" y="288646"/>
                  </a:lnTo>
                  <a:lnTo>
                    <a:pt x="76834" y="261055"/>
                  </a:lnTo>
                  <a:lnTo>
                    <a:pt x="79679" y="233446"/>
                  </a:lnTo>
                  <a:lnTo>
                    <a:pt x="71138" y="221607"/>
                  </a:lnTo>
                  <a:lnTo>
                    <a:pt x="82525" y="186074"/>
                  </a:lnTo>
                  <a:lnTo>
                    <a:pt x="93904" y="158414"/>
                  </a:lnTo>
                  <a:lnTo>
                    <a:pt x="91058" y="154461"/>
                  </a:lnTo>
                  <a:lnTo>
                    <a:pt x="82525" y="150508"/>
                  </a:lnTo>
                  <a:lnTo>
                    <a:pt x="76834" y="162364"/>
                  </a:lnTo>
                  <a:lnTo>
                    <a:pt x="65451" y="174219"/>
                  </a:lnTo>
                  <a:lnTo>
                    <a:pt x="56914" y="174219"/>
                  </a:lnTo>
                  <a:lnTo>
                    <a:pt x="39839" y="170271"/>
                  </a:lnTo>
                  <a:lnTo>
                    <a:pt x="25607" y="162364"/>
                  </a:lnTo>
                  <a:lnTo>
                    <a:pt x="14228" y="154461"/>
                  </a:lnTo>
                  <a:lnTo>
                    <a:pt x="5691" y="142600"/>
                  </a:lnTo>
                  <a:lnTo>
                    <a:pt x="0" y="130735"/>
                  </a:lnTo>
                  <a:lnTo>
                    <a:pt x="5691" y="114910"/>
                  </a:lnTo>
                  <a:lnTo>
                    <a:pt x="5691" y="103040"/>
                  </a:lnTo>
                  <a:close/>
                </a:path>
              </a:pathLst>
            </a:custGeom>
            <a:solidFill>
              <a:srgbClr val="A7CDE2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" name="pg16"/>
            <p:cNvSpPr/>
            <p:nvPr/>
          </p:nvSpPr>
          <p:spPr>
            <a:xfrm>
              <a:off x="3835297" y="2749290"/>
              <a:ext cx="640273" cy="1406784"/>
            </a:xfrm>
            <a:custGeom>
              <a:avLst/>
              <a:gdLst/>
              <a:ahLst/>
              <a:cxnLst/>
              <a:rect l="0" t="0" r="0" b="0"/>
              <a:pathLst>
                <a:path w="640273" h="1406784">
                  <a:moveTo>
                    <a:pt x="549210" y="1314788"/>
                  </a:moveTo>
                  <a:lnTo>
                    <a:pt x="540677" y="1306778"/>
                  </a:lnTo>
                  <a:lnTo>
                    <a:pt x="460997" y="1318792"/>
                  </a:lnTo>
                  <a:lnTo>
                    <a:pt x="460997" y="1330803"/>
                  </a:lnTo>
                  <a:lnTo>
                    <a:pt x="469534" y="1346811"/>
                  </a:lnTo>
                  <a:lnTo>
                    <a:pt x="483763" y="1354813"/>
                  </a:lnTo>
                  <a:lnTo>
                    <a:pt x="486608" y="1370812"/>
                  </a:lnTo>
                  <a:lnTo>
                    <a:pt x="483763" y="1394799"/>
                  </a:lnTo>
                  <a:lnTo>
                    <a:pt x="475225" y="1402791"/>
                  </a:lnTo>
                  <a:lnTo>
                    <a:pt x="409774" y="1390799"/>
                  </a:lnTo>
                  <a:lnTo>
                    <a:pt x="404083" y="1386805"/>
                  </a:lnTo>
                  <a:lnTo>
                    <a:pt x="392700" y="1386805"/>
                  </a:lnTo>
                  <a:lnTo>
                    <a:pt x="378475" y="1406784"/>
                  </a:lnTo>
                  <a:lnTo>
                    <a:pt x="367088" y="1398795"/>
                  </a:lnTo>
                  <a:lnTo>
                    <a:pt x="369934" y="1386805"/>
                  </a:lnTo>
                  <a:lnTo>
                    <a:pt x="358555" y="1378809"/>
                  </a:lnTo>
                  <a:lnTo>
                    <a:pt x="341481" y="1374808"/>
                  </a:lnTo>
                  <a:lnTo>
                    <a:pt x="313024" y="1386805"/>
                  </a:lnTo>
                  <a:lnTo>
                    <a:pt x="293104" y="1330803"/>
                  </a:lnTo>
                  <a:lnTo>
                    <a:pt x="281717" y="1330803"/>
                  </a:lnTo>
                  <a:lnTo>
                    <a:pt x="267492" y="1278732"/>
                  </a:lnTo>
                  <a:lnTo>
                    <a:pt x="276030" y="1274724"/>
                  </a:lnTo>
                  <a:lnTo>
                    <a:pt x="267492" y="1238634"/>
                  </a:lnTo>
                  <a:lnTo>
                    <a:pt x="258955" y="1238634"/>
                  </a:lnTo>
                  <a:lnTo>
                    <a:pt x="256110" y="1226596"/>
                  </a:lnTo>
                  <a:lnTo>
                    <a:pt x="258955" y="1226596"/>
                  </a:lnTo>
                  <a:lnTo>
                    <a:pt x="256110" y="1202507"/>
                  </a:lnTo>
                  <a:lnTo>
                    <a:pt x="210578" y="1206525"/>
                  </a:lnTo>
                  <a:lnTo>
                    <a:pt x="207732" y="1186444"/>
                  </a:lnTo>
                  <a:lnTo>
                    <a:pt x="202041" y="1186444"/>
                  </a:lnTo>
                  <a:lnTo>
                    <a:pt x="202041" y="1178409"/>
                  </a:lnTo>
                  <a:lnTo>
                    <a:pt x="204887" y="1178409"/>
                  </a:lnTo>
                  <a:lnTo>
                    <a:pt x="204887" y="1150273"/>
                  </a:lnTo>
                  <a:lnTo>
                    <a:pt x="219119" y="1146252"/>
                  </a:lnTo>
                  <a:lnTo>
                    <a:pt x="211531" y="1104678"/>
                  </a:lnTo>
                  <a:lnTo>
                    <a:pt x="203942" y="1063062"/>
                  </a:lnTo>
                  <a:lnTo>
                    <a:pt x="196353" y="1021403"/>
                  </a:lnTo>
                  <a:lnTo>
                    <a:pt x="139435" y="1025436"/>
                  </a:lnTo>
                  <a:lnTo>
                    <a:pt x="128056" y="981045"/>
                  </a:lnTo>
                  <a:lnTo>
                    <a:pt x="91062" y="989120"/>
                  </a:lnTo>
                  <a:lnTo>
                    <a:pt x="91062" y="997193"/>
                  </a:lnTo>
                  <a:lnTo>
                    <a:pt x="73988" y="997193"/>
                  </a:lnTo>
                  <a:lnTo>
                    <a:pt x="65451" y="956811"/>
                  </a:lnTo>
                  <a:lnTo>
                    <a:pt x="56914" y="916389"/>
                  </a:lnTo>
                  <a:lnTo>
                    <a:pt x="48377" y="875926"/>
                  </a:lnTo>
                  <a:lnTo>
                    <a:pt x="39839" y="835422"/>
                  </a:lnTo>
                  <a:lnTo>
                    <a:pt x="31302" y="794877"/>
                  </a:lnTo>
                  <a:lnTo>
                    <a:pt x="22765" y="754290"/>
                  </a:lnTo>
                  <a:lnTo>
                    <a:pt x="25611" y="746171"/>
                  </a:lnTo>
                  <a:lnTo>
                    <a:pt x="12805" y="695370"/>
                  </a:lnTo>
                  <a:lnTo>
                    <a:pt x="0" y="644504"/>
                  </a:lnTo>
                  <a:lnTo>
                    <a:pt x="8537" y="636357"/>
                  </a:lnTo>
                  <a:lnTo>
                    <a:pt x="31302" y="632287"/>
                  </a:lnTo>
                  <a:lnTo>
                    <a:pt x="42685" y="615991"/>
                  </a:lnTo>
                  <a:lnTo>
                    <a:pt x="62605" y="603764"/>
                  </a:lnTo>
                  <a:lnTo>
                    <a:pt x="79676" y="587456"/>
                  </a:lnTo>
                  <a:lnTo>
                    <a:pt x="82525" y="575221"/>
                  </a:lnTo>
                  <a:lnTo>
                    <a:pt x="73988" y="558901"/>
                  </a:lnTo>
                  <a:lnTo>
                    <a:pt x="79676" y="538492"/>
                  </a:lnTo>
                  <a:lnTo>
                    <a:pt x="85371" y="518073"/>
                  </a:lnTo>
                  <a:lnTo>
                    <a:pt x="99596" y="505816"/>
                  </a:lnTo>
                  <a:lnTo>
                    <a:pt x="125207" y="497643"/>
                  </a:lnTo>
                  <a:lnTo>
                    <a:pt x="139435" y="481291"/>
                  </a:lnTo>
                  <a:lnTo>
                    <a:pt x="147973" y="440386"/>
                  </a:lnTo>
                  <a:lnTo>
                    <a:pt x="145127" y="432196"/>
                  </a:lnTo>
                  <a:lnTo>
                    <a:pt x="128056" y="419916"/>
                  </a:lnTo>
                  <a:lnTo>
                    <a:pt x="125207" y="378944"/>
                  </a:lnTo>
                  <a:lnTo>
                    <a:pt x="142281" y="354343"/>
                  </a:lnTo>
                  <a:lnTo>
                    <a:pt x="156514" y="296875"/>
                  </a:lnTo>
                  <a:lnTo>
                    <a:pt x="150822" y="288659"/>
                  </a:lnTo>
                  <a:lnTo>
                    <a:pt x="130902" y="259887"/>
                  </a:lnTo>
                  <a:lnTo>
                    <a:pt x="145127" y="222865"/>
                  </a:lnTo>
                  <a:lnTo>
                    <a:pt x="159355" y="202281"/>
                  </a:lnTo>
                  <a:lnTo>
                    <a:pt x="170738" y="177570"/>
                  </a:lnTo>
                  <a:lnTo>
                    <a:pt x="176433" y="161085"/>
                  </a:lnTo>
                  <a:lnTo>
                    <a:pt x="184967" y="152838"/>
                  </a:lnTo>
                  <a:lnTo>
                    <a:pt x="207732" y="136343"/>
                  </a:lnTo>
                  <a:lnTo>
                    <a:pt x="230498" y="119841"/>
                  </a:lnTo>
                  <a:lnTo>
                    <a:pt x="241881" y="99206"/>
                  </a:lnTo>
                  <a:lnTo>
                    <a:pt x="253264" y="66164"/>
                  </a:lnTo>
                  <a:lnTo>
                    <a:pt x="258955" y="16549"/>
                  </a:lnTo>
                  <a:lnTo>
                    <a:pt x="261801" y="0"/>
                  </a:lnTo>
                  <a:lnTo>
                    <a:pt x="313022" y="0"/>
                  </a:lnTo>
                  <a:lnTo>
                    <a:pt x="364244" y="0"/>
                  </a:lnTo>
                  <a:lnTo>
                    <a:pt x="415465" y="0"/>
                  </a:lnTo>
                  <a:lnTo>
                    <a:pt x="414043" y="62032"/>
                  </a:lnTo>
                  <a:lnTo>
                    <a:pt x="412620" y="123967"/>
                  </a:lnTo>
                  <a:lnTo>
                    <a:pt x="409774" y="128095"/>
                  </a:lnTo>
                  <a:lnTo>
                    <a:pt x="410587" y="169917"/>
                  </a:lnTo>
                  <a:lnTo>
                    <a:pt x="411400" y="211693"/>
                  </a:lnTo>
                  <a:lnTo>
                    <a:pt x="412213" y="253426"/>
                  </a:lnTo>
                  <a:lnTo>
                    <a:pt x="413026" y="295114"/>
                  </a:lnTo>
                  <a:lnTo>
                    <a:pt x="413839" y="336758"/>
                  </a:lnTo>
                  <a:lnTo>
                    <a:pt x="414652" y="378359"/>
                  </a:lnTo>
                  <a:lnTo>
                    <a:pt x="415465" y="419916"/>
                  </a:lnTo>
                  <a:lnTo>
                    <a:pt x="438231" y="419916"/>
                  </a:lnTo>
                  <a:lnTo>
                    <a:pt x="460997" y="497643"/>
                  </a:lnTo>
                  <a:lnTo>
                    <a:pt x="432540" y="501733"/>
                  </a:lnTo>
                  <a:lnTo>
                    <a:pt x="426848" y="489468"/>
                  </a:lnTo>
                  <a:lnTo>
                    <a:pt x="409774" y="493556"/>
                  </a:lnTo>
                  <a:lnTo>
                    <a:pt x="424006" y="513988"/>
                  </a:lnTo>
                  <a:lnTo>
                    <a:pt x="418311" y="546657"/>
                  </a:lnTo>
                  <a:lnTo>
                    <a:pt x="406928" y="558901"/>
                  </a:lnTo>
                  <a:lnTo>
                    <a:pt x="412620" y="567062"/>
                  </a:lnTo>
                  <a:lnTo>
                    <a:pt x="412620" y="575221"/>
                  </a:lnTo>
                  <a:lnTo>
                    <a:pt x="406928" y="575221"/>
                  </a:lnTo>
                  <a:lnTo>
                    <a:pt x="395546" y="571142"/>
                  </a:lnTo>
                  <a:lnTo>
                    <a:pt x="387008" y="558901"/>
                  </a:lnTo>
                  <a:lnTo>
                    <a:pt x="381321" y="558901"/>
                  </a:lnTo>
                  <a:lnTo>
                    <a:pt x="378475" y="562982"/>
                  </a:lnTo>
                  <a:lnTo>
                    <a:pt x="375629" y="579300"/>
                  </a:lnTo>
                  <a:lnTo>
                    <a:pt x="367088" y="587456"/>
                  </a:lnTo>
                  <a:lnTo>
                    <a:pt x="361401" y="591531"/>
                  </a:lnTo>
                  <a:lnTo>
                    <a:pt x="369934" y="591531"/>
                  </a:lnTo>
                  <a:lnTo>
                    <a:pt x="384163" y="620065"/>
                  </a:lnTo>
                  <a:lnTo>
                    <a:pt x="392700" y="632287"/>
                  </a:lnTo>
                  <a:lnTo>
                    <a:pt x="404083" y="636357"/>
                  </a:lnTo>
                  <a:lnTo>
                    <a:pt x="398395" y="644504"/>
                  </a:lnTo>
                  <a:lnTo>
                    <a:pt x="404083" y="648576"/>
                  </a:lnTo>
                  <a:lnTo>
                    <a:pt x="418311" y="644504"/>
                  </a:lnTo>
                  <a:lnTo>
                    <a:pt x="426848" y="644504"/>
                  </a:lnTo>
                  <a:lnTo>
                    <a:pt x="426848" y="648576"/>
                  </a:lnTo>
                  <a:lnTo>
                    <a:pt x="426848" y="656716"/>
                  </a:lnTo>
                  <a:lnTo>
                    <a:pt x="426848" y="664856"/>
                  </a:lnTo>
                  <a:lnTo>
                    <a:pt x="415465" y="677067"/>
                  </a:lnTo>
                  <a:lnTo>
                    <a:pt x="415465" y="689268"/>
                  </a:lnTo>
                  <a:lnTo>
                    <a:pt x="406928" y="705534"/>
                  </a:lnTo>
                  <a:lnTo>
                    <a:pt x="398395" y="717730"/>
                  </a:lnTo>
                  <a:lnTo>
                    <a:pt x="387008" y="725858"/>
                  </a:lnTo>
                  <a:lnTo>
                    <a:pt x="396968" y="769517"/>
                  </a:lnTo>
                  <a:lnTo>
                    <a:pt x="406928" y="813128"/>
                  </a:lnTo>
                  <a:lnTo>
                    <a:pt x="416888" y="856691"/>
                  </a:lnTo>
                  <a:lnTo>
                    <a:pt x="426848" y="900208"/>
                  </a:lnTo>
                  <a:lnTo>
                    <a:pt x="418311" y="904256"/>
                  </a:lnTo>
                  <a:lnTo>
                    <a:pt x="427797" y="948731"/>
                  </a:lnTo>
                  <a:lnTo>
                    <a:pt x="437283" y="993158"/>
                  </a:lnTo>
                  <a:lnTo>
                    <a:pt x="446768" y="1037534"/>
                  </a:lnTo>
                  <a:lnTo>
                    <a:pt x="452460" y="1041566"/>
                  </a:lnTo>
                  <a:lnTo>
                    <a:pt x="466688" y="1106019"/>
                  </a:lnTo>
                  <a:lnTo>
                    <a:pt x="529290" y="1089915"/>
                  </a:lnTo>
                  <a:lnTo>
                    <a:pt x="526444" y="1069778"/>
                  </a:lnTo>
                  <a:lnTo>
                    <a:pt x="600437" y="1053660"/>
                  </a:lnTo>
                  <a:lnTo>
                    <a:pt x="607076" y="1095957"/>
                  </a:lnTo>
                  <a:lnTo>
                    <a:pt x="613715" y="1138209"/>
                  </a:lnTo>
                  <a:lnTo>
                    <a:pt x="620355" y="1180418"/>
                  </a:lnTo>
                  <a:lnTo>
                    <a:pt x="626994" y="1222582"/>
                  </a:lnTo>
                  <a:lnTo>
                    <a:pt x="633633" y="1264702"/>
                  </a:lnTo>
                  <a:lnTo>
                    <a:pt x="640273" y="1306778"/>
                  </a:lnTo>
                  <a:lnTo>
                    <a:pt x="611816" y="1306778"/>
                  </a:lnTo>
                  <a:lnTo>
                    <a:pt x="603282" y="1274724"/>
                  </a:lnTo>
                  <a:lnTo>
                    <a:pt x="580517" y="1278732"/>
                  </a:lnTo>
                  <a:lnTo>
                    <a:pt x="569130" y="1290754"/>
                  </a:lnTo>
                  <a:lnTo>
                    <a:pt x="566288" y="1310784"/>
                  </a:lnTo>
                  <a:close/>
                </a:path>
              </a:pathLst>
            </a:custGeom>
            <a:solidFill>
              <a:srgbClr val="A7CDE2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" name="pg17"/>
            <p:cNvSpPr/>
            <p:nvPr/>
          </p:nvSpPr>
          <p:spPr>
            <a:xfrm>
              <a:off x="4358900" y="4024014"/>
              <a:ext cx="347172" cy="355185"/>
            </a:xfrm>
            <a:custGeom>
              <a:avLst/>
              <a:gdLst/>
              <a:ahLst/>
              <a:cxnLst/>
              <a:rect l="0" t="0" r="0" b="0"/>
              <a:pathLst>
                <a:path w="347172" h="355185">
                  <a:moveTo>
                    <a:pt x="116670" y="32054"/>
                  </a:moveTo>
                  <a:lnTo>
                    <a:pt x="147973" y="24043"/>
                  </a:lnTo>
                  <a:lnTo>
                    <a:pt x="162201" y="80089"/>
                  </a:lnTo>
                  <a:lnTo>
                    <a:pt x="212474" y="70753"/>
                  </a:lnTo>
                  <a:lnTo>
                    <a:pt x="262747" y="61416"/>
                  </a:lnTo>
                  <a:lnTo>
                    <a:pt x="313020" y="52076"/>
                  </a:lnTo>
                  <a:lnTo>
                    <a:pt x="330094" y="44068"/>
                  </a:lnTo>
                  <a:lnTo>
                    <a:pt x="338631" y="56079"/>
                  </a:lnTo>
                  <a:lnTo>
                    <a:pt x="335786" y="64084"/>
                  </a:lnTo>
                  <a:lnTo>
                    <a:pt x="330094" y="76088"/>
                  </a:lnTo>
                  <a:lnTo>
                    <a:pt x="327252" y="92089"/>
                  </a:lnTo>
                  <a:lnTo>
                    <a:pt x="324407" y="104085"/>
                  </a:lnTo>
                  <a:lnTo>
                    <a:pt x="327252" y="112081"/>
                  </a:lnTo>
                  <a:lnTo>
                    <a:pt x="338631" y="124071"/>
                  </a:lnTo>
                  <a:lnTo>
                    <a:pt x="347172" y="144044"/>
                  </a:lnTo>
                  <a:lnTo>
                    <a:pt x="338631" y="144044"/>
                  </a:lnTo>
                  <a:lnTo>
                    <a:pt x="324407" y="211889"/>
                  </a:lnTo>
                  <a:lnTo>
                    <a:pt x="310174" y="223850"/>
                  </a:lnTo>
                  <a:lnTo>
                    <a:pt x="278875" y="223850"/>
                  </a:lnTo>
                  <a:lnTo>
                    <a:pt x="261801" y="235807"/>
                  </a:lnTo>
                  <a:lnTo>
                    <a:pt x="250414" y="247761"/>
                  </a:lnTo>
                  <a:lnTo>
                    <a:pt x="250414" y="263694"/>
                  </a:lnTo>
                  <a:lnTo>
                    <a:pt x="261801" y="283601"/>
                  </a:lnTo>
                  <a:lnTo>
                    <a:pt x="256110" y="315430"/>
                  </a:lnTo>
                  <a:lnTo>
                    <a:pt x="253260" y="331337"/>
                  </a:lnTo>
                  <a:lnTo>
                    <a:pt x="233344" y="355185"/>
                  </a:lnTo>
                  <a:lnTo>
                    <a:pt x="219115" y="347237"/>
                  </a:lnTo>
                  <a:lnTo>
                    <a:pt x="210578" y="355185"/>
                  </a:lnTo>
                  <a:lnTo>
                    <a:pt x="196350" y="355185"/>
                  </a:lnTo>
                  <a:lnTo>
                    <a:pt x="156510" y="317420"/>
                  </a:lnTo>
                  <a:lnTo>
                    <a:pt x="116670" y="279621"/>
                  </a:lnTo>
                  <a:lnTo>
                    <a:pt x="76834" y="307475"/>
                  </a:lnTo>
                  <a:lnTo>
                    <a:pt x="54068" y="287579"/>
                  </a:lnTo>
                  <a:lnTo>
                    <a:pt x="42685" y="299520"/>
                  </a:lnTo>
                  <a:lnTo>
                    <a:pt x="0" y="287579"/>
                  </a:lnTo>
                  <a:lnTo>
                    <a:pt x="12803" y="247760"/>
                  </a:lnTo>
                  <a:lnTo>
                    <a:pt x="25607" y="207901"/>
                  </a:lnTo>
                  <a:lnTo>
                    <a:pt x="48373" y="207901"/>
                  </a:lnTo>
                  <a:lnTo>
                    <a:pt x="62605" y="152034"/>
                  </a:lnTo>
                  <a:lnTo>
                    <a:pt x="42685" y="144044"/>
                  </a:lnTo>
                  <a:lnTo>
                    <a:pt x="48373" y="84089"/>
                  </a:lnTo>
                  <a:lnTo>
                    <a:pt x="22765" y="80089"/>
                  </a:lnTo>
                  <a:lnTo>
                    <a:pt x="28453" y="60082"/>
                  </a:lnTo>
                  <a:lnTo>
                    <a:pt x="25607" y="40064"/>
                  </a:lnTo>
                  <a:lnTo>
                    <a:pt x="42685" y="36059"/>
                  </a:lnTo>
                  <a:lnTo>
                    <a:pt x="45527" y="16030"/>
                  </a:lnTo>
                  <a:lnTo>
                    <a:pt x="56914" y="4008"/>
                  </a:lnTo>
                  <a:lnTo>
                    <a:pt x="79679" y="0"/>
                  </a:lnTo>
                  <a:lnTo>
                    <a:pt x="88213" y="32054"/>
                  </a:lnTo>
                  <a:close/>
                </a:path>
              </a:pathLst>
            </a:custGeom>
            <a:solidFill>
              <a:srgbClr val="A9D1E3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" name="pg18"/>
            <p:cNvSpPr/>
            <p:nvPr/>
          </p:nvSpPr>
          <p:spPr>
            <a:xfrm>
              <a:off x="5056087" y="3377503"/>
              <a:ext cx="543519" cy="890284"/>
            </a:xfrm>
            <a:custGeom>
              <a:avLst/>
              <a:gdLst/>
              <a:ahLst/>
              <a:cxnLst/>
              <a:rect l="0" t="0" r="0" b="0"/>
              <a:pathLst>
                <a:path w="543519" h="890284">
                  <a:moveTo>
                    <a:pt x="159355" y="4073"/>
                  </a:moveTo>
                  <a:lnTo>
                    <a:pt x="170738" y="8143"/>
                  </a:lnTo>
                  <a:lnTo>
                    <a:pt x="184963" y="8143"/>
                  </a:lnTo>
                  <a:lnTo>
                    <a:pt x="202041" y="0"/>
                  </a:lnTo>
                  <a:lnTo>
                    <a:pt x="213424" y="28502"/>
                  </a:lnTo>
                  <a:lnTo>
                    <a:pt x="224807" y="40712"/>
                  </a:lnTo>
                  <a:lnTo>
                    <a:pt x="261801" y="56987"/>
                  </a:lnTo>
                  <a:lnTo>
                    <a:pt x="287409" y="69188"/>
                  </a:lnTo>
                  <a:lnTo>
                    <a:pt x="318711" y="56987"/>
                  </a:lnTo>
                  <a:lnTo>
                    <a:pt x="330094" y="61054"/>
                  </a:lnTo>
                  <a:lnTo>
                    <a:pt x="338631" y="77320"/>
                  </a:lnTo>
                  <a:lnTo>
                    <a:pt x="341477" y="117957"/>
                  </a:lnTo>
                  <a:lnTo>
                    <a:pt x="332940" y="134200"/>
                  </a:lnTo>
                  <a:lnTo>
                    <a:pt x="310174" y="138257"/>
                  </a:lnTo>
                  <a:lnTo>
                    <a:pt x="307329" y="150436"/>
                  </a:lnTo>
                  <a:lnTo>
                    <a:pt x="307329" y="158549"/>
                  </a:lnTo>
                  <a:lnTo>
                    <a:pt x="321557" y="199103"/>
                  </a:lnTo>
                  <a:lnTo>
                    <a:pt x="335786" y="215313"/>
                  </a:lnTo>
                  <a:lnTo>
                    <a:pt x="338631" y="231517"/>
                  </a:lnTo>
                  <a:lnTo>
                    <a:pt x="324403" y="284130"/>
                  </a:lnTo>
                  <a:lnTo>
                    <a:pt x="318711" y="292221"/>
                  </a:lnTo>
                  <a:lnTo>
                    <a:pt x="332940" y="316475"/>
                  </a:lnTo>
                  <a:lnTo>
                    <a:pt x="358551" y="368979"/>
                  </a:lnTo>
                  <a:lnTo>
                    <a:pt x="375626" y="381086"/>
                  </a:lnTo>
                  <a:lnTo>
                    <a:pt x="392700" y="373015"/>
                  </a:lnTo>
                  <a:lnTo>
                    <a:pt x="418311" y="344755"/>
                  </a:lnTo>
                  <a:lnTo>
                    <a:pt x="426848" y="352831"/>
                  </a:lnTo>
                  <a:lnTo>
                    <a:pt x="443923" y="360906"/>
                  </a:lnTo>
                  <a:lnTo>
                    <a:pt x="460997" y="364943"/>
                  </a:lnTo>
                  <a:lnTo>
                    <a:pt x="489454" y="397222"/>
                  </a:lnTo>
                  <a:lnTo>
                    <a:pt x="506528" y="421415"/>
                  </a:lnTo>
                  <a:lnTo>
                    <a:pt x="492296" y="441565"/>
                  </a:lnTo>
                  <a:lnTo>
                    <a:pt x="489454" y="453649"/>
                  </a:lnTo>
                  <a:lnTo>
                    <a:pt x="515062" y="493903"/>
                  </a:lnTo>
                  <a:lnTo>
                    <a:pt x="515062" y="518038"/>
                  </a:lnTo>
                  <a:lnTo>
                    <a:pt x="506528" y="534120"/>
                  </a:lnTo>
                  <a:lnTo>
                    <a:pt x="486608" y="534120"/>
                  </a:lnTo>
                  <a:lnTo>
                    <a:pt x="455302" y="534120"/>
                  </a:lnTo>
                  <a:lnTo>
                    <a:pt x="452456" y="574293"/>
                  </a:lnTo>
                  <a:lnTo>
                    <a:pt x="469534" y="578311"/>
                  </a:lnTo>
                  <a:lnTo>
                    <a:pt x="478067" y="586341"/>
                  </a:lnTo>
                  <a:lnTo>
                    <a:pt x="492296" y="574293"/>
                  </a:lnTo>
                  <a:lnTo>
                    <a:pt x="500833" y="574293"/>
                  </a:lnTo>
                  <a:lnTo>
                    <a:pt x="506528" y="586341"/>
                  </a:lnTo>
                  <a:lnTo>
                    <a:pt x="512216" y="602393"/>
                  </a:lnTo>
                  <a:lnTo>
                    <a:pt x="534981" y="598382"/>
                  </a:lnTo>
                  <a:lnTo>
                    <a:pt x="543519" y="598382"/>
                  </a:lnTo>
                  <a:lnTo>
                    <a:pt x="537827" y="614432"/>
                  </a:lnTo>
                  <a:lnTo>
                    <a:pt x="537827" y="638492"/>
                  </a:lnTo>
                  <a:lnTo>
                    <a:pt x="526444" y="646510"/>
                  </a:lnTo>
                  <a:lnTo>
                    <a:pt x="506528" y="650518"/>
                  </a:lnTo>
                  <a:lnTo>
                    <a:pt x="495142" y="662540"/>
                  </a:lnTo>
                  <a:lnTo>
                    <a:pt x="469534" y="706592"/>
                  </a:lnTo>
                  <a:lnTo>
                    <a:pt x="455302" y="722599"/>
                  </a:lnTo>
                  <a:lnTo>
                    <a:pt x="441077" y="726599"/>
                  </a:lnTo>
                  <a:lnTo>
                    <a:pt x="429694" y="742598"/>
                  </a:lnTo>
                  <a:lnTo>
                    <a:pt x="412616" y="730600"/>
                  </a:lnTo>
                  <a:lnTo>
                    <a:pt x="398391" y="734600"/>
                  </a:lnTo>
                  <a:lnTo>
                    <a:pt x="398391" y="718598"/>
                  </a:lnTo>
                  <a:lnTo>
                    <a:pt x="395546" y="702589"/>
                  </a:lnTo>
                  <a:lnTo>
                    <a:pt x="381317" y="694583"/>
                  </a:lnTo>
                  <a:lnTo>
                    <a:pt x="367088" y="694583"/>
                  </a:lnTo>
                  <a:lnTo>
                    <a:pt x="355706" y="698586"/>
                  </a:lnTo>
                  <a:lnTo>
                    <a:pt x="358551" y="722599"/>
                  </a:lnTo>
                  <a:lnTo>
                    <a:pt x="352860" y="746594"/>
                  </a:lnTo>
                  <a:lnTo>
                    <a:pt x="344323" y="762585"/>
                  </a:lnTo>
                  <a:lnTo>
                    <a:pt x="332940" y="758591"/>
                  </a:lnTo>
                  <a:lnTo>
                    <a:pt x="327252" y="758591"/>
                  </a:lnTo>
                  <a:lnTo>
                    <a:pt x="332940" y="734600"/>
                  </a:lnTo>
                  <a:lnTo>
                    <a:pt x="321557" y="730600"/>
                  </a:lnTo>
                  <a:lnTo>
                    <a:pt x="313020" y="734600"/>
                  </a:lnTo>
                  <a:lnTo>
                    <a:pt x="301637" y="758591"/>
                  </a:lnTo>
                  <a:lnTo>
                    <a:pt x="295946" y="750595"/>
                  </a:lnTo>
                  <a:lnTo>
                    <a:pt x="276026" y="742598"/>
                  </a:lnTo>
                  <a:lnTo>
                    <a:pt x="264647" y="738599"/>
                  </a:lnTo>
                  <a:lnTo>
                    <a:pt x="258955" y="758591"/>
                  </a:lnTo>
                  <a:lnTo>
                    <a:pt x="261801" y="786563"/>
                  </a:lnTo>
                  <a:lnTo>
                    <a:pt x="253260" y="806528"/>
                  </a:lnTo>
                  <a:lnTo>
                    <a:pt x="239035" y="810521"/>
                  </a:lnTo>
                  <a:lnTo>
                    <a:pt x="219115" y="798545"/>
                  </a:lnTo>
                  <a:lnTo>
                    <a:pt x="207729" y="798545"/>
                  </a:lnTo>
                  <a:lnTo>
                    <a:pt x="184963" y="826486"/>
                  </a:lnTo>
                  <a:lnTo>
                    <a:pt x="179275" y="822496"/>
                  </a:lnTo>
                  <a:lnTo>
                    <a:pt x="167893" y="814515"/>
                  </a:lnTo>
                  <a:lnTo>
                    <a:pt x="167893" y="786563"/>
                  </a:lnTo>
                  <a:lnTo>
                    <a:pt x="162201" y="782568"/>
                  </a:lnTo>
                  <a:lnTo>
                    <a:pt x="147973" y="790555"/>
                  </a:lnTo>
                  <a:lnTo>
                    <a:pt x="133744" y="790555"/>
                  </a:lnTo>
                  <a:lnTo>
                    <a:pt x="125207" y="786563"/>
                  </a:lnTo>
                  <a:lnTo>
                    <a:pt x="122365" y="802538"/>
                  </a:lnTo>
                  <a:lnTo>
                    <a:pt x="110978" y="814515"/>
                  </a:lnTo>
                  <a:lnTo>
                    <a:pt x="113824" y="838457"/>
                  </a:lnTo>
                  <a:lnTo>
                    <a:pt x="108133" y="854412"/>
                  </a:lnTo>
                  <a:lnTo>
                    <a:pt x="96750" y="870360"/>
                  </a:lnTo>
                  <a:lnTo>
                    <a:pt x="96750" y="886302"/>
                  </a:lnTo>
                  <a:lnTo>
                    <a:pt x="88213" y="890284"/>
                  </a:lnTo>
                  <a:lnTo>
                    <a:pt x="73984" y="870360"/>
                  </a:lnTo>
                  <a:lnTo>
                    <a:pt x="59759" y="866374"/>
                  </a:lnTo>
                  <a:lnTo>
                    <a:pt x="54068" y="854412"/>
                  </a:lnTo>
                  <a:lnTo>
                    <a:pt x="56914" y="842446"/>
                  </a:lnTo>
                  <a:lnTo>
                    <a:pt x="45527" y="770581"/>
                  </a:lnTo>
                  <a:lnTo>
                    <a:pt x="51218" y="766585"/>
                  </a:lnTo>
                  <a:lnTo>
                    <a:pt x="39839" y="706592"/>
                  </a:lnTo>
                  <a:lnTo>
                    <a:pt x="25607" y="706592"/>
                  </a:lnTo>
                  <a:lnTo>
                    <a:pt x="19205" y="661539"/>
                  </a:lnTo>
                  <a:lnTo>
                    <a:pt x="12803" y="616437"/>
                  </a:lnTo>
                  <a:lnTo>
                    <a:pt x="6401" y="571283"/>
                  </a:lnTo>
                  <a:lnTo>
                    <a:pt x="0" y="526080"/>
                  </a:lnTo>
                  <a:lnTo>
                    <a:pt x="45527" y="509995"/>
                  </a:lnTo>
                  <a:lnTo>
                    <a:pt x="38698" y="468950"/>
                  </a:lnTo>
                  <a:lnTo>
                    <a:pt x="31869" y="427862"/>
                  </a:lnTo>
                  <a:lnTo>
                    <a:pt x="25040" y="386733"/>
                  </a:lnTo>
                  <a:lnTo>
                    <a:pt x="18211" y="345562"/>
                  </a:lnTo>
                  <a:lnTo>
                    <a:pt x="11382" y="304348"/>
                  </a:lnTo>
                  <a:lnTo>
                    <a:pt x="65447" y="292221"/>
                  </a:lnTo>
                  <a:lnTo>
                    <a:pt x="61179" y="250413"/>
                  </a:lnTo>
                  <a:lnTo>
                    <a:pt x="56911" y="208561"/>
                  </a:lnTo>
                  <a:lnTo>
                    <a:pt x="52643" y="166665"/>
                  </a:lnTo>
                  <a:lnTo>
                    <a:pt x="48375" y="124725"/>
                  </a:lnTo>
                  <a:lnTo>
                    <a:pt x="44107" y="82741"/>
                  </a:lnTo>
                  <a:lnTo>
                    <a:pt x="39839" y="40712"/>
                  </a:lnTo>
                  <a:lnTo>
                    <a:pt x="79678" y="28503"/>
                  </a:lnTo>
                  <a:lnTo>
                    <a:pt x="119517" y="16290"/>
                  </a:lnTo>
                  <a:close/>
                </a:path>
              </a:pathLst>
            </a:custGeom>
            <a:solidFill>
              <a:srgbClr val="A7CDE2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" name="pg19"/>
            <p:cNvSpPr/>
            <p:nvPr/>
          </p:nvSpPr>
          <p:spPr>
            <a:xfrm>
              <a:off x="3630410" y="4687960"/>
              <a:ext cx="304483" cy="513404"/>
            </a:xfrm>
            <a:custGeom>
              <a:avLst/>
              <a:gdLst/>
              <a:ahLst/>
              <a:cxnLst/>
              <a:rect l="0" t="0" r="0" b="0"/>
              <a:pathLst>
                <a:path w="304483" h="513404">
                  <a:moveTo>
                    <a:pt x="79676" y="466640"/>
                  </a:moveTo>
                  <a:lnTo>
                    <a:pt x="73988" y="447138"/>
                  </a:lnTo>
                  <a:lnTo>
                    <a:pt x="76834" y="419820"/>
                  </a:lnTo>
                  <a:lnTo>
                    <a:pt x="76834" y="392487"/>
                  </a:lnTo>
                  <a:lnTo>
                    <a:pt x="71142" y="384674"/>
                  </a:lnTo>
                  <a:lnTo>
                    <a:pt x="56910" y="369042"/>
                  </a:lnTo>
                  <a:lnTo>
                    <a:pt x="19919" y="326026"/>
                  </a:lnTo>
                  <a:lnTo>
                    <a:pt x="2845" y="290797"/>
                  </a:lnTo>
                  <a:lnTo>
                    <a:pt x="0" y="263376"/>
                  </a:lnTo>
                  <a:lnTo>
                    <a:pt x="2845" y="224175"/>
                  </a:lnTo>
                  <a:lnTo>
                    <a:pt x="5691" y="208482"/>
                  </a:lnTo>
                  <a:lnTo>
                    <a:pt x="5691" y="173153"/>
                  </a:lnTo>
                  <a:lnTo>
                    <a:pt x="0" y="153513"/>
                  </a:lnTo>
                  <a:lnTo>
                    <a:pt x="0" y="107650"/>
                  </a:lnTo>
                  <a:lnTo>
                    <a:pt x="0" y="61736"/>
                  </a:lnTo>
                  <a:lnTo>
                    <a:pt x="0" y="15771"/>
                  </a:lnTo>
                  <a:lnTo>
                    <a:pt x="25611" y="7886"/>
                  </a:lnTo>
                  <a:lnTo>
                    <a:pt x="56910" y="0"/>
                  </a:lnTo>
                  <a:lnTo>
                    <a:pt x="73988" y="0"/>
                  </a:lnTo>
                  <a:lnTo>
                    <a:pt x="93908" y="7886"/>
                  </a:lnTo>
                  <a:lnTo>
                    <a:pt x="99596" y="7886"/>
                  </a:lnTo>
                  <a:lnTo>
                    <a:pt x="116674" y="7886"/>
                  </a:lnTo>
                  <a:lnTo>
                    <a:pt x="128053" y="7886"/>
                  </a:lnTo>
                  <a:lnTo>
                    <a:pt x="142281" y="7886"/>
                  </a:lnTo>
                  <a:lnTo>
                    <a:pt x="153668" y="15771"/>
                  </a:lnTo>
                  <a:lnTo>
                    <a:pt x="162201" y="27596"/>
                  </a:lnTo>
                  <a:lnTo>
                    <a:pt x="162201" y="55174"/>
                  </a:lnTo>
                  <a:lnTo>
                    <a:pt x="159355" y="66987"/>
                  </a:lnTo>
                  <a:lnTo>
                    <a:pt x="179279" y="86669"/>
                  </a:lnTo>
                  <a:lnTo>
                    <a:pt x="184967" y="74861"/>
                  </a:lnTo>
                  <a:lnTo>
                    <a:pt x="193504" y="78795"/>
                  </a:lnTo>
                  <a:lnTo>
                    <a:pt x="207732" y="63047"/>
                  </a:lnTo>
                  <a:lnTo>
                    <a:pt x="256110" y="114207"/>
                  </a:lnTo>
                  <a:lnTo>
                    <a:pt x="241881" y="133864"/>
                  </a:lnTo>
                  <a:lnTo>
                    <a:pt x="256110" y="145657"/>
                  </a:lnTo>
                  <a:lnTo>
                    <a:pt x="264647" y="161373"/>
                  </a:lnTo>
                  <a:lnTo>
                    <a:pt x="304483" y="184933"/>
                  </a:lnTo>
                  <a:lnTo>
                    <a:pt x="290258" y="220249"/>
                  </a:lnTo>
                  <a:lnTo>
                    <a:pt x="290258" y="232016"/>
                  </a:lnTo>
                  <a:lnTo>
                    <a:pt x="295949" y="263376"/>
                  </a:lnTo>
                  <a:lnTo>
                    <a:pt x="290258" y="275130"/>
                  </a:lnTo>
                  <a:lnTo>
                    <a:pt x="276030" y="286883"/>
                  </a:lnTo>
                  <a:lnTo>
                    <a:pt x="261797" y="310372"/>
                  </a:lnTo>
                  <a:lnTo>
                    <a:pt x="250418" y="326026"/>
                  </a:lnTo>
                  <a:lnTo>
                    <a:pt x="230498" y="326026"/>
                  </a:lnTo>
                  <a:lnTo>
                    <a:pt x="216270" y="326026"/>
                  </a:lnTo>
                  <a:lnTo>
                    <a:pt x="199199" y="357315"/>
                  </a:lnTo>
                  <a:lnTo>
                    <a:pt x="182121" y="404202"/>
                  </a:lnTo>
                  <a:lnTo>
                    <a:pt x="173584" y="443237"/>
                  </a:lnTo>
                  <a:lnTo>
                    <a:pt x="159355" y="466640"/>
                  </a:lnTo>
                  <a:lnTo>
                    <a:pt x="153668" y="490030"/>
                  </a:lnTo>
                  <a:lnTo>
                    <a:pt x="150818" y="505616"/>
                  </a:lnTo>
                  <a:lnTo>
                    <a:pt x="136594" y="513404"/>
                  </a:lnTo>
                  <a:lnTo>
                    <a:pt x="116674" y="497824"/>
                  </a:lnTo>
                  <a:lnTo>
                    <a:pt x="99596" y="486132"/>
                  </a:lnTo>
                  <a:lnTo>
                    <a:pt x="85371" y="474438"/>
                  </a:lnTo>
                  <a:close/>
                </a:path>
              </a:pathLst>
            </a:custGeom>
            <a:solidFill>
              <a:srgbClr val="91A5D1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" name="tx20"/>
            <p:cNvSpPr/>
            <p:nvPr/>
          </p:nvSpPr>
          <p:spPr>
            <a:xfrm>
              <a:off x="3875337" y="4390475"/>
              <a:ext cx="271277" cy="932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6,300</a:t>
              </a:r>
            </a:p>
          </p:txBody>
        </p:sp>
        <p:sp>
          <p:nvSpPr>
            <p:cNvPr id="22" name="tx21"/>
            <p:cNvSpPr/>
            <p:nvPr/>
          </p:nvSpPr>
          <p:spPr>
            <a:xfrm>
              <a:off x="4718939" y="2596917"/>
              <a:ext cx="271277" cy="932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4,550</a:t>
              </a:r>
            </a:p>
          </p:txBody>
        </p:sp>
        <p:sp>
          <p:nvSpPr>
            <p:cNvPr id="23" name="tx22"/>
            <p:cNvSpPr/>
            <p:nvPr/>
          </p:nvSpPr>
          <p:spPr>
            <a:xfrm>
              <a:off x="3754449" y="4588558"/>
              <a:ext cx="331566" cy="932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35,000</a:t>
              </a:r>
            </a:p>
          </p:txBody>
        </p:sp>
        <p:sp>
          <p:nvSpPr>
            <p:cNvPr id="24" name="tx23"/>
            <p:cNvSpPr/>
            <p:nvPr/>
          </p:nvSpPr>
          <p:spPr>
            <a:xfrm>
              <a:off x="3832666" y="3845544"/>
              <a:ext cx="180869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700</a:t>
              </a:r>
            </a:p>
          </p:txBody>
        </p:sp>
        <p:sp>
          <p:nvSpPr>
            <p:cNvPr id="25" name="tx24"/>
            <p:cNvSpPr/>
            <p:nvPr/>
          </p:nvSpPr>
          <p:spPr>
            <a:xfrm>
              <a:off x="4726857" y="4147967"/>
              <a:ext cx="271277" cy="932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3,150</a:t>
              </a:r>
            </a:p>
          </p:txBody>
        </p:sp>
        <p:sp>
          <p:nvSpPr>
            <p:cNvPr id="26" name="tx25"/>
            <p:cNvSpPr/>
            <p:nvPr/>
          </p:nvSpPr>
          <p:spPr>
            <a:xfrm>
              <a:off x="4059479" y="4175455"/>
              <a:ext cx="331566" cy="932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10,500</a:t>
              </a:r>
            </a:p>
          </p:txBody>
        </p:sp>
        <p:sp>
          <p:nvSpPr>
            <p:cNvPr id="27" name="tx26"/>
            <p:cNvSpPr/>
            <p:nvPr/>
          </p:nvSpPr>
          <p:spPr>
            <a:xfrm>
              <a:off x="4345334" y="4404367"/>
              <a:ext cx="271277" cy="932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3,500</a:t>
              </a:r>
            </a:p>
          </p:txBody>
        </p:sp>
        <p:sp>
          <p:nvSpPr>
            <p:cNvPr id="28" name="tx27"/>
            <p:cNvSpPr/>
            <p:nvPr/>
          </p:nvSpPr>
          <p:spPr>
            <a:xfrm>
              <a:off x="4221187" y="4456385"/>
              <a:ext cx="271277" cy="932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1,050</a:t>
              </a:r>
            </a:p>
          </p:txBody>
        </p:sp>
        <p:sp>
          <p:nvSpPr>
            <p:cNvPr id="29" name="tx28"/>
            <p:cNvSpPr/>
            <p:nvPr/>
          </p:nvSpPr>
          <p:spPr>
            <a:xfrm>
              <a:off x="3633887" y="4189153"/>
              <a:ext cx="271277" cy="932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2,100</a:t>
              </a:r>
            </a:p>
          </p:txBody>
        </p:sp>
        <p:sp>
          <p:nvSpPr>
            <p:cNvPr id="30" name="tx29"/>
            <p:cNvSpPr/>
            <p:nvPr/>
          </p:nvSpPr>
          <p:spPr>
            <a:xfrm>
              <a:off x="4641506" y="3623344"/>
              <a:ext cx="271277" cy="932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9,100</a:t>
              </a:r>
            </a:p>
          </p:txBody>
        </p:sp>
        <p:sp>
          <p:nvSpPr>
            <p:cNvPr id="31" name="tx30"/>
            <p:cNvSpPr/>
            <p:nvPr/>
          </p:nvSpPr>
          <p:spPr>
            <a:xfrm>
              <a:off x="4201280" y="3339396"/>
              <a:ext cx="271277" cy="932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1,400</a:t>
              </a:r>
            </a:p>
          </p:txBody>
        </p:sp>
        <p:sp>
          <p:nvSpPr>
            <p:cNvPr id="32" name="tx31"/>
            <p:cNvSpPr/>
            <p:nvPr/>
          </p:nvSpPr>
          <p:spPr>
            <a:xfrm>
              <a:off x="4041138" y="4543777"/>
              <a:ext cx="271277" cy="932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2,450</a:t>
              </a:r>
            </a:p>
          </p:txBody>
        </p:sp>
        <p:sp>
          <p:nvSpPr>
            <p:cNvPr id="33" name="tx32"/>
            <p:cNvSpPr/>
            <p:nvPr/>
          </p:nvSpPr>
          <p:spPr>
            <a:xfrm>
              <a:off x="4015796" y="3497047"/>
              <a:ext cx="271277" cy="932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2,450</a:t>
              </a:r>
            </a:p>
          </p:txBody>
        </p:sp>
        <p:sp>
          <p:nvSpPr>
            <p:cNvPr id="34" name="tx33"/>
            <p:cNvSpPr/>
            <p:nvPr/>
          </p:nvSpPr>
          <p:spPr>
            <a:xfrm>
              <a:off x="4406063" y="4131822"/>
              <a:ext cx="271277" cy="932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1,750</a:t>
              </a:r>
            </a:p>
          </p:txBody>
        </p:sp>
        <p:sp>
          <p:nvSpPr>
            <p:cNvPr id="35" name="tx34"/>
            <p:cNvSpPr/>
            <p:nvPr/>
          </p:nvSpPr>
          <p:spPr>
            <a:xfrm>
              <a:off x="5222191" y="3869396"/>
              <a:ext cx="271277" cy="932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2,450</a:t>
              </a:r>
            </a:p>
          </p:txBody>
        </p:sp>
        <p:sp>
          <p:nvSpPr>
            <p:cNvPr id="36" name="tx35"/>
            <p:cNvSpPr/>
            <p:nvPr/>
          </p:nvSpPr>
          <p:spPr>
            <a:xfrm>
              <a:off x="3637934" y="4871356"/>
              <a:ext cx="271277" cy="932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8,750</a:t>
              </a:r>
            </a:p>
          </p:txBody>
        </p:sp>
        <p:sp>
          <p:nvSpPr>
            <p:cNvPr id="37" name="tx36"/>
            <p:cNvSpPr/>
            <p:nvPr/>
          </p:nvSpPr>
          <p:spPr>
            <a:xfrm>
              <a:off x="3314932" y="5709597"/>
              <a:ext cx="1382061" cy="13110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Number of Employees</a:t>
              </a:r>
            </a:p>
          </p:txBody>
        </p:sp>
        <p:pic>
          <p:nvPicPr>
            <p:cNvPr id="38" name="pic3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66582" y="5594419"/>
              <a:ext cx="1097280" cy="219455"/>
            </a:xfrm>
            <a:prstGeom prst="rect">
              <a:avLst/>
            </a:prstGeom>
          </p:spPr>
        </p:pic>
        <p:sp>
          <p:nvSpPr>
            <p:cNvPr id="39" name="pl38"/>
            <p:cNvSpPr/>
            <p:nvPr/>
          </p:nvSpPr>
          <p:spPr>
            <a:xfrm>
              <a:off x="5064932" y="5769984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0"/>
                  </a:moveTo>
                  <a:lnTo>
                    <a:pt x="0" y="43891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" name="pl39"/>
            <p:cNvSpPr/>
            <p:nvPr/>
          </p:nvSpPr>
          <p:spPr>
            <a:xfrm>
              <a:off x="5383773" y="5769984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0"/>
                  </a:moveTo>
                  <a:lnTo>
                    <a:pt x="0" y="43891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" name="pl40"/>
            <p:cNvSpPr/>
            <p:nvPr/>
          </p:nvSpPr>
          <p:spPr>
            <a:xfrm>
              <a:off x="5702613" y="5769984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0"/>
                  </a:moveTo>
                  <a:lnTo>
                    <a:pt x="0" y="43891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" name="pl41"/>
            <p:cNvSpPr/>
            <p:nvPr/>
          </p:nvSpPr>
          <p:spPr>
            <a:xfrm>
              <a:off x="5064932" y="5594419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43891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" name="pl42"/>
            <p:cNvSpPr/>
            <p:nvPr/>
          </p:nvSpPr>
          <p:spPr>
            <a:xfrm>
              <a:off x="5383773" y="5594419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43891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" name="pl43"/>
            <p:cNvSpPr/>
            <p:nvPr/>
          </p:nvSpPr>
          <p:spPr>
            <a:xfrm>
              <a:off x="5702613" y="5594419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43891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" name="tx44"/>
            <p:cNvSpPr/>
            <p:nvPr/>
          </p:nvSpPr>
          <p:spPr>
            <a:xfrm>
              <a:off x="4894018" y="5867312"/>
              <a:ext cx="341828" cy="9615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10,000</a:t>
              </a:r>
            </a:p>
          </p:txBody>
        </p:sp>
        <p:sp>
          <p:nvSpPr>
            <p:cNvPr id="46" name="tx45"/>
            <p:cNvSpPr/>
            <p:nvPr/>
          </p:nvSpPr>
          <p:spPr>
            <a:xfrm>
              <a:off x="5212858" y="5867312"/>
              <a:ext cx="341828" cy="9615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20,000</a:t>
              </a:r>
            </a:p>
          </p:txBody>
        </p:sp>
        <p:sp>
          <p:nvSpPr>
            <p:cNvPr id="47" name="tx46"/>
            <p:cNvSpPr/>
            <p:nvPr/>
          </p:nvSpPr>
          <p:spPr>
            <a:xfrm>
              <a:off x="5531699" y="5867312"/>
              <a:ext cx="341828" cy="9615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30,000</a:t>
              </a:r>
            </a:p>
          </p:txBody>
        </p:sp>
        <p:sp>
          <p:nvSpPr>
            <p:cNvPr id="48" name="tx47"/>
            <p:cNvSpPr/>
            <p:nvPr/>
          </p:nvSpPr>
          <p:spPr>
            <a:xfrm>
              <a:off x="1450116" y="1624545"/>
              <a:ext cx="6278562" cy="19069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600"/>
                </a:lnSpc>
              </a:pPr>
              <a:r>
                <a:rPr sz="160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Employees in Medium-Sized Companies with 201-500 Employees</a:t>
              </a:r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1143000"/>
          </a:xfrm>
        </p:spPr>
        <p:txBody>
          <a:bodyPr>
            <a:normAutofit fontScale="90000"/>
          </a:bodyPr>
          <a:lstStyle/>
          <a:p>
            <a:r>
              <a:t>Employees in Companies with 501-1000 Employees</a:t>
            </a:r>
          </a:p>
        </p:txBody>
      </p:sp>
      <p:grpSp>
        <p:nvGrpSpPr>
          <p:cNvPr id="3" name="Content Placeholder 2"/>
          <p:cNvGrpSpPr/>
          <p:nvPr/>
        </p:nvGrpSpPr>
        <p:grpSpPr>
          <a:xfrm>
            <a:off x="1981200" y="1600201"/>
            <a:ext cx="8229600" cy="4525963"/>
            <a:chOff x="457200" y="1600200"/>
            <a:chExt cx="8229600" cy="4525963"/>
          </a:xfrm>
        </p:grpSpPr>
        <p:sp>
          <p:nvSpPr>
            <p:cNvPr id="4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" name="pg4"/>
            <p:cNvSpPr/>
            <p:nvPr/>
          </p:nvSpPr>
          <p:spPr>
            <a:xfrm>
              <a:off x="3872291" y="4223939"/>
              <a:ext cx="241881" cy="392976"/>
            </a:xfrm>
            <a:custGeom>
              <a:avLst/>
              <a:gdLst/>
              <a:ahLst/>
              <a:cxnLst/>
              <a:rect l="0" t="0" r="0" b="0"/>
              <a:pathLst>
                <a:path w="241881" h="392976">
                  <a:moveTo>
                    <a:pt x="125207" y="11964"/>
                  </a:moveTo>
                  <a:lnTo>
                    <a:pt x="182125" y="0"/>
                  </a:lnTo>
                  <a:lnTo>
                    <a:pt x="196350" y="55803"/>
                  </a:lnTo>
                  <a:lnTo>
                    <a:pt x="182125" y="71730"/>
                  </a:lnTo>
                  <a:lnTo>
                    <a:pt x="207732" y="123459"/>
                  </a:lnTo>
                  <a:lnTo>
                    <a:pt x="207732" y="187036"/>
                  </a:lnTo>
                  <a:lnTo>
                    <a:pt x="241881" y="202914"/>
                  </a:lnTo>
                  <a:lnTo>
                    <a:pt x="233344" y="238619"/>
                  </a:lnTo>
                  <a:lnTo>
                    <a:pt x="241881" y="242584"/>
                  </a:lnTo>
                  <a:lnTo>
                    <a:pt x="224807" y="313892"/>
                  </a:lnTo>
                  <a:lnTo>
                    <a:pt x="224807" y="325762"/>
                  </a:lnTo>
                  <a:lnTo>
                    <a:pt x="219115" y="341587"/>
                  </a:lnTo>
                  <a:lnTo>
                    <a:pt x="224807" y="353452"/>
                  </a:lnTo>
                  <a:lnTo>
                    <a:pt x="202041" y="381122"/>
                  </a:lnTo>
                  <a:lnTo>
                    <a:pt x="196350" y="377171"/>
                  </a:lnTo>
                  <a:lnTo>
                    <a:pt x="184967" y="392976"/>
                  </a:lnTo>
                  <a:lnTo>
                    <a:pt x="139439" y="369266"/>
                  </a:lnTo>
                  <a:lnTo>
                    <a:pt x="136594" y="361359"/>
                  </a:lnTo>
                  <a:lnTo>
                    <a:pt x="85367" y="305972"/>
                  </a:lnTo>
                  <a:lnTo>
                    <a:pt x="54068" y="337631"/>
                  </a:lnTo>
                  <a:lnTo>
                    <a:pt x="45531" y="329719"/>
                  </a:lnTo>
                  <a:lnTo>
                    <a:pt x="34148" y="341587"/>
                  </a:lnTo>
                  <a:lnTo>
                    <a:pt x="17074" y="325762"/>
                  </a:lnTo>
                  <a:lnTo>
                    <a:pt x="11382" y="325762"/>
                  </a:lnTo>
                  <a:lnTo>
                    <a:pt x="2845" y="305972"/>
                  </a:lnTo>
                  <a:lnTo>
                    <a:pt x="0" y="286173"/>
                  </a:lnTo>
                  <a:lnTo>
                    <a:pt x="25611" y="251833"/>
                  </a:lnTo>
                  <a:lnTo>
                    <a:pt x="51222" y="217463"/>
                  </a:lnTo>
                  <a:lnTo>
                    <a:pt x="76834" y="183065"/>
                  </a:lnTo>
                  <a:lnTo>
                    <a:pt x="82521" y="183065"/>
                  </a:lnTo>
                  <a:lnTo>
                    <a:pt x="95327" y="135387"/>
                  </a:lnTo>
                  <a:lnTo>
                    <a:pt x="108133" y="87654"/>
                  </a:lnTo>
                  <a:lnTo>
                    <a:pt x="102441" y="51820"/>
                  </a:lnTo>
                  <a:lnTo>
                    <a:pt x="108133" y="47836"/>
                  </a:lnTo>
                  <a:lnTo>
                    <a:pt x="108133" y="31897"/>
                  </a:lnTo>
                  <a:close/>
                </a:path>
              </a:pathLst>
            </a:custGeom>
            <a:solidFill>
              <a:srgbClr val="8998CC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" name="pg5"/>
            <p:cNvSpPr/>
            <p:nvPr/>
          </p:nvSpPr>
          <p:spPr>
            <a:xfrm>
              <a:off x="4097099" y="2089798"/>
              <a:ext cx="1126881" cy="1365026"/>
            </a:xfrm>
            <a:custGeom>
              <a:avLst/>
              <a:gdLst/>
              <a:ahLst/>
              <a:cxnLst/>
              <a:rect l="0" t="0" r="0" b="0"/>
              <a:pathLst>
                <a:path w="1126881" h="1365026">
                  <a:moveTo>
                    <a:pt x="998828" y="1328418"/>
                  </a:moveTo>
                  <a:lnTo>
                    <a:pt x="956143" y="1335200"/>
                  </a:lnTo>
                  <a:lnTo>
                    <a:pt x="913457" y="1341980"/>
                  </a:lnTo>
                  <a:lnTo>
                    <a:pt x="870771" y="1348760"/>
                  </a:lnTo>
                  <a:lnTo>
                    <a:pt x="870771" y="1356894"/>
                  </a:lnTo>
                  <a:lnTo>
                    <a:pt x="811015" y="1365026"/>
                  </a:lnTo>
                  <a:lnTo>
                    <a:pt x="796783" y="1356894"/>
                  </a:lnTo>
                  <a:lnTo>
                    <a:pt x="796783" y="1315530"/>
                  </a:lnTo>
                  <a:lnTo>
                    <a:pt x="796783" y="1274122"/>
                  </a:lnTo>
                  <a:lnTo>
                    <a:pt x="796783" y="1232672"/>
                  </a:lnTo>
                  <a:lnTo>
                    <a:pt x="796783" y="1191178"/>
                  </a:lnTo>
                  <a:lnTo>
                    <a:pt x="796783" y="1149641"/>
                  </a:lnTo>
                  <a:lnTo>
                    <a:pt x="796783" y="1108060"/>
                  </a:lnTo>
                  <a:lnTo>
                    <a:pt x="796783" y="1099878"/>
                  </a:lnTo>
                  <a:lnTo>
                    <a:pt x="796783" y="1056001"/>
                  </a:lnTo>
                  <a:lnTo>
                    <a:pt x="796783" y="1012076"/>
                  </a:lnTo>
                  <a:lnTo>
                    <a:pt x="796783" y="968101"/>
                  </a:lnTo>
                  <a:lnTo>
                    <a:pt x="796783" y="924078"/>
                  </a:lnTo>
                  <a:lnTo>
                    <a:pt x="796783" y="880006"/>
                  </a:lnTo>
                  <a:lnTo>
                    <a:pt x="796783" y="835884"/>
                  </a:lnTo>
                  <a:lnTo>
                    <a:pt x="796783" y="791713"/>
                  </a:lnTo>
                  <a:lnTo>
                    <a:pt x="754099" y="790338"/>
                  </a:lnTo>
                  <a:lnTo>
                    <a:pt x="711414" y="788962"/>
                  </a:lnTo>
                  <a:lnTo>
                    <a:pt x="668730" y="787587"/>
                  </a:lnTo>
                  <a:lnTo>
                    <a:pt x="663038" y="783459"/>
                  </a:lnTo>
                  <a:lnTo>
                    <a:pt x="603279" y="783459"/>
                  </a:lnTo>
                  <a:lnTo>
                    <a:pt x="599484" y="740803"/>
                  </a:lnTo>
                  <a:lnTo>
                    <a:pt x="595690" y="698101"/>
                  </a:lnTo>
                  <a:lnTo>
                    <a:pt x="591896" y="655352"/>
                  </a:lnTo>
                  <a:lnTo>
                    <a:pt x="548073" y="655766"/>
                  </a:lnTo>
                  <a:lnTo>
                    <a:pt x="504249" y="656180"/>
                  </a:lnTo>
                  <a:lnTo>
                    <a:pt x="460426" y="656594"/>
                  </a:lnTo>
                  <a:lnTo>
                    <a:pt x="416603" y="657008"/>
                  </a:lnTo>
                  <a:lnTo>
                    <a:pt x="372780" y="657422"/>
                  </a:lnTo>
                  <a:lnTo>
                    <a:pt x="328957" y="657836"/>
                  </a:lnTo>
                  <a:lnTo>
                    <a:pt x="285134" y="658250"/>
                  </a:lnTo>
                  <a:lnTo>
                    <a:pt x="241310" y="658664"/>
                  </a:lnTo>
                  <a:lnTo>
                    <a:pt x="197487" y="659077"/>
                  </a:lnTo>
                  <a:lnTo>
                    <a:pt x="153664" y="659491"/>
                  </a:lnTo>
                  <a:lnTo>
                    <a:pt x="102443" y="659491"/>
                  </a:lnTo>
                  <a:lnTo>
                    <a:pt x="51221" y="659491"/>
                  </a:lnTo>
                  <a:lnTo>
                    <a:pt x="0" y="659491"/>
                  </a:lnTo>
                  <a:lnTo>
                    <a:pt x="2845" y="622223"/>
                  </a:lnTo>
                  <a:lnTo>
                    <a:pt x="19916" y="551730"/>
                  </a:lnTo>
                  <a:lnTo>
                    <a:pt x="44104" y="515744"/>
                  </a:lnTo>
                  <a:lnTo>
                    <a:pt x="68293" y="479725"/>
                  </a:lnTo>
                  <a:lnTo>
                    <a:pt x="92481" y="443672"/>
                  </a:lnTo>
                  <a:lnTo>
                    <a:pt x="116670" y="407586"/>
                  </a:lnTo>
                  <a:lnTo>
                    <a:pt x="140858" y="371467"/>
                  </a:lnTo>
                  <a:lnTo>
                    <a:pt x="165047" y="335314"/>
                  </a:lnTo>
                  <a:lnTo>
                    <a:pt x="194215" y="292514"/>
                  </a:lnTo>
                  <a:lnTo>
                    <a:pt x="223384" y="249666"/>
                  </a:lnTo>
                  <a:lnTo>
                    <a:pt x="252552" y="206771"/>
                  </a:lnTo>
                  <a:lnTo>
                    <a:pt x="281721" y="163829"/>
                  </a:lnTo>
                  <a:lnTo>
                    <a:pt x="313971" y="117690"/>
                  </a:lnTo>
                  <a:lnTo>
                    <a:pt x="346221" y="71496"/>
                  </a:lnTo>
                  <a:lnTo>
                    <a:pt x="378471" y="25247"/>
                  </a:lnTo>
                  <a:lnTo>
                    <a:pt x="392700" y="8415"/>
                  </a:lnTo>
                  <a:lnTo>
                    <a:pt x="406932" y="0"/>
                  </a:lnTo>
                  <a:lnTo>
                    <a:pt x="424003" y="0"/>
                  </a:lnTo>
                  <a:lnTo>
                    <a:pt x="441077" y="8415"/>
                  </a:lnTo>
                  <a:lnTo>
                    <a:pt x="472380" y="16832"/>
                  </a:lnTo>
                  <a:lnTo>
                    <a:pt x="486608" y="16832"/>
                  </a:lnTo>
                  <a:lnTo>
                    <a:pt x="489450" y="29456"/>
                  </a:lnTo>
                  <a:lnTo>
                    <a:pt x="480917" y="100899"/>
                  </a:lnTo>
                  <a:lnTo>
                    <a:pt x="486608" y="151251"/>
                  </a:lnTo>
                  <a:lnTo>
                    <a:pt x="509374" y="172209"/>
                  </a:lnTo>
                  <a:lnTo>
                    <a:pt x="552056" y="197347"/>
                  </a:lnTo>
                  <a:lnTo>
                    <a:pt x="577667" y="193159"/>
                  </a:lnTo>
                  <a:lnTo>
                    <a:pt x="628890" y="163829"/>
                  </a:lnTo>
                  <a:lnTo>
                    <a:pt x="671576" y="151251"/>
                  </a:lnTo>
                  <a:lnTo>
                    <a:pt x="697187" y="151251"/>
                  </a:lnTo>
                  <a:lnTo>
                    <a:pt x="722798" y="126080"/>
                  </a:lnTo>
                  <a:lnTo>
                    <a:pt x="748410" y="117690"/>
                  </a:lnTo>
                  <a:lnTo>
                    <a:pt x="805320" y="126080"/>
                  </a:lnTo>
                  <a:lnTo>
                    <a:pt x="813861" y="121884"/>
                  </a:lnTo>
                  <a:lnTo>
                    <a:pt x="816703" y="84100"/>
                  </a:lnTo>
                  <a:lnTo>
                    <a:pt x="822394" y="79899"/>
                  </a:lnTo>
                  <a:lnTo>
                    <a:pt x="873617" y="71496"/>
                  </a:lnTo>
                  <a:lnTo>
                    <a:pt x="910611" y="79899"/>
                  </a:lnTo>
                  <a:lnTo>
                    <a:pt x="930531" y="96700"/>
                  </a:lnTo>
                  <a:lnTo>
                    <a:pt x="970369" y="134473"/>
                  </a:lnTo>
                  <a:lnTo>
                    <a:pt x="1010207" y="172209"/>
                  </a:lnTo>
                  <a:lnTo>
                    <a:pt x="1038668" y="201535"/>
                  </a:lnTo>
                  <a:lnTo>
                    <a:pt x="1061434" y="243392"/>
                  </a:lnTo>
                  <a:lnTo>
                    <a:pt x="1072813" y="255940"/>
                  </a:lnTo>
                  <a:lnTo>
                    <a:pt x="1095579" y="276844"/>
                  </a:lnTo>
                  <a:lnTo>
                    <a:pt x="1112653" y="297737"/>
                  </a:lnTo>
                  <a:lnTo>
                    <a:pt x="1121190" y="335314"/>
                  </a:lnTo>
                  <a:lnTo>
                    <a:pt x="1121664" y="378416"/>
                  </a:lnTo>
                  <a:lnTo>
                    <a:pt x="1122139" y="421470"/>
                  </a:lnTo>
                  <a:lnTo>
                    <a:pt x="1122613" y="464476"/>
                  </a:lnTo>
                  <a:lnTo>
                    <a:pt x="1123087" y="507435"/>
                  </a:lnTo>
                  <a:lnTo>
                    <a:pt x="1123561" y="550347"/>
                  </a:lnTo>
                  <a:lnTo>
                    <a:pt x="1124036" y="593212"/>
                  </a:lnTo>
                  <a:lnTo>
                    <a:pt x="1123680" y="636202"/>
                  </a:lnTo>
                  <a:lnTo>
                    <a:pt x="1123324" y="679145"/>
                  </a:lnTo>
                  <a:lnTo>
                    <a:pt x="1122969" y="722041"/>
                  </a:lnTo>
                  <a:lnTo>
                    <a:pt x="1122613" y="764891"/>
                  </a:lnTo>
                  <a:lnTo>
                    <a:pt x="1122257" y="807693"/>
                  </a:lnTo>
                  <a:lnTo>
                    <a:pt x="1121901" y="850449"/>
                  </a:lnTo>
                  <a:lnTo>
                    <a:pt x="1121546" y="893159"/>
                  </a:lnTo>
                  <a:lnTo>
                    <a:pt x="1121190" y="935822"/>
                  </a:lnTo>
                  <a:lnTo>
                    <a:pt x="1123087" y="987846"/>
                  </a:lnTo>
                  <a:lnTo>
                    <a:pt x="1124984" y="1039801"/>
                  </a:lnTo>
                  <a:lnTo>
                    <a:pt x="1126881" y="1091688"/>
                  </a:lnTo>
                  <a:lnTo>
                    <a:pt x="1126881" y="1112155"/>
                  </a:lnTo>
                  <a:lnTo>
                    <a:pt x="1121190" y="1132608"/>
                  </a:lnTo>
                  <a:lnTo>
                    <a:pt x="1112653" y="1153048"/>
                  </a:lnTo>
                  <a:lnTo>
                    <a:pt x="1112653" y="1169394"/>
                  </a:lnTo>
                  <a:lnTo>
                    <a:pt x="1124036" y="1181649"/>
                  </a:lnTo>
                  <a:lnTo>
                    <a:pt x="1126881" y="1189818"/>
                  </a:lnTo>
                  <a:lnTo>
                    <a:pt x="1112653" y="1206149"/>
                  </a:lnTo>
                  <a:lnTo>
                    <a:pt x="1104116" y="1251023"/>
                  </a:lnTo>
                  <a:lnTo>
                    <a:pt x="1106961" y="1275482"/>
                  </a:lnTo>
                  <a:lnTo>
                    <a:pt x="1118344" y="1291779"/>
                  </a:lnTo>
                  <a:lnTo>
                    <a:pt x="1078506" y="1303995"/>
                  </a:lnTo>
                  <a:lnTo>
                    <a:pt x="1038667" y="1316208"/>
                  </a:lnTo>
                  <a:close/>
                </a:path>
              </a:pathLst>
            </a:custGeom>
            <a:solidFill>
              <a:srgbClr val="A4C8DF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" name="pg6"/>
            <p:cNvSpPr/>
            <p:nvPr/>
          </p:nvSpPr>
          <p:spPr>
            <a:xfrm>
              <a:off x="3681633" y="4438756"/>
              <a:ext cx="503679" cy="434137"/>
            </a:xfrm>
            <a:custGeom>
              <a:avLst/>
              <a:gdLst/>
              <a:ahLst/>
              <a:cxnLst/>
              <a:rect l="0" t="0" r="0" b="0"/>
              <a:pathLst>
                <a:path w="503679" h="434137">
                  <a:moveTo>
                    <a:pt x="415465" y="138635"/>
                  </a:moveTo>
                  <a:lnTo>
                    <a:pt x="424003" y="150496"/>
                  </a:lnTo>
                  <a:lnTo>
                    <a:pt x="435382" y="158399"/>
                  </a:lnTo>
                  <a:lnTo>
                    <a:pt x="449614" y="166305"/>
                  </a:lnTo>
                  <a:lnTo>
                    <a:pt x="466688" y="170254"/>
                  </a:lnTo>
                  <a:lnTo>
                    <a:pt x="475225" y="170254"/>
                  </a:lnTo>
                  <a:lnTo>
                    <a:pt x="486608" y="158399"/>
                  </a:lnTo>
                  <a:lnTo>
                    <a:pt x="492300" y="146542"/>
                  </a:lnTo>
                  <a:lnTo>
                    <a:pt x="500833" y="150496"/>
                  </a:lnTo>
                  <a:lnTo>
                    <a:pt x="503679" y="154449"/>
                  </a:lnTo>
                  <a:lnTo>
                    <a:pt x="492300" y="182109"/>
                  </a:lnTo>
                  <a:lnTo>
                    <a:pt x="480913" y="217642"/>
                  </a:lnTo>
                  <a:lnTo>
                    <a:pt x="466688" y="221588"/>
                  </a:lnTo>
                  <a:lnTo>
                    <a:pt x="443923" y="245259"/>
                  </a:lnTo>
                  <a:lnTo>
                    <a:pt x="441077" y="225537"/>
                  </a:lnTo>
                  <a:lnTo>
                    <a:pt x="435382" y="221588"/>
                  </a:lnTo>
                  <a:lnTo>
                    <a:pt x="421157" y="225537"/>
                  </a:lnTo>
                  <a:lnTo>
                    <a:pt x="395546" y="249203"/>
                  </a:lnTo>
                  <a:lnTo>
                    <a:pt x="369934" y="257090"/>
                  </a:lnTo>
                  <a:lnTo>
                    <a:pt x="350018" y="276800"/>
                  </a:lnTo>
                  <a:lnTo>
                    <a:pt x="330098" y="284681"/>
                  </a:lnTo>
                  <a:lnTo>
                    <a:pt x="324403" y="296500"/>
                  </a:lnTo>
                  <a:lnTo>
                    <a:pt x="321557" y="308316"/>
                  </a:lnTo>
                  <a:lnTo>
                    <a:pt x="304487" y="320128"/>
                  </a:lnTo>
                  <a:lnTo>
                    <a:pt x="298791" y="339808"/>
                  </a:lnTo>
                  <a:lnTo>
                    <a:pt x="290258" y="355542"/>
                  </a:lnTo>
                  <a:lnTo>
                    <a:pt x="307332" y="375205"/>
                  </a:lnTo>
                  <a:lnTo>
                    <a:pt x="321557" y="402717"/>
                  </a:lnTo>
                  <a:lnTo>
                    <a:pt x="315866" y="418430"/>
                  </a:lnTo>
                  <a:lnTo>
                    <a:pt x="298791" y="426284"/>
                  </a:lnTo>
                  <a:lnTo>
                    <a:pt x="270338" y="430211"/>
                  </a:lnTo>
                  <a:lnTo>
                    <a:pt x="253260" y="434137"/>
                  </a:lnTo>
                  <a:lnTo>
                    <a:pt x="213424" y="410577"/>
                  </a:lnTo>
                  <a:lnTo>
                    <a:pt x="204887" y="394861"/>
                  </a:lnTo>
                  <a:lnTo>
                    <a:pt x="190658" y="383067"/>
                  </a:lnTo>
                  <a:lnTo>
                    <a:pt x="204887" y="363411"/>
                  </a:lnTo>
                  <a:lnTo>
                    <a:pt x="156510" y="312251"/>
                  </a:lnTo>
                  <a:lnTo>
                    <a:pt x="142281" y="327998"/>
                  </a:lnTo>
                  <a:lnTo>
                    <a:pt x="133744" y="324065"/>
                  </a:lnTo>
                  <a:lnTo>
                    <a:pt x="128056" y="335873"/>
                  </a:lnTo>
                  <a:lnTo>
                    <a:pt x="108133" y="316191"/>
                  </a:lnTo>
                  <a:lnTo>
                    <a:pt x="110978" y="304378"/>
                  </a:lnTo>
                  <a:lnTo>
                    <a:pt x="110978" y="276800"/>
                  </a:lnTo>
                  <a:lnTo>
                    <a:pt x="102445" y="264975"/>
                  </a:lnTo>
                  <a:lnTo>
                    <a:pt x="91058" y="257090"/>
                  </a:lnTo>
                  <a:lnTo>
                    <a:pt x="76830" y="257090"/>
                  </a:lnTo>
                  <a:lnTo>
                    <a:pt x="65451" y="257090"/>
                  </a:lnTo>
                  <a:lnTo>
                    <a:pt x="48373" y="257090"/>
                  </a:lnTo>
                  <a:lnTo>
                    <a:pt x="42685" y="257090"/>
                  </a:lnTo>
                  <a:lnTo>
                    <a:pt x="34148" y="229480"/>
                  </a:lnTo>
                  <a:lnTo>
                    <a:pt x="36994" y="217642"/>
                  </a:lnTo>
                  <a:lnTo>
                    <a:pt x="36994" y="205800"/>
                  </a:lnTo>
                  <a:lnTo>
                    <a:pt x="65451" y="190006"/>
                  </a:lnTo>
                  <a:lnTo>
                    <a:pt x="54064" y="178159"/>
                  </a:lnTo>
                  <a:lnTo>
                    <a:pt x="71138" y="150496"/>
                  </a:lnTo>
                  <a:lnTo>
                    <a:pt x="68293" y="146542"/>
                  </a:lnTo>
                  <a:lnTo>
                    <a:pt x="76830" y="138635"/>
                  </a:lnTo>
                  <a:lnTo>
                    <a:pt x="36994" y="91155"/>
                  </a:lnTo>
                  <a:lnTo>
                    <a:pt x="5687" y="79277"/>
                  </a:lnTo>
                  <a:lnTo>
                    <a:pt x="5687" y="71356"/>
                  </a:lnTo>
                  <a:lnTo>
                    <a:pt x="0" y="63434"/>
                  </a:lnTo>
                  <a:lnTo>
                    <a:pt x="5687" y="59472"/>
                  </a:lnTo>
                  <a:lnTo>
                    <a:pt x="22765" y="59472"/>
                  </a:lnTo>
                  <a:lnTo>
                    <a:pt x="85371" y="19836"/>
                  </a:lnTo>
                  <a:lnTo>
                    <a:pt x="88213" y="19836"/>
                  </a:lnTo>
                  <a:lnTo>
                    <a:pt x="122361" y="0"/>
                  </a:lnTo>
                  <a:lnTo>
                    <a:pt x="128056" y="7937"/>
                  </a:lnTo>
                  <a:lnTo>
                    <a:pt x="136590" y="3970"/>
                  </a:lnTo>
                  <a:lnTo>
                    <a:pt x="145127" y="7937"/>
                  </a:lnTo>
                  <a:lnTo>
                    <a:pt x="156510" y="7937"/>
                  </a:lnTo>
                  <a:lnTo>
                    <a:pt x="179275" y="35696"/>
                  </a:lnTo>
                  <a:lnTo>
                    <a:pt x="190658" y="71356"/>
                  </a:lnTo>
                  <a:lnTo>
                    <a:pt x="193504" y="91155"/>
                  </a:lnTo>
                  <a:lnTo>
                    <a:pt x="202041" y="110945"/>
                  </a:lnTo>
                  <a:lnTo>
                    <a:pt x="207732" y="110945"/>
                  </a:lnTo>
                  <a:lnTo>
                    <a:pt x="224807" y="126770"/>
                  </a:lnTo>
                  <a:lnTo>
                    <a:pt x="236190" y="114902"/>
                  </a:lnTo>
                  <a:lnTo>
                    <a:pt x="244727" y="122814"/>
                  </a:lnTo>
                  <a:lnTo>
                    <a:pt x="276026" y="91155"/>
                  </a:lnTo>
                  <a:lnTo>
                    <a:pt x="327252" y="146542"/>
                  </a:lnTo>
                  <a:lnTo>
                    <a:pt x="330098" y="154449"/>
                  </a:lnTo>
                  <a:lnTo>
                    <a:pt x="375626" y="178159"/>
                  </a:lnTo>
                  <a:lnTo>
                    <a:pt x="387008" y="162354"/>
                  </a:lnTo>
                  <a:lnTo>
                    <a:pt x="392700" y="166305"/>
                  </a:lnTo>
                  <a:close/>
                </a:path>
              </a:pathLst>
            </a:custGeom>
            <a:solidFill>
              <a:srgbClr val="00008B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" name="pg7"/>
            <p:cNvSpPr/>
            <p:nvPr/>
          </p:nvSpPr>
          <p:spPr>
            <a:xfrm>
              <a:off x="3695861" y="3393795"/>
              <a:ext cx="452460" cy="842108"/>
            </a:xfrm>
            <a:custGeom>
              <a:avLst/>
              <a:gdLst/>
              <a:ahLst/>
              <a:cxnLst/>
              <a:rect l="0" t="0" r="0" b="0"/>
              <a:pathLst>
                <a:path w="452460" h="842108">
                  <a:moveTo>
                    <a:pt x="358555" y="830144"/>
                  </a:moveTo>
                  <a:lnTo>
                    <a:pt x="301637" y="842108"/>
                  </a:lnTo>
                  <a:lnTo>
                    <a:pt x="284563" y="802213"/>
                  </a:lnTo>
                  <a:lnTo>
                    <a:pt x="278871" y="802213"/>
                  </a:lnTo>
                  <a:lnTo>
                    <a:pt x="267492" y="786247"/>
                  </a:lnTo>
                  <a:lnTo>
                    <a:pt x="264643" y="786247"/>
                  </a:lnTo>
                  <a:lnTo>
                    <a:pt x="276030" y="770272"/>
                  </a:lnTo>
                  <a:lnTo>
                    <a:pt x="232395" y="760950"/>
                  </a:lnTo>
                  <a:lnTo>
                    <a:pt x="188761" y="751626"/>
                  </a:lnTo>
                  <a:lnTo>
                    <a:pt x="145127" y="742300"/>
                  </a:lnTo>
                  <a:lnTo>
                    <a:pt x="153664" y="726307"/>
                  </a:lnTo>
                  <a:lnTo>
                    <a:pt x="130898" y="674288"/>
                  </a:lnTo>
                  <a:lnTo>
                    <a:pt x="108133" y="622201"/>
                  </a:lnTo>
                  <a:lnTo>
                    <a:pt x="39836" y="650256"/>
                  </a:lnTo>
                  <a:lnTo>
                    <a:pt x="38413" y="604155"/>
                  </a:lnTo>
                  <a:lnTo>
                    <a:pt x="36990" y="558002"/>
                  </a:lnTo>
                  <a:lnTo>
                    <a:pt x="31302" y="525867"/>
                  </a:lnTo>
                  <a:lnTo>
                    <a:pt x="22765" y="525867"/>
                  </a:lnTo>
                  <a:lnTo>
                    <a:pt x="11382" y="469567"/>
                  </a:lnTo>
                  <a:lnTo>
                    <a:pt x="11382" y="461514"/>
                  </a:lnTo>
                  <a:lnTo>
                    <a:pt x="17070" y="453466"/>
                  </a:lnTo>
                  <a:lnTo>
                    <a:pt x="31302" y="449440"/>
                  </a:lnTo>
                  <a:lnTo>
                    <a:pt x="23477" y="408147"/>
                  </a:lnTo>
                  <a:lnTo>
                    <a:pt x="15651" y="366812"/>
                  </a:lnTo>
                  <a:lnTo>
                    <a:pt x="7825" y="325435"/>
                  </a:lnTo>
                  <a:lnTo>
                    <a:pt x="0" y="284014"/>
                  </a:lnTo>
                  <a:lnTo>
                    <a:pt x="5691" y="275930"/>
                  </a:lnTo>
                  <a:lnTo>
                    <a:pt x="8537" y="235471"/>
                  </a:lnTo>
                  <a:lnTo>
                    <a:pt x="11382" y="186865"/>
                  </a:lnTo>
                  <a:lnTo>
                    <a:pt x="14224" y="174705"/>
                  </a:lnTo>
                  <a:lnTo>
                    <a:pt x="22765" y="166595"/>
                  </a:lnTo>
                  <a:lnTo>
                    <a:pt x="39836" y="174705"/>
                  </a:lnTo>
                  <a:lnTo>
                    <a:pt x="88216" y="190918"/>
                  </a:lnTo>
                  <a:lnTo>
                    <a:pt x="99596" y="186865"/>
                  </a:lnTo>
                  <a:lnTo>
                    <a:pt x="105287" y="178761"/>
                  </a:lnTo>
                  <a:lnTo>
                    <a:pt x="99596" y="174705"/>
                  </a:lnTo>
                  <a:lnTo>
                    <a:pt x="71142" y="134145"/>
                  </a:lnTo>
                  <a:lnTo>
                    <a:pt x="59756" y="101666"/>
                  </a:lnTo>
                  <a:lnTo>
                    <a:pt x="62601" y="85416"/>
                  </a:lnTo>
                  <a:lnTo>
                    <a:pt x="73984" y="69160"/>
                  </a:lnTo>
                  <a:lnTo>
                    <a:pt x="99596" y="36629"/>
                  </a:lnTo>
                  <a:lnTo>
                    <a:pt x="125207" y="4071"/>
                  </a:lnTo>
                  <a:lnTo>
                    <a:pt x="139435" y="0"/>
                  </a:lnTo>
                  <a:lnTo>
                    <a:pt x="152241" y="50865"/>
                  </a:lnTo>
                  <a:lnTo>
                    <a:pt x="165047" y="101666"/>
                  </a:lnTo>
                  <a:lnTo>
                    <a:pt x="162201" y="109785"/>
                  </a:lnTo>
                  <a:lnTo>
                    <a:pt x="170738" y="150372"/>
                  </a:lnTo>
                  <a:lnTo>
                    <a:pt x="179275" y="190917"/>
                  </a:lnTo>
                  <a:lnTo>
                    <a:pt x="187813" y="231421"/>
                  </a:lnTo>
                  <a:lnTo>
                    <a:pt x="196350" y="271884"/>
                  </a:lnTo>
                  <a:lnTo>
                    <a:pt x="204887" y="312307"/>
                  </a:lnTo>
                  <a:lnTo>
                    <a:pt x="213424" y="352688"/>
                  </a:lnTo>
                  <a:lnTo>
                    <a:pt x="230498" y="352688"/>
                  </a:lnTo>
                  <a:lnTo>
                    <a:pt x="230498" y="344615"/>
                  </a:lnTo>
                  <a:lnTo>
                    <a:pt x="267492" y="336540"/>
                  </a:lnTo>
                  <a:lnTo>
                    <a:pt x="278871" y="380931"/>
                  </a:lnTo>
                  <a:lnTo>
                    <a:pt x="335789" y="376898"/>
                  </a:lnTo>
                  <a:lnTo>
                    <a:pt x="343378" y="418557"/>
                  </a:lnTo>
                  <a:lnTo>
                    <a:pt x="350967" y="460174"/>
                  </a:lnTo>
                  <a:lnTo>
                    <a:pt x="358555" y="501747"/>
                  </a:lnTo>
                  <a:lnTo>
                    <a:pt x="344323" y="505768"/>
                  </a:lnTo>
                  <a:lnTo>
                    <a:pt x="344323" y="533904"/>
                  </a:lnTo>
                  <a:lnTo>
                    <a:pt x="341477" y="533904"/>
                  </a:lnTo>
                  <a:lnTo>
                    <a:pt x="341477" y="541939"/>
                  </a:lnTo>
                  <a:lnTo>
                    <a:pt x="347168" y="541939"/>
                  </a:lnTo>
                  <a:lnTo>
                    <a:pt x="350014" y="562020"/>
                  </a:lnTo>
                  <a:lnTo>
                    <a:pt x="395546" y="558002"/>
                  </a:lnTo>
                  <a:lnTo>
                    <a:pt x="398391" y="582091"/>
                  </a:lnTo>
                  <a:lnTo>
                    <a:pt x="395546" y="582091"/>
                  </a:lnTo>
                  <a:lnTo>
                    <a:pt x="398391" y="594129"/>
                  </a:lnTo>
                  <a:lnTo>
                    <a:pt x="406928" y="594129"/>
                  </a:lnTo>
                  <a:lnTo>
                    <a:pt x="415465" y="630219"/>
                  </a:lnTo>
                  <a:lnTo>
                    <a:pt x="406928" y="634227"/>
                  </a:lnTo>
                  <a:lnTo>
                    <a:pt x="421153" y="686298"/>
                  </a:lnTo>
                  <a:lnTo>
                    <a:pt x="432540" y="686298"/>
                  </a:lnTo>
                  <a:lnTo>
                    <a:pt x="452460" y="742300"/>
                  </a:lnTo>
                  <a:lnTo>
                    <a:pt x="452460" y="758286"/>
                  </a:lnTo>
                  <a:lnTo>
                    <a:pt x="432540" y="762279"/>
                  </a:lnTo>
                  <a:lnTo>
                    <a:pt x="404083" y="758286"/>
                  </a:lnTo>
                  <a:lnTo>
                    <a:pt x="384163" y="782254"/>
                  </a:lnTo>
                  <a:lnTo>
                    <a:pt x="378471" y="790237"/>
                  </a:lnTo>
                  <a:lnTo>
                    <a:pt x="378471" y="798224"/>
                  </a:lnTo>
                  <a:lnTo>
                    <a:pt x="395546" y="806204"/>
                  </a:lnTo>
                  <a:lnTo>
                    <a:pt x="392700" y="826155"/>
                  </a:lnTo>
                  <a:close/>
                </a:path>
              </a:pathLst>
            </a:custGeom>
            <a:solidFill>
              <a:srgbClr val="A4C8DF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" name="pg8"/>
            <p:cNvSpPr/>
            <p:nvPr/>
          </p:nvSpPr>
          <p:spPr>
            <a:xfrm>
              <a:off x="4683307" y="3681852"/>
              <a:ext cx="429694" cy="701320"/>
            </a:xfrm>
            <a:custGeom>
              <a:avLst/>
              <a:gdLst/>
              <a:ahLst/>
              <a:cxnLst/>
              <a:rect l="0" t="0" r="0" b="0"/>
              <a:pathLst>
                <a:path w="429694" h="701320">
                  <a:moveTo>
                    <a:pt x="14224" y="398240"/>
                  </a:moveTo>
                  <a:lnTo>
                    <a:pt x="42681" y="398240"/>
                  </a:lnTo>
                  <a:lnTo>
                    <a:pt x="42681" y="414249"/>
                  </a:lnTo>
                  <a:lnTo>
                    <a:pt x="56910" y="414249"/>
                  </a:lnTo>
                  <a:lnTo>
                    <a:pt x="62601" y="390234"/>
                  </a:lnTo>
                  <a:lnTo>
                    <a:pt x="85367" y="374216"/>
                  </a:lnTo>
                  <a:lnTo>
                    <a:pt x="108129" y="382225"/>
                  </a:lnTo>
                  <a:lnTo>
                    <a:pt x="122361" y="354187"/>
                  </a:lnTo>
                  <a:lnTo>
                    <a:pt x="199192" y="342161"/>
                  </a:lnTo>
                  <a:lnTo>
                    <a:pt x="193501" y="294032"/>
                  </a:lnTo>
                  <a:lnTo>
                    <a:pt x="187811" y="245845"/>
                  </a:lnTo>
                  <a:lnTo>
                    <a:pt x="182121" y="197601"/>
                  </a:lnTo>
                  <a:lnTo>
                    <a:pt x="239032" y="181509"/>
                  </a:lnTo>
                  <a:lnTo>
                    <a:pt x="227652" y="121097"/>
                  </a:lnTo>
                  <a:lnTo>
                    <a:pt x="287409" y="100939"/>
                  </a:lnTo>
                  <a:lnTo>
                    <a:pt x="278871" y="32328"/>
                  </a:lnTo>
                  <a:lnTo>
                    <a:pt x="331517" y="16167"/>
                  </a:lnTo>
                  <a:lnTo>
                    <a:pt x="384163" y="0"/>
                  </a:lnTo>
                  <a:lnTo>
                    <a:pt x="390992" y="41213"/>
                  </a:lnTo>
                  <a:lnTo>
                    <a:pt x="397821" y="82384"/>
                  </a:lnTo>
                  <a:lnTo>
                    <a:pt x="404650" y="123514"/>
                  </a:lnTo>
                  <a:lnTo>
                    <a:pt x="411478" y="164601"/>
                  </a:lnTo>
                  <a:lnTo>
                    <a:pt x="418307" y="205646"/>
                  </a:lnTo>
                  <a:lnTo>
                    <a:pt x="372780" y="221731"/>
                  </a:lnTo>
                  <a:lnTo>
                    <a:pt x="379182" y="266934"/>
                  </a:lnTo>
                  <a:lnTo>
                    <a:pt x="385584" y="312088"/>
                  </a:lnTo>
                  <a:lnTo>
                    <a:pt x="391986" y="357190"/>
                  </a:lnTo>
                  <a:lnTo>
                    <a:pt x="398387" y="402243"/>
                  </a:lnTo>
                  <a:lnTo>
                    <a:pt x="412620" y="402243"/>
                  </a:lnTo>
                  <a:lnTo>
                    <a:pt x="423999" y="462236"/>
                  </a:lnTo>
                  <a:lnTo>
                    <a:pt x="418307" y="466232"/>
                  </a:lnTo>
                  <a:lnTo>
                    <a:pt x="429694" y="538097"/>
                  </a:lnTo>
                  <a:lnTo>
                    <a:pt x="421153" y="538097"/>
                  </a:lnTo>
                  <a:lnTo>
                    <a:pt x="415462" y="554050"/>
                  </a:lnTo>
                  <a:lnTo>
                    <a:pt x="423999" y="597890"/>
                  </a:lnTo>
                  <a:lnTo>
                    <a:pt x="398387" y="605855"/>
                  </a:lnTo>
                  <a:lnTo>
                    <a:pt x="398387" y="629740"/>
                  </a:lnTo>
                  <a:lnTo>
                    <a:pt x="381317" y="645658"/>
                  </a:lnTo>
                  <a:lnTo>
                    <a:pt x="378467" y="625763"/>
                  </a:lnTo>
                  <a:lnTo>
                    <a:pt x="381317" y="601870"/>
                  </a:lnTo>
                  <a:lnTo>
                    <a:pt x="358551" y="581954"/>
                  </a:lnTo>
                  <a:lnTo>
                    <a:pt x="369934" y="566011"/>
                  </a:lnTo>
                  <a:lnTo>
                    <a:pt x="358551" y="550063"/>
                  </a:lnTo>
                  <a:lnTo>
                    <a:pt x="338631" y="558038"/>
                  </a:lnTo>
                  <a:lnTo>
                    <a:pt x="327248" y="538097"/>
                  </a:lnTo>
                  <a:lnTo>
                    <a:pt x="321557" y="522137"/>
                  </a:lnTo>
                  <a:lnTo>
                    <a:pt x="307329" y="522137"/>
                  </a:lnTo>
                  <a:lnTo>
                    <a:pt x="301637" y="534108"/>
                  </a:lnTo>
                  <a:lnTo>
                    <a:pt x="301637" y="550063"/>
                  </a:lnTo>
                  <a:lnTo>
                    <a:pt x="293100" y="558038"/>
                  </a:lnTo>
                  <a:lnTo>
                    <a:pt x="284563" y="550063"/>
                  </a:lnTo>
                  <a:lnTo>
                    <a:pt x="276026" y="534108"/>
                  </a:lnTo>
                  <a:lnTo>
                    <a:pt x="267489" y="526131"/>
                  </a:lnTo>
                  <a:lnTo>
                    <a:pt x="264643" y="534108"/>
                  </a:lnTo>
                  <a:lnTo>
                    <a:pt x="267489" y="554050"/>
                  </a:lnTo>
                  <a:lnTo>
                    <a:pt x="247572" y="573983"/>
                  </a:lnTo>
                  <a:lnTo>
                    <a:pt x="236186" y="573983"/>
                  </a:lnTo>
                  <a:lnTo>
                    <a:pt x="219112" y="593906"/>
                  </a:lnTo>
                  <a:lnTo>
                    <a:pt x="210574" y="593906"/>
                  </a:lnTo>
                  <a:lnTo>
                    <a:pt x="199192" y="585935"/>
                  </a:lnTo>
                  <a:lnTo>
                    <a:pt x="196346" y="577969"/>
                  </a:lnTo>
                  <a:lnTo>
                    <a:pt x="207732" y="558038"/>
                  </a:lnTo>
                  <a:lnTo>
                    <a:pt x="196346" y="538097"/>
                  </a:lnTo>
                  <a:lnTo>
                    <a:pt x="184967" y="546074"/>
                  </a:lnTo>
                  <a:lnTo>
                    <a:pt x="182121" y="573983"/>
                  </a:lnTo>
                  <a:lnTo>
                    <a:pt x="165047" y="589922"/>
                  </a:lnTo>
                  <a:lnTo>
                    <a:pt x="153660" y="597890"/>
                  </a:lnTo>
                  <a:lnTo>
                    <a:pt x="145127" y="601870"/>
                  </a:lnTo>
                  <a:lnTo>
                    <a:pt x="128053" y="605855"/>
                  </a:lnTo>
                  <a:lnTo>
                    <a:pt x="136590" y="625763"/>
                  </a:lnTo>
                  <a:lnTo>
                    <a:pt x="128053" y="645658"/>
                  </a:lnTo>
                  <a:lnTo>
                    <a:pt x="130895" y="661569"/>
                  </a:lnTo>
                  <a:lnTo>
                    <a:pt x="142281" y="673498"/>
                  </a:lnTo>
                  <a:lnTo>
                    <a:pt x="153660" y="681449"/>
                  </a:lnTo>
                  <a:lnTo>
                    <a:pt x="145127" y="701320"/>
                  </a:lnTo>
                  <a:lnTo>
                    <a:pt x="130895" y="701320"/>
                  </a:lnTo>
                  <a:lnTo>
                    <a:pt x="99596" y="685424"/>
                  </a:lnTo>
                  <a:lnTo>
                    <a:pt x="93904" y="697346"/>
                  </a:lnTo>
                  <a:lnTo>
                    <a:pt x="82521" y="697346"/>
                  </a:lnTo>
                  <a:lnTo>
                    <a:pt x="73984" y="665546"/>
                  </a:lnTo>
                  <a:lnTo>
                    <a:pt x="59756" y="661569"/>
                  </a:lnTo>
                  <a:lnTo>
                    <a:pt x="42681" y="657592"/>
                  </a:lnTo>
                  <a:lnTo>
                    <a:pt x="14224" y="657592"/>
                  </a:lnTo>
                  <a:lnTo>
                    <a:pt x="5687" y="649636"/>
                  </a:lnTo>
                  <a:lnTo>
                    <a:pt x="5687" y="637702"/>
                  </a:lnTo>
                  <a:lnTo>
                    <a:pt x="14224" y="633720"/>
                  </a:lnTo>
                  <a:lnTo>
                    <a:pt x="28453" y="633720"/>
                  </a:lnTo>
                  <a:lnTo>
                    <a:pt x="25611" y="613817"/>
                  </a:lnTo>
                  <a:lnTo>
                    <a:pt x="34144" y="601870"/>
                  </a:lnTo>
                  <a:lnTo>
                    <a:pt x="48373" y="605855"/>
                  </a:lnTo>
                  <a:lnTo>
                    <a:pt x="73984" y="613817"/>
                  </a:lnTo>
                  <a:lnTo>
                    <a:pt x="73984" y="605855"/>
                  </a:lnTo>
                  <a:lnTo>
                    <a:pt x="62601" y="593906"/>
                  </a:lnTo>
                  <a:lnTo>
                    <a:pt x="65447" y="577969"/>
                  </a:lnTo>
                  <a:lnTo>
                    <a:pt x="54064" y="573983"/>
                  </a:lnTo>
                  <a:lnTo>
                    <a:pt x="39836" y="573983"/>
                  </a:lnTo>
                  <a:lnTo>
                    <a:pt x="25611" y="593906"/>
                  </a:lnTo>
                  <a:lnTo>
                    <a:pt x="14224" y="589922"/>
                  </a:lnTo>
                  <a:lnTo>
                    <a:pt x="19916" y="573983"/>
                  </a:lnTo>
                  <a:lnTo>
                    <a:pt x="36990" y="538097"/>
                  </a:lnTo>
                  <a:lnTo>
                    <a:pt x="36990" y="514155"/>
                  </a:lnTo>
                  <a:lnTo>
                    <a:pt x="28453" y="494196"/>
                  </a:lnTo>
                  <a:lnTo>
                    <a:pt x="22765" y="486206"/>
                  </a:lnTo>
                  <a:lnTo>
                    <a:pt x="14224" y="466232"/>
                  </a:lnTo>
                  <a:lnTo>
                    <a:pt x="2845" y="454242"/>
                  </a:lnTo>
                  <a:lnTo>
                    <a:pt x="0" y="446246"/>
                  </a:lnTo>
                  <a:lnTo>
                    <a:pt x="2845" y="434250"/>
                  </a:lnTo>
                  <a:lnTo>
                    <a:pt x="5687" y="418250"/>
                  </a:lnTo>
                  <a:lnTo>
                    <a:pt x="11379" y="406245"/>
                  </a:lnTo>
                  <a:close/>
                </a:path>
              </a:pathLst>
            </a:custGeom>
            <a:solidFill>
              <a:srgbClr val="ADD8E6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" name="pg9"/>
            <p:cNvSpPr/>
            <p:nvPr/>
          </p:nvSpPr>
          <p:spPr>
            <a:xfrm>
              <a:off x="4054417" y="4056069"/>
              <a:ext cx="367088" cy="422347"/>
            </a:xfrm>
            <a:custGeom>
              <a:avLst/>
              <a:gdLst/>
              <a:ahLst/>
              <a:cxnLst/>
              <a:rect l="0" t="0" r="0" b="0"/>
              <a:pathLst>
                <a:path w="367088" h="422347">
                  <a:moveTo>
                    <a:pt x="0" y="167870"/>
                  </a:moveTo>
                  <a:lnTo>
                    <a:pt x="34144" y="163881"/>
                  </a:lnTo>
                  <a:lnTo>
                    <a:pt x="36990" y="143930"/>
                  </a:lnTo>
                  <a:lnTo>
                    <a:pt x="19916" y="135950"/>
                  </a:lnTo>
                  <a:lnTo>
                    <a:pt x="19916" y="127963"/>
                  </a:lnTo>
                  <a:lnTo>
                    <a:pt x="25607" y="119980"/>
                  </a:lnTo>
                  <a:lnTo>
                    <a:pt x="45527" y="96012"/>
                  </a:lnTo>
                  <a:lnTo>
                    <a:pt x="73984" y="100005"/>
                  </a:lnTo>
                  <a:lnTo>
                    <a:pt x="93904" y="96012"/>
                  </a:lnTo>
                  <a:lnTo>
                    <a:pt x="93904" y="80026"/>
                  </a:lnTo>
                  <a:lnTo>
                    <a:pt x="122361" y="68029"/>
                  </a:lnTo>
                  <a:lnTo>
                    <a:pt x="139435" y="72030"/>
                  </a:lnTo>
                  <a:lnTo>
                    <a:pt x="150815" y="80026"/>
                  </a:lnTo>
                  <a:lnTo>
                    <a:pt x="147969" y="92016"/>
                  </a:lnTo>
                  <a:lnTo>
                    <a:pt x="159355" y="100005"/>
                  </a:lnTo>
                  <a:lnTo>
                    <a:pt x="173580" y="80026"/>
                  </a:lnTo>
                  <a:lnTo>
                    <a:pt x="184963" y="80026"/>
                  </a:lnTo>
                  <a:lnTo>
                    <a:pt x="190654" y="84020"/>
                  </a:lnTo>
                  <a:lnTo>
                    <a:pt x="256106" y="96012"/>
                  </a:lnTo>
                  <a:lnTo>
                    <a:pt x="264643" y="88020"/>
                  </a:lnTo>
                  <a:lnTo>
                    <a:pt x="267489" y="64033"/>
                  </a:lnTo>
                  <a:lnTo>
                    <a:pt x="264643" y="48034"/>
                  </a:lnTo>
                  <a:lnTo>
                    <a:pt x="250414" y="40032"/>
                  </a:lnTo>
                  <a:lnTo>
                    <a:pt x="241877" y="24024"/>
                  </a:lnTo>
                  <a:lnTo>
                    <a:pt x="241877" y="12014"/>
                  </a:lnTo>
                  <a:lnTo>
                    <a:pt x="321557" y="0"/>
                  </a:lnTo>
                  <a:lnTo>
                    <a:pt x="330090" y="8009"/>
                  </a:lnTo>
                  <a:lnTo>
                    <a:pt x="332936" y="28027"/>
                  </a:lnTo>
                  <a:lnTo>
                    <a:pt x="327248" y="48034"/>
                  </a:lnTo>
                  <a:lnTo>
                    <a:pt x="352856" y="52035"/>
                  </a:lnTo>
                  <a:lnTo>
                    <a:pt x="347168" y="111989"/>
                  </a:lnTo>
                  <a:lnTo>
                    <a:pt x="367088" y="119980"/>
                  </a:lnTo>
                  <a:lnTo>
                    <a:pt x="352856" y="175846"/>
                  </a:lnTo>
                  <a:lnTo>
                    <a:pt x="330090" y="175846"/>
                  </a:lnTo>
                  <a:lnTo>
                    <a:pt x="317287" y="215705"/>
                  </a:lnTo>
                  <a:lnTo>
                    <a:pt x="304483" y="255524"/>
                  </a:lnTo>
                  <a:lnTo>
                    <a:pt x="290254" y="311208"/>
                  </a:lnTo>
                  <a:lnTo>
                    <a:pt x="227649" y="303258"/>
                  </a:lnTo>
                  <a:lnTo>
                    <a:pt x="221957" y="335049"/>
                  </a:lnTo>
                  <a:lnTo>
                    <a:pt x="224807" y="374753"/>
                  </a:lnTo>
                  <a:lnTo>
                    <a:pt x="230494" y="410454"/>
                  </a:lnTo>
                  <a:lnTo>
                    <a:pt x="179275" y="402523"/>
                  </a:lnTo>
                  <a:lnTo>
                    <a:pt x="176426" y="390624"/>
                  </a:lnTo>
                  <a:lnTo>
                    <a:pt x="122361" y="378721"/>
                  </a:lnTo>
                  <a:lnTo>
                    <a:pt x="108129" y="422347"/>
                  </a:lnTo>
                  <a:lnTo>
                    <a:pt x="59756" y="410454"/>
                  </a:lnTo>
                  <a:lnTo>
                    <a:pt x="51218" y="406489"/>
                  </a:lnTo>
                  <a:lnTo>
                    <a:pt x="59756" y="370784"/>
                  </a:lnTo>
                  <a:lnTo>
                    <a:pt x="25607" y="354906"/>
                  </a:lnTo>
                  <a:lnTo>
                    <a:pt x="25607" y="291329"/>
                  </a:lnTo>
                  <a:lnTo>
                    <a:pt x="0" y="239601"/>
                  </a:lnTo>
                  <a:lnTo>
                    <a:pt x="14224" y="223673"/>
                  </a:lnTo>
                  <a:close/>
                </a:path>
              </a:pathLst>
            </a:custGeom>
            <a:solidFill>
              <a:srgbClr val="8998CC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" name="pg10"/>
            <p:cNvSpPr/>
            <p:nvPr/>
          </p:nvSpPr>
          <p:spPr>
            <a:xfrm>
              <a:off x="4384508" y="4303635"/>
              <a:ext cx="207736" cy="305375"/>
            </a:xfrm>
            <a:custGeom>
              <a:avLst/>
              <a:gdLst/>
              <a:ahLst/>
              <a:cxnLst/>
              <a:rect l="0" t="0" r="0" b="0"/>
              <a:pathLst>
                <a:path w="207736" h="305375">
                  <a:moveTo>
                    <a:pt x="17078" y="19899"/>
                  </a:moveTo>
                  <a:lnTo>
                    <a:pt x="28460" y="7958"/>
                  </a:lnTo>
                  <a:lnTo>
                    <a:pt x="51226" y="27854"/>
                  </a:lnTo>
                  <a:lnTo>
                    <a:pt x="91062" y="0"/>
                  </a:lnTo>
                  <a:lnTo>
                    <a:pt x="130902" y="37799"/>
                  </a:lnTo>
                  <a:lnTo>
                    <a:pt x="170742" y="75564"/>
                  </a:lnTo>
                  <a:lnTo>
                    <a:pt x="184971" y="75564"/>
                  </a:lnTo>
                  <a:lnTo>
                    <a:pt x="193508" y="67616"/>
                  </a:lnTo>
                  <a:lnTo>
                    <a:pt x="207736" y="75564"/>
                  </a:lnTo>
                  <a:lnTo>
                    <a:pt x="196353" y="107340"/>
                  </a:lnTo>
                  <a:lnTo>
                    <a:pt x="187816" y="119249"/>
                  </a:lnTo>
                  <a:lnTo>
                    <a:pt x="179279" y="147025"/>
                  </a:lnTo>
                  <a:lnTo>
                    <a:pt x="170742" y="158923"/>
                  </a:lnTo>
                  <a:lnTo>
                    <a:pt x="165051" y="170817"/>
                  </a:lnTo>
                  <a:lnTo>
                    <a:pt x="165051" y="182705"/>
                  </a:lnTo>
                  <a:lnTo>
                    <a:pt x="179279" y="194593"/>
                  </a:lnTo>
                  <a:lnTo>
                    <a:pt x="176433" y="218361"/>
                  </a:lnTo>
                  <a:lnTo>
                    <a:pt x="165051" y="226276"/>
                  </a:lnTo>
                  <a:lnTo>
                    <a:pt x="147976" y="234196"/>
                  </a:lnTo>
                  <a:lnTo>
                    <a:pt x="145131" y="242109"/>
                  </a:lnTo>
                  <a:lnTo>
                    <a:pt x="145131" y="250023"/>
                  </a:lnTo>
                  <a:lnTo>
                    <a:pt x="133748" y="257935"/>
                  </a:lnTo>
                  <a:lnTo>
                    <a:pt x="119523" y="265846"/>
                  </a:lnTo>
                  <a:lnTo>
                    <a:pt x="108136" y="297475"/>
                  </a:lnTo>
                  <a:lnTo>
                    <a:pt x="96757" y="305375"/>
                  </a:lnTo>
                  <a:lnTo>
                    <a:pt x="85371" y="301426"/>
                  </a:lnTo>
                  <a:lnTo>
                    <a:pt x="79679" y="281663"/>
                  </a:lnTo>
                  <a:lnTo>
                    <a:pt x="96757" y="265846"/>
                  </a:lnTo>
                  <a:lnTo>
                    <a:pt x="99603" y="257935"/>
                  </a:lnTo>
                  <a:lnTo>
                    <a:pt x="79679" y="257935"/>
                  </a:lnTo>
                  <a:lnTo>
                    <a:pt x="62605" y="257935"/>
                  </a:lnTo>
                  <a:lnTo>
                    <a:pt x="65451" y="234196"/>
                  </a:lnTo>
                  <a:lnTo>
                    <a:pt x="71142" y="218361"/>
                  </a:lnTo>
                  <a:lnTo>
                    <a:pt x="76837" y="210438"/>
                  </a:lnTo>
                  <a:lnTo>
                    <a:pt x="85371" y="194593"/>
                  </a:lnTo>
                  <a:lnTo>
                    <a:pt x="82525" y="186671"/>
                  </a:lnTo>
                  <a:lnTo>
                    <a:pt x="71142" y="178742"/>
                  </a:lnTo>
                  <a:lnTo>
                    <a:pt x="71142" y="139091"/>
                  </a:lnTo>
                  <a:lnTo>
                    <a:pt x="62605" y="123218"/>
                  </a:lnTo>
                  <a:lnTo>
                    <a:pt x="54072" y="107340"/>
                  </a:lnTo>
                  <a:lnTo>
                    <a:pt x="48377" y="107340"/>
                  </a:lnTo>
                  <a:lnTo>
                    <a:pt x="31306" y="103369"/>
                  </a:lnTo>
                  <a:lnTo>
                    <a:pt x="28460" y="95427"/>
                  </a:lnTo>
                  <a:lnTo>
                    <a:pt x="17078" y="87483"/>
                  </a:lnTo>
                  <a:lnTo>
                    <a:pt x="5695" y="75564"/>
                  </a:lnTo>
                  <a:lnTo>
                    <a:pt x="0" y="63641"/>
                  </a:lnTo>
                  <a:lnTo>
                    <a:pt x="5695" y="43763"/>
                  </a:lnTo>
                  <a:lnTo>
                    <a:pt x="0" y="35809"/>
                  </a:lnTo>
                  <a:lnTo>
                    <a:pt x="2845" y="23875"/>
                  </a:lnTo>
                  <a:close/>
                </a:path>
              </a:pathLst>
            </a:custGeom>
            <a:solidFill>
              <a:srgbClr val="A4C8DF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" name="pg11"/>
            <p:cNvSpPr/>
            <p:nvPr/>
          </p:nvSpPr>
          <p:spPr>
            <a:xfrm>
              <a:off x="4208077" y="4311593"/>
              <a:ext cx="261801" cy="356643"/>
            </a:xfrm>
            <a:custGeom>
              <a:avLst/>
              <a:gdLst/>
              <a:ahLst/>
              <a:cxnLst/>
              <a:rect l="0" t="0" r="0" b="0"/>
              <a:pathLst>
                <a:path w="261801" h="356643">
                  <a:moveTo>
                    <a:pt x="150822" y="0"/>
                  </a:moveTo>
                  <a:lnTo>
                    <a:pt x="193508" y="11941"/>
                  </a:lnTo>
                  <a:lnTo>
                    <a:pt x="179275" y="15917"/>
                  </a:lnTo>
                  <a:lnTo>
                    <a:pt x="176430" y="27851"/>
                  </a:lnTo>
                  <a:lnTo>
                    <a:pt x="182125" y="35805"/>
                  </a:lnTo>
                  <a:lnTo>
                    <a:pt x="176430" y="55683"/>
                  </a:lnTo>
                  <a:lnTo>
                    <a:pt x="182125" y="67605"/>
                  </a:lnTo>
                  <a:lnTo>
                    <a:pt x="193508" y="79524"/>
                  </a:lnTo>
                  <a:lnTo>
                    <a:pt x="204891" y="87468"/>
                  </a:lnTo>
                  <a:lnTo>
                    <a:pt x="207736" y="95411"/>
                  </a:lnTo>
                  <a:lnTo>
                    <a:pt x="224807" y="99381"/>
                  </a:lnTo>
                  <a:lnTo>
                    <a:pt x="230502" y="99381"/>
                  </a:lnTo>
                  <a:lnTo>
                    <a:pt x="239035" y="115260"/>
                  </a:lnTo>
                  <a:lnTo>
                    <a:pt x="247572" y="131132"/>
                  </a:lnTo>
                  <a:lnTo>
                    <a:pt x="247572" y="170784"/>
                  </a:lnTo>
                  <a:lnTo>
                    <a:pt x="258955" y="178713"/>
                  </a:lnTo>
                  <a:lnTo>
                    <a:pt x="261801" y="186635"/>
                  </a:lnTo>
                  <a:lnTo>
                    <a:pt x="253268" y="202479"/>
                  </a:lnTo>
                  <a:lnTo>
                    <a:pt x="247572" y="210402"/>
                  </a:lnTo>
                  <a:lnTo>
                    <a:pt x="241881" y="226238"/>
                  </a:lnTo>
                  <a:lnTo>
                    <a:pt x="239035" y="249977"/>
                  </a:lnTo>
                  <a:lnTo>
                    <a:pt x="224807" y="265797"/>
                  </a:lnTo>
                  <a:lnTo>
                    <a:pt x="219115" y="265797"/>
                  </a:lnTo>
                  <a:lnTo>
                    <a:pt x="207736" y="257888"/>
                  </a:lnTo>
                  <a:lnTo>
                    <a:pt x="216270" y="230193"/>
                  </a:lnTo>
                  <a:lnTo>
                    <a:pt x="213428" y="218318"/>
                  </a:lnTo>
                  <a:lnTo>
                    <a:pt x="204891" y="218318"/>
                  </a:lnTo>
                  <a:lnTo>
                    <a:pt x="196350" y="226238"/>
                  </a:lnTo>
                  <a:lnTo>
                    <a:pt x="190662" y="253933"/>
                  </a:lnTo>
                  <a:lnTo>
                    <a:pt x="176430" y="257888"/>
                  </a:lnTo>
                  <a:lnTo>
                    <a:pt x="170742" y="305321"/>
                  </a:lnTo>
                  <a:lnTo>
                    <a:pt x="167896" y="309271"/>
                  </a:lnTo>
                  <a:lnTo>
                    <a:pt x="153664" y="321120"/>
                  </a:lnTo>
                  <a:lnTo>
                    <a:pt x="147976" y="348751"/>
                  </a:lnTo>
                  <a:lnTo>
                    <a:pt x="142285" y="352700"/>
                  </a:lnTo>
                  <a:lnTo>
                    <a:pt x="133744" y="348751"/>
                  </a:lnTo>
                  <a:lnTo>
                    <a:pt x="130902" y="321120"/>
                  </a:lnTo>
                  <a:lnTo>
                    <a:pt x="96754" y="297417"/>
                  </a:lnTo>
                  <a:lnTo>
                    <a:pt x="99599" y="344804"/>
                  </a:lnTo>
                  <a:lnTo>
                    <a:pt x="91062" y="356643"/>
                  </a:lnTo>
                  <a:lnTo>
                    <a:pt x="76834" y="356643"/>
                  </a:lnTo>
                  <a:lnTo>
                    <a:pt x="62605" y="344804"/>
                  </a:lnTo>
                  <a:lnTo>
                    <a:pt x="54068" y="329015"/>
                  </a:lnTo>
                  <a:lnTo>
                    <a:pt x="36994" y="325069"/>
                  </a:lnTo>
                  <a:lnTo>
                    <a:pt x="28460" y="325069"/>
                  </a:lnTo>
                  <a:lnTo>
                    <a:pt x="42685" y="277658"/>
                  </a:lnTo>
                  <a:lnTo>
                    <a:pt x="54068" y="242065"/>
                  </a:lnTo>
                  <a:lnTo>
                    <a:pt x="45531" y="234151"/>
                  </a:lnTo>
                  <a:lnTo>
                    <a:pt x="25615" y="230193"/>
                  </a:lnTo>
                  <a:lnTo>
                    <a:pt x="0" y="226238"/>
                  </a:lnTo>
                  <a:lnTo>
                    <a:pt x="8540" y="214359"/>
                  </a:lnTo>
                  <a:lnTo>
                    <a:pt x="14228" y="190596"/>
                  </a:lnTo>
                  <a:lnTo>
                    <a:pt x="25615" y="146999"/>
                  </a:lnTo>
                  <a:lnTo>
                    <a:pt x="76834" y="154929"/>
                  </a:lnTo>
                  <a:lnTo>
                    <a:pt x="71146" y="119229"/>
                  </a:lnTo>
                  <a:lnTo>
                    <a:pt x="68297" y="79524"/>
                  </a:lnTo>
                  <a:lnTo>
                    <a:pt x="73988" y="47733"/>
                  </a:lnTo>
                  <a:lnTo>
                    <a:pt x="136594" y="55683"/>
                  </a:lnTo>
                  <a:close/>
                </a:path>
              </a:pathLst>
            </a:custGeom>
            <a:solidFill>
              <a:srgbClr val="A4C8DF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" name="pg12"/>
            <p:cNvSpPr/>
            <p:nvPr/>
          </p:nvSpPr>
          <p:spPr>
            <a:xfrm>
              <a:off x="3579187" y="3613070"/>
              <a:ext cx="418311" cy="1090660"/>
            </a:xfrm>
            <a:custGeom>
              <a:avLst/>
              <a:gdLst/>
              <a:ahLst/>
              <a:cxnLst/>
              <a:rect l="0" t="0" r="0" b="0"/>
              <a:pathLst>
                <a:path w="418311" h="1090660">
                  <a:moveTo>
                    <a:pt x="0" y="28337"/>
                  </a:moveTo>
                  <a:lnTo>
                    <a:pt x="17074" y="24290"/>
                  </a:lnTo>
                  <a:lnTo>
                    <a:pt x="31302" y="4049"/>
                  </a:lnTo>
                  <a:lnTo>
                    <a:pt x="51222" y="0"/>
                  </a:lnTo>
                  <a:lnTo>
                    <a:pt x="68297" y="4049"/>
                  </a:lnTo>
                  <a:lnTo>
                    <a:pt x="76834" y="24290"/>
                  </a:lnTo>
                  <a:lnTo>
                    <a:pt x="85371" y="60698"/>
                  </a:lnTo>
                  <a:lnTo>
                    <a:pt x="99599" y="68781"/>
                  </a:lnTo>
                  <a:lnTo>
                    <a:pt x="116674" y="64739"/>
                  </a:lnTo>
                  <a:lnTo>
                    <a:pt x="124499" y="106159"/>
                  </a:lnTo>
                  <a:lnTo>
                    <a:pt x="132325" y="147536"/>
                  </a:lnTo>
                  <a:lnTo>
                    <a:pt x="140151" y="188871"/>
                  </a:lnTo>
                  <a:lnTo>
                    <a:pt x="147976" y="230164"/>
                  </a:lnTo>
                  <a:lnTo>
                    <a:pt x="133744" y="234190"/>
                  </a:lnTo>
                  <a:lnTo>
                    <a:pt x="128056" y="242239"/>
                  </a:lnTo>
                  <a:lnTo>
                    <a:pt x="128056" y="250291"/>
                  </a:lnTo>
                  <a:lnTo>
                    <a:pt x="139439" y="306591"/>
                  </a:lnTo>
                  <a:lnTo>
                    <a:pt x="147976" y="306591"/>
                  </a:lnTo>
                  <a:lnTo>
                    <a:pt x="153664" y="338726"/>
                  </a:lnTo>
                  <a:lnTo>
                    <a:pt x="155087" y="384880"/>
                  </a:lnTo>
                  <a:lnTo>
                    <a:pt x="156510" y="430980"/>
                  </a:lnTo>
                  <a:lnTo>
                    <a:pt x="224807" y="402925"/>
                  </a:lnTo>
                  <a:lnTo>
                    <a:pt x="247572" y="455012"/>
                  </a:lnTo>
                  <a:lnTo>
                    <a:pt x="270338" y="507031"/>
                  </a:lnTo>
                  <a:lnTo>
                    <a:pt x="261801" y="523024"/>
                  </a:lnTo>
                  <a:lnTo>
                    <a:pt x="305435" y="532350"/>
                  </a:lnTo>
                  <a:lnTo>
                    <a:pt x="349069" y="541674"/>
                  </a:lnTo>
                  <a:lnTo>
                    <a:pt x="392704" y="550996"/>
                  </a:lnTo>
                  <a:lnTo>
                    <a:pt x="381317" y="566971"/>
                  </a:lnTo>
                  <a:lnTo>
                    <a:pt x="384166" y="566971"/>
                  </a:lnTo>
                  <a:lnTo>
                    <a:pt x="395546" y="582937"/>
                  </a:lnTo>
                  <a:lnTo>
                    <a:pt x="401237" y="582937"/>
                  </a:lnTo>
                  <a:lnTo>
                    <a:pt x="418311" y="622832"/>
                  </a:lnTo>
                  <a:lnTo>
                    <a:pt x="401237" y="642765"/>
                  </a:lnTo>
                  <a:lnTo>
                    <a:pt x="401237" y="658704"/>
                  </a:lnTo>
                  <a:lnTo>
                    <a:pt x="395546" y="662688"/>
                  </a:lnTo>
                  <a:lnTo>
                    <a:pt x="401237" y="698522"/>
                  </a:lnTo>
                  <a:lnTo>
                    <a:pt x="388431" y="746256"/>
                  </a:lnTo>
                  <a:lnTo>
                    <a:pt x="375626" y="793933"/>
                  </a:lnTo>
                  <a:lnTo>
                    <a:pt x="369938" y="793933"/>
                  </a:lnTo>
                  <a:lnTo>
                    <a:pt x="344327" y="828332"/>
                  </a:lnTo>
                  <a:lnTo>
                    <a:pt x="318715" y="862701"/>
                  </a:lnTo>
                  <a:lnTo>
                    <a:pt x="293104" y="897042"/>
                  </a:lnTo>
                  <a:lnTo>
                    <a:pt x="281721" y="861381"/>
                  </a:lnTo>
                  <a:lnTo>
                    <a:pt x="258955" y="833622"/>
                  </a:lnTo>
                  <a:lnTo>
                    <a:pt x="247572" y="833622"/>
                  </a:lnTo>
                  <a:lnTo>
                    <a:pt x="239035" y="829655"/>
                  </a:lnTo>
                  <a:lnTo>
                    <a:pt x="230502" y="833622"/>
                  </a:lnTo>
                  <a:lnTo>
                    <a:pt x="224807" y="825685"/>
                  </a:lnTo>
                  <a:lnTo>
                    <a:pt x="190658" y="845521"/>
                  </a:lnTo>
                  <a:lnTo>
                    <a:pt x="187816" y="845521"/>
                  </a:lnTo>
                  <a:lnTo>
                    <a:pt x="125211" y="885157"/>
                  </a:lnTo>
                  <a:lnTo>
                    <a:pt x="108133" y="885157"/>
                  </a:lnTo>
                  <a:lnTo>
                    <a:pt x="102445" y="889119"/>
                  </a:lnTo>
                  <a:lnTo>
                    <a:pt x="108133" y="897042"/>
                  </a:lnTo>
                  <a:lnTo>
                    <a:pt x="108133" y="904962"/>
                  </a:lnTo>
                  <a:lnTo>
                    <a:pt x="139439" y="916841"/>
                  </a:lnTo>
                  <a:lnTo>
                    <a:pt x="179275" y="964320"/>
                  </a:lnTo>
                  <a:lnTo>
                    <a:pt x="170738" y="972228"/>
                  </a:lnTo>
                  <a:lnTo>
                    <a:pt x="173584" y="976181"/>
                  </a:lnTo>
                  <a:lnTo>
                    <a:pt x="156510" y="1003844"/>
                  </a:lnTo>
                  <a:lnTo>
                    <a:pt x="167896" y="1015691"/>
                  </a:lnTo>
                  <a:lnTo>
                    <a:pt x="139439" y="1031485"/>
                  </a:lnTo>
                  <a:lnTo>
                    <a:pt x="139439" y="1043327"/>
                  </a:lnTo>
                  <a:lnTo>
                    <a:pt x="136594" y="1055166"/>
                  </a:lnTo>
                  <a:lnTo>
                    <a:pt x="145131" y="1082775"/>
                  </a:lnTo>
                  <a:lnTo>
                    <a:pt x="125211" y="1074889"/>
                  </a:lnTo>
                  <a:lnTo>
                    <a:pt x="108133" y="1074889"/>
                  </a:lnTo>
                  <a:lnTo>
                    <a:pt x="76834" y="1082775"/>
                  </a:lnTo>
                  <a:lnTo>
                    <a:pt x="51222" y="1090660"/>
                  </a:lnTo>
                  <a:lnTo>
                    <a:pt x="48377" y="1047274"/>
                  </a:lnTo>
                  <a:lnTo>
                    <a:pt x="45531" y="1003843"/>
                  </a:lnTo>
                  <a:lnTo>
                    <a:pt x="42685" y="960365"/>
                  </a:lnTo>
                  <a:lnTo>
                    <a:pt x="39839" y="916841"/>
                  </a:lnTo>
                  <a:lnTo>
                    <a:pt x="36994" y="873271"/>
                  </a:lnTo>
                  <a:lnTo>
                    <a:pt x="34148" y="829654"/>
                  </a:lnTo>
                  <a:lnTo>
                    <a:pt x="31302" y="785990"/>
                  </a:lnTo>
                  <a:lnTo>
                    <a:pt x="28457" y="742280"/>
                  </a:lnTo>
                  <a:lnTo>
                    <a:pt x="26783" y="700630"/>
                  </a:lnTo>
                  <a:lnTo>
                    <a:pt x="25109" y="658938"/>
                  </a:lnTo>
                  <a:lnTo>
                    <a:pt x="23435" y="617202"/>
                  </a:lnTo>
                  <a:lnTo>
                    <a:pt x="21761" y="575424"/>
                  </a:lnTo>
                  <a:lnTo>
                    <a:pt x="20087" y="533602"/>
                  </a:lnTo>
                  <a:lnTo>
                    <a:pt x="18413" y="491738"/>
                  </a:lnTo>
                  <a:lnTo>
                    <a:pt x="16739" y="449830"/>
                  </a:lnTo>
                  <a:lnTo>
                    <a:pt x="15065" y="407878"/>
                  </a:lnTo>
                  <a:lnTo>
                    <a:pt x="13391" y="365883"/>
                  </a:lnTo>
                  <a:lnTo>
                    <a:pt x="11717" y="323845"/>
                  </a:lnTo>
                  <a:lnTo>
                    <a:pt x="10043" y="281762"/>
                  </a:lnTo>
                  <a:lnTo>
                    <a:pt x="8369" y="239635"/>
                  </a:lnTo>
                  <a:lnTo>
                    <a:pt x="6695" y="197464"/>
                  </a:lnTo>
                  <a:lnTo>
                    <a:pt x="5021" y="155249"/>
                  </a:lnTo>
                  <a:lnTo>
                    <a:pt x="3347" y="112990"/>
                  </a:lnTo>
                  <a:lnTo>
                    <a:pt x="1673" y="70686"/>
                  </a:lnTo>
                  <a:close/>
                </a:path>
              </a:pathLst>
            </a:custGeom>
            <a:solidFill>
              <a:srgbClr val="A4C8DF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" name="pg13"/>
            <p:cNvSpPr/>
            <p:nvPr/>
          </p:nvSpPr>
          <p:spPr>
            <a:xfrm>
              <a:off x="4435734" y="2873257"/>
              <a:ext cx="685800" cy="1230846"/>
            </a:xfrm>
            <a:custGeom>
              <a:avLst/>
              <a:gdLst/>
              <a:ahLst/>
              <a:cxnLst/>
              <a:rect l="0" t="0" r="0" b="0"/>
              <a:pathLst>
                <a:path w="685800" h="1230846">
                  <a:moveTo>
                    <a:pt x="261797" y="1206835"/>
                  </a:moveTo>
                  <a:lnTo>
                    <a:pt x="253260" y="1194825"/>
                  </a:lnTo>
                  <a:lnTo>
                    <a:pt x="236186" y="1202832"/>
                  </a:lnTo>
                  <a:lnTo>
                    <a:pt x="185913" y="1212172"/>
                  </a:lnTo>
                  <a:lnTo>
                    <a:pt x="135640" y="1221510"/>
                  </a:lnTo>
                  <a:lnTo>
                    <a:pt x="85367" y="1230846"/>
                  </a:lnTo>
                  <a:lnTo>
                    <a:pt x="71138" y="1174800"/>
                  </a:lnTo>
                  <a:lnTo>
                    <a:pt x="39836" y="1182811"/>
                  </a:lnTo>
                  <a:lnTo>
                    <a:pt x="33196" y="1140735"/>
                  </a:lnTo>
                  <a:lnTo>
                    <a:pt x="26557" y="1098614"/>
                  </a:lnTo>
                  <a:lnTo>
                    <a:pt x="19918" y="1056450"/>
                  </a:lnTo>
                  <a:lnTo>
                    <a:pt x="13278" y="1014242"/>
                  </a:lnTo>
                  <a:lnTo>
                    <a:pt x="6639" y="971989"/>
                  </a:lnTo>
                  <a:lnTo>
                    <a:pt x="0" y="929692"/>
                  </a:lnTo>
                  <a:lnTo>
                    <a:pt x="39838" y="920958"/>
                  </a:lnTo>
                  <a:lnTo>
                    <a:pt x="79677" y="912223"/>
                  </a:lnTo>
                  <a:lnTo>
                    <a:pt x="119516" y="903485"/>
                  </a:lnTo>
                  <a:lnTo>
                    <a:pt x="159354" y="894746"/>
                  </a:lnTo>
                  <a:lnTo>
                    <a:pt x="199193" y="886005"/>
                  </a:lnTo>
                  <a:lnTo>
                    <a:pt x="239032" y="877261"/>
                  </a:lnTo>
                  <a:lnTo>
                    <a:pt x="233340" y="828806"/>
                  </a:lnTo>
                  <a:lnTo>
                    <a:pt x="284563" y="816682"/>
                  </a:lnTo>
                  <a:lnTo>
                    <a:pt x="276026" y="776243"/>
                  </a:lnTo>
                  <a:lnTo>
                    <a:pt x="267489" y="735763"/>
                  </a:lnTo>
                  <a:lnTo>
                    <a:pt x="258951" y="695242"/>
                  </a:lnTo>
                  <a:lnTo>
                    <a:pt x="250414" y="654680"/>
                  </a:lnTo>
                  <a:lnTo>
                    <a:pt x="241877" y="614077"/>
                  </a:lnTo>
                  <a:lnTo>
                    <a:pt x="199192" y="614077"/>
                  </a:lnTo>
                  <a:lnTo>
                    <a:pt x="202041" y="577501"/>
                  </a:lnTo>
                  <a:lnTo>
                    <a:pt x="199192" y="536821"/>
                  </a:lnTo>
                  <a:lnTo>
                    <a:pt x="196346" y="520537"/>
                  </a:lnTo>
                  <a:lnTo>
                    <a:pt x="256106" y="492023"/>
                  </a:lnTo>
                  <a:lnTo>
                    <a:pt x="256882" y="447545"/>
                  </a:lnTo>
                  <a:lnTo>
                    <a:pt x="257658" y="403018"/>
                  </a:lnTo>
                  <a:lnTo>
                    <a:pt x="258434" y="358440"/>
                  </a:lnTo>
                  <a:lnTo>
                    <a:pt x="259210" y="313813"/>
                  </a:lnTo>
                  <a:lnTo>
                    <a:pt x="259986" y="269135"/>
                  </a:lnTo>
                  <a:lnTo>
                    <a:pt x="260762" y="224406"/>
                  </a:lnTo>
                  <a:lnTo>
                    <a:pt x="261538" y="179627"/>
                  </a:lnTo>
                  <a:lnTo>
                    <a:pt x="262315" y="134797"/>
                  </a:lnTo>
                  <a:lnTo>
                    <a:pt x="263091" y="89916"/>
                  </a:lnTo>
                  <a:lnTo>
                    <a:pt x="263867" y="44983"/>
                  </a:lnTo>
                  <a:lnTo>
                    <a:pt x="264643" y="0"/>
                  </a:lnTo>
                  <a:lnTo>
                    <a:pt x="324403" y="0"/>
                  </a:lnTo>
                  <a:lnTo>
                    <a:pt x="330094" y="4128"/>
                  </a:lnTo>
                  <a:lnTo>
                    <a:pt x="372779" y="5503"/>
                  </a:lnTo>
                  <a:lnTo>
                    <a:pt x="415463" y="6878"/>
                  </a:lnTo>
                  <a:lnTo>
                    <a:pt x="458147" y="8253"/>
                  </a:lnTo>
                  <a:lnTo>
                    <a:pt x="458147" y="52425"/>
                  </a:lnTo>
                  <a:lnTo>
                    <a:pt x="458147" y="96546"/>
                  </a:lnTo>
                  <a:lnTo>
                    <a:pt x="458147" y="140619"/>
                  </a:lnTo>
                  <a:lnTo>
                    <a:pt x="458147" y="184642"/>
                  </a:lnTo>
                  <a:lnTo>
                    <a:pt x="458147" y="228616"/>
                  </a:lnTo>
                  <a:lnTo>
                    <a:pt x="458147" y="272542"/>
                  </a:lnTo>
                  <a:lnTo>
                    <a:pt x="458147" y="316418"/>
                  </a:lnTo>
                  <a:lnTo>
                    <a:pt x="458147" y="324601"/>
                  </a:lnTo>
                  <a:lnTo>
                    <a:pt x="458147" y="366181"/>
                  </a:lnTo>
                  <a:lnTo>
                    <a:pt x="458147" y="407719"/>
                  </a:lnTo>
                  <a:lnTo>
                    <a:pt x="458147" y="449212"/>
                  </a:lnTo>
                  <a:lnTo>
                    <a:pt x="458147" y="490663"/>
                  </a:lnTo>
                  <a:lnTo>
                    <a:pt x="458147" y="532070"/>
                  </a:lnTo>
                  <a:lnTo>
                    <a:pt x="458147" y="573434"/>
                  </a:lnTo>
                  <a:lnTo>
                    <a:pt x="472380" y="581567"/>
                  </a:lnTo>
                  <a:lnTo>
                    <a:pt x="532136" y="573434"/>
                  </a:lnTo>
                  <a:lnTo>
                    <a:pt x="532136" y="565301"/>
                  </a:lnTo>
                  <a:lnTo>
                    <a:pt x="574821" y="558521"/>
                  </a:lnTo>
                  <a:lnTo>
                    <a:pt x="617507" y="551740"/>
                  </a:lnTo>
                  <a:lnTo>
                    <a:pt x="660193" y="544958"/>
                  </a:lnTo>
                  <a:lnTo>
                    <a:pt x="664461" y="586987"/>
                  </a:lnTo>
                  <a:lnTo>
                    <a:pt x="668729" y="628971"/>
                  </a:lnTo>
                  <a:lnTo>
                    <a:pt x="672997" y="670911"/>
                  </a:lnTo>
                  <a:lnTo>
                    <a:pt x="677264" y="712807"/>
                  </a:lnTo>
                  <a:lnTo>
                    <a:pt x="681532" y="754659"/>
                  </a:lnTo>
                  <a:lnTo>
                    <a:pt x="685800" y="796468"/>
                  </a:lnTo>
                  <a:lnTo>
                    <a:pt x="631736" y="808595"/>
                  </a:lnTo>
                  <a:lnTo>
                    <a:pt x="579090" y="824762"/>
                  </a:lnTo>
                  <a:lnTo>
                    <a:pt x="526444" y="840923"/>
                  </a:lnTo>
                  <a:lnTo>
                    <a:pt x="534981" y="909535"/>
                  </a:lnTo>
                  <a:lnTo>
                    <a:pt x="475225" y="929692"/>
                  </a:lnTo>
                  <a:lnTo>
                    <a:pt x="486604" y="990104"/>
                  </a:lnTo>
                  <a:lnTo>
                    <a:pt x="429694" y="1006196"/>
                  </a:lnTo>
                  <a:lnTo>
                    <a:pt x="435384" y="1054440"/>
                  </a:lnTo>
                  <a:lnTo>
                    <a:pt x="441074" y="1102627"/>
                  </a:lnTo>
                  <a:lnTo>
                    <a:pt x="446765" y="1150756"/>
                  </a:lnTo>
                  <a:lnTo>
                    <a:pt x="369934" y="1162782"/>
                  </a:lnTo>
                  <a:lnTo>
                    <a:pt x="355702" y="1190821"/>
                  </a:lnTo>
                  <a:lnTo>
                    <a:pt x="332940" y="1182811"/>
                  </a:lnTo>
                  <a:lnTo>
                    <a:pt x="310174" y="1198829"/>
                  </a:lnTo>
                  <a:lnTo>
                    <a:pt x="304483" y="1222844"/>
                  </a:lnTo>
                  <a:lnTo>
                    <a:pt x="290254" y="1222844"/>
                  </a:lnTo>
                  <a:lnTo>
                    <a:pt x="290254" y="1206835"/>
                  </a:lnTo>
                  <a:close/>
                </a:path>
              </a:pathLst>
            </a:custGeom>
            <a:solidFill>
              <a:srgbClr val="6C69B8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" name="pg14"/>
            <p:cNvSpPr/>
            <p:nvPr/>
          </p:nvSpPr>
          <p:spPr>
            <a:xfrm>
              <a:off x="4196698" y="2745150"/>
              <a:ext cx="523599" cy="1110159"/>
            </a:xfrm>
            <a:custGeom>
              <a:avLst/>
              <a:gdLst/>
              <a:ahLst/>
              <a:cxnLst/>
              <a:rect l="0" t="0" r="0" b="0"/>
              <a:pathLst>
                <a:path w="523599" h="1110159">
                  <a:moveTo>
                    <a:pt x="239035" y="1057799"/>
                  </a:moveTo>
                  <a:lnTo>
                    <a:pt x="165043" y="1073918"/>
                  </a:lnTo>
                  <a:lnTo>
                    <a:pt x="167889" y="1094054"/>
                  </a:lnTo>
                  <a:lnTo>
                    <a:pt x="105287" y="1110159"/>
                  </a:lnTo>
                  <a:lnTo>
                    <a:pt x="91058" y="1045706"/>
                  </a:lnTo>
                  <a:lnTo>
                    <a:pt x="85367" y="1041674"/>
                  </a:lnTo>
                  <a:lnTo>
                    <a:pt x="75881" y="997297"/>
                  </a:lnTo>
                  <a:lnTo>
                    <a:pt x="66396" y="952871"/>
                  </a:lnTo>
                  <a:lnTo>
                    <a:pt x="56910" y="908395"/>
                  </a:lnTo>
                  <a:lnTo>
                    <a:pt x="65447" y="904347"/>
                  </a:lnTo>
                  <a:lnTo>
                    <a:pt x="55487" y="860831"/>
                  </a:lnTo>
                  <a:lnTo>
                    <a:pt x="45527" y="817267"/>
                  </a:lnTo>
                  <a:lnTo>
                    <a:pt x="35567" y="773656"/>
                  </a:lnTo>
                  <a:lnTo>
                    <a:pt x="25607" y="729997"/>
                  </a:lnTo>
                  <a:lnTo>
                    <a:pt x="36994" y="721869"/>
                  </a:lnTo>
                  <a:lnTo>
                    <a:pt x="45527" y="709673"/>
                  </a:lnTo>
                  <a:lnTo>
                    <a:pt x="54064" y="693407"/>
                  </a:lnTo>
                  <a:lnTo>
                    <a:pt x="54064" y="681206"/>
                  </a:lnTo>
                  <a:lnTo>
                    <a:pt x="65447" y="668995"/>
                  </a:lnTo>
                  <a:lnTo>
                    <a:pt x="65447" y="660855"/>
                  </a:lnTo>
                  <a:lnTo>
                    <a:pt x="65447" y="652715"/>
                  </a:lnTo>
                  <a:lnTo>
                    <a:pt x="65447" y="648644"/>
                  </a:lnTo>
                  <a:lnTo>
                    <a:pt x="56910" y="648644"/>
                  </a:lnTo>
                  <a:lnTo>
                    <a:pt x="42681" y="652715"/>
                  </a:lnTo>
                  <a:lnTo>
                    <a:pt x="36994" y="648644"/>
                  </a:lnTo>
                  <a:lnTo>
                    <a:pt x="42681" y="640496"/>
                  </a:lnTo>
                  <a:lnTo>
                    <a:pt x="31299" y="636426"/>
                  </a:lnTo>
                  <a:lnTo>
                    <a:pt x="22761" y="624204"/>
                  </a:lnTo>
                  <a:lnTo>
                    <a:pt x="8533" y="595670"/>
                  </a:lnTo>
                  <a:lnTo>
                    <a:pt x="0" y="595670"/>
                  </a:lnTo>
                  <a:lnTo>
                    <a:pt x="5687" y="591595"/>
                  </a:lnTo>
                  <a:lnTo>
                    <a:pt x="14228" y="583439"/>
                  </a:lnTo>
                  <a:lnTo>
                    <a:pt x="17074" y="567121"/>
                  </a:lnTo>
                  <a:lnTo>
                    <a:pt x="19919" y="563040"/>
                  </a:lnTo>
                  <a:lnTo>
                    <a:pt x="25607" y="563040"/>
                  </a:lnTo>
                  <a:lnTo>
                    <a:pt x="34144" y="575281"/>
                  </a:lnTo>
                  <a:lnTo>
                    <a:pt x="45527" y="579360"/>
                  </a:lnTo>
                  <a:lnTo>
                    <a:pt x="51218" y="579360"/>
                  </a:lnTo>
                  <a:lnTo>
                    <a:pt x="51218" y="571201"/>
                  </a:lnTo>
                  <a:lnTo>
                    <a:pt x="45527" y="563040"/>
                  </a:lnTo>
                  <a:lnTo>
                    <a:pt x="56910" y="550796"/>
                  </a:lnTo>
                  <a:lnTo>
                    <a:pt x="62605" y="518127"/>
                  </a:lnTo>
                  <a:lnTo>
                    <a:pt x="48373" y="497695"/>
                  </a:lnTo>
                  <a:lnTo>
                    <a:pt x="65447" y="493607"/>
                  </a:lnTo>
                  <a:lnTo>
                    <a:pt x="71138" y="505872"/>
                  </a:lnTo>
                  <a:lnTo>
                    <a:pt x="99596" y="501782"/>
                  </a:lnTo>
                  <a:lnTo>
                    <a:pt x="76830" y="424055"/>
                  </a:lnTo>
                  <a:lnTo>
                    <a:pt x="54064" y="424055"/>
                  </a:lnTo>
                  <a:lnTo>
                    <a:pt x="53251" y="382498"/>
                  </a:lnTo>
                  <a:lnTo>
                    <a:pt x="52438" y="340898"/>
                  </a:lnTo>
                  <a:lnTo>
                    <a:pt x="51625" y="299253"/>
                  </a:lnTo>
                  <a:lnTo>
                    <a:pt x="50812" y="257565"/>
                  </a:lnTo>
                  <a:lnTo>
                    <a:pt x="49999" y="215833"/>
                  </a:lnTo>
                  <a:lnTo>
                    <a:pt x="49186" y="174056"/>
                  </a:lnTo>
                  <a:lnTo>
                    <a:pt x="48373" y="132235"/>
                  </a:lnTo>
                  <a:lnTo>
                    <a:pt x="51218" y="128106"/>
                  </a:lnTo>
                  <a:lnTo>
                    <a:pt x="52641" y="66171"/>
                  </a:lnTo>
                  <a:lnTo>
                    <a:pt x="54064" y="4139"/>
                  </a:lnTo>
                  <a:lnTo>
                    <a:pt x="97887" y="3725"/>
                  </a:lnTo>
                  <a:lnTo>
                    <a:pt x="141711" y="3311"/>
                  </a:lnTo>
                  <a:lnTo>
                    <a:pt x="185534" y="2897"/>
                  </a:lnTo>
                  <a:lnTo>
                    <a:pt x="229357" y="2483"/>
                  </a:lnTo>
                  <a:lnTo>
                    <a:pt x="273180" y="2069"/>
                  </a:lnTo>
                  <a:lnTo>
                    <a:pt x="317003" y="1655"/>
                  </a:lnTo>
                  <a:lnTo>
                    <a:pt x="360826" y="1241"/>
                  </a:lnTo>
                  <a:lnTo>
                    <a:pt x="404650" y="827"/>
                  </a:lnTo>
                  <a:lnTo>
                    <a:pt x="448473" y="413"/>
                  </a:lnTo>
                  <a:lnTo>
                    <a:pt x="492296" y="0"/>
                  </a:lnTo>
                  <a:lnTo>
                    <a:pt x="496090" y="42748"/>
                  </a:lnTo>
                  <a:lnTo>
                    <a:pt x="499884" y="85450"/>
                  </a:lnTo>
                  <a:lnTo>
                    <a:pt x="503679" y="128106"/>
                  </a:lnTo>
                  <a:lnTo>
                    <a:pt x="502903" y="173090"/>
                  </a:lnTo>
                  <a:lnTo>
                    <a:pt x="502126" y="218022"/>
                  </a:lnTo>
                  <a:lnTo>
                    <a:pt x="501350" y="262904"/>
                  </a:lnTo>
                  <a:lnTo>
                    <a:pt x="500574" y="307734"/>
                  </a:lnTo>
                  <a:lnTo>
                    <a:pt x="499798" y="352513"/>
                  </a:lnTo>
                  <a:lnTo>
                    <a:pt x="499022" y="397241"/>
                  </a:lnTo>
                  <a:lnTo>
                    <a:pt x="498246" y="441920"/>
                  </a:lnTo>
                  <a:lnTo>
                    <a:pt x="497470" y="486547"/>
                  </a:lnTo>
                  <a:lnTo>
                    <a:pt x="496694" y="531125"/>
                  </a:lnTo>
                  <a:lnTo>
                    <a:pt x="495918" y="575652"/>
                  </a:lnTo>
                  <a:lnTo>
                    <a:pt x="495142" y="620130"/>
                  </a:lnTo>
                  <a:lnTo>
                    <a:pt x="435382" y="648644"/>
                  </a:lnTo>
                  <a:lnTo>
                    <a:pt x="438227" y="664928"/>
                  </a:lnTo>
                  <a:lnTo>
                    <a:pt x="441077" y="705607"/>
                  </a:lnTo>
                  <a:lnTo>
                    <a:pt x="438227" y="742183"/>
                  </a:lnTo>
                  <a:lnTo>
                    <a:pt x="480913" y="742183"/>
                  </a:lnTo>
                  <a:lnTo>
                    <a:pt x="489450" y="782787"/>
                  </a:lnTo>
                  <a:lnTo>
                    <a:pt x="497987" y="823349"/>
                  </a:lnTo>
                  <a:lnTo>
                    <a:pt x="506524" y="863870"/>
                  </a:lnTo>
                  <a:lnTo>
                    <a:pt x="515062" y="904350"/>
                  </a:lnTo>
                  <a:lnTo>
                    <a:pt x="523599" y="944789"/>
                  </a:lnTo>
                  <a:lnTo>
                    <a:pt x="472376" y="956912"/>
                  </a:lnTo>
                  <a:lnTo>
                    <a:pt x="478067" y="1005368"/>
                  </a:lnTo>
                  <a:lnTo>
                    <a:pt x="438229" y="1014111"/>
                  </a:lnTo>
                  <a:lnTo>
                    <a:pt x="398390" y="1022853"/>
                  </a:lnTo>
                  <a:lnTo>
                    <a:pt x="358551" y="1031592"/>
                  </a:lnTo>
                  <a:lnTo>
                    <a:pt x="318713" y="1040330"/>
                  </a:lnTo>
                  <a:lnTo>
                    <a:pt x="278874" y="1049065"/>
                  </a:lnTo>
                  <a:close/>
                </a:path>
              </a:pathLst>
            </a:custGeom>
            <a:solidFill>
              <a:srgbClr val="A9D0E3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" name="pg15"/>
            <p:cNvSpPr/>
            <p:nvPr/>
          </p:nvSpPr>
          <p:spPr>
            <a:xfrm>
              <a:off x="4091407" y="4434791"/>
              <a:ext cx="170738" cy="328030"/>
            </a:xfrm>
            <a:custGeom>
              <a:avLst/>
              <a:gdLst/>
              <a:ahLst/>
              <a:cxnLst/>
              <a:rect l="0" t="0" r="0" b="0"/>
              <a:pathLst>
                <a:path w="170738" h="328030">
                  <a:moveTo>
                    <a:pt x="22765" y="31732"/>
                  </a:moveTo>
                  <a:lnTo>
                    <a:pt x="71138" y="43625"/>
                  </a:lnTo>
                  <a:lnTo>
                    <a:pt x="85371" y="0"/>
                  </a:lnTo>
                  <a:lnTo>
                    <a:pt x="139435" y="11902"/>
                  </a:lnTo>
                  <a:lnTo>
                    <a:pt x="142285" y="23801"/>
                  </a:lnTo>
                  <a:lnTo>
                    <a:pt x="130898" y="67399"/>
                  </a:lnTo>
                  <a:lnTo>
                    <a:pt x="125211" y="91162"/>
                  </a:lnTo>
                  <a:lnTo>
                    <a:pt x="116670" y="103040"/>
                  </a:lnTo>
                  <a:lnTo>
                    <a:pt x="142285" y="106996"/>
                  </a:lnTo>
                  <a:lnTo>
                    <a:pt x="162201" y="110953"/>
                  </a:lnTo>
                  <a:lnTo>
                    <a:pt x="170738" y="118867"/>
                  </a:lnTo>
                  <a:lnTo>
                    <a:pt x="159355" y="154461"/>
                  </a:lnTo>
                  <a:lnTo>
                    <a:pt x="145131" y="201872"/>
                  </a:lnTo>
                  <a:lnTo>
                    <a:pt x="128053" y="205817"/>
                  </a:lnTo>
                  <a:lnTo>
                    <a:pt x="113824" y="245281"/>
                  </a:lnTo>
                  <a:lnTo>
                    <a:pt x="105291" y="261055"/>
                  </a:lnTo>
                  <a:lnTo>
                    <a:pt x="113824" y="300465"/>
                  </a:lnTo>
                  <a:lnTo>
                    <a:pt x="102445" y="328030"/>
                  </a:lnTo>
                  <a:lnTo>
                    <a:pt x="93904" y="328030"/>
                  </a:lnTo>
                  <a:lnTo>
                    <a:pt x="85371" y="320156"/>
                  </a:lnTo>
                  <a:lnTo>
                    <a:pt x="85371" y="304404"/>
                  </a:lnTo>
                  <a:lnTo>
                    <a:pt x="76834" y="288646"/>
                  </a:lnTo>
                  <a:lnTo>
                    <a:pt x="76834" y="261055"/>
                  </a:lnTo>
                  <a:lnTo>
                    <a:pt x="79679" y="233446"/>
                  </a:lnTo>
                  <a:lnTo>
                    <a:pt x="71138" y="221607"/>
                  </a:lnTo>
                  <a:lnTo>
                    <a:pt x="82525" y="186074"/>
                  </a:lnTo>
                  <a:lnTo>
                    <a:pt x="93904" y="158414"/>
                  </a:lnTo>
                  <a:lnTo>
                    <a:pt x="91058" y="154461"/>
                  </a:lnTo>
                  <a:lnTo>
                    <a:pt x="82525" y="150508"/>
                  </a:lnTo>
                  <a:lnTo>
                    <a:pt x="76834" y="162364"/>
                  </a:lnTo>
                  <a:lnTo>
                    <a:pt x="65451" y="174219"/>
                  </a:lnTo>
                  <a:lnTo>
                    <a:pt x="56914" y="174219"/>
                  </a:lnTo>
                  <a:lnTo>
                    <a:pt x="39839" y="170271"/>
                  </a:lnTo>
                  <a:lnTo>
                    <a:pt x="25607" y="162364"/>
                  </a:lnTo>
                  <a:lnTo>
                    <a:pt x="14228" y="154461"/>
                  </a:lnTo>
                  <a:lnTo>
                    <a:pt x="5691" y="142600"/>
                  </a:lnTo>
                  <a:lnTo>
                    <a:pt x="0" y="130735"/>
                  </a:lnTo>
                  <a:lnTo>
                    <a:pt x="5691" y="114910"/>
                  </a:lnTo>
                  <a:lnTo>
                    <a:pt x="5691" y="103040"/>
                  </a:lnTo>
                  <a:close/>
                </a:path>
              </a:pathLst>
            </a:custGeom>
            <a:solidFill>
              <a:srgbClr val="ADD8E6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" name="pg16"/>
            <p:cNvSpPr/>
            <p:nvPr/>
          </p:nvSpPr>
          <p:spPr>
            <a:xfrm>
              <a:off x="3835297" y="2749290"/>
              <a:ext cx="640273" cy="1406784"/>
            </a:xfrm>
            <a:custGeom>
              <a:avLst/>
              <a:gdLst/>
              <a:ahLst/>
              <a:cxnLst/>
              <a:rect l="0" t="0" r="0" b="0"/>
              <a:pathLst>
                <a:path w="640273" h="1406784">
                  <a:moveTo>
                    <a:pt x="549210" y="1314788"/>
                  </a:moveTo>
                  <a:lnTo>
                    <a:pt x="540677" y="1306778"/>
                  </a:lnTo>
                  <a:lnTo>
                    <a:pt x="460997" y="1318792"/>
                  </a:lnTo>
                  <a:lnTo>
                    <a:pt x="460997" y="1330803"/>
                  </a:lnTo>
                  <a:lnTo>
                    <a:pt x="469534" y="1346811"/>
                  </a:lnTo>
                  <a:lnTo>
                    <a:pt x="483763" y="1354813"/>
                  </a:lnTo>
                  <a:lnTo>
                    <a:pt x="486608" y="1370812"/>
                  </a:lnTo>
                  <a:lnTo>
                    <a:pt x="483763" y="1394799"/>
                  </a:lnTo>
                  <a:lnTo>
                    <a:pt x="475225" y="1402791"/>
                  </a:lnTo>
                  <a:lnTo>
                    <a:pt x="409774" y="1390799"/>
                  </a:lnTo>
                  <a:lnTo>
                    <a:pt x="404083" y="1386805"/>
                  </a:lnTo>
                  <a:lnTo>
                    <a:pt x="392700" y="1386805"/>
                  </a:lnTo>
                  <a:lnTo>
                    <a:pt x="378475" y="1406784"/>
                  </a:lnTo>
                  <a:lnTo>
                    <a:pt x="367088" y="1398795"/>
                  </a:lnTo>
                  <a:lnTo>
                    <a:pt x="369934" y="1386805"/>
                  </a:lnTo>
                  <a:lnTo>
                    <a:pt x="358555" y="1378809"/>
                  </a:lnTo>
                  <a:lnTo>
                    <a:pt x="341481" y="1374808"/>
                  </a:lnTo>
                  <a:lnTo>
                    <a:pt x="313024" y="1386805"/>
                  </a:lnTo>
                  <a:lnTo>
                    <a:pt x="293104" y="1330803"/>
                  </a:lnTo>
                  <a:lnTo>
                    <a:pt x="281717" y="1330803"/>
                  </a:lnTo>
                  <a:lnTo>
                    <a:pt x="267492" y="1278732"/>
                  </a:lnTo>
                  <a:lnTo>
                    <a:pt x="276030" y="1274724"/>
                  </a:lnTo>
                  <a:lnTo>
                    <a:pt x="267492" y="1238634"/>
                  </a:lnTo>
                  <a:lnTo>
                    <a:pt x="258955" y="1238634"/>
                  </a:lnTo>
                  <a:lnTo>
                    <a:pt x="256110" y="1226596"/>
                  </a:lnTo>
                  <a:lnTo>
                    <a:pt x="258955" y="1226596"/>
                  </a:lnTo>
                  <a:lnTo>
                    <a:pt x="256110" y="1202507"/>
                  </a:lnTo>
                  <a:lnTo>
                    <a:pt x="210578" y="1206525"/>
                  </a:lnTo>
                  <a:lnTo>
                    <a:pt x="207732" y="1186444"/>
                  </a:lnTo>
                  <a:lnTo>
                    <a:pt x="202041" y="1186444"/>
                  </a:lnTo>
                  <a:lnTo>
                    <a:pt x="202041" y="1178409"/>
                  </a:lnTo>
                  <a:lnTo>
                    <a:pt x="204887" y="1178409"/>
                  </a:lnTo>
                  <a:lnTo>
                    <a:pt x="204887" y="1150273"/>
                  </a:lnTo>
                  <a:lnTo>
                    <a:pt x="219119" y="1146252"/>
                  </a:lnTo>
                  <a:lnTo>
                    <a:pt x="211531" y="1104678"/>
                  </a:lnTo>
                  <a:lnTo>
                    <a:pt x="203942" y="1063062"/>
                  </a:lnTo>
                  <a:lnTo>
                    <a:pt x="196353" y="1021403"/>
                  </a:lnTo>
                  <a:lnTo>
                    <a:pt x="139435" y="1025436"/>
                  </a:lnTo>
                  <a:lnTo>
                    <a:pt x="128056" y="981045"/>
                  </a:lnTo>
                  <a:lnTo>
                    <a:pt x="91062" y="989120"/>
                  </a:lnTo>
                  <a:lnTo>
                    <a:pt x="91062" y="997193"/>
                  </a:lnTo>
                  <a:lnTo>
                    <a:pt x="73988" y="997193"/>
                  </a:lnTo>
                  <a:lnTo>
                    <a:pt x="65451" y="956811"/>
                  </a:lnTo>
                  <a:lnTo>
                    <a:pt x="56914" y="916389"/>
                  </a:lnTo>
                  <a:lnTo>
                    <a:pt x="48377" y="875926"/>
                  </a:lnTo>
                  <a:lnTo>
                    <a:pt x="39839" y="835422"/>
                  </a:lnTo>
                  <a:lnTo>
                    <a:pt x="31302" y="794877"/>
                  </a:lnTo>
                  <a:lnTo>
                    <a:pt x="22765" y="754290"/>
                  </a:lnTo>
                  <a:lnTo>
                    <a:pt x="25611" y="746171"/>
                  </a:lnTo>
                  <a:lnTo>
                    <a:pt x="12805" y="695370"/>
                  </a:lnTo>
                  <a:lnTo>
                    <a:pt x="0" y="644504"/>
                  </a:lnTo>
                  <a:lnTo>
                    <a:pt x="8537" y="636357"/>
                  </a:lnTo>
                  <a:lnTo>
                    <a:pt x="31302" y="632287"/>
                  </a:lnTo>
                  <a:lnTo>
                    <a:pt x="42685" y="615991"/>
                  </a:lnTo>
                  <a:lnTo>
                    <a:pt x="62605" y="603764"/>
                  </a:lnTo>
                  <a:lnTo>
                    <a:pt x="79676" y="587456"/>
                  </a:lnTo>
                  <a:lnTo>
                    <a:pt x="82525" y="575221"/>
                  </a:lnTo>
                  <a:lnTo>
                    <a:pt x="73988" y="558901"/>
                  </a:lnTo>
                  <a:lnTo>
                    <a:pt x="79676" y="538492"/>
                  </a:lnTo>
                  <a:lnTo>
                    <a:pt x="85371" y="518073"/>
                  </a:lnTo>
                  <a:lnTo>
                    <a:pt x="99596" y="505816"/>
                  </a:lnTo>
                  <a:lnTo>
                    <a:pt x="125207" y="497643"/>
                  </a:lnTo>
                  <a:lnTo>
                    <a:pt x="139435" y="481291"/>
                  </a:lnTo>
                  <a:lnTo>
                    <a:pt x="147973" y="440386"/>
                  </a:lnTo>
                  <a:lnTo>
                    <a:pt x="145127" y="432196"/>
                  </a:lnTo>
                  <a:lnTo>
                    <a:pt x="128056" y="419916"/>
                  </a:lnTo>
                  <a:lnTo>
                    <a:pt x="125207" y="378944"/>
                  </a:lnTo>
                  <a:lnTo>
                    <a:pt x="142281" y="354343"/>
                  </a:lnTo>
                  <a:lnTo>
                    <a:pt x="156514" y="296875"/>
                  </a:lnTo>
                  <a:lnTo>
                    <a:pt x="150822" y="288659"/>
                  </a:lnTo>
                  <a:lnTo>
                    <a:pt x="130902" y="259887"/>
                  </a:lnTo>
                  <a:lnTo>
                    <a:pt x="145127" y="222865"/>
                  </a:lnTo>
                  <a:lnTo>
                    <a:pt x="159355" y="202281"/>
                  </a:lnTo>
                  <a:lnTo>
                    <a:pt x="170738" y="177570"/>
                  </a:lnTo>
                  <a:lnTo>
                    <a:pt x="176433" y="161085"/>
                  </a:lnTo>
                  <a:lnTo>
                    <a:pt x="184967" y="152838"/>
                  </a:lnTo>
                  <a:lnTo>
                    <a:pt x="207732" y="136343"/>
                  </a:lnTo>
                  <a:lnTo>
                    <a:pt x="230498" y="119841"/>
                  </a:lnTo>
                  <a:lnTo>
                    <a:pt x="241881" y="99206"/>
                  </a:lnTo>
                  <a:lnTo>
                    <a:pt x="253264" y="66164"/>
                  </a:lnTo>
                  <a:lnTo>
                    <a:pt x="258955" y="16549"/>
                  </a:lnTo>
                  <a:lnTo>
                    <a:pt x="261801" y="0"/>
                  </a:lnTo>
                  <a:lnTo>
                    <a:pt x="313022" y="0"/>
                  </a:lnTo>
                  <a:lnTo>
                    <a:pt x="364244" y="0"/>
                  </a:lnTo>
                  <a:lnTo>
                    <a:pt x="415465" y="0"/>
                  </a:lnTo>
                  <a:lnTo>
                    <a:pt x="414043" y="62032"/>
                  </a:lnTo>
                  <a:lnTo>
                    <a:pt x="412620" y="123967"/>
                  </a:lnTo>
                  <a:lnTo>
                    <a:pt x="409774" y="128095"/>
                  </a:lnTo>
                  <a:lnTo>
                    <a:pt x="410587" y="169917"/>
                  </a:lnTo>
                  <a:lnTo>
                    <a:pt x="411400" y="211693"/>
                  </a:lnTo>
                  <a:lnTo>
                    <a:pt x="412213" y="253426"/>
                  </a:lnTo>
                  <a:lnTo>
                    <a:pt x="413026" y="295114"/>
                  </a:lnTo>
                  <a:lnTo>
                    <a:pt x="413839" y="336758"/>
                  </a:lnTo>
                  <a:lnTo>
                    <a:pt x="414652" y="378359"/>
                  </a:lnTo>
                  <a:lnTo>
                    <a:pt x="415465" y="419916"/>
                  </a:lnTo>
                  <a:lnTo>
                    <a:pt x="438231" y="419916"/>
                  </a:lnTo>
                  <a:lnTo>
                    <a:pt x="460997" y="497643"/>
                  </a:lnTo>
                  <a:lnTo>
                    <a:pt x="432540" y="501733"/>
                  </a:lnTo>
                  <a:lnTo>
                    <a:pt x="426848" y="489468"/>
                  </a:lnTo>
                  <a:lnTo>
                    <a:pt x="409774" y="493556"/>
                  </a:lnTo>
                  <a:lnTo>
                    <a:pt x="424006" y="513988"/>
                  </a:lnTo>
                  <a:lnTo>
                    <a:pt x="418311" y="546657"/>
                  </a:lnTo>
                  <a:lnTo>
                    <a:pt x="406928" y="558901"/>
                  </a:lnTo>
                  <a:lnTo>
                    <a:pt x="412620" y="567062"/>
                  </a:lnTo>
                  <a:lnTo>
                    <a:pt x="412620" y="575221"/>
                  </a:lnTo>
                  <a:lnTo>
                    <a:pt x="406928" y="575221"/>
                  </a:lnTo>
                  <a:lnTo>
                    <a:pt x="395546" y="571142"/>
                  </a:lnTo>
                  <a:lnTo>
                    <a:pt x="387008" y="558901"/>
                  </a:lnTo>
                  <a:lnTo>
                    <a:pt x="381321" y="558901"/>
                  </a:lnTo>
                  <a:lnTo>
                    <a:pt x="378475" y="562982"/>
                  </a:lnTo>
                  <a:lnTo>
                    <a:pt x="375629" y="579300"/>
                  </a:lnTo>
                  <a:lnTo>
                    <a:pt x="367088" y="587456"/>
                  </a:lnTo>
                  <a:lnTo>
                    <a:pt x="361401" y="591531"/>
                  </a:lnTo>
                  <a:lnTo>
                    <a:pt x="369934" y="591531"/>
                  </a:lnTo>
                  <a:lnTo>
                    <a:pt x="384163" y="620065"/>
                  </a:lnTo>
                  <a:lnTo>
                    <a:pt x="392700" y="632287"/>
                  </a:lnTo>
                  <a:lnTo>
                    <a:pt x="404083" y="636357"/>
                  </a:lnTo>
                  <a:lnTo>
                    <a:pt x="398395" y="644504"/>
                  </a:lnTo>
                  <a:lnTo>
                    <a:pt x="404083" y="648576"/>
                  </a:lnTo>
                  <a:lnTo>
                    <a:pt x="418311" y="644504"/>
                  </a:lnTo>
                  <a:lnTo>
                    <a:pt x="426848" y="644504"/>
                  </a:lnTo>
                  <a:lnTo>
                    <a:pt x="426848" y="648576"/>
                  </a:lnTo>
                  <a:lnTo>
                    <a:pt x="426848" y="656716"/>
                  </a:lnTo>
                  <a:lnTo>
                    <a:pt x="426848" y="664856"/>
                  </a:lnTo>
                  <a:lnTo>
                    <a:pt x="415465" y="677067"/>
                  </a:lnTo>
                  <a:lnTo>
                    <a:pt x="415465" y="689268"/>
                  </a:lnTo>
                  <a:lnTo>
                    <a:pt x="406928" y="705534"/>
                  </a:lnTo>
                  <a:lnTo>
                    <a:pt x="398395" y="717730"/>
                  </a:lnTo>
                  <a:lnTo>
                    <a:pt x="387008" y="725858"/>
                  </a:lnTo>
                  <a:lnTo>
                    <a:pt x="396968" y="769517"/>
                  </a:lnTo>
                  <a:lnTo>
                    <a:pt x="406928" y="813128"/>
                  </a:lnTo>
                  <a:lnTo>
                    <a:pt x="416888" y="856691"/>
                  </a:lnTo>
                  <a:lnTo>
                    <a:pt x="426848" y="900208"/>
                  </a:lnTo>
                  <a:lnTo>
                    <a:pt x="418311" y="904256"/>
                  </a:lnTo>
                  <a:lnTo>
                    <a:pt x="427797" y="948731"/>
                  </a:lnTo>
                  <a:lnTo>
                    <a:pt x="437283" y="993158"/>
                  </a:lnTo>
                  <a:lnTo>
                    <a:pt x="446768" y="1037534"/>
                  </a:lnTo>
                  <a:lnTo>
                    <a:pt x="452460" y="1041566"/>
                  </a:lnTo>
                  <a:lnTo>
                    <a:pt x="466688" y="1106019"/>
                  </a:lnTo>
                  <a:lnTo>
                    <a:pt x="529290" y="1089915"/>
                  </a:lnTo>
                  <a:lnTo>
                    <a:pt x="526444" y="1069778"/>
                  </a:lnTo>
                  <a:lnTo>
                    <a:pt x="600437" y="1053660"/>
                  </a:lnTo>
                  <a:lnTo>
                    <a:pt x="607076" y="1095957"/>
                  </a:lnTo>
                  <a:lnTo>
                    <a:pt x="613715" y="1138209"/>
                  </a:lnTo>
                  <a:lnTo>
                    <a:pt x="620355" y="1180418"/>
                  </a:lnTo>
                  <a:lnTo>
                    <a:pt x="626994" y="1222582"/>
                  </a:lnTo>
                  <a:lnTo>
                    <a:pt x="633633" y="1264702"/>
                  </a:lnTo>
                  <a:lnTo>
                    <a:pt x="640273" y="1306778"/>
                  </a:lnTo>
                  <a:lnTo>
                    <a:pt x="611816" y="1306778"/>
                  </a:lnTo>
                  <a:lnTo>
                    <a:pt x="603282" y="1274724"/>
                  </a:lnTo>
                  <a:lnTo>
                    <a:pt x="580517" y="1278732"/>
                  </a:lnTo>
                  <a:lnTo>
                    <a:pt x="569130" y="1290754"/>
                  </a:lnTo>
                  <a:lnTo>
                    <a:pt x="566288" y="1310784"/>
                  </a:lnTo>
                  <a:close/>
                </a:path>
              </a:pathLst>
            </a:custGeom>
            <a:solidFill>
              <a:srgbClr val="A4C8DF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" name="pg17"/>
            <p:cNvSpPr/>
            <p:nvPr/>
          </p:nvSpPr>
          <p:spPr>
            <a:xfrm>
              <a:off x="4358900" y="4024014"/>
              <a:ext cx="347172" cy="355185"/>
            </a:xfrm>
            <a:custGeom>
              <a:avLst/>
              <a:gdLst/>
              <a:ahLst/>
              <a:cxnLst/>
              <a:rect l="0" t="0" r="0" b="0"/>
              <a:pathLst>
                <a:path w="347172" h="355185">
                  <a:moveTo>
                    <a:pt x="116670" y="32054"/>
                  </a:moveTo>
                  <a:lnTo>
                    <a:pt x="147973" y="24043"/>
                  </a:lnTo>
                  <a:lnTo>
                    <a:pt x="162201" y="80089"/>
                  </a:lnTo>
                  <a:lnTo>
                    <a:pt x="212474" y="70753"/>
                  </a:lnTo>
                  <a:lnTo>
                    <a:pt x="262747" y="61416"/>
                  </a:lnTo>
                  <a:lnTo>
                    <a:pt x="313020" y="52076"/>
                  </a:lnTo>
                  <a:lnTo>
                    <a:pt x="330094" y="44068"/>
                  </a:lnTo>
                  <a:lnTo>
                    <a:pt x="338631" y="56079"/>
                  </a:lnTo>
                  <a:lnTo>
                    <a:pt x="335786" y="64084"/>
                  </a:lnTo>
                  <a:lnTo>
                    <a:pt x="330094" y="76088"/>
                  </a:lnTo>
                  <a:lnTo>
                    <a:pt x="327252" y="92089"/>
                  </a:lnTo>
                  <a:lnTo>
                    <a:pt x="324407" y="104085"/>
                  </a:lnTo>
                  <a:lnTo>
                    <a:pt x="327252" y="112081"/>
                  </a:lnTo>
                  <a:lnTo>
                    <a:pt x="338631" y="124071"/>
                  </a:lnTo>
                  <a:lnTo>
                    <a:pt x="347172" y="144044"/>
                  </a:lnTo>
                  <a:lnTo>
                    <a:pt x="338631" y="144044"/>
                  </a:lnTo>
                  <a:lnTo>
                    <a:pt x="324407" y="211889"/>
                  </a:lnTo>
                  <a:lnTo>
                    <a:pt x="310174" y="223850"/>
                  </a:lnTo>
                  <a:lnTo>
                    <a:pt x="278875" y="223850"/>
                  </a:lnTo>
                  <a:lnTo>
                    <a:pt x="261801" y="235807"/>
                  </a:lnTo>
                  <a:lnTo>
                    <a:pt x="250414" y="247761"/>
                  </a:lnTo>
                  <a:lnTo>
                    <a:pt x="250414" y="263694"/>
                  </a:lnTo>
                  <a:lnTo>
                    <a:pt x="261801" y="283601"/>
                  </a:lnTo>
                  <a:lnTo>
                    <a:pt x="256110" y="315430"/>
                  </a:lnTo>
                  <a:lnTo>
                    <a:pt x="253260" y="331337"/>
                  </a:lnTo>
                  <a:lnTo>
                    <a:pt x="233344" y="355185"/>
                  </a:lnTo>
                  <a:lnTo>
                    <a:pt x="219115" y="347237"/>
                  </a:lnTo>
                  <a:lnTo>
                    <a:pt x="210578" y="355185"/>
                  </a:lnTo>
                  <a:lnTo>
                    <a:pt x="196350" y="355185"/>
                  </a:lnTo>
                  <a:lnTo>
                    <a:pt x="156510" y="317420"/>
                  </a:lnTo>
                  <a:lnTo>
                    <a:pt x="116670" y="279621"/>
                  </a:lnTo>
                  <a:lnTo>
                    <a:pt x="76834" y="307475"/>
                  </a:lnTo>
                  <a:lnTo>
                    <a:pt x="54068" y="287579"/>
                  </a:lnTo>
                  <a:lnTo>
                    <a:pt x="42685" y="299520"/>
                  </a:lnTo>
                  <a:lnTo>
                    <a:pt x="0" y="287579"/>
                  </a:lnTo>
                  <a:lnTo>
                    <a:pt x="12803" y="247760"/>
                  </a:lnTo>
                  <a:lnTo>
                    <a:pt x="25607" y="207901"/>
                  </a:lnTo>
                  <a:lnTo>
                    <a:pt x="48373" y="207901"/>
                  </a:lnTo>
                  <a:lnTo>
                    <a:pt x="62605" y="152034"/>
                  </a:lnTo>
                  <a:lnTo>
                    <a:pt x="42685" y="144044"/>
                  </a:lnTo>
                  <a:lnTo>
                    <a:pt x="48373" y="84089"/>
                  </a:lnTo>
                  <a:lnTo>
                    <a:pt x="22765" y="80089"/>
                  </a:lnTo>
                  <a:lnTo>
                    <a:pt x="28453" y="60082"/>
                  </a:lnTo>
                  <a:lnTo>
                    <a:pt x="25607" y="40064"/>
                  </a:lnTo>
                  <a:lnTo>
                    <a:pt x="42685" y="36059"/>
                  </a:lnTo>
                  <a:lnTo>
                    <a:pt x="45527" y="16030"/>
                  </a:lnTo>
                  <a:lnTo>
                    <a:pt x="56914" y="4008"/>
                  </a:lnTo>
                  <a:lnTo>
                    <a:pt x="79679" y="0"/>
                  </a:lnTo>
                  <a:lnTo>
                    <a:pt x="88213" y="32054"/>
                  </a:lnTo>
                  <a:close/>
                </a:path>
              </a:pathLst>
            </a:custGeom>
            <a:solidFill>
              <a:srgbClr val="A9D0E3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" name="pg18"/>
            <p:cNvSpPr/>
            <p:nvPr/>
          </p:nvSpPr>
          <p:spPr>
            <a:xfrm>
              <a:off x="5056087" y="3377503"/>
              <a:ext cx="543519" cy="890284"/>
            </a:xfrm>
            <a:custGeom>
              <a:avLst/>
              <a:gdLst/>
              <a:ahLst/>
              <a:cxnLst/>
              <a:rect l="0" t="0" r="0" b="0"/>
              <a:pathLst>
                <a:path w="543519" h="890284">
                  <a:moveTo>
                    <a:pt x="159355" y="4073"/>
                  </a:moveTo>
                  <a:lnTo>
                    <a:pt x="170738" y="8143"/>
                  </a:lnTo>
                  <a:lnTo>
                    <a:pt x="184963" y="8143"/>
                  </a:lnTo>
                  <a:lnTo>
                    <a:pt x="202041" y="0"/>
                  </a:lnTo>
                  <a:lnTo>
                    <a:pt x="213424" y="28502"/>
                  </a:lnTo>
                  <a:lnTo>
                    <a:pt x="224807" y="40712"/>
                  </a:lnTo>
                  <a:lnTo>
                    <a:pt x="261801" y="56987"/>
                  </a:lnTo>
                  <a:lnTo>
                    <a:pt x="287409" y="69188"/>
                  </a:lnTo>
                  <a:lnTo>
                    <a:pt x="318711" y="56987"/>
                  </a:lnTo>
                  <a:lnTo>
                    <a:pt x="330094" y="61054"/>
                  </a:lnTo>
                  <a:lnTo>
                    <a:pt x="338631" y="77320"/>
                  </a:lnTo>
                  <a:lnTo>
                    <a:pt x="341477" y="117957"/>
                  </a:lnTo>
                  <a:lnTo>
                    <a:pt x="332940" y="134200"/>
                  </a:lnTo>
                  <a:lnTo>
                    <a:pt x="310174" y="138257"/>
                  </a:lnTo>
                  <a:lnTo>
                    <a:pt x="307329" y="150436"/>
                  </a:lnTo>
                  <a:lnTo>
                    <a:pt x="307329" y="158549"/>
                  </a:lnTo>
                  <a:lnTo>
                    <a:pt x="321557" y="199103"/>
                  </a:lnTo>
                  <a:lnTo>
                    <a:pt x="335786" y="215313"/>
                  </a:lnTo>
                  <a:lnTo>
                    <a:pt x="338631" y="231517"/>
                  </a:lnTo>
                  <a:lnTo>
                    <a:pt x="324403" y="284130"/>
                  </a:lnTo>
                  <a:lnTo>
                    <a:pt x="318711" y="292221"/>
                  </a:lnTo>
                  <a:lnTo>
                    <a:pt x="332940" y="316475"/>
                  </a:lnTo>
                  <a:lnTo>
                    <a:pt x="358551" y="368979"/>
                  </a:lnTo>
                  <a:lnTo>
                    <a:pt x="375626" y="381086"/>
                  </a:lnTo>
                  <a:lnTo>
                    <a:pt x="392700" y="373015"/>
                  </a:lnTo>
                  <a:lnTo>
                    <a:pt x="418311" y="344755"/>
                  </a:lnTo>
                  <a:lnTo>
                    <a:pt x="426848" y="352831"/>
                  </a:lnTo>
                  <a:lnTo>
                    <a:pt x="443923" y="360906"/>
                  </a:lnTo>
                  <a:lnTo>
                    <a:pt x="460997" y="364943"/>
                  </a:lnTo>
                  <a:lnTo>
                    <a:pt x="489454" y="397222"/>
                  </a:lnTo>
                  <a:lnTo>
                    <a:pt x="506528" y="421415"/>
                  </a:lnTo>
                  <a:lnTo>
                    <a:pt x="492296" y="441565"/>
                  </a:lnTo>
                  <a:lnTo>
                    <a:pt x="489454" y="453649"/>
                  </a:lnTo>
                  <a:lnTo>
                    <a:pt x="515062" y="493903"/>
                  </a:lnTo>
                  <a:lnTo>
                    <a:pt x="515062" y="518038"/>
                  </a:lnTo>
                  <a:lnTo>
                    <a:pt x="506528" y="534120"/>
                  </a:lnTo>
                  <a:lnTo>
                    <a:pt x="486608" y="534120"/>
                  </a:lnTo>
                  <a:lnTo>
                    <a:pt x="455302" y="534120"/>
                  </a:lnTo>
                  <a:lnTo>
                    <a:pt x="452456" y="574293"/>
                  </a:lnTo>
                  <a:lnTo>
                    <a:pt x="469534" y="578311"/>
                  </a:lnTo>
                  <a:lnTo>
                    <a:pt x="478067" y="586341"/>
                  </a:lnTo>
                  <a:lnTo>
                    <a:pt x="492296" y="574293"/>
                  </a:lnTo>
                  <a:lnTo>
                    <a:pt x="500833" y="574293"/>
                  </a:lnTo>
                  <a:lnTo>
                    <a:pt x="506528" y="586341"/>
                  </a:lnTo>
                  <a:lnTo>
                    <a:pt x="512216" y="602393"/>
                  </a:lnTo>
                  <a:lnTo>
                    <a:pt x="534981" y="598382"/>
                  </a:lnTo>
                  <a:lnTo>
                    <a:pt x="543519" y="598382"/>
                  </a:lnTo>
                  <a:lnTo>
                    <a:pt x="537827" y="614432"/>
                  </a:lnTo>
                  <a:lnTo>
                    <a:pt x="537827" y="638492"/>
                  </a:lnTo>
                  <a:lnTo>
                    <a:pt x="526444" y="646510"/>
                  </a:lnTo>
                  <a:lnTo>
                    <a:pt x="506528" y="650518"/>
                  </a:lnTo>
                  <a:lnTo>
                    <a:pt x="495142" y="662540"/>
                  </a:lnTo>
                  <a:lnTo>
                    <a:pt x="469534" y="706592"/>
                  </a:lnTo>
                  <a:lnTo>
                    <a:pt x="455302" y="722599"/>
                  </a:lnTo>
                  <a:lnTo>
                    <a:pt x="441077" y="726599"/>
                  </a:lnTo>
                  <a:lnTo>
                    <a:pt x="429694" y="742598"/>
                  </a:lnTo>
                  <a:lnTo>
                    <a:pt x="412616" y="730600"/>
                  </a:lnTo>
                  <a:lnTo>
                    <a:pt x="398391" y="734600"/>
                  </a:lnTo>
                  <a:lnTo>
                    <a:pt x="398391" y="718598"/>
                  </a:lnTo>
                  <a:lnTo>
                    <a:pt x="395546" y="702589"/>
                  </a:lnTo>
                  <a:lnTo>
                    <a:pt x="381317" y="694583"/>
                  </a:lnTo>
                  <a:lnTo>
                    <a:pt x="367088" y="694583"/>
                  </a:lnTo>
                  <a:lnTo>
                    <a:pt x="355706" y="698586"/>
                  </a:lnTo>
                  <a:lnTo>
                    <a:pt x="358551" y="722599"/>
                  </a:lnTo>
                  <a:lnTo>
                    <a:pt x="352860" y="746594"/>
                  </a:lnTo>
                  <a:lnTo>
                    <a:pt x="344323" y="762585"/>
                  </a:lnTo>
                  <a:lnTo>
                    <a:pt x="332940" y="758591"/>
                  </a:lnTo>
                  <a:lnTo>
                    <a:pt x="327252" y="758591"/>
                  </a:lnTo>
                  <a:lnTo>
                    <a:pt x="332940" y="734600"/>
                  </a:lnTo>
                  <a:lnTo>
                    <a:pt x="321557" y="730600"/>
                  </a:lnTo>
                  <a:lnTo>
                    <a:pt x="313020" y="734600"/>
                  </a:lnTo>
                  <a:lnTo>
                    <a:pt x="301637" y="758591"/>
                  </a:lnTo>
                  <a:lnTo>
                    <a:pt x="295946" y="750595"/>
                  </a:lnTo>
                  <a:lnTo>
                    <a:pt x="276026" y="742598"/>
                  </a:lnTo>
                  <a:lnTo>
                    <a:pt x="264647" y="738599"/>
                  </a:lnTo>
                  <a:lnTo>
                    <a:pt x="258955" y="758591"/>
                  </a:lnTo>
                  <a:lnTo>
                    <a:pt x="261801" y="786563"/>
                  </a:lnTo>
                  <a:lnTo>
                    <a:pt x="253260" y="806528"/>
                  </a:lnTo>
                  <a:lnTo>
                    <a:pt x="239035" y="810521"/>
                  </a:lnTo>
                  <a:lnTo>
                    <a:pt x="219115" y="798545"/>
                  </a:lnTo>
                  <a:lnTo>
                    <a:pt x="207729" y="798545"/>
                  </a:lnTo>
                  <a:lnTo>
                    <a:pt x="184963" y="826486"/>
                  </a:lnTo>
                  <a:lnTo>
                    <a:pt x="179275" y="822496"/>
                  </a:lnTo>
                  <a:lnTo>
                    <a:pt x="167893" y="814515"/>
                  </a:lnTo>
                  <a:lnTo>
                    <a:pt x="167893" y="786563"/>
                  </a:lnTo>
                  <a:lnTo>
                    <a:pt x="162201" y="782568"/>
                  </a:lnTo>
                  <a:lnTo>
                    <a:pt x="147973" y="790555"/>
                  </a:lnTo>
                  <a:lnTo>
                    <a:pt x="133744" y="790555"/>
                  </a:lnTo>
                  <a:lnTo>
                    <a:pt x="125207" y="786563"/>
                  </a:lnTo>
                  <a:lnTo>
                    <a:pt x="122365" y="802538"/>
                  </a:lnTo>
                  <a:lnTo>
                    <a:pt x="110978" y="814515"/>
                  </a:lnTo>
                  <a:lnTo>
                    <a:pt x="113824" y="838457"/>
                  </a:lnTo>
                  <a:lnTo>
                    <a:pt x="108133" y="854412"/>
                  </a:lnTo>
                  <a:lnTo>
                    <a:pt x="96750" y="870360"/>
                  </a:lnTo>
                  <a:lnTo>
                    <a:pt x="96750" y="886302"/>
                  </a:lnTo>
                  <a:lnTo>
                    <a:pt x="88213" y="890284"/>
                  </a:lnTo>
                  <a:lnTo>
                    <a:pt x="73984" y="870360"/>
                  </a:lnTo>
                  <a:lnTo>
                    <a:pt x="59759" y="866374"/>
                  </a:lnTo>
                  <a:lnTo>
                    <a:pt x="54068" y="854412"/>
                  </a:lnTo>
                  <a:lnTo>
                    <a:pt x="56914" y="842446"/>
                  </a:lnTo>
                  <a:lnTo>
                    <a:pt x="45527" y="770581"/>
                  </a:lnTo>
                  <a:lnTo>
                    <a:pt x="51218" y="766585"/>
                  </a:lnTo>
                  <a:lnTo>
                    <a:pt x="39839" y="706592"/>
                  </a:lnTo>
                  <a:lnTo>
                    <a:pt x="25607" y="706592"/>
                  </a:lnTo>
                  <a:lnTo>
                    <a:pt x="19205" y="661539"/>
                  </a:lnTo>
                  <a:lnTo>
                    <a:pt x="12803" y="616437"/>
                  </a:lnTo>
                  <a:lnTo>
                    <a:pt x="6401" y="571283"/>
                  </a:lnTo>
                  <a:lnTo>
                    <a:pt x="0" y="526080"/>
                  </a:lnTo>
                  <a:lnTo>
                    <a:pt x="45527" y="509995"/>
                  </a:lnTo>
                  <a:lnTo>
                    <a:pt x="38698" y="468950"/>
                  </a:lnTo>
                  <a:lnTo>
                    <a:pt x="31869" y="427862"/>
                  </a:lnTo>
                  <a:lnTo>
                    <a:pt x="25040" y="386733"/>
                  </a:lnTo>
                  <a:lnTo>
                    <a:pt x="18211" y="345562"/>
                  </a:lnTo>
                  <a:lnTo>
                    <a:pt x="11382" y="304348"/>
                  </a:lnTo>
                  <a:lnTo>
                    <a:pt x="65447" y="292221"/>
                  </a:lnTo>
                  <a:lnTo>
                    <a:pt x="61179" y="250413"/>
                  </a:lnTo>
                  <a:lnTo>
                    <a:pt x="56911" y="208561"/>
                  </a:lnTo>
                  <a:lnTo>
                    <a:pt x="52643" y="166665"/>
                  </a:lnTo>
                  <a:lnTo>
                    <a:pt x="48375" y="124725"/>
                  </a:lnTo>
                  <a:lnTo>
                    <a:pt x="44107" y="82741"/>
                  </a:lnTo>
                  <a:lnTo>
                    <a:pt x="39839" y="40712"/>
                  </a:lnTo>
                  <a:lnTo>
                    <a:pt x="79678" y="28503"/>
                  </a:lnTo>
                  <a:lnTo>
                    <a:pt x="119517" y="16290"/>
                  </a:lnTo>
                  <a:close/>
                </a:path>
              </a:pathLst>
            </a:custGeom>
            <a:solidFill>
              <a:srgbClr val="ADD8E6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" name="pg19"/>
            <p:cNvSpPr/>
            <p:nvPr/>
          </p:nvSpPr>
          <p:spPr>
            <a:xfrm>
              <a:off x="3630410" y="4687960"/>
              <a:ext cx="304483" cy="513404"/>
            </a:xfrm>
            <a:custGeom>
              <a:avLst/>
              <a:gdLst/>
              <a:ahLst/>
              <a:cxnLst/>
              <a:rect l="0" t="0" r="0" b="0"/>
              <a:pathLst>
                <a:path w="304483" h="513404">
                  <a:moveTo>
                    <a:pt x="79676" y="466640"/>
                  </a:moveTo>
                  <a:lnTo>
                    <a:pt x="73988" y="447138"/>
                  </a:lnTo>
                  <a:lnTo>
                    <a:pt x="76834" y="419820"/>
                  </a:lnTo>
                  <a:lnTo>
                    <a:pt x="76834" y="392487"/>
                  </a:lnTo>
                  <a:lnTo>
                    <a:pt x="71142" y="384674"/>
                  </a:lnTo>
                  <a:lnTo>
                    <a:pt x="56910" y="369042"/>
                  </a:lnTo>
                  <a:lnTo>
                    <a:pt x="19919" y="326026"/>
                  </a:lnTo>
                  <a:lnTo>
                    <a:pt x="2845" y="290797"/>
                  </a:lnTo>
                  <a:lnTo>
                    <a:pt x="0" y="263376"/>
                  </a:lnTo>
                  <a:lnTo>
                    <a:pt x="2845" y="224175"/>
                  </a:lnTo>
                  <a:lnTo>
                    <a:pt x="5691" y="208482"/>
                  </a:lnTo>
                  <a:lnTo>
                    <a:pt x="5691" y="173153"/>
                  </a:lnTo>
                  <a:lnTo>
                    <a:pt x="0" y="153513"/>
                  </a:lnTo>
                  <a:lnTo>
                    <a:pt x="0" y="107650"/>
                  </a:lnTo>
                  <a:lnTo>
                    <a:pt x="0" y="61736"/>
                  </a:lnTo>
                  <a:lnTo>
                    <a:pt x="0" y="15771"/>
                  </a:lnTo>
                  <a:lnTo>
                    <a:pt x="25611" y="7886"/>
                  </a:lnTo>
                  <a:lnTo>
                    <a:pt x="56910" y="0"/>
                  </a:lnTo>
                  <a:lnTo>
                    <a:pt x="73988" y="0"/>
                  </a:lnTo>
                  <a:lnTo>
                    <a:pt x="93908" y="7886"/>
                  </a:lnTo>
                  <a:lnTo>
                    <a:pt x="99596" y="7886"/>
                  </a:lnTo>
                  <a:lnTo>
                    <a:pt x="116674" y="7886"/>
                  </a:lnTo>
                  <a:lnTo>
                    <a:pt x="128053" y="7886"/>
                  </a:lnTo>
                  <a:lnTo>
                    <a:pt x="142281" y="7886"/>
                  </a:lnTo>
                  <a:lnTo>
                    <a:pt x="153668" y="15771"/>
                  </a:lnTo>
                  <a:lnTo>
                    <a:pt x="162201" y="27596"/>
                  </a:lnTo>
                  <a:lnTo>
                    <a:pt x="162201" y="55174"/>
                  </a:lnTo>
                  <a:lnTo>
                    <a:pt x="159355" y="66987"/>
                  </a:lnTo>
                  <a:lnTo>
                    <a:pt x="179279" y="86669"/>
                  </a:lnTo>
                  <a:lnTo>
                    <a:pt x="184967" y="74861"/>
                  </a:lnTo>
                  <a:lnTo>
                    <a:pt x="193504" y="78795"/>
                  </a:lnTo>
                  <a:lnTo>
                    <a:pt x="207732" y="63047"/>
                  </a:lnTo>
                  <a:lnTo>
                    <a:pt x="256110" y="114207"/>
                  </a:lnTo>
                  <a:lnTo>
                    <a:pt x="241881" y="133864"/>
                  </a:lnTo>
                  <a:lnTo>
                    <a:pt x="256110" y="145657"/>
                  </a:lnTo>
                  <a:lnTo>
                    <a:pt x="264647" y="161373"/>
                  </a:lnTo>
                  <a:lnTo>
                    <a:pt x="304483" y="184933"/>
                  </a:lnTo>
                  <a:lnTo>
                    <a:pt x="290258" y="220249"/>
                  </a:lnTo>
                  <a:lnTo>
                    <a:pt x="290258" y="232016"/>
                  </a:lnTo>
                  <a:lnTo>
                    <a:pt x="295949" y="263376"/>
                  </a:lnTo>
                  <a:lnTo>
                    <a:pt x="290258" y="275130"/>
                  </a:lnTo>
                  <a:lnTo>
                    <a:pt x="276030" y="286883"/>
                  </a:lnTo>
                  <a:lnTo>
                    <a:pt x="261797" y="310372"/>
                  </a:lnTo>
                  <a:lnTo>
                    <a:pt x="250418" y="326026"/>
                  </a:lnTo>
                  <a:lnTo>
                    <a:pt x="230498" y="326026"/>
                  </a:lnTo>
                  <a:lnTo>
                    <a:pt x="216270" y="326026"/>
                  </a:lnTo>
                  <a:lnTo>
                    <a:pt x="199199" y="357315"/>
                  </a:lnTo>
                  <a:lnTo>
                    <a:pt x="182121" y="404202"/>
                  </a:lnTo>
                  <a:lnTo>
                    <a:pt x="173584" y="443237"/>
                  </a:lnTo>
                  <a:lnTo>
                    <a:pt x="159355" y="466640"/>
                  </a:lnTo>
                  <a:lnTo>
                    <a:pt x="153668" y="490030"/>
                  </a:lnTo>
                  <a:lnTo>
                    <a:pt x="150818" y="505616"/>
                  </a:lnTo>
                  <a:lnTo>
                    <a:pt x="136594" y="513404"/>
                  </a:lnTo>
                  <a:lnTo>
                    <a:pt x="116674" y="497824"/>
                  </a:lnTo>
                  <a:lnTo>
                    <a:pt x="99596" y="486132"/>
                  </a:lnTo>
                  <a:lnTo>
                    <a:pt x="85371" y="474438"/>
                  </a:lnTo>
                  <a:close/>
                </a:path>
              </a:pathLst>
            </a:custGeom>
            <a:solidFill>
              <a:srgbClr val="8E9FCF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" name="tx20"/>
            <p:cNvSpPr/>
            <p:nvPr/>
          </p:nvSpPr>
          <p:spPr>
            <a:xfrm>
              <a:off x="3875337" y="4390475"/>
              <a:ext cx="271277" cy="932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6,000</a:t>
              </a:r>
            </a:p>
          </p:txBody>
        </p:sp>
        <p:sp>
          <p:nvSpPr>
            <p:cNvPr id="22" name="tx21"/>
            <p:cNvSpPr/>
            <p:nvPr/>
          </p:nvSpPr>
          <p:spPr>
            <a:xfrm>
              <a:off x="4718939" y="2596917"/>
              <a:ext cx="271277" cy="932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1,500</a:t>
              </a:r>
            </a:p>
          </p:txBody>
        </p:sp>
        <p:sp>
          <p:nvSpPr>
            <p:cNvPr id="23" name="tx22"/>
            <p:cNvSpPr/>
            <p:nvPr/>
          </p:nvSpPr>
          <p:spPr>
            <a:xfrm>
              <a:off x="3754449" y="4588558"/>
              <a:ext cx="331566" cy="932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20,250</a:t>
              </a:r>
            </a:p>
          </p:txBody>
        </p:sp>
        <p:sp>
          <p:nvSpPr>
            <p:cNvPr id="24" name="tx23"/>
            <p:cNvSpPr/>
            <p:nvPr/>
          </p:nvSpPr>
          <p:spPr>
            <a:xfrm>
              <a:off x="3787462" y="3831517"/>
              <a:ext cx="271277" cy="932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1,500</a:t>
              </a:r>
            </a:p>
          </p:txBody>
        </p:sp>
        <p:sp>
          <p:nvSpPr>
            <p:cNvPr id="25" name="tx24"/>
            <p:cNvSpPr/>
            <p:nvPr/>
          </p:nvSpPr>
          <p:spPr>
            <a:xfrm>
              <a:off x="4832351" y="4161994"/>
              <a:ext cx="60289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6" name="tx25"/>
            <p:cNvSpPr/>
            <p:nvPr/>
          </p:nvSpPr>
          <p:spPr>
            <a:xfrm>
              <a:off x="4089624" y="4175455"/>
              <a:ext cx="271277" cy="932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6,000</a:t>
              </a:r>
            </a:p>
          </p:txBody>
        </p:sp>
        <p:sp>
          <p:nvSpPr>
            <p:cNvPr id="27" name="tx26"/>
            <p:cNvSpPr/>
            <p:nvPr/>
          </p:nvSpPr>
          <p:spPr>
            <a:xfrm>
              <a:off x="4345334" y="4404367"/>
              <a:ext cx="271277" cy="932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1,500</a:t>
              </a:r>
            </a:p>
          </p:txBody>
        </p:sp>
        <p:sp>
          <p:nvSpPr>
            <p:cNvPr id="28" name="tx27"/>
            <p:cNvSpPr/>
            <p:nvPr/>
          </p:nvSpPr>
          <p:spPr>
            <a:xfrm>
              <a:off x="4221187" y="4456385"/>
              <a:ext cx="271277" cy="932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1,500</a:t>
              </a:r>
            </a:p>
          </p:txBody>
        </p:sp>
        <p:sp>
          <p:nvSpPr>
            <p:cNvPr id="29" name="tx28"/>
            <p:cNvSpPr/>
            <p:nvPr/>
          </p:nvSpPr>
          <p:spPr>
            <a:xfrm>
              <a:off x="3633887" y="4189153"/>
              <a:ext cx="271277" cy="932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1,500</a:t>
              </a:r>
            </a:p>
          </p:txBody>
        </p:sp>
        <p:sp>
          <p:nvSpPr>
            <p:cNvPr id="30" name="tx29"/>
            <p:cNvSpPr/>
            <p:nvPr/>
          </p:nvSpPr>
          <p:spPr>
            <a:xfrm>
              <a:off x="4611361" y="3623344"/>
              <a:ext cx="331566" cy="932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10,500</a:t>
              </a:r>
            </a:p>
          </p:txBody>
        </p:sp>
        <p:sp>
          <p:nvSpPr>
            <p:cNvPr id="31" name="tx30"/>
            <p:cNvSpPr/>
            <p:nvPr/>
          </p:nvSpPr>
          <p:spPr>
            <a:xfrm>
              <a:off x="4246484" y="3353423"/>
              <a:ext cx="180869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750</a:t>
              </a:r>
            </a:p>
          </p:txBody>
        </p:sp>
        <p:sp>
          <p:nvSpPr>
            <p:cNvPr id="32" name="tx31"/>
            <p:cNvSpPr/>
            <p:nvPr/>
          </p:nvSpPr>
          <p:spPr>
            <a:xfrm>
              <a:off x="4146632" y="4557804"/>
              <a:ext cx="60289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33" name="tx32"/>
            <p:cNvSpPr/>
            <p:nvPr/>
          </p:nvSpPr>
          <p:spPr>
            <a:xfrm>
              <a:off x="4015796" y="3497047"/>
              <a:ext cx="271277" cy="932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1,500</a:t>
              </a:r>
            </a:p>
          </p:txBody>
        </p:sp>
        <p:sp>
          <p:nvSpPr>
            <p:cNvPr id="34" name="tx33"/>
            <p:cNvSpPr/>
            <p:nvPr/>
          </p:nvSpPr>
          <p:spPr>
            <a:xfrm>
              <a:off x="4451267" y="4145849"/>
              <a:ext cx="180869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750</a:t>
              </a:r>
            </a:p>
          </p:txBody>
        </p:sp>
        <p:sp>
          <p:nvSpPr>
            <p:cNvPr id="35" name="tx34"/>
            <p:cNvSpPr/>
            <p:nvPr/>
          </p:nvSpPr>
          <p:spPr>
            <a:xfrm>
              <a:off x="5327685" y="3883423"/>
              <a:ext cx="60289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36" name="tx35"/>
            <p:cNvSpPr/>
            <p:nvPr/>
          </p:nvSpPr>
          <p:spPr>
            <a:xfrm>
              <a:off x="3637934" y="4871356"/>
              <a:ext cx="271277" cy="932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5,250</a:t>
              </a:r>
            </a:p>
          </p:txBody>
        </p:sp>
        <p:sp>
          <p:nvSpPr>
            <p:cNvPr id="37" name="tx36"/>
            <p:cNvSpPr/>
            <p:nvPr/>
          </p:nvSpPr>
          <p:spPr>
            <a:xfrm>
              <a:off x="3314932" y="5709597"/>
              <a:ext cx="1382061" cy="13110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Number of Employees</a:t>
              </a:r>
            </a:p>
          </p:txBody>
        </p:sp>
        <p:pic>
          <p:nvPicPr>
            <p:cNvPr id="38" name="pic3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66582" y="5594419"/>
              <a:ext cx="1097280" cy="219455"/>
            </a:xfrm>
            <a:prstGeom prst="rect">
              <a:avLst/>
            </a:prstGeom>
          </p:spPr>
        </p:pic>
        <p:sp>
          <p:nvSpPr>
            <p:cNvPr id="39" name="pl38"/>
            <p:cNvSpPr/>
            <p:nvPr/>
          </p:nvSpPr>
          <p:spPr>
            <a:xfrm>
              <a:off x="4768411" y="5769984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0"/>
                  </a:moveTo>
                  <a:lnTo>
                    <a:pt x="0" y="43891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" name="pl39"/>
            <p:cNvSpPr/>
            <p:nvPr/>
          </p:nvSpPr>
          <p:spPr>
            <a:xfrm>
              <a:off x="5038441" y="5769984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0"/>
                  </a:moveTo>
                  <a:lnTo>
                    <a:pt x="0" y="43891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" name="pl40"/>
            <p:cNvSpPr/>
            <p:nvPr/>
          </p:nvSpPr>
          <p:spPr>
            <a:xfrm>
              <a:off x="5308471" y="5769984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0"/>
                  </a:moveTo>
                  <a:lnTo>
                    <a:pt x="0" y="43891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" name="pl41"/>
            <p:cNvSpPr/>
            <p:nvPr/>
          </p:nvSpPr>
          <p:spPr>
            <a:xfrm>
              <a:off x="5578501" y="5769984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0"/>
                  </a:moveTo>
                  <a:lnTo>
                    <a:pt x="0" y="43891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" name="pl42"/>
            <p:cNvSpPr/>
            <p:nvPr/>
          </p:nvSpPr>
          <p:spPr>
            <a:xfrm>
              <a:off x="5848532" y="5769984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0"/>
                  </a:moveTo>
                  <a:lnTo>
                    <a:pt x="0" y="43891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" name="pl43"/>
            <p:cNvSpPr/>
            <p:nvPr/>
          </p:nvSpPr>
          <p:spPr>
            <a:xfrm>
              <a:off x="4768411" y="5594419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43891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" name="pl44"/>
            <p:cNvSpPr/>
            <p:nvPr/>
          </p:nvSpPr>
          <p:spPr>
            <a:xfrm>
              <a:off x="5038441" y="5594419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43891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" name="pl45"/>
            <p:cNvSpPr/>
            <p:nvPr/>
          </p:nvSpPr>
          <p:spPr>
            <a:xfrm>
              <a:off x="5308471" y="5594419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43891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" name="pl46"/>
            <p:cNvSpPr/>
            <p:nvPr/>
          </p:nvSpPr>
          <p:spPr>
            <a:xfrm>
              <a:off x="5578501" y="5594419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43891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" name="pl47"/>
            <p:cNvSpPr/>
            <p:nvPr/>
          </p:nvSpPr>
          <p:spPr>
            <a:xfrm>
              <a:off x="5848532" y="5594419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43891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" name="tx48"/>
            <p:cNvSpPr/>
            <p:nvPr/>
          </p:nvSpPr>
          <p:spPr>
            <a:xfrm>
              <a:off x="4737333" y="5881773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50" name="tx49"/>
            <p:cNvSpPr/>
            <p:nvPr/>
          </p:nvSpPr>
          <p:spPr>
            <a:xfrm>
              <a:off x="4898605" y="5867312"/>
              <a:ext cx="279672" cy="9615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5,000</a:t>
              </a:r>
            </a:p>
          </p:txBody>
        </p:sp>
        <p:sp>
          <p:nvSpPr>
            <p:cNvPr id="51" name="tx50"/>
            <p:cNvSpPr/>
            <p:nvPr/>
          </p:nvSpPr>
          <p:spPr>
            <a:xfrm>
              <a:off x="5137557" y="5867312"/>
              <a:ext cx="341828" cy="9615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10,000</a:t>
              </a:r>
            </a:p>
          </p:txBody>
        </p:sp>
        <p:sp>
          <p:nvSpPr>
            <p:cNvPr id="52" name="tx51"/>
            <p:cNvSpPr/>
            <p:nvPr/>
          </p:nvSpPr>
          <p:spPr>
            <a:xfrm>
              <a:off x="5407587" y="5867312"/>
              <a:ext cx="341828" cy="9615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15,000</a:t>
              </a:r>
            </a:p>
          </p:txBody>
        </p:sp>
        <p:sp>
          <p:nvSpPr>
            <p:cNvPr id="53" name="tx52"/>
            <p:cNvSpPr/>
            <p:nvPr/>
          </p:nvSpPr>
          <p:spPr>
            <a:xfrm>
              <a:off x="5677617" y="5867312"/>
              <a:ext cx="341828" cy="9615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20,000</a:t>
              </a:r>
            </a:p>
          </p:txBody>
        </p:sp>
        <p:sp>
          <p:nvSpPr>
            <p:cNvPr id="54" name="tx53"/>
            <p:cNvSpPr/>
            <p:nvPr/>
          </p:nvSpPr>
          <p:spPr>
            <a:xfrm>
              <a:off x="1382299" y="1624545"/>
              <a:ext cx="6414194" cy="19069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600"/>
                </a:lnSpc>
              </a:pPr>
              <a:r>
                <a:rPr sz="160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Employees in Medium-Large Companies with 501-1000 Employees</a:t>
              </a:r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1143000"/>
          </a:xfrm>
        </p:spPr>
        <p:txBody>
          <a:bodyPr>
            <a:normAutofit fontScale="90000"/>
          </a:bodyPr>
          <a:lstStyle/>
          <a:p>
            <a:r>
              <a:t>Employees in Companies with 1001-3000 Employees</a:t>
            </a:r>
          </a:p>
        </p:txBody>
      </p:sp>
      <p:grpSp>
        <p:nvGrpSpPr>
          <p:cNvPr id="3" name="Content Placeholder 2"/>
          <p:cNvGrpSpPr/>
          <p:nvPr/>
        </p:nvGrpSpPr>
        <p:grpSpPr>
          <a:xfrm>
            <a:off x="1981200" y="1600201"/>
            <a:ext cx="8229600" cy="4525963"/>
            <a:chOff x="457200" y="1600200"/>
            <a:chExt cx="8229600" cy="4525963"/>
          </a:xfrm>
        </p:grpSpPr>
        <p:sp>
          <p:nvSpPr>
            <p:cNvPr id="4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" name="pg4"/>
            <p:cNvSpPr/>
            <p:nvPr/>
          </p:nvSpPr>
          <p:spPr>
            <a:xfrm>
              <a:off x="3872291" y="4223939"/>
              <a:ext cx="241881" cy="392976"/>
            </a:xfrm>
            <a:custGeom>
              <a:avLst/>
              <a:gdLst/>
              <a:ahLst/>
              <a:cxnLst/>
              <a:rect l="0" t="0" r="0" b="0"/>
              <a:pathLst>
                <a:path w="241881" h="392976">
                  <a:moveTo>
                    <a:pt x="125207" y="11964"/>
                  </a:moveTo>
                  <a:lnTo>
                    <a:pt x="182125" y="0"/>
                  </a:lnTo>
                  <a:lnTo>
                    <a:pt x="196350" y="55803"/>
                  </a:lnTo>
                  <a:lnTo>
                    <a:pt x="182125" y="71730"/>
                  </a:lnTo>
                  <a:lnTo>
                    <a:pt x="207732" y="123459"/>
                  </a:lnTo>
                  <a:lnTo>
                    <a:pt x="207732" y="187036"/>
                  </a:lnTo>
                  <a:lnTo>
                    <a:pt x="241881" y="202914"/>
                  </a:lnTo>
                  <a:lnTo>
                    <a:pt x="233344" y="238619"/>
                  </a:lnTo>
                  <a:lnTo>
                    <a:pt x="241881" y="242584"/>
                  </a:lnTo>
                  <a:lnTo>
                    <a:pt x="224807" y="313892"/>
                  </a:lnTo>
                  <a:lnTo>
                    <a:pt x="224807" y="325762"/>
                  </a:lnTo>
                  <a:lnTo>
                    <a:pt x="219115" y="341587"/>
                  </a:lnTo>
                  <a:lnTo>
                    <a:pt x="224807" y="353452"/>
                  </a:lnTo>
                  <a:lnTo>
                    <a:pt x="202041" y="381122"/>
                  </a:lnTo>
                  <a:lnTo>
                    <a:pt x="196350" y="377171"/>
                  </a:lnTo>
                  <a:lnTo>
                    <a:pt x="184967" y="392976"/>
                  </a:lnTo>
                  <a:lnTo>
                    <a:pt x="139439" y="369266"/>
                  </a:lnTo>
                  <a:lnTo>
                    <a:pt x="136594" y="361359"/>
                  </a:lnTo>
                  <a:lnTo>
                    <a:pt x="85367" y="305972"/>
                  </a:lnTo>
                  <a:lnTo>
                    <a:pt x="54068" y="337631"/>
                  </a:lnTo>
                  <a:lnTo>
                    <a:pt x="45531" y="329719"/>
                  </a:lnTo>
                  <a:lnTo>
                    <a:pt x="34148" y="341587"/>
                  </a:lnTo>
                  <a:lnTo>
                    <a:pt x="17074" y="325762"/>
                  </a:lnTo>
                  <a:lnTo>
                    <a:pt x="11382" y="325762"/>
                  </a:lnTo>
                  <a:lnTo>
                    <a:pt x="2845" y="305972"/>
                  </a:lnTo>
                  <a:lnTo>
                    <a:pt x="0" y="286173"/>
                  </a:lnTo>
                  <a:lnTo>
                    <a:pt x="25611" y="251833"/>
                  </a:lnTo>
                  <a:lnTo>
                    <a:pt x="51222" y="217463"/>
                  </a:lnTo>
                  <a:lnTo>
                    <a:pt x="76834" y="183065"/>
                  </a:lnTo>
                  <a:lnTo>
                    <a:pt x="82521" y="183065"/>
                  </a:lnTo>
                  <a:lnTo>
                    <a:pt x="95327" y="135387"/>
                  </a:lnTo>
                  <a:lnTo>
                    <a:pt x="108133" y="87654"/>
                  </a:lnTo>
                  <a:lnTo>
                    <a:pt x="102441" y="51820"/>
                  </a:lnTo>
                  <a:lnTo>
                    <a:pt x="108133" y="47836"/>
                  </a:lnTo>
                  <a:lnTo>
                    <a:pt x="108133" y="31897"/>
                  </a:lnTo>
                  <a:close/>
                </a:path>
              </a:pathLst>
            </a:custGeom>
            <a:solidFill>
              <a:srgbClr val="8FA1D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" name="pg5"/>
            <p:cNvSpPr/>
            <p:nvPr/>
          </p:nvSpPr>
          <p:spPr>
            <a:xfrm>
              <a:off x="4097099" y="2089798"/>
              <a:ext cx="1126881" cy="1365026"/>
            </a:xfrm>
            <a:custGeom>
              <a:avLst/>
              <a:gdLst/>
              <a:ahLst/>
              <a:cxnLst/>
              <a:rect l="0" t="0" r="0" b="0"/>
              <a:pathLst>
                <a:path w="1126881" h="1365026">
                  <a:moveTo>
                    <a:pt x="998828" y="1328418"/>
                  </a:moveTo>
                  <a:lnTo>
                    <a:pt x="956143" y="1335200"/>
                  </a:lnTo>
                  <a:lnTo>
                    <a:pt x="913457" y="1341980"/>
                  </a:lnTo>
                  <a:lnTo>
                    <a:pt x="870771" y="1348760"/>
                  </a:lnTo>
                  <a:lnTo>
                    <a:pt x="870771" y="1356894"/>
                  </a:lnTo>
                  <a:lnTo>
                    <a:pt x="811015" y="1365026"/>
                  </a:lnTo>
                  <a:lnTo>
                    <a:pt x="796783" y="1356894"/>
                  </a:lnTo>
                  <a:lnTo>
                    <a:pt x="796783" y="1315530"/>
                  </a:lnTo>
                  <a:lnTo>
                    <a:pt x="796783" y="1274122"/>
                  </a:lnTo>
                  <a:lnTo>
                    <a:pt x="796783" y="1232672"/>
                  </a:lnTo>
                  <a:lnTo>
                    <a:pt x="796783" y="1191178"/>
                  </a:lnTo>
                  <a:lnTo>
                    <a:pt x="796783" y="1149641"/>
                  </a:lnTo>
                  <a:lnTo>
                    <a:pt x="796783" y="1108060"/>
                  </a:lnTo>
                  <a:lnTo>
                    <a:pt x="796783" y="1099878"/>
                  </a:lnTo>
                  <a:lnTo>
                    <a:pt x="796783" y="1056001"/>
                  </a:lnTo>
                  <a:lnTo>
                    <a:pt x="796783" y="1012076"/>
                  </a:lnTo>
                  <a:lnTo>
                    <a:pt x="796783" y="968101"/>
                  </a:lnTo>
                  <a:lnTo>
                    <a:pt x="796783" y="924078"/>
                  </a:lnTo>
                  <a:lnTo>
                    <a:pt x="796783" y="880006"/>
                  </a:lnTo>
                  <a:lnTo>
                    <a:pt x="796783" y="835884"/>
                  </a:lnTo>
                  <a:lnTo>
                    <a:pt x="796783" y="791713"/>
                  </a:lnTo>
                  <a:lnTo>
                    <a:pt x="754099" y="790338"/>
                  </a:lnTo>
                  <a:lnTo>
                    <a:pt x="711414" y="788962"/>
                  </a:lnTo>
                  <a:lnTo>
                    <a:pt x="668730" y="787587"/>
                  </a:lnTo>
                  <a:lnTo>
                    <a:pt x="663038" y="783459"/>
                  </a:lnTo>
                  <a:lnTo>
                    <a:pt x="603279" y="783459"/>
                  </a:lnTo>
                  <a:lnTo>
                    <a:pt x="599484" y="740803"/>
                  </a:lnTo>
                  <a:lnTo>
                    <a:pt x="595690" y="698101"/>
                  </a:lnTo>
                  <a:lnTo>
                    <a:pt x="591896" y="655352"/>
                  </a:lnTo>
                  <a:lnTo>
                    <a:pt x="548073" y="655766"/>
                  </a:lnTo>
                  <a:lnTo>
                    <a:pt x="504249" y="656180"/>
                  </a:lnTo>
                  <a:lnTo>
                    <a:pt x="460426" y="656594"/>
                  </a:lnTo>
                  <a:lnTo>
                    <a:pt x="416603" y="657008"/>
                  </a:lnTo>
                  <a:lnTo>
                    <a:pt x="372780" y="657422"/>
                  </a:lnTo>
                  <a:lnTo>
                    <a:pt x="328957" y="657836"/>
                  </a:lnTo>
                  <a:lnTo>
                    <a:pt x="285134" y="658250"/>
                  </a:lnTo>
                  <a:lnTo>
                    <a:pt x="241310" y="658664"/>
                  </a:lnTo>
                  <a:lnTo>
                    <a:pt x="197487" y="659077"/>
                  </a:lnTo>
                  <a:lnTo>
                    <a:pt x="153664" y="659491"/>
                  </a:lnTo>
                  <a:lnTo>
                    <a:pt x="102443" y="659491"/>
                  </a:lnTo>
                  <a:lnTo>
                    <a:pt x="51221" y="659491"/>
                  </a:lnTo>
                  <a:lnTo>
                    <a:pt x="0" y="659491"/>
                  </a:lnTo>
                  <a:lnTo>
                    <a:pt x="2845" y="622223"/>
                  </a:lnTo>
                  <a:lnTo>
                    <a:pt x="19916" y="551730"/>
                  </a:lnTo>
                  <a:lnTo>
                    <a:pt x="44104" y="515744"/>
                  </a:lnTo>
                  <a:lnTo>
                    <a:pt x="68293" y="479725"/>
                  </a:lnTo>
                  <a:lnTo>
                    <a:pt x="92481" y="443672"/>
                  </a:lnTo>
                  <a:lnTo>
                    <a:pt x="116670" y="407586"/>
                  </a:lnTo>
                  <a:lnTo>
                    <a:pt x="140858" y="371467"/>
                  </a:lnTo>
                  <a:lnTo>
                    <a:pt x="165047" y="335314"/>
                  </a:lnTo>
                  <a:lnTo>
                    <a:pt x="194215" y="292514"/>
                  </a:lnTo>
                  <a:lnTo>
                    <a:pt x="223384" y="249666"/>
                  </a:lnTo>
                  <a:lnTo>
                    <a:pt x="252552" y="206771"/>
                  </a:lnTo>
                  <a:lnTo>
                    <a:pt x="281721" y="163829"/>
                  </a:lnTo>
                  <a:lnTo>
                    <a:pt x="313971" y="117690"/>
                  </a:lnTo>
                  <a:lnTo>
                    <a:pt x="346221" y="71496"/>
                  </a:lnTo>
                  <a:lnTo>
                    <a:pt x="378471" y="25247"/>
                  </a:lnTo>
                  <a:lnTo>
                    <a:pt x="392700" y="8415"/>
                  </a:lnTo>
                  <a:lnTo>
                    <a:pt x="406932" y="0"/>
                  </a:lnTo>
                  <a:lnTo>
                    <a:pt x="424003" y="0"/>
                  </a:lnTo>
                  <a:lnTo>
                    <a:pt x="441077" y="8415"/>
                  </a:lnTo>
                  <a:lnTo>
                    <a:pt x="472380" y="16832"/>
                  </a:lnTo>
                  <a:lnTo>
                    <a:pt x="486608" y="16832"/>
                  </a:lnTo>
                  <a:lnTo>
                    <a:pt x="489450" y="29456"/>
                  </a:lnTo>
                  <a:lnTo>
                    <a:pt x="480917" y="100899"/>
                  </a:lnTo>
                  <a:lnTo>
                    <a:pt x="486608" y="151251"/>
                  </a:lnTo>
                  <a:lnTo>
                    <a:pt x="509374" y="172209"/>
                  </a:lnTo>
                  <a:lnTo>
                    <a:pt x="552056" y="197347"/>
                  </a:lnTo>
                  <a:lnTo>
                    <a:pt x="577667" y="193159"/>
                  </a:lnTo>
                  <a:lnTo>
                    <a:pt x="628890" y="163829"/>
                  </a:lnTo>
                  <a:lnTo>
                    <a:pt x="671576" y="151251"/>
                  </a:lnTo>
                  <a:lnTo>
                    <a:pt x="697187" y="151251"/>
                  </a:lnTo>
                  <a:lnTo>
                    <a:pt x="722798" y="126080"/>
                  </a:lnTo>
                  <a:lnTo>
                    <a:pt x="748410" y="117690"/>
                  </a:lnTo>
                  <a:lnTo>
                    <a:pt x="805320" y="126080"/>
                  </a:lnTo>
                  <a:lnTo>
                    <a:pt x="813861" y="121884"/>
                  </a:lnTo>
                  <a:lnTo>
                    <a:pt x="816703" y="84100"/>
                  </a:lnTo>
                  <a:lnTo>
                    <a:pt x="822394" y="79899"/>
                  </a:lnTo>
                  <a:lnTo>
                    <a:pt x="873617" y="71496"/>
                  </a:lnTo>
                  <a:lnTo>
                    <a:pt x="910611" y="79899"/>
                  </a:lnTo>
                  <a:lnTo>
                    <a:pt x="930531" y="96700"/>
                  </a:lnTo>
                  <a:lnTo>
                    <a:pt x="970369" y="134473"/>
                  </a:lnTo>
                  <a:lnTo>
                    <a:pt x="1010207" y="172209"/>
                  </a:lnTo>
                  <a:lnTo>
                    <a:pt x="1038668" y="201535"/>
                  </a:lnTo>
                  <a:lnTo>
                    <a:pt x="1061434" y="243392"/>
                  </a:lnTo>
                  <a:lnTo>
                    <a:pt x="1072813" y="255940"/>
                  </a:lnTo>
                  <a:lnTo>
                    <a:pt x="1095579" y="276844"/>
                  </a:lnTo>
                  <a:lnTo>
                    <a:pt x="1112653" y="297737"/>
                  </a:lnTo>
                  <a:lnTo>
                    <a:pt x="1121190" y="335314"/>
                  </a:lnTo>
                  <a:lnTo>
                    <a:pt x="1121664" y="378416"/>
                  </a:lnTo>
                  <a:lnTo>
                    <a:pt x="1122139" y="421470"/>
                  </a:lnTo>
                  <a:lnTo>
                    <a:pt x="1122613" y="464476"/>
                  </a:lnTo>
                  <a:lnTo>
                    <a:pt x="1123087" y="507435"/>
                  </a:lnTo>
                  <a:lnTo>
                    <a:pt x="1123561" y="550347"/>
                  </a:lnTo>
                  <a:lnTo>
                    <a:pt x="1124036" y="593212"/>
                  </a:lnTo>
                  <a:lnTo>
                    <a:pt x="1123680" y="636202"/>
                  </a:lnTo>
                  <a:lnTo>
                    <a:pt x="1123324" y="679145"/>
                  </a:lnTo>
                  <a:lnTo>
                    <a:pt x="1122969" y="722041"/>
                  </a:lnTo>
                  <a:lnTo>
                    <a:pt x="1122613" y="764891"/>
                  </a:lnTo>
                  <a:lnTo>
                    <a:pt x="1122257" y="807693"/>
                  </a:lnTo>
                  <a:lnTo>
                    <a:pt x="1121901" y="850449"/>
                  </a:lnTo>
                  <a:lnTo>
                    <a:pt x="1121546" y="893159"/>
                  </a:lnTo>
                  <a:lnTo>
                    <a:pt x="1121190" y="935822"/>
                  </a:lnTo>
                  <a:lnTo>
                    <a:pt x="1123087" y="987846"/>
                  </a:lnTo>
                  <a:lnTo>
                    <a:pt x="1124984" y="1039801"/>
                  </a:lnTo>
                  <a:lnTo>
                    <a:pt x="1126881" y="1091688"/>
                  </a:lnTo>
                  <a:lnTo>
                    <a:pt x="1126881" y="1112155"/>
                  </a:lnTo>
                  <a:lnTo>
                    <a:pt x="1121190" y="1132608"/>
                  </a:lnTo>
                  <a:lnTo>
                    <a:pt x="1112653" y="1153048"/>
                  </a:lnTo>
                  <a:lnTo>
                    <a:pt x="1112653" y="1169394"/>
                  </a:lnTo>
                  <a:lnTo>
                    <a:pt x="1124036" y="1181649"/>
                  </a:lnTo>
                  <a:lnTo>
                    <a:pt x="1126881" y="1189818"/>
                  </a:lnTo>
                  <a:lnTo>
                    <a:pt x="1112653" y="1206149"/>
                  </a:lnTo>
                  <a:lnTo>
                    <a:pt x="1104116" y="1251023"/>
                  </a:lnTo>
                  <a:lnTo>
                    <a:pt x="1106961" y="1275482"/>
                  </a:lnTo>
                  <a:lnTo>
                    <a:pt x="1118344" y="1291779"/>
                  </a:lnTo>
                  <a:lnTo>
                    <a:pt x="1078506" y="1303995"/>
                  </a:lnTo>
                  <a:lnTo>
                    <a:pt x="1038667" y="1316208"/>
                  </a:lnTo>
                  <a:close/>
                </a:path>
              </a:pathLst>
            </a:custGeom>
            <a:solidFill>
              <a:srgbClr val="ADD8E6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" name="pg6"/>
            <p:cNvSpPr/>
            <p:nvPr/>
          </p:nvSpPr>
          <p:spPr>
            <a:xfrm>
              <a:off x="3681633" y="4438756"/>
              <a:ext cx="503679" cy="434137"/>
            </a:xfrm>
            <a:custGeom>
              <a:avLst/>
              <a:gdLst/>
              <a:ahLst/>
              <a:cxnLst/>
              <a:rect l="0" t="0" r="0" b="0"/>
              <a:pathLst>
                <a:path w="503679" h="434137">
                  <a:moveTo>
                    <a:pt x="415465" y="138635"/>
                  </a:moveTo>
                  <a:lnTo>
                    <a:pt x="424003" y="150496"/>
                  </a:lnTo>
                  <a:lnTo>
                    <a:pt x="435382" y="158399"/>
                  </a:lnTo>
                  <a:lnTo>
                    <a:pt x="449614" y="166305"/>
                  </a:lnTo>
                  <a:lnTo>
                    <a:pt x="466688" y="170254"/>
                  </a:lnTo>
                  <a:lnTo>
                    <a:pt x="475225" y="170254"/>
                  </a:lnTo>
                  <a:lnTo>
                    <a:pt x="486608" y="158399"/>
                  </a:lnTo>
                  <a:lnTo>
                    <a:pt x="492300" y="146542"/>
                  </a:lnTo>
                  <a:lnTo>
                    <a:pt x="500833" y="150496"/>
                  </a:lnTo>
                  <a:lnTo>
                    <a:pt x="503679" y="154449"/>
                  </a:lnTo>
                  <a:lnTo>
                    <a:pt x="492300" y="182109"/>
                  </a:lnTo>
                  <a:lnTo>
                    <a:pt x="480913" y="217642"/>
                  </a:lnTo>
                  <a:lnTo>
                    <a:pt x="466688" y="221588"/>
                  </a:lnTo>
                  <a:lnTo>
                    <a:pt x="443923" y="245259"/>
                  </a:lnTo>
                  <a:lnTo>
                    <a:pt x="441077" y="225537"/>
                  </a:lnTo>
                  <a:lnTo>
                    <a:pt x="435382" y="221588"/>
                  </a:lnTo>
                  <a:lnTo>
                    <a:pt x="421157" y="225537"/>
                  </a:lnTo>
                  <a:lnTo>
                    <a:pt x="395546" y="249203"/>
                  </a:lnTo>
                  <a:lnTo>
                    <a:pt x="369934" y="257090"/>
                  </a:lnTo>
                  <a:lnTo>
                    <a:pt x="350018" y="276800"/>
                  </a:lnTo>
                  <a:lnTo>
                    <a:pt x="330098" y="284681"/>
                  </a:lnTo>
                  <a:lnTo>
                    <a:pt x="324403" y="296500"/>
                  </a:lnTo>
                  <a:lnTo>
                    <a:pt x="321557" y="308316"/>
                  </a:lnTo>
                  <a:lnTo>
                    <a:pt x="304487" y="320128"/>
                  </a:lnTo>
                  <a:lnTo>
                    <a:pt x="298791" y="339808"/>
                  </a:lnTo>
                  <a:lnTo>
                    <a:pt x="290258" y="355542"/>
                  </a:lnTo>
                  <a:lnTo>
                    <a:pt x="307332" y="375205"/>
                  </a:lnTo>
                  <a:lnTo>
                    <a:pt x="321557" y="402717"/>
                  </a:lnTo>
                  <a:lnTo>
                    <a:pt x="315866" y="418430"/>
                  </a:lnTo>
                  <a:lnTo>
                    <a:pt x="298791" y="426284"/>
                  </a:lnTo>
                  <a:lnTo>
                    <a:pt x="270338" y="430211"/>
                  </a:lnTo>
                  <a:lnTo>
                    <a:pt x="253260" y="434137"/>
                  </a:lnTo>
                  <a:lnTo>
                    <a:pt x="213424" y="410577"/>
                  </a:lnTo>
                  <a:lnTo>
                    <a:pt x="204887" y="394861"/>
                  </a:lnTo>
                  <a:lnTo>
                    <a:pt x="190658" y="383067"/>
                  </a:lnTo>
                  <a:lnTo>
                    <a:pt x="204887" y="363411"/>
                  </a:lnTo>
                  <a:lnTo>
                    <a:pt x="156510" y="312251"/>
                  </a:lnTo>
                  <a:lnTo>
                    <a:pt x="142281" y="327998"/>
                  </a:lnTo>
                  <a:lnTo>
                    <a:pt x="133744" y="324065"/>
                  </a:lnTo>
                  <a:lnTo>
                    <a:pt x="128056" y="335873"/>
                  </a:lnTo>
                  <a:lnTo>
                    <a:pt x="108133" y="316191"/>
                  </a:lnTo>
                  <a:lnTo>
                    <a:pt x="110978" y="304378"/>
                  </a:lnTo>
                  <a:lnTo>
                    <a:pt x="110978" y="276800"/>
                  </a:lnTo>
                  <a:lnTo>
                    <a:pt x="102445" y="264975"/>
                  </a:lnTo>
                  <a:lnTo>
                    <a:pt x="91058" y="257090"/>
                  </a:lnTo>
                  <a:lnTo>
                    <a:pt x="76830" y="257090"/>
                  </a:lnTo>
                  <a:lnTo>
                    <a:pt x="65451" y="257090"/>
                  </a:lnTo>
                  <a:lnTo>
                    <a:pt x="48373" y="257090"/>
                  </a:lnTo>
                  <a:lnTo>
                    <a:pt x="42685" y="257090"/>
                  </a:lnTo>
                  <a:lnTo>
                    <a:pt x="34148" y="229480"/>
                  </a:lnTo>
                  <a:lnTo>
                    <a:pt x="36994" y="217642"/>
                  </a:lnTo>
                  <a:lnTo>
                    <a:pt x="36994" y="205800"/>
                  </a:lnTo>
                  <a:lnTo>
                    <a:pt x="65451" y="190006"/>
                  </a:lnTo>
                  <a:lnTo>
                    <a:pt x="54064" y="178159"/>
                  </a:lnTo>
                  <a:lnTo>
                    <a:pt x="71138" y="150496"/>
                  </a:lnTo>
                  <a:lnTo>
                    <a:pt x="68293" y="146542"/>
                  </a:lnTo>
                  <a:lnTo>
                    <a:pt x="76830" y="138635"/>
                  </a:lnTo>
                  <a:lnTo>
                    <a:pt x="36994" y="91155"/>
                  </a:lnTo>
                  <a:lnTo>
                    <a:pt x="5687" y="79277"/>
                  </a:lnTo>
                  <a:lnTo>
                    <a:pt x="5687" y="71356"/>
                  </a:lnTo>
                  <a:lnTo>
                    <a:pt x="0" y="63434"/>
                  </a:lnTo>
                  <a:lnTo>
                    <a:pt x="5687" y="59472"/>
                  </a:lnTo>
                  <a:lnTo>
                    <a:pt x="22765" y="59472"/>
                  </a:lnTo>
                  <a:lnTo>
                    <a:pt x="85371" y="19836"/>
                  </a:lnTo>
                  <a:lnTo>
                    <a:pt x="88213" y="19836"/>
                  </a:lnTo>
                  <a:lnTo>
                    <a:pt x="122361" y="0"/>
                  </a:lnTo>
                  <a:lnTo>
                    <a:pt x="128056" y="7937"/>
                  </a:lnTo>
                  <a:lnTo>
                    <a:pt x="136590" y="3970"/>
                  </a:lnTo>
                  <a:lnTo>
                    <a:pt x="145127" y="7937"/>
                  </a:lnTo>
                  <a:lnTo>
                    <a:pt x="156510" y="7937"/>
                  </a:lnTo>
                  <a:lnTo>
                    <a:pt x="179275" y="35696"/>
                  </a:lnTo>
                  <a:lnTo>
                    <a:pt x="190658" y="71356"/>
                  </a:lnTo>
                  <a:lnTo>
                    <a:pt x="193504" y="91155"/>
                  </a:lnTo>
                  <a:lnTo>
                    <a:pt x="202041" y="110945"/>
                  </a:lnTo>
                  <a:lnTo>
                    <a:pt x="207732" y="110945"/>
                  </a:lnTo>
                  <a:lnTo>
                    <a:pt x="224807" y="126770"/>
                  </a:lnTo>
                  <a:lnTo>
                    <a:pt x="236190" y="114902"/>
                  </a:lnTo>
                  <a:lnTo>
                    <a:pt x="244727" y="122814"/>
                  </a:lnTo>
                  <a:lnTo>
                    <a:pt x="276026" y="91155"/>
                  </a:lnTo>
                  <a:lnTo>
                    <a:pt x="327252" y="146542"/>
                  </a:lnTo>
                  <a:lnTo>
                    <a:pt x="330098" y="154449"/>
                  </a:lnTo>
                  <a:lnTo>
                    <a:pt x="375626" y="178159"/>
                  </a:lnTo>
                  <a:lnTo>
                    <a:pt x="387008" y="162354"/>
                  </a:lnTo>
                  <a:lnTo>
                    <a:pt x="392700" y="166305"/>
                  </a:lnTo>
                  <a:close/>
                </a:path>
              </a:pathLst>
            </a:custGeom>
            <a:solidFill>
              <a:srgbClr val="00008B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" name="pg7"/>
            <p:cNvSpPr/>
            <p:nvPr/>
          </p:nvSpPr>
          <p:spPr>
            <a:xfrm>
              <a:off x="3695861" y="3393795"/>
              <a:ext cx="452460" cy="842108"/>
            </a:xfrm>
            <a:custGeom>
              <a:avLst/>
              <a:gdLst/>
              <a:ahLst/>
              <a:cxnLst/>
              <a:rect l="0" t="0" r="0" b="0"/>
              <a:pathLst>
                <a:path w="452460" h="842108">
                  <a:moveTo>
                    <a:pt x="358555" y="830144"/>
                  </a:moveTo>
                  <a:lnTo>
                    <a:pt x="301637" y="842108"/>
                  </a:lnTo>
                  <a:lnTo>
                    <a:pt x="284563" y="802213"/>
                  </a:lnTo>
                  <a:lnTo>
                    <a:pt x="278871" y="802213"/>
                  </a:lnTo>
                  <a:lnTo>
                    <a:pt x="267492" y="786247"/>
                  </a:lnTo>
                  <a:lnTo>
                    <a:pt x="264643" y="786247"/>
                  </a:lnTo>
                  <a:lnTo>
                    <a:pt x="276030" y="770272"/>
                  </a:lnTo>
                  <a:lnTo>
                    <a:pt x="232395" y="760950"/>
                  </a:lnTo>
                  <a:lnTo>
                    <a:pt x="188761" y="751626"/>
                  </a:lnTo>
                  <a:lnTo>
                    <a:pt x="145127" y="742300"/>
                  </a:lnTo>
                  <a:lnTo>
                    <a:pt x="153664" y="726307"/>
                  </a:lnTo>
                  <a:lnTo>
                    <a:pt x="130898" y="674288"/>
                  </a:lnTo>
                  <a:lnTo>
                    <a:pt x="108133" y="622201"/>
                  </a:lnTo>
                  <a:lnTo>
                    <a:pt x="39836" y="650256"/>
                  </a:lnTo>
                  <a:lnTo>
                    <a:pt x="38413" y="604155"/>
                  </a:lnTo>
                  <a:lnTo>
                    <a:pt x="36990" y="558002"/>
                  </a:lnTo>
                  <a:lnTo>
                    <a:pt x="31302" y="525867"/>
                  </a:lnTo>
                  <a:lnTo>
                    <a:pt x="22765" y="525867"/>
                  </a:lnTo>
                  <a:lnTo>
                    <a:pt x="11382" y="469567"/>
                  </a:lnTo>
                  <a:lnTo>
                    <a:pt x="11382" y="461514"/>
                  </a:lnTo>
                  <a:lnTo>
                    <a:pt x="17070" y="453466"/>
                  </a:lnTo>
                  <a:lnTo>
                    <a:pt x="31302" y="449440"/>
                  </a:lnTo>
                  <a:lnTo>
                    <a:pt x="23477" y="408147"/>
                  </a:lnTo>
                  <a:lnTo>
                    <a:pt x="15651" y="366812"/>
                  </a:lnTo>
                  <a:lnTo>
                    <a:pt x="7825" y="325435"/>
                  </a:lnTo>
                  <a:lnTo>
                    <a:pt x="0" y="284014"/>
                  </a:lnTo>
                  <a:lnTo>
                    <a:pt x="5691" y="275930"/>
                  </a:lnTo>
                  <a:lnTo>
                    <a:pt x="8537" y="235471"/>
                  </a:lnTo>
                  <a:lnTo>
                    <a:pt x="11382" y="186865"/>
                  </a:lnTo>
                  <a:lnTo>
                    <a:pt x="14224" y="174705"/>
                  </a:lnTo>
                  <a:lnTo>
                    <a:pt x="22765" y="166595"/>
                  </a:lnTo>
                  <a:lnTo>
                    <a:pt x="39836" y="174705"/>
                  </a:lnTo>
                  <a:lnTo>
                    <a:pt x="88216" y="190918"/>
                  </a:lnTo>
                  <a:lnTo>
                    <a:pt x="99596" y="186865"/>
                  </a:lnTo>
                  <a:lnTo>
                    <a:pt x="105287" y="178761"/>
                  </a:lnTo>
                  <a:lnTo>
                    <a:pt x="99596" y="174705"/>
                  </a:lnTo>
                  <a:lnTo>
                    <a:pt x="71142" y="134145"/>
                  </a:lnTo>
                  <a:lnTo>
                    <a:pt x="59756" y="101666"/>
                  </a:lnTo>
                  <a:lnTo>
                    <a:pt x="62601" y="85416"/>
                  </a:lnTo>
                  <a:lnTo>
                    <a:pt x="73984" y="69160"/>
                  </a:lnTo>
                  <a:lnTo>
                    <a:pt x="99596" y="36629"/>
                  </a:lnTo>
                  <a:lnTo>
                    <a:pt x="125207" y="4071"/>
                  </a:lnTo>
                  <a:lnTo>
                    <a:pt x="139435" y="0"/>
                  </a:lnTo>
                  <a:lnTo>
                    <a:pt x="152241" y="50865"/>
                  </a:lnTo>
                  <a:lnTo>
                    <a:pt x="165047" y="101666"/>
                  </a:lnTo>
                  <a:lnTo>
                    <a:pt x="162201" y="109785"/>
                  </a:lnTo>
                  <a:lnTo>
                    <a:pt x="170738" y="150372"/>
                  </a:lnTo>
                  <a:lnTo>
                    <a:pt x="179275" y="190917"/>
                  </a:lnTo>
                  <a:lnTo>
                    <a:pt x="187813" y="231421"/>
                  </a:lnTo>
                  <a:lnTo>
                    <a:pt x="196350" y="271884"/>
                  </a:lnTo>
                  <a:lnTo>
                    <a:pt x="204887" y="312307"/>
                  </a:lnTo>
                  <a:lnTo>
                    <a:pt x="213424" y="352688"/>
                  </a:lnTo>
                  <a:lnTo>
                    <a:pt x="230498" y="352688"/>
                  </a:lnTo>
                  <a:lnTo>
                    <a:pt x="230498" y="344615"/>
                  </a:lnTo>
                  <a:lnTo>
                    <a:pt x="267492" y="336540"/>
                  </a:lnTo>
                  <a:lnTo>
                    <a:pt x="278871" y="380931"/>
                  </a:lnTo>
                  <a:lnTo>
                    <a:pt x="335789" y="376898"/>
                  </a:lnTo>
                  <a:lnTo>
                    <a:pt x="343378" y="418557"/>
                  </a:lnTo>
                  <a:lnTo>
                    <a:pt x="350967" y="460174"/>
                  </a:lnTo>
                  <a:lnTo>
                    <a:pt x="358555" y="501747"/>
                  </a:lnTo>
                  <a:lnTo>
                    <a:pt x="344323" y="505768"/>
                  </a:lnTo>
                  <a:lnTo>
                    <a:pt x="344323" y="533904"/>
                  </a:lnTo>
                  <a:lnTo>
                    <a:pt x="341477" y="533904"/>
                  </a:lnTo>
                  <a:lnTo>
                    <a:pt x="341477" y="541939"/>
                  </a:lnTo>
                  <a:lnTo>
                    <a:pt x="347168" y="541939"/>
                  </a:lnTo>
                  <a:lnTo>
                    <a:pt x="350014" y="562020"/>
                  </a:lnTo>
                  <a:lnTo>
                    <a:pt x="395546" y="558002"/>
                  </a:lnTo>
                  <a:lnTo>
                    <a:pt x="398391" y="582091"/>
                  </a:lnTo>
                  <a:lnTo>
                    <a:pt x="395546" y="582091"/>
                  </a:lnTo>
                  <a:lnTo>
                    <a:pt x="398391" y="594129"/>
                  </a:lnTo>
                  <a:lnTo>
                    <a:pt x="406928" y="594129"/>
                  </a:lnTo>
                  <a:lnTo>
                    <a:pt x="415465" y="630219"/>
                  </a:lnTo>
                  <a:lnTo>
                    <a:pt x="406928" y="634227"/>
                  </a:lnTo>
                  <a:lnTo>
                    <a:pt x="421153" y="686298"/>
                  </a:lnTo>
                  <a:lnTo>
                    <a:pt x="432540" y="686298"/>
                  </a:lnTo>
                  <a:lnTo>
                    <a:pt x="452460" y="742300"/>
                  </a:lnTo>
                  <a:lnTo>
                    <a:pt x="452460" y="758286"/>
                  </a:lnTo>
                  <a:lnTo>
                    <a:pt x="432540" y="762279"/>
                  </a:lnTo>
                  <a:lnTo>
                    <a:pt x="404083" y="758286"/>
                  </a:lnTo>
                  <a:lnTo>
                    <a:pt x="384163" y="782254"/>
                  </a:lnTo>
                  <a:lnTo>
                    <a:pt x="378471" y="790237"/>
                  </a:lnTo>
                  <a:lnTo>
                    <a:pt x="378471" y="798224"/>
                  </a:lnTo>
                  <a:lnTo>
                    <a:pt x="395546" y="806204"/>
                  </a:lnTo>
                  <a:lnTo>
                    <a:pt x="392700" y="826155"/>
                  </a:lnTo>
                  <a:close/>
                </a:path>
              </a:pathLst>
            </a:custGeom>
            <a:solidFill>
              <a:srgbClr val="ADD8E6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" name="pg8"/>
            <p:cNvSpPr/>
            <p:nvPr/>
          </p:nvSpPr>
          <p:spPr>
            <a:xfrm>
              <a:off x="4683307" y="3681852"/>
              <a:ext cx="429694" cy="701320"/>
            </a:xfrm>
            <a:custGeom>
              <a:avLst/>
              <a:gdLst/>
              <a:ahLst/>
              <a:cxnLst/>
              <a:rect l="0" t="0" r="0" b="0"/>
              <a:pathLst>
                <a:path w="429694" h="701320">
                  <a:moveTo>
                    <a:pt x="14224" y="398240"/>
                  </a:moveTo>
                  <a:lnTo>
                    <a:pt x="42681" y="398240"/>
                  </a:lnTo>
                  <a:lnTo>
                    <a:pt x="42681" y="414249"/>
                  </a:lnTo>
                  <a:lnTo>
                    <a:pt x="56910" y="414249"/>
                  </a:lnTo>
                  <a:lnTo>
                    <a:pt x="62601" y="390234"/>
                  </a:lnTo>
                  <a:lnTo>
                    <a:pt x="85367" y="374216"/>
                  </a:lnTo>
                  <a:lnTo>
                    <a:pt x="108129" y="382225"/>
                  </a:lnTo>
                  <a:lnTo>
                    <a:pt x="122361" y="354187"/>
                  </a:lnTo>
                  <a:lnTo>
                    <a:pt x="199192" y="342161"/>
                  </a:lnTo>
                  <a:lnTo>
                    <a:pt x="193501" y="294032"/>
                  </a:lnTo>
                  <a:lnTo>
                    <a:pt x="187811" y="245845"/>
                  </a:lnTo>
                  <a:lnTo>
                    <a:pt x="182121" y="197601"/>
                  </a:lnTo>
                  <a:lnTo>
                    <a:pt x="239032" y="181509"/>
                  </a:lnTo>
                  <a:lnTo>
                    <a:pt x="227652" y="121097"/>
                  </a:lnTo>
                  <a:lnTo>
                    <a:pt x="287409" y="100939"/>
                  </a:lnTo>
                  <a:lnTo>
                    <a:pt x="278871" y="32328"/>
                  </a:lnTo>
                  <a:lnTo>
                    <a:pt x="331517" y="16167"/>
                  </a:lnTo>
                  <a:lnTo>
                    <a:pt x="384163" y="0"/>
                  </a:lnTo>
                  <a:lnTo>
                    <a:pt x="390992" y="41213"/>
                  </a:lnTo>
                  <a:lnTo>
                    <a:pt x="397821" y="82384"/>
                  </a:lnTo>
                  <a:lnTo>
                    <a:pt x="404650" y="123514"/>
                  </a:lnTo>
                  <a:lnTo>
                    <a:pt x="411478" y="164601"/>
                  </a:lnTo>
                  <a:lnTo>
                    <a:pt x="418307" y="205646"/>
                  </a:lnTo>
                  <a:lnTo>
                    <a:pt x="372780" y="221731"/>
                  </a:lnTo>
                  <a:lnTo>
                    <a:pt x="379182" y="266934"/>
                  </a:lnTo>
                  <a:lnTo>
                    <a:pt x="385584" y="312088"/>
                  </a:lnTo>
                  <a:lnTo>
                    <a:pt x="391986" y="357190"/>
                  </a:lnTo>
                  <a:lnTo>
                    <a:pt x="398387" y="402243"/>
                  </a:lnTo>
                  <a:lnTo>
                    <a:pt x="412620" y="402243"/>
                  </a:lnTo>
                  <a:lnTo>
                    <a:pt x="423999" y="462236"/>
                  </a:lnTo>
                  <a:lnTo>
                    <a:pt x="418307" y="466232"/>
                  </a:lnTo>
                  <a:lnTo>
                    <a:pt x="429694" y="538097"/>
                  </a:lnTo>
                  <a:lnTo>
                    <a:pt x="421153" y="538097"/>
                  </a:lnTo>
                  <a:lnTo>
                    <a:pt x="415462" y="554050"/>
                  </a:lnTo>
                  <a:lnTo>
                    <a:pt x="423999" y="597890"/>
                  </a:lnTo>
                  <a:lnTo>
                    <a:pt x="398387" y="605855"/>
                  </a:lnTo>
                  <a:lnTo>
                    <a:pt x="398387" y="629740"/>
                  </a:lnTo>
                  <a:lnTo>
                    <a:pt x="381317" y="645658"/>
                  </a:lnTo>
                  <a:lnTo>
                    <a:pt x="378467" y="625763"/>
                  </a:lnTo>
                  <a:lnTo>
                    <a:pt x="381317" y="601870"/>
                  </a:lnTo>
                  <a:lnTo>
                    <a:pt x="358551" y="581954"/>
                  </a:lnTo>
                  <a:lnTo>
                    <a:pt x="369934" y="566011"/>
                  </a:lnTo>
                  <a:lnTo>
                    <a:pt x="358551" y="550063"/>
                  </a:lnTo>
                  <a:lnTo>
                    <a:pt x="338631" y="558038"/>
                  </a:lnTo>
                  <a:lnTo>
                    <a:pt x="327248" y="538097"/>
                  </a:lnTo>
                  <a:lnTo>
                    <a:pt x="321557" y="522137"/>
                  </a:lnTo>
                  <a:lnTo>
                    <a:pt x="307329" y="522137"/>
                  </a:lnTo>
                  <a:lnTo>
                    <a:pt x="301637" y="534108"/>
                  </a:lnTo>
                  <a:lnTo>
                    <a:pt x="301637" y="550063"/>
                  </a:lnTo>
                  <a:lnTo>
                    <a:pt x="293100" y="558038"/>
                  </a:lnTo>
                  <a:lnTo>
                    <a:pt x="284563" y="550063"/>
                  </a:lnTo>
                  <a:lnTo>
                    <a:pt x="276026" y="534108"/>
                  </a:lnTo>
                  <a:lnTo>
                    <a:pt x="267489" y="526131"/>
                  </a:lnTo>
                  <a:lnTo>
                    <a:pt x="264643" y="534108"/>
                  </a:lnTo>
                  <a:lnTo>
                    <a:pt x="267489" y="554050"/>
                  </a:lnTo>
                  <a:lnTo>
                    <a:pt x="247572" y="573983"/>
                  </a:lnTo>
                  <a:lnTo>
                    <a:pt x="236186" y="573983"/>
                  </a:lnTo>
                  <a:lnTo>
                    <a:pt x="219112" y="593906"/>
                  </a:lnTo>
                  <a:lnTo>
                    <a:pt x="210574" y="593906"/>
                  </a:lnTo>
                  <a:lnTo>
                    <a:pt x="199192" y="585935"/>
                  </a:lnTo>
                  <a:lnTo>
                    <a:pt x="196346" y="577969"/>
                  </a:lnTo>
                  <a:lnTo>
                    <a:pt x="207732" y="558038"/>
                  </a:lnTo>
                  <a:lnTo>
                    <a:pt x="196346" y="538097"/>
                  </a:lnTo>
                  <a:lnTo>
                    <a:pt x="184967" y="546074"/>
                  </a:lnTo>
                  <a:lnTo>
                    <a:pt x="182121" y="573983"/>
                  </a:lnTo>
                  <a:lnTo>
                    <a:pt x="165047" y="589922"/>
                  </a:lnTo>
                  <a:lnTo>
                    <a:pt x="153660" y="597890"/>
                  </a:lnTo>
                  <a:lnTo>
                    <a:pt x="145127" y="601870"/>
                  </a:lnTo>
                  <a:lnTo>
                    <a:pt x="128053" y="605855"/>
                  </a:lnTo>
                  <a:lnTo>
                    <a:pt x="136590" y="625763"/>
                  </a:lnTo>
                  <a:lnTo>
                    <a:pt x="128053" y="645658"/>
                  </a:lnTo>
                  <a:lnTo>
                    <a:pt x="130895" y="661569"/>
                  </a:lnTo>
                  <a:lnTo>
                    <a:pt x="142281" y="673498"/>
                  </a:lnTo>
                  <a:lnTo>
                    <a:pt x="153660" y="681449"/>
                  </a:lnTo>
                  <a:lnTo>
                    <a:pt x="145127" y="701320"/>
                  </a:lnTo>
                  <a:lnTo>
                    <a:pt x="130895" y="701320"/>
                  </a:lnTo>
                  <a:lnTo>
                    <a:pt x="99596" y="685424"/>
                  </a:lnTo>
                  <a:lnTo>
                    <a:pt x="93904" y="697346"/>
                  </a:lnTo>
                  <a:lnTo>
                    <a:pt x="82521" y="697346"/>
                  </a:lnTo>
                  <a:lnTo>
                    <a:pt x="73984" y="665546"/>
                  </a:lnTo>
                  <a:lnTo>
                    <a:pt x="59756" y="661569"/>
                  </a:lnTo>
                  <a:lnTo>
                    <a:pt x="42681" y="657592"/>
                  </a:lnTo>
                  <a:lnTo>
                    <a:pt x="14224" y="657592"/>
                  </a:lnTo>
                  <a:lnTo>
                    <a:pt x="5687" y="649636"/>
                  </a:lnTo>
                  <a:lnTo>
                    <a:pt x="5687" y="637702"/>
                  </a:lnTo>
                  <a:lnTo>
                    <a:pt x="14224" y="633720"/>
                  </a:lnTo>
                  <a:lnTo>
                    <a:pt x="28453" y="633720"/>
                  </a:lnTo>
                  <a:lnTo>
                    <a:pt x="25611" y="613817"/>
                  </a:lnTo>
                  <a:lnTo>
                    <a:pt x="34144" y="601870"/>
                  </a:lnTo>
                  <a:lnTo>
                    <a:pt x="48373" y="605855"/>
                  </a:lnTo>
                  <a:lnTo>
                    <a:pt x="73984" y="613817"/>
                  </a:lnTo>
                  <a:lnTo>
                    <a:pt x="73984" y="605855"/>
                  </a:lnTo>
                  <a:lnTo>
                    <a:pt x="62601" y="593906"/>
                  </a:lnTo>
                  <a:lnTo>
                    <a:pt x="65447" y="577969"/>
                  </a:lnTo>
                  <a:lnTo>
                    <a:pt x="54064" y="573983"/>
                  </a:lnTo>
                  <a:lnTo>
                    <a:pt x="39836" y="573983"/>
                  </a:lnTo>
                  <a:lnTo>
                    <a:pt x="25611" y="593906"/>
                  </a:lnTo>
                  <a:lnTo>
                    <a:pt x="14224" y="589922"/>
                  </a:lnTo>
                  <a:lnTo>
                    <a:pt x="19916" y="573983"/>
                  </a:lnTo>
                  <a:lnTo>
                    <a:pt x="36990" y="538097"/>
                  </a:lnTo>
                  <a:lnTo>
                    <a:pt x="36990" y="514155"/>
                  </a:lnTo>
                  <a:lnTo>
                    <a:pt x="28453" y="494196"/>
                  </a:lnTo>
                  <a:lnTo>
                    <a:pt x="22765" y="486206"/>
                  </a:lnTo>
                  <a:lnTo>
                    <a:pt x="14224" y="466232"/>
                  </a:lnTo>
                  <a:lnTo>
                    <a:pt x="2845" y="454242"/>
                  </a:lnTo>
                  <a:lnTo>
                    <a:pt x="0" y="446246"/>
                  </a:lnTo>
                  <a:lnTo>
                    <a:pt x="2845" y="434250"/>
                  </a:lnTo>
                  <a:lnTo>
                    <a:pt x="5687" y="418250"/>
                  </a:lnTo>
                  <a:lnTo>
                    <a:pt x="11379" y="406245"/>
                  </a:lnTo>
                  <a:close/>
                </a:path>
              </a:pathLst>
            </a:custGeom>
            <a:solidFill>
              <a:srgbClr val="7F87C5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" name="pg9"/>
            <p:cNvSpPr/>
            <p:nvPr/>
          </p:nvSpPr>
          <p:spPr>
            <a:xfrm>
              <a:off x="4054417" y="4056069"/>
              <a:ext cx="367088" cy="422347"/>
            </a:xfrm>
            <a:custGeom>
              <a:avLst/>
              <a:gdLst/>
              <a:ahLst/>
              <a:cxnLst/>
              <a:rect l="0" t="0" r="0" b="0"/>
              <a:pathLst>
                <a:path w="367088" h="422347">
                  <a:moveTo>
                    <a:pt x="0" y="167870"/>
                  </a:moveTo>
                  <a:lnTo>
                    <a:pt x="34144" y="163881"/>
                  </a:lnTo>
                  <a:lnTo>
                    <a:pt x="36990" y="143930"/>
                  </a:lnTo>
                  <a:lnTo>
                    <a:pt x="19916" y="135950"/>
                  </a:lnTo>
                  <a:lnTo>
                    <a:pt x="19916" y="127963"/>
                  </a:lnTo>
                  <a:lnTo>
                    <a:pt x="25607" y="119980"/>
                  </a:lnTo>
                  <a:lnTo>
                    <a:pt x="45527" y="96012"/>
                  </a:lnTo>
                  <a:lnTo>
                    <a:pt x="73984" y="100005"/>
                  </a:lnTo>
                  <a:lnTo>
                    <a:pt x="93904" y="96012"/>
                  </a:lnTo>
                  <a:lnTo>
                    <a:pt x="93904" y="80026"/>
                  </a:lnTo>
                  <a:lnTo>
                    <a:pt x="122361" y="68029"/>
                  </a:lnTo>
                  <a:lnTo>
                    <a:pt x="139435" y="72030"/>
                  </a:lnTo>
                  <a:lnTo>
                    <a:pt x="150815" y="80026"/>
                  </a:lnTo>
                  <a:lnTo>
                    <a:pt x="147969" y="92016"/>
                  </a:lnTo>
                  <a:lnTo>
                    <a:pt x="159355" y="100005"/>
                  </a:lnTo>
                  <a:lnTo>
                    <a:pt x="173580" y="80026"/>
                  </a:lnTo>
                  <a:lnTo>
                    <a:pt x="184963" y="80026"/>
                  </a:lnTo>
                  <a:lnTo>
                    <a:pt x="190654" y="84020"/>
                  </a:lnTo>
                  <a:lnTo>
                    <a:pt x="256106" y="96012"/>
                  </a:lnTo>
                  <a:lnTo>
                    <a:pt x="264643" y="88020"/>
                  </a:lnTo>
                  <a:lnTo>
                    <a:pt x="267489" y="64033"/>
                  </a:lnTo>
                  <a:lnTo>
                    <a:pt x="264643" y="48034"/>
                  </a:lnTo>
                  <a:lnTo>
                    <a:pt x="250414" y="40032"/>
                  </a:lnTo>
                  <a:lnTo>
                    <a:pt x="241877" y="24024"/>
                  </a:lnTo>
                  <a:lnTo>
                    <a:pt x="241877" y="12014"/>
                  </a:lnTo>
                  <a:lnTo>
                    <a:pt x="321557" y="0"/>
                  </a:lnTo>
                  <a:lnTo>
                    <a:pt x="330090" y="8009"/>
                  </a:lnTo>
                  <a:lnTo>
                    <a:pt x="332936" y="28027"/>
                  </a:lnTo>
                  <a:lnTo>
                    <a:pt x="327248" y="48034"/>
                  </a:lnTo>
                  <a:lnTo>
                    <a:pt x="352856" y="52035"/>
                  </a:lnTo>
                  <a:lnTo>
                    <a:pt x="347168" y="111989"/>
                  </a:lnTo>
                  <a:lnTo>
                    <a:pt x="367088" y="119980"/>
                  </a:lnTo>
                  <a:lnTo>
                    <a:pt x="352856" y="175846"/>
                  </a:lnTo>
                  <a:lnTo>
                    <a:pt x="330090" y="175846"/>
                  </a:lnTo>
                  <a:lnTo>
                    <a:pt x="317287" y="215705"/>
                  </a:lnTo>
                  <a:lnTo>
                    <a:pt x="304483" y="255524"/>
                  </a:lnTo>
                  <a:lnTo>
                    <a:pt x="290254" y="311208"/>
                  </a:lnTo>
                  <a:lnTo>
                    <a:pt x="227649" y="303258"/>
                  </a:lnTo>
                  <a:lnTo>
                    <a:pt x="221957" y="335049"/>
                  </a:lnTo>
                  <a:lnTo>
                    <a:pt x="224807" y="374753"/>
                  </a:lnTo>
                  <a:lnTo>
                    <a:pt x="230494" y="410454"/>
                  </a:lnTo>
                  <a:lnTo>
                    <a:pt x="179275" y="402523"/>
                  </a:lnTo>
                  <a:lnTo>
                    <a:pt x="176426" y="390624"/>
                  </a:lnTo>
                  <a:lnTo>
                    <a:pt x="122361" y="378721"/>
                  </a:lnTo>
                  <a:lnTo>
                    <a:pt x="108129" y="422347"/>
                  </a:lnTo>
                  <a:lnTo>
                    <a:pt x="59756" y="410454"/>
                  </a:lnTo>
                  <a:lnTo>
                    <a:pt x="51218" y="406489"/>
                  </a:lnTo>
                  <a:lnTo>
                    <a:pt x="59756" y="370784"/>
                  </a:lnTo>
                  <a:lnTo>
                    <a:pt x="25607" y="354906"/>
                  </a:lnTo>
                  <a:lnTo>
                    <a:pt x="25607" y="291329"/>
                  </a:lnTo>
                  <a:lnTo>
                    <a:pt x="0" y="239601"/>
                  </a:lnTo>
                  <a:lnTo>
                    <a:pt x="14224" y="223673"/>
                  </a:lnTo>
                  <a:close/>
                </a:path>
              </a:pathLst>
            </a:custGeom>
            <a:solidFill>
              <a:srgbClr val="9EBCDB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" name="pg10"/>
            <p:cNvSpPr/>
            <p:nvPr/>
          </p:nvSpPr>
          <p:spPr>
            <a:xfrm>
              <a:off x="4384508" y="4303635"/>
              <a:ext cx="207736" cy="305375"/>
            </a:xfrm>
            <a:custGeom>
              <a:avLst/>
              <a:gdLst/>
              <a:ahLst/>
              <a:cxnLst/>
              <a:rect l="0" t="0" r="0" b="0"/>
              <a:pathLst>
                <a:path w="207736" h="305375">
                  <a:moveTo>
                    <a:pt x="17078" y="19899"/>
                  </a:moveTo>
                  <a:lnTo>
                    <a:pt x="28460" y="7958"/>
                  </a:lnTo>
                  <a:lnTo>
                    <a:pt x="51226" y="27854"/>
                  </a:lnTo>
                  <a:lnTo>
                    <a:pt x="91062" y="0"/>
                  </a:lnTo>
                  <a:lnTo>
                    <a:pt x="130902" y="37799"/>
                  </a:lnTo>
                  <a:lnTo>
                    <a:pt x="170742" y="75564"/>
                  </a:lnTo>
                  <a:lnTo>
                    <a:pt x="184971" y="75564"/>
                  </a:lnTo>
                  <a:lnTo>
                    <a:pt x="193508" y="67616"/>
                  </a:lnTo>
                  <a:lnTo>
                    <a:pt x="207736" y="75564"/>
                  </a:lnTo>
                  <a:lnTo>
                    <a:pt x="196353" y="107340"/>
                  </a:lnTo>
                  <a:lnTo>
                    <a:pt x="187816" y="119249"/>
                  </a:lnTo>
                  <a:lnTo>
                    <a:pt x="179279" y="147025"/>
                  </a:lnTo>
                  <a:lnTo>
                    <a:pt x="170742" y="158923"/>
                  </a:lnTo>
                  <a:lnTo>
                    <a:pt x="165051" y="170817"/>
                  </a:lnTo>
                  <a:lnTo>
                    <a:pt x="165051" y="182705"/>
                  </a:lnTo>
                  <a:lnTo>
                    <a:pt x="179279" y="194593"/>
                  </a:lnTo>
                  <a:lnTo>
                    <a:pt x="176433" y="218361"/>
                  </a:lnTo>
                  <a:lnTo>
                    <a:pt x="165051" y="226276"/>
                  </a:lnTo>
                  <a:lnTo>
                    <a:pt x="147976" y="234196"/>
                  </a:lnTo>
                  <a:lnTo>
                    <a:pt x="145131" y="242109"/>
                  </a:lnTo>
                  <a:lnTo>
                    <a:pt x="145131" y="250023"/>
                  </a:lnTo>
                  <a:lnTo>
                    <a:pt x="133748" y="257935"/>
                  </a:lnTo>
                  <a:lnTo>
                    <a:pt x="119523" y="265846"/>
                  </a:lnTo>
                  <a:lnTo>
                    <a:pt x="108136" y="297475"/>
                  </a:lnTo>
                  <a:lnTo>
                    <a:pt x="96757" y="305375"/>
                  </a:lnTo>
                  <a:lnTo>
                    <a:pt x="85371" y="301426"/>
                  </a:lnTo>
                  <a:lnTo>
                    <a:pt x="79679" y="281663"/>
                  </a:lnTo>
                  <a:lnTo>
                    <a:pt x="96757" y="265846"/>
                  </a:lnTo>
                  <a:lnTo>
                    <a:pt x="99603" y="257935"/>
                  </a:lnTo>
                  <a:lnTo>
                    <a:pt x="79679" y="257935"/>
                  </a:lnTo>
                  <a:lnTo>
                    <a:pt x="62605" y="257935"/>
                  </a:lnTo>
                  <a:lnTo>
                    <a:pt x="65451" y="234196"/>
                  </a:lnTo>
                  <a:lnTo>
                    <a:pt x="71142" y="218361"/>
                  </a:lnTo>
                  <a:lnTo>
                    <a:pt x="76837" y="210438"/>
                  </a:lnTo>
                  <a:lnTo>
                    <a:pt x="85371" y="194593"/>
                  </a:lnTo>
                  <a:lnTo>
                    <a:pt x="82525" y="186671"/>
                  </a:lnTo>
                  <a:lnTo>
                    <a:pt x="71142" y="178742"/>
                  </a:lnTo>
                  <a:lnTo>
                    <a:pt x="71142" y="139091"/>
                  </a:lnTo>
                  <a:lnTo>
                    <a:pt x="62605" y="123218"/>
                  </a:lnTo>
                  <a:lnTo>
                    <a:pt x="54072" y="107340"/>
                  </a:lnTo>
                  <a:lnTo>
                    <a:pt x="48377" y="107340"/>
                  </a:lnTo>
                  <a:lnTo>
                    <a:pt x="31306" y="103369"/>
                  </a:lnTo>
                  <a:lnTo>
                    <a:pt x="28460" y="95427"/>
                  </a:lnTo>
                  <a:lnTo>
                    <a:pt x="17078" y="87483"/>
                  </a:lnTo>
                  <a:lnTo>
                    <a:pt x="5695" y="75564"/>
                  </a:lnTo>
                  <a:lnTo>
                    <a:pt x="0" y="63641"/>
                  </a:lnTo>
                  <a:lnTo>
                    <a:pt x="5695" y="43763"/>
                  </a:lnTo>
                  <a:lnTo>
                    <a:pt x="0" y="35809"/>
                  </a:lnTo>
                  <a:lnTo>
                    <a:pt x="2845" y="23875"/>
                  </a:lnTo>
                  <a:close/>
                </a:path>
              </a:pathLst>
            </a:custGeom>
            <a:solidFill>
              <a:srgbClr val="9EBCDB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" name="pg11"/>
            <p:cNvSpPr/>
            <p:nvPr/>
          </p:nvSpPr>
          <p:spPr>
            <a:xfrm>
              <a:off x="4208077" y="4311593"/>
              <a:ext cx="261801" cy="356643"/>
            </a:xfrm>
            <a:custGeom>
              <a:avLst/>
              <a:gdLst/>
              <a:ahLst/>
              <a:cxnLst/>
              <a:rect l="0" t="0" r="0" b="0"/>
              <a:pathLst>
                <a:path w="261801" h="356643">
                  <a:moveTo>
                    <a:pt x="150822" y="0"/>
                  </a:moveTo>
                  <a:lnTo>
                    <a:pt x="193508" y="11941"/>
                  </a:lnTo>
                  <a:lnTo>
                    <a:pt x="179275" y="15917"/>
                  </a:lnTo>
                  <a:lnTo>
                    <a:pt x="176430" y="27851"/>
                  </a:lnTo>
                  <a:lnTo>
                    <a:pt x="182125" y="35805"/>
                  </a:lnTo>
                  <a:lnTo>
                    <a:pt x="176430" y="55683"/>
                  </a:lnTo>
                  <a:lnTo>
                    <a:pt x="182125" y="67605"/>
                  </a:lnTo>
                  <a:lnTo>
                    <a:pt x="193508" y="79524"/>
                  </a:lnTo>
                  <a:lnTo>
                    <a:pt x="204891" y="87468"/>
                  </a:lnTo>
                  <a:lnTo>
                    <a:pt x="207736" y="95411"/>
                  </a:lnTo>
                  <a:lnTo>
                    <a:pt x="224807" y="99381"/>
                  </a:lnTo>
                  <a:lnTo>
                    <a:pt x="230502" y="99381"/>
                  </a:lnTo>
                  <a:lnTo>
                    <a:pt x="239035" y="115260"/>
                  </a:lnTo>
                  <a:lnTo>
                    <a:pt x="247572" y="131132"/>
                  </a:lnTo>
                  <a:lnTo>
                    <a:pt x="247572" y="170784"/>
                  </a:lnTo>
                  <a:lnTo>
                    <a:pt x="258955" y="178713"/>
                  </a:lnTo>
                  <a:lnTo>
                    <a:pt x="261801" y="186635"/>
                  </a:lnTo>
                  <a:lnTo>
                    <a:pt x="253268" y="202479"/>
                  </a:lnTo>
                  <a:lnTo>
                    <a:pt x="247572" y="210402"/>
                  </a:lnTo>
                  <a:lnTo>
                    <a:pt x="241881" y="226238"/>
                  </a:lnTo>
                  <a:lnTo>
                    <a:pt x="239035" y="249977"/>
                  </a:lnTo>
                  <a:lnTo>
                    <a:pt x="224807" y="265797"/>
                  </a:lnTo>
                  <a:lnTo>
                    <a:pt x="219115" y="265797"/>
                  </a:lnTo>
                  <a:lnTo>
                    <a:pt x="207736" y="257888"/>
                  </a:lnTo>
                  <a:lnTo>
                    <a:pt x="216270" y="230193"/>
                  </a:lnTo>
                  <a:lnTo>
                    <a:pt x="213428" y="218318"/>
                  </a:lnTo>
                  <a:lnTo>
                    <a:pt x="204891" y="218318"/>
                  </a:lnTo>
                  <a:lnTo>
                    <a:pt x="196350" y="226238"/>
                  </a:lnTo>
                  <a:lnTo>
                    <a:pt x="190662" y="253933"/>
                  </a:lnTo>
                  <a:lnTo>
                    <a:pt x="176430" y="257888"/>
                  </a:lnTo>
                  <a:lnTo>
                    <a:pt x="170742" y="305321"/>
                  </a:lnTo>
                  <a:lnTo>
                    <a:pt x="167896" y="309271"/>
                  </a:lnTo>
                  <a:lnTo>
                    <a:pt x="153664" y="321120"/>
                  </a:lnTo>
                  <a:lnTo>
                    <a:pt x="147976" y="348751"/>
                  </a:lnTo>
                  <a:lnTo>
                    <a:pt x="142285" y="352700"/>
                  </a:lnTo>
                  <a:lnTo>
                    <a:pt x="133744" y="348751"/>
                  </a:lnTo>
                  <a:lnTo>
                    <a:pt x="130902" y="321120"/>
                  </a:lnTo>
                  <a:lnTo>
                    <a:pt x="96754" y="297417"/>
                  </a:lnTo>
                  <a:lnTo>
                    <a:pt x="99599" y="344804"/>
                  </a:lnTo>
                  <a:lnTo>
                    <a:pt x="91062" y="356643"/>
                  </a:lnTo>
                  <a:lnTo>
                    <a:pt x="76834" y="356643"/>
                  </a:lnTo>
                  <a:lnTo>
                    <a:pt x="62605" y="344804"/>
                  </a:lnTo>
                  <a:lnTo>
                    <a:pt x="54068" y="329015"/>
                  </a:lnTo>
                  <a:lnTo>
                    <a:pt x="36994" y="325069"/>
                  </a:lnTo>
                  <a:lnTo>
                    <a:pt x="28460" y="325069"/>
                  </a:lnTo>
                  <a:lnTo>
                    <a:pt x="42685" y="277658"/>
                  </a:lnTo>
                  <a:lnTo>
                    <a:pt x="54068" y="242065"/>
                  </a:lnTo>
                  <a:lnTo>
                    <a:pt x="45531" y="234151"/>
                  </a:lnTo>
                  <a:lnTo>
                    <a:pt x="25615" y="230193"/>
                  </a:lnTo>
                  <a:lnTo>
                    <a:pt x="0" y="226238"/>
                  </a:lnTo>
                  <a:lnTo>
                    <a:pt x="8540" y="214359"/>
                  </a:lnTo>
                  <a:lnTo>
                    <a:pt x="14228" y="190596"/>
                  </a:lnTo>
                  <a:lnTo>
                    <a:pt x="25615" y="146999"/>
                  </a:lnTo>
                  <a:lnTo>
                    <a:pt x="76834" y="154929"/>
                  </a:lnTo>
                  <a:lnTo>
                    <a:pt x="71146" y="119229"/>
                  </a:lnTo>
                  <a:lnTo>
                    <a:pt x="68297" y="79524"/>
                  </a:lnTo>
                  <a:lnTo>
                    <a:pt x="73988" y="47733"/>
                  </a:lnTo>
                  <a:lnTo>
                    <a:pt x="136594" y="55683"/>
                  </a:lnTo>
                  <a:close/>
                </a:path>
              </a:pathLst>
            </a:custGeom>
            <a:solidFill>
              <a:srgbClr val="9EBCDB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" name="pg12"/>
            <p:cNvSpPr/>
            <p:nvPr/>
          </p:nvSpPr>
          <p:spPr>
            <a:xfrm>
              <a:off x="3579187" y="3613070"/>
              <a:ext cx="418311" cy="1090660"/>
            </a:xfrm>
            <a:custGeom>
              <a:avLst/>
              <a:gdLst/>
              <a:ahLst/>
              <a:cxnLst/>
              <a:rect l="0" t="0" r="0" b="0"/>
              <a:pathLst>
                <a:path w="418311" h="1090660">
                  <a:moveTo>
                    <a:pt x="0" y="28337"/>
                  </a:moveTo>
                  <a:lnTo>
                    <a:pt x="17074" y="24290"/>
                  </a:lnTo>
                  <a:lnTo>
                    <a:pt x="31302" y="4049"/>
                  </a:lnTo>
                  <a:lnTo>
                    <a:pt x="51222" y="0"/>
                  </a:lnTo>
                  <a:lnTo>
                    <a:pt x="68297" y="4049"/>
                  </a:lnTo>
                  <a:lnTo>
                    <a:pt x="76834" y="24290"/>
                  </a:lnTo>
                  <a:lnTo>
                    <a:pt x="85371" y="60698"/>
                  </a:lnTo>
                  <a:lnTo>
                    <a:pt x="99599" y="68781"/>
                  </a:lnTo>
                  <a:lnTo>
                    <a:pt x="116674" y="64739"/>
                  </a:lnTo>
                  <a:lnTo>
                    <a:pt x="124499" y="106159"/>
                  </a:lnTo>
                  <a:lnTo>
                    <a:pt x="132325" y="147536"/>
                  </a:lnTo>
                  <a:lnTo>
                    <a:pt x="140151" y="188871"/>
                  </a:lnTo>
                  <a:lnTo>
                    <a:pt x="147976" y="230164"/>
                  </a:lnTo>
                  <a:lnTo>
                    <a:pt x="133744" y="234190"/>
                  </a:lnTo>
                  <a:lnTo>
                    <a:pt x="128056" y="242239"/>
                  </a:lnTo>
                  <a:lnTo>
                    <a:pt x="128056" y="250291"/>
                  </a:lnTo>
                  <a:lnTo>
                    <a:pt x="139439" y="306591"/>
                  </a:lnTo>
                  <a:lnTo>
                    <a:pt x="147976" y="306591"/>
                  </a:lnTo>
                  <a:lnTo>
                    <a:pt x="153664" y="338726"/>
                  </a:lnTo>
                  <a:lnTo>
                    <a:pt x="155087" y="384880"/>
                  </a:lnTo>
                  <a:lnTo>
                    <a:pt x="156510" y="430980"/>
                  </a:lnTo>
                  <a:lnTo>
                    <a:pt x="224807" y="402925"/>
                  </a:lnTo>
                  <a:lnTo>
                    <a:pt x="247572" y="455012"/>
                  </a:lnTo>
                  <a:lnTo>
                    <a:pt x="270338" y="507031"/>
                  </a:lnTo>
                  <a:lnTo>
                    <a:pt x="261801" y="523024"/>
                  </a:lnTo>
                  <a:lnTo>
                    <a:pt x="305435" y="532350"/>
                  </a:lnTo>
                  <a:lnTo>
                    <a:pt x="349069" y="541674"/>
                  </a:lnTo>
                  <a:lnTo>
                    <a:pt x="392704" y="550996"/>
                  </a:lnTo>
                  <a:lnTo>
                    <a:pt x="381317" y="566971"/>
                  </a:lnTo>
                  <a:lnTo>
                    <a:pt x="384166" y="566971"/>
                  </a:lnTo>
                  <a:lnTo>
                    <a:pt x="395546" y="582937"/>
                  </a:lnTo>
                  <a:lnTo>
                    <a:pt x="401237" y="582937"/>
                  </a:lnTo>
                  <a:lnTo>
                    <a:pt x="418311" y="622832"/>
                  </a:lnTo>
                  <a:lnTo>
                    <a:pt x="401237" y="642765"/>
                  </a:lnTo>
                  <a:lnTo>
                    <a:pt x="401237" y="658704"/>
                  </a:lnTo>
                  <a:lnTo>
                    <a:pt x="395546" y="662688"/>
                  </a:lnTo>
                  <a:lnTo>
                    <a:pt x="401237" y="698522"/>
                  </a:lnTo>
                  <a:lnTo>
                    <a:pt x="388431" y="746256"/>
                  </a:lnTo>
                  <a:lnTo>
                    <a:pt x="375626" y="793933"/>
                  </a:lnTo>
                  <a:lnTo>
                    <a:pt x="369938" y="793933"/>
                  </a:lnTo>
                  <a:lnTo>
                    <a:pt x="344327" y="828332"/>
                  </a:lnTo>
                  <a:lnTo>
                    <a:pt x="318715" y="862701"/>
                  </a:lnTo>
                  <a:lnTo>
                    <a:pt x="293104" y="897042"/>
                  </a:lnTo>
                  <a:lnTo>
                    <a:pt x="281721" y="861381"/>
                  </a:lnTo>
                  <a:lnTo>
                    <a:pt x="258955" y="833622"/>
                  </a:lnTo>
                  <a:lnTo>
                    <a:pt x="247572" y="833622"/>
                  </a:lnTo>
                  <a:lnTo>
                    <a:pt x="239035" y="829655"/>
                  </a:lnTo>
                  <a:lnTo>
                    <a:pt x="230502" y="833622"/>
                  </a:lnTo>
                  <a:lnTo>
                    <a:pt x="224807" y="825685"/>
                  </a:lnTo>
                  <a:lnTo>
                    <a:pt x="190658" y="845521"/>
                  </a:lnTo>
                  <a:lnTo>
                    <a:pt x="187816" y="845521"/>
                  </a:lnTo>
                  <a:lnTo>
                    <a:pt x="125211" y="885157"/>
                  </a:lnTo>
                  <a:lnTo>
                    <a:pt x="108133" y="885157"/>
                  </a:lnTo>
                  <a:lnTo>
                    <a:pt x="102445" y="889119"/>
                  </a:lnTo>
                  <a:lnTo>
                    <a:pt x="108133" y="897042"/>
                  </a:lnTo>
                  <a:lnTo>
                    <a:pt x="108133" y="904962"/>
                  </a:lnTo>
                  <a:lnTo>
                    <a:pt x="139439" y="916841"/>
                  </a:lnTo>
                  <a:lnTo>
                    <a:pt x="179275" y="964320"/>
                  </a:lnTo>
                  <a:lnTo>
                    <a:pt x="170738" y="972228"/>
                  </a:lnTo>
                  <a:lnTo>
                    <a:pt x="173584" y="976181"/>
                  </a:lnTo>
                  <a:lnTo>
                    <a:pt x="156510" y="1003844"/>
                  </a:lnTo>
                  <a:lnTo>
                    <a:pt x="167896" y="1015691"/>
                  </a:lnTo>
                  <a:lnTo>
                    <a:pt x="139439" y="1031485"/>
                  </a:lnTo>
                  <a:lnTo>
                    <a:pt x="139439" y="1043327"/>
                  </a:lnTo>
                  <a:lnTo>
                    <a:pt x="136594" y="1055166"/>
                  </a:lnTo>
                  <a:lnTo>
                    <a:pt x="145131" y="1082775"/>
                  </a:lnTo>
                  <a:lnTo>
                    <a:pt x="125211" y="1074889"/>
                  </a:lnTo>
                  <a:lnTo>
                    <a:pt x="108133" y="1074889"/>
                  </a:lnTo>
                  <a:lnTo>
                    <a:pt x="76834" y="1082775"/>
                  </a:lnTo>
                  <a:lnTo>
                    <a:pt x="51222" y="1090660"/>
                  </a:lnTo>
                  <a:lnTo>
                    <a:pt x="48377" y="1047274"/>
                  </a:lnTo>
                  <a:lnTo>
                    <a:pt x="45531" y="1003843"/>
                  </a:lnTo>
                  <a:lnTo>
                    <a:pt x="42685" y="960365"/>
                  </a:lnTo>
                  <a:lnTo>
                    <a:pt x="39839" y="916841"/>
                  </a:lnTo>
                  <a:lnTo>
                    <a:pt x="36994" y="873271"/>
                  </a:lnTo>
                  <a:lnTo>
                    <a:pt x="34148" y="829654"/>
                  </a:lnTo>
                  <a:lnTo>
                    <a:pt x="31302" y="785990"/>
                  </a:lnTo>
                  <a:lnTo>
                    <a:pt x="28457" y="742280"/>
                  </a:lnTo>
                  <a:lnTo>
                    <a:pt x="26783" y="700630"/>
                  </a:lnTo>
                  <a:lnTo>
                    <a:pt x="25109" y="658938"/>
                  </a:lnTo>
                  <a:lnTo>
                    <a:pt x="23435" y="617202"/>
                  </a:lnTo>
                  <a:lnTo>
                    <a:pt x="21761" y="575424"/>
                  </a:lnTo>
                  <a:lnTo>
                    <a:pt x="20087" y="533602"/>
                  </a:lnTo>
                  <a:lnTo>
                    <a:pt x="18413" y="491738"/>
                  </a:lnTo>
                  <a:lnTo>
                    <a:pt x="16739" y="449830"/>
                  </a:lnTo>
                  <a:lnTo>
                    <a:pt x="15065" y="407878"/>
                  </a:lnTo>
                  <a:lnTo>
                    <a:pt x="13391" y="365883"/>
                  </a:lnTo>
                  <a:lnTo>
                    <a:pt x="11717" y="323845"/>
                  </a:lnTo>
                  <a:lnTo>
                    <a:pt x="10043" y="281762"/>
                  </a:lnTo>
                  <a:lnTo>
                    <a:pt x="8369" y="239635"/>
                  </a:lnTo>
                  <a:lnTo>
                    <a:pt x="6695" y="197464"/>
                  </a:lnTo>
                  <a:lnTo>
                    <a:pt x="5021" y="155249"/>
                  </a:lnTo>
                  <a:lnTo>
                    <a:pt x="3347" y="112990"/>
                  </a:lnTo>
                  <a:lnTo>
                    <a:pt x="1673" y="70686"/>
                  </a:lnTo>
                  <a:close/>
                </a:path>
              </a:pathLst>
            </a:custGeom>
            <a:solidFill>
              <a:srgbClr val="8FA1D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" name="pg13"/>
            <p:cNvSpPr/>
            <p:nvPr/>
          </p:nvSpPr>
          <p:spPr>
            <a:xfrm>
              <a:off x="4435734" y="2873257"/>
              <a:ext cx="685800" cy="1230846"/>
            </a:xfrm>
            <a:custGeom>
              <a:avLst/>
              <a:gdLst/>
              <a:ahLst/>
              <a:cxnLst/>
              <a:rect l="0" t="0" r="0" b="0"/>
              <a:pathLst>
                <a:path w="685800" h="1230846">
                  <a:moveTo>
                    <a:pt x="261797" y="1206835"/>
                  </a:moveTo>
                  <a:lnTo>
                    <a:pt x="253260" y="1194825"/>
                  </a:lnTo>
                  <a:lnTo>
                    <a:pt x="236186" y="1202832"/>
                  </a:lnTo>
                  <a:lnTo>
                    <a:pt x="185913" y="1212172"/>
                  </a:lnTo>
                  <a:lnTo>
                    <a:pt x="135640" y="1221510"/>
                  </a:lnTo>
                  <a:lnTo>
                    <a:pt x="85367" y="1230846"/>
                  </a:lnTo>
                  <a:lnTo>
                    <a:pt x="71138" y="1174800"/>
                  </a:lnTo>
                  <a:lnTo>
                    <a:pt x="39836" y="1182811"/>
                  </a:lnTo>
                  <a:lnTo>
                    <a:pt x="33196" y="1140735"/>
                  </a:lnTo>
                  <a:lnTo>
                    <a:pt x="26557" y="1098614"/>
                  </a:lnTo>
                  <a:lnTo>
                    <a:pt x="19918" y="1056450"/>
                  </a:lnTo>
                  <a:lnTo>
                    <a:pt x="13278" y="1014242"/>
                  </a:lnTo>
                  <a:lnTo>
                    <a:pt x="6639" y="971989"/>
                  </a:lnTo>
                  <a:lnTo>
                    <a:pt x="0" y="929692"/>
                  </a:lnTo>
                  <a:lnTo>
                    <a:pt x="39838" y="920958"/>
                  </a:lnTo>
                  <a:lnTo>
                    <a:pt x="79677" y="912223"/>
                  </a:lnTo>
                  <a:lnTo>
                    <a:pt x="119516" y="903485"/>
                  </a:lnTo>
                  <a:lnTo>
                    <a:pt x="159354" y="894746"/>
                  </a:lnTo>
                  <a:lnTo>
                    <a:pt x="199193" y="886005"/>
                  </a:lnTo>
                  <a:lnTo>
                    <a:pt x="239032" y="877261"/>
                  </a:lnTo>
                  <a:lnTo>
                    <a:pt x="233340" y="828806"/>
                  </a:lnTo>
                  <a:lnTo>
                    <a:pt x="284563" y="816682"/>
                  </a:lnTo>
                  <a:lnTo>
                    <a:pt x="276026" y="776243"/>
                  </a:lnTo>
                  <a:lnTo>
                    <a:pt x="267489" y="735763"/>
                  </a:lnTo>
                  <a:lnTo>
                    <a:pt x="258951" y="695242"/>
                  </a:lnTo>
                  <a:lnTo>
                    <a:pt x="250414" y="654680"/>
                  </a:lnTo>
                  <a:lnTo>
                    <a:pt x="241877" y="614077"/>
                  </a:lnTo>
                  <a:lnTo>
                    <a:pt x="199192" y="614077"/>
                  </a:lnTo>
                  <a:lnTo>
                    <a:pt x="202041" y="577501"/>
                  </a:lnTo>
                  <a:lnTo>
                    <a:pt x="199192" y="536821"/>
                  </a:lnTo>
                  <a:lnTo>
                    <a:pt x="196346" y="520537"/>
                  </a:lnTo>
                  <a:lnTo>
                    <a:pt x="256106" y="492023"/>
                  </a:lnTo>
                  <a:lnTo>
                    <a:pt x="256882" y="447545"/>
                  </a:lnTo>
                  <a:lnTo>
                    <a:pt x="257658" y="403018"/>
                  </a:lnTo>
                  <a:lnTo>
                    <a:pt x="258434" y="358440"/>
                  </a:lnTo>
                  <a:lnTo>
                    <a:pt x="259210" y="313813"/>
                  </a:lnTo>
                  <a:lnTo>
                    <a:pt x="259986" y="269135"/>
                  </a:lnTo>
                  <a:lnTo>
                    <a:pt x="260762" y="224406"/>
                  </a:lnTo>
                  <a:lnTo>
                    <a:pt x="261538" y="179627"/>
                  </a:lnTo>
                  <a:lnTo>
                    <a:pt x="262315" y="134797"/>
                  </a:lnTo>
                  <a:lnTo>
                    <a:pt x="263091" y="89916"/>
                  </a:lnTo>
                  <a:lnTo>
                    <a:pt x="263867" y="44983"/>
                  </a:lnTo>
                  <a:lnTo>
                    <a:pt x="264643" y="0"/>
                  </a:lnTo>
                  <a:lnTo>
                    <a:pt x="324403" y="0"/>
                  </a:lnTo>
                  <a:lnTo>
                    <a:pt x="330094" y="4128"/>
                  </a:lnTo>
                  <a:lnTo>
                    <a:pt x="372779" y="5503"/>
                  </a:lnTo>
                  <a:lnTo>
                    <a:pt x="415463" y="6878"/>
                  </a:lnTo>
                  <a:lnTo>
                    <a:pt x="458147" y="8253"/>
                  </a:lnTo>
                  <a:lnTo>
                    <a:pt x="458147" y="52425"/>
                  </a:lnTo>
                  <a:lnTo>
                    <a:pt x="458147" y="96546"/>
                  </a:lnTo>
                  <a:lnTo>
                    <a:pt x="458147" y="140619"/>
                  </a:lnTo>
                  <a:lnTo>
                    <a:pt x="458147" y="184642"/>
                  </a:lnTo>
                  <a:lnTo>
                    <a:pt x="458147" y="228616"/>
                  </a:lnTo>
                  <a:lnTo>
                    <a:pt x="458147" y="272542"/>
                  </a:lnTo>
                  <a:lnTo>
                    <a:pt x="458147" y="316418"/>
                  </a:lnTo>
                  <a:lnTo>
                    <a:pt x="458147" y="324601"/>
                  </a:lnTo>
                  <a:lnTo>
                    <a:pt x="458147" y="366181"/>
                  </a:lnTo>
                  <a:lnTo>
                    <a:pt x="458147" y="407719"/>
                  </a:lnTo>
                  <a:lnTo>
                    <a:pt x="458147" y="449212"/>
                  </a:lnTo>
                  <a:lnTo>
                    <a:pt x="458147" y="490663"/>
                  </a:lnTo>
                  <a:lnTo>
                    <a:pt x="458147" y="532070"/>
                  </a:lnTo>
                  <a:lnTo>
                    <a:pt x="458147" y="573434"/>
                  </a:lnTo>
                  <a:lnTo>
                    <a:pt x="472380" y="581567"/>
                  </a:lnTo>
                  <a:lnTo>
                    <a:pt x="532136" y="573434"/>
                  </a:lnTo>
                  <a:lnTo>
                    <a:pt x="532136" y="565301"/>
                  </a:lnTo>
                  <a:lnTo>
                    <a:pt x="574821" y="558521"/>
                  </a:lnTo>
                  <a:lnTo>
                    <a:pt x="617507" y="551740"/>
                  </a:lnTo>
                  <a:lnTo>
                    <a:pt x="660193" y="544958"/>
                  </a:lnTo>
                  <a:lnTo>
                    <a:pt x="664461" y="586987"/>
                  </a:lnTo>
                  <a:lnTo>
                    <a:pt x="668729" y="628971"/>
                  </a:lnTo>
                  <a:lnTo>
                    <a:pt x="672997" y="670911"/>
                  </a:lnTo>
                  <a:lnTo>
                    <a:pt x="677264" y="712807"/>
                  </a:lnTo>
                  <a:lnTo>
                    <a:pt x="681532" y="754659"/>
                  </a:lnTo>
                  <a:lnTo>
                    <a:pt x="685800" y="796468"/>
                  </a:lnTo>
                  <a:lnTo>
                    <a:pt x="631736" y="808595"/>
                  </a:lnTo>
                  <a:lnTo>
                    <a:pt x="579090" y="824762"/>
                  </a:lnTo>
                  <a:lnTo>
                    <a:pt x="526444" y="840923"/>
                  </a:lnTo>
                  <a:lnTo>
                    <a:pt x="534981" y="909535"/>
                  </a:lnTo>
                  <a:lnTo>
                    <a:pt x="475225" y="929692"/>
                  </a:lnTo>
                  <a:lnTo>
                    <a:pt x="486604" y="990104"/>
                  </a:lnTo>
                  <a:lnTo>
                    <a:pt x="429694" y="1006196"/>
                  </a:lnTo>
                  <a:lnTo>
                    <a:pt x="435384" y="1054440"/>
                  </a:lnTo>
                  <a:lnTo>
                    <a:pt x="441074" y="1102627"/>
                  </a:lnTo>
                  <a:lnTo>
                    <a:pt x="446765" y="1150756"/>
                  </a:lnTo>
                  <a:lnTo>
                    <a:pt x="369934" y="1162782"/>
                  </a:lnTo>
                  <a:lnTo>
                    <a:pt x="355702" y="1190821"/>
                  </a:lnTo>
                  <a:lnTo>
                    <a:pt x="332940" y="1182811"/>
                  </a:lnTo>
                  <a:lnTo>
                    <a:pt x="310174" y="1198829"/>
                  </a:lnTo>
                  <a:lnTo>
                    <a:pt x="304483" y="1222844"/>
                  </a:lnTo>
                  <a:lnTo>
                    <a:pt x="290254" y="1222844"/>
                  </a:lnTo>
                  <a:lnTo>
                    <a:pt x="290254" y="1206835"/>
                  </a:lnTo>
                  <a:close/>
                </a:path>
              </a:pathLst>
            </a:custGeom>
            <a:solidFill>
              <a:srgbClr val="6F6DB9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" name="pg14"/>
            <p:cNvSpPr/>
            <p:nvPr/>
          </p:nvSpPr>
          <p:spPr>
            <a:xfrm>
              <a:off x="4196698" y="2745150"/>
              <a:ext cx="523599" cy="1110159"/>
            </a:xfrm>
            <a:custGeom>
              <a:avLst/>
              <a:gdLst/>
              <a:ahLst/>
              <a:cxnLst/>
              <a:rect l="0" t="0" r="0" b="0"/>
              <a:pathLst>
                <a:path w="523599" h="1110159">
                  <a:moveTo>
                    <a:pt x="239035" y="1057799"/>
                  </a:moveTo>
                  <a:lnTo>
                    <a:pt x="165043" y="1073918"/>
                  </a:lnTo>
                  <a:lnTo>
                    <a:pt x="167889" y="1094054"/>
                  </a:lnTo>
                  <a:lnTo>
                    <a:pt x="105287" y="1110159"/>
                  </a:lnTo>
                  <a:lnTo>
                    <a:pt x="91058" y="1045706"/>
                  </a:lnTo>
                  <a:lnTo>
                    <a:pt x="85367" y="1041674"/>
                  </a:lnTo>
                  <a:lnTo>
                    <a:pt x="75881" y="997297"/>
                  </a:lnTo>
                  <a:lnTo>
                    <a:pt x="66396" y="952871"/>
                  </a:lnTo>
                  <a:lnTo>
                    <a:pt x="56910" y="908395"/>
                  </a:lnTo>
                  <a:lnTo>
                    <a:pt x="65447" y="904347"/>
                  </a:lnTo>
                  <a:lnTo>
                    <a:pt x="55487" y="860831"/>
                  </a:lnTo>
                  <a:lnTo>
                    <a:pt x="45527" y="817267"/>
                  </a:lnTo>
                  <a:lnTo>
                    <a:pt x="35567" y="773656"/>
                  </a:lnTo>
                  <a:lnTo>
                    <a:pt x="25607" y="729997"/>
                  </a:lnTo>
                  <a:lnTo>
                    <a:pt x="36994" y="721869"/>
                  </a:lnTo>
                  <a:lnTo>
                    <a:pt x="45527" y="709673"/>
                  </a:lnTo>
                  <a:lnTo>
                    <a:pt x="54064" y="693407"/>
                  </a:lnTo>
                  <a:lnTo>
                    <a:pt x="54064" y="681206"/>
                  </a:lnTo>
                  <a:lnTo>
                    <a:pt x="65447" y="668995"/>
                  </a:lnTo>
                  <a:lnTo>
                    <a:pt x="65447" y="660855"/>
                  </a:lnTo>
                  <a:lnTo>
                    <a:pt x="65447" y="652715"/>
                  </a:lnTo>
                  <a:lnTo>
                    <a:pt x="65447" y="648644"/>
                  </a:lnTo>
                  <a:lnTo>
                    <a:pt x="56910" y="648644"/>
                  </a:lnTo>
                  <a:lnTo>
                    <a:pt x="42681" y="652715"/>
                  </a:lnTo>
                  <a:lnTo>
                    <a:pt x="36994" y="648644"/>
                  </a:lnTo>
                  <a:lnTo>
                    <a:pt x="42681" y="640496"/>
                  </a:lnTo>
                  <a:lnTo>
                    <a:pt x="31299" y="636426"/>
                  </a:lnTo>
                  <a:lnTo>
                    <a:pt x="22761" y="624204"/>
                  </a:lnTo>
                  <a:lnTo>
                    <a:pt x="8533" y="595670"/>
                  </a:lnTo>
                  <a:lnTo>
                    <a:pt x="0" y="595670"/>
                  </a:lnTo>
                  <a:lnTo>
                    <a:pt x="5687" y="591595"/>
                  </a:lnTo>
                  <a:lnTo>
                    <a:pt x="14228" y="583439"/>
                  </a:lnTo>
                  <a:lnTo>
                    <a:pt x="17074" y="567121"/>
                  </a:lnTo>
                  <a:lnTo>
                    <a:pt x="19919" y="563040"/>
                  </a:lnTo>
                  <a:lnTo>
                    <a:pt x="25607" y="563040"/>
                  </a:lnTo>
                  <a:lnTo>
                    <a:pt x="34144" y="575281"/>
                  </a:lnTo>
                  <a:lnTo>
                    <a:pt x="45527" y="579360"/>
                  </a:lnTo>
                  <a:lnTo>
                    <a:pt x="51218" y="579360"/>
                  </a:lnTo>
                  <a:lnTo>
                    <a:pt x="51218" y="571201"/>
                  </a:lnTo>
                  <a:lnTo>
                    <a:pt x="45527" y="563040"/>
                  </a:lnTo>
                  <a:lnTo>
                    <a:pt x="56910" y="550796"/>
                  </a:lnTo>
                  <a:lnTo>
                    <a:pt x="62605" y="518127"/>
                  </a:lnTo>
                  <a:lnTo>
                    <a:pt x="48373" y="497695"/>
                  </a:lnTo>
                  <a:lnTo>
                    <a:pt x="65447" y="493607"/>
                  </a:lnTo>
                  <a:lnTo>
                    <a:pt x="71138" y="505872"/>
                  </a:lnTo>
                  <a:lnTo>
                    <a:pt x="99596" y="501782"/>
                  </a:lnTo>
                  <a:lnTo>
                    <a:pt x="76830" y="424055"/>
                  </a:lnTo>
                  <a:lnTo>
                    <a:pt x="54064" y="424055"/>
                  </a:lnTo>
                  <a:lnTo>
                    <a:pt x="53251" y="382498"/>
                  </a:lnTo>
                  <a:lnTo>
                    <a:pt x="52438" y="340898"/>
                  </a:lnTo>
                  <a:lnTo>
                    <a:pt x="51625" y="299253"/>
                  </a:lnTo>
                  <a:lnTo>
                    <a:pt x="50812" y="257565"/>
                  </a:lnTo>
                  <a:lnTo>
                    <a:pt x="49999" y="215833"/>
                  </a:lnTo>
                  <a:lnTo>
                    <a:pt x="49186" y="174056"/>
                  </a:lnTo>
                  <a:lnTo>
                    <a:pt x="48373" y="132235"/>
                  </a:lnTo>
                  <a:lnTo>
                    <a:pt x="51218" y="128106"/>
                  </a:lnTo>
                  <a:lnTo>
                    <a:pt x="52641" y="66171"/>
                  </a:lnTo>
                  <a:lnTo>
                    <a:pt x="54064" y="4139"/>
                  </a:lnTo>
                  <a:lnTo>
                    <a:pt x="97887" y="3725"/>
                  </a:lnTo>
                  <a:lnTo>
                    <a:pt x="141711" y="3311"/>
                  </a:lnTo>
                  <a:lnTo>
                    <a:pt x="185534" y="2897"/>
                  </a:lnTo>
                  <a:lnTo>
                    <a:pt x="229357" y="2483"/>
                  </a:lnTo>
                  <a:lnTo>
                    <a:pt x="273180" y="2069"/>
                  </a:lnTo>
                  <a:lnTo>
                    <a:pt x="317003" y="1655"/>
                  </a:lnTo>
                  <a:lnTo>
                    <a:pt x="360826" y="1241"/>
                  </a:lnTo>
                  <a:lnTo>
                    <a:pt x="404650" y="827"/>
                  </a:lnTo>
                  <a:lnTo>
                    <a:pt x="448473" y="413"/>
                  </a:lnTo>
                  <a:lnTo>
                    <a:pt x="492296" y="0"/>
                  </a:lnTo>
                  <a:lnTo>
                    <a:pt x="496090" y="42748"/>
                  </a:lnTo>
                  <a:lnTo>
                    <a:pt x="499884" y="85450"/>
                  </a:lnTo>
                  <a:lnTo>
                    <a:pt x="503679" y="128106"/>
                  </a:lnTo>
                  <a:lnTo>
                    <a:pt x="502903" y="173090"/>
                  </a:lnTo>
                  <a:lnTo>
                    <a:pt x="502126" y="218022"/>
                  </a:lnTo>
                  <a:lnTo>
                    <a:pt x="501350" y="262904"/>
                  </a:lnTo>
                  <a:lnTo>
                    <a:pt x="500574" y="307734"/>
                  </a:lnTo>
                  <a:lnTo>
                    <a:pt x="499798" y="352513"/>
                  </a:lnTo>
                  <a:lnTo>
                    <a:pt x="499022" y="397241"/>
                  </a:lnTo>
                  <a:lnTo>
                    <a:pt x="498246" y="441920"/>
                  </a:lnTo>
                  <a:lnTo>
                    <a:pt x="497470" y="486547"/>
                  </a:lnTo>
                  <a:lnTo>
                    <a:pt x="496694" y="531125"/>
                  </a:lnTo>
                  <a:lnTo>
                    <a:pt x="495918" y="575652"/>
                  </a:lnTo>
                  <a:lnTo>
                    <a:pt x="495142" y="620130"/>
                  </a:lnTo>
                  <a:lnTo>
                    <a:pt x="435382" y="648644"/>
                  </a:lnTo>
                  <a:lnTo>
                    <a:pt x="438227" y="664928"/>
                  </a:lnTo>
                  <a:lnTo>
                    <a:pt x="441077" y="705607"/>
                  </a:lnTo>
                  <a:lnTo>
                    <a:pt x="438227" y="742183"/>
                  </a:lnTo>
                  <a:lnTo>
                    <a:pt x="480913" y="742183"/>
                  </a:lnTo>
                  <a:lnTo>
                    <a:pt x="489450" y="782787"/>
                  </a:lnTo>
                  <a:lnTo>
                    <a:pt x="497987" y="823349"/>
                  </a:lnTo>
                  <a:lnTo>
                    <a:pt x="506524" y="863870"/>
                  </a:lnTo>
                  <a:lnTo>
                    <a:pt x="515062" y="904350"/>
                  </a:lnTo>
                  <a:lnTo>
                    <a:pt x="523599" y="944789"/>
                  </a:lnTo>
                  <a:lnTo>
                    <a:pt x="472376" y="956912"/>
                  </a:lnTo>
                  <a:lnTo>
                    <a:pt x="478067" y="1005368"/>
                  </a:lnTo>
                  <a:lnTo>
                    <a:pt x="438229" y="1014111"/>
                  </a:lnTo>
                  <a:lnTo>
                    <a:pt x="398390" y="1022853"/>
                  </a:lnTo>
                  <a:lnTo>
                    <a:pt x="358551" y="1031592"/>
                  </a:lnTo>
                  <a:lnTo>
                    <a:pt x="318713" y="1040330"/>
                  </a:lnTo>
                  <a:lnTo>
                    <a:pt x="278874" y="1049065"/>
                  </a:lnTo>
                  <a:close/>
                </a:path>
              </a:pathLst>
            </a:custGeom>
            <a:solidFill>
              <a:srgbClr val="ADD8E6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" name="pg15"/>
            <p:cNvSpPr/>
            <p:nvPr/>
          </p:nvSpPr>
          <p:spPr>
            <a:xfrm>
              <a:off x="4091407" y="4434791"/>
              <a:ext cx="170738" cy="328030"/>
            </a:xfrm>
            <a:custGeom>
              <a:avLst/>
              <a:gdLst/>
              <a:ahLst/>
              <a:cxnLst/>
              <a:rect l="0" t="0" r="0" b="0"/>
              <a:pathLst>
                <a:path w="170738" h="328030">
                  <a:moveTo>
                    <a:pt x="22765" y="31732"/>
                  </a:moveTo>
                  <a:lnTo>
                    <a:pt x="71138" y="43625"/>
                  </a:lnTo>
                  <a:lnTo>
                    <a:pt x="85371" y="0"/>
                  </a:lnTo>
                  <a:lnTo>
                    <a:pt x="139435" y="11902"/>
                  </a:lnTo>
                  <a:lnTo>
                    <a:pt x="142285" y="23801"/>
                  </a:lnTo>
                  <a:lnTo>
                    <a:pt x="130898" y="67399"/>
                  </a:lnTo>
                  <a:lnTo>
                    <a:pt x="125211" y="91162"/>
                  </a:lnTo>
                  <a:lnTo>
                    <a:pt x="116670" y="103040"/>
                  </a:lnTo>
                  <a:lnTo>
                    <a:pt x="142285" y="106996"/>
                  </a:lnTo>
                  <a:lnTo>
                    <a:pt x="162201" y="110953"/>
                  </a:lnTo>
                  <a:lnTo>
                    <a:pt x="170738" y="118867"/>
                  </a:lnTo>
                  <a:lnTo>
                    <a:pt x="159355" y="154461"/>
                  </a:lnTo>
                  <a:lnTo>
                    <a:pt x="145131" y="201872"/>
                  </a:lnTo>
                  <a:lnTo>
                    <a:pt x="128053" y="205817"/>
                  </a:lnTo>
                  <a:lnTo>
                    <a:pt x="113824" y="245281"/>
                  </a:lnTo>
                  <a:lnTo>
                    <a:pt x="105291" y="261055"/>
                  </a:lnTo>
                  <a:lnTo>
                    <a:pt x="113824" y="300465"/>
                  </a:lnTo>
                  <a:lnTo>
                    <a:pt x="102445" y="328030"/>
                  </a:lnTo>
                  <a:lnTo>
                    <a:pt x="93904" y="328030"/>
                  </a:lnTo>
                  <a:lnTo>
                    <a:pt x="85371" y="320156"/>
                  </a:lnTo>
                  <a:lnTo>
                    <a:pt x="85371" y="304404"/>
                  </a:lnTo>
                  <a:lnTo>
                    <a:pt x="76834" y="288646"/>
                  </a:lnTo>
                  <a:lnTo>
                    <a:pt x="76834" y="261055"/>
                  </a:lnTo>
                  <a:lnTo>
                    <a:pt x="79679" y="233446"/>
                  </a:lnTo>
                  <a:lnTo>
                    <a:pt x="71138" y="221607"/>
                  </a:lnTo>
                  <a:lnTo>
                    <a:pt x="82525" y="186074"/>
                  </a:lnTo>
                  <a:lnTo>
                    <a:pt x="93904" y="158414"/>
                  </a:lnTo>
                  <a:lnTo>
                    <a:pt x="91058" y="154461"/>
                  </a:lnTo>
                  <a:lnTo>
                    <a:pt x="82525" y="150508"/>
                  </a:lnTo>
                  <a:lnTo>
                    <a:pt x="76834" y="162364"/>
                  </a:lnTo>
                  <a:lnTo>
                    <a:pt x="65451" y="174219"/>
                  </a:lnTo>
                  <a:lnTo>
                    <a:pt x="56914" y="174219"/>
                  </a:lnTo>
                  <a:lnTo>
                    <a:pt x="39839" y="170271"/>
                  </a:lnTo>
                  <a:lnTo>
                    <a:pt x="25607" y="162364"/>
                  </a:lnTo>
                  <a:lnTo>
                    <a:pt x="14228" y="154461"/>
                  </a:lnTo>
                  <a:lnTo>
                    <a:pt x="5691" y="142600"/>
                  </a:lnTo>
                  <a:lnTo>
                    <a:pt x="0" y="130735"/>
                  </a:lnTo>
                  <a:lnTo>
                    <a:pt x="5691" y="114910"/>
                  </a:lnTo>
                  <a:lnTo>
                    <a:pt x="5691" y="103040"/>
                  </a:lnTo>
                  <a:close/>
                </a:path>
              </a:pathLst>
            </a:custGeom>
            <a:solidFill>
              <a:srgbClr val="ADD8E6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" name="pg16"/>
            <p:cNvSpPr/>
            <p:nvPr/>
          </p:nvSpPr>
          <p:spPr>
            <a:xfrm>
              <a:off x="3835297" y="2749290"/>
              <a:ext cx="640273" cy="1406784"/>
            </a:xfrm>
            <a:custGeom>
              <a:avLst/>
              <a:gdLst/>
              <a:ahLst/>
              <a:cxnLst/>
              <a:rect l="0" t="0" r="0" b="0"/>
              <a:pathLst>
                <a:path w="640273" h="1406784">
                  <a:moveTo>
                    <a:pt x="549210" y="1314788"/>
                  </a:moveTo>
                  <a:lnTo>
                    <a:pt x="540677" y="1306778"/>
                  </a:lnTo>
                  <a:lnTo>
                    <a:pt x="460997" y="1318792"/>
                  </a:lnTo>
                  <a:lnTo>
                    <a:pt x="460997" y="1330803"/>
                  </a:lnTo>
                  <a:lnTo>
                    <a:pt x="469534" y="1346811"/>
                  </a:lnTo>
                  <a:lnTo>
                    <a:pt x="483763" y="1354813"/>
                  </a:lnTo>
                  <a:lnTo>
                    <a:pt x="486608" y="1370812"/>
                  </a:lnTo>
                  <a:lnTo>
                    <a:pt x="483763" y="1394799"/>
                  </a:lnTo>
                  <a:lnTo>
                    <a:pt x="475225" y="1402791"/>
                  </a:lnTo>
                  <a:lnTo>
                    <a:pt x="409774" y="1390799"/>
                  </a:lnTo>
                  <a:lnTo>
                    <a:pt x="404083" y="1386805"/>
                  </a:lnTo>
                  <a:lnTo>
                    <a:pt x="392700" y="1386805"/>
                  </a:lnTo>
                  <a:lnTo>
                    <a:pt x="378475" y="1406784"/>
                  </a:lnTo>
                  <a:lnTo>
                    <a:pt x="367088" y="1398795"/>
                  </a:lnTo>
                  <a:lnTo>
                    <a:pt x="369934" y="1386805"/>
                  </a:lnTo>
                  <a:lnTo>
                    <a:pt x="358555" y="1378809"/>
                  </a:lnTo>
                  <a:lnTo>
                    <a:pt x="341481" y="1374808"/>
                  </a:lnTo>
                  <a:lnTo>
                    <a:pt x="313024" y="1386805"/>
                  </a:lnTo>
                  <a:lnTo>
                    <a:pt x="293104" y="1330803"/>
                  </a:lnTo>
                  <a:lnTo>
                    <a:pt x="281717" y="1330803"/>
                  </a:lnTo>
                  <a:lnTo>
                    <a:pt x="267492" y="1278732"/>
                  </a:lnTo>
                  <a:lnTo>
                    <a:pt x="276030" y="1274724"/>
                  </a:lnTo>
                  <a:lnTo>
                    <a:pt x="267492" y="1238634"/>
                  </a:lnTo>
                  <a:lnTo>
                    <a:pt x="258955" y="1238634"/>
                  </a:lnTo>
                  <a:lnTo>
                    <a:pt x="256110" y="1226596"/>
                  </a:lnTo>
                  <a:lnTo>
                    <a:pt x="258955" y="1226596"/>
                  </a:lnTo>
                  <a:lnTo>
                    <a:pt x="256110" y="1202507"/>
                  </a:lnTo>
                  <a:lnTo>
                    <a:pt x="210578" y="1206525"/>
                  </a:lnTo>
                  <a:lnTo>
                    <a:pt x="207732" y="1186444"/>
                  </a:lnTo>
                  <a:lnTo>
                    <a:pt x="202041" y="1186444"/>
                  </a:lnTo>
                  <a:lnTo>
                    <a:pt x="202041" y="1178409"/>
                  </a:lnTo>
                  <a:lnTo>
                    <a:pt x="204887" y="1178409"/>
                  </a:lnTo>
                  <a:lnTo>
                    <a:pt x="204887" y="1150273"/>
                  </a:lnTo>
                  <a:lnTo>
                    <a:pt x="219119" y="1146252"/>
                  </a:lnTo>
                  <a:lnTo>
                    <a:pt x="211531" y="1104678"/>
                  </a:lnTo>
                  <a:lnTo>
                    <a:pt x="203942" y="1063062"/>
                  </a:lnTo>
                  <a:lnTo>
                    <a:pt x="196353" y="1021403"/>
                  </a:lnTo>
                  <a:lnTo>
                    <a:pt x="139435" y="1025436"/>
                  </a:lnTo>
                  <a:lnTo>
                    <a:pt x="128056" y="981045"/>
                  </a:lnTo>
                  <a:lnTo>
                    <a:pt x="91062" y="989120"/>
                  </a:lnTo>
                  <a:lnTo>
                    <a:pt x="91062" y="997193"/>
                  </a:lnTo>
                  <a:lnTo>
                    <a:pt x="73988" y="997193"/>
                  </a:lnTo>
                  <a:lnTo>
                    <a:pt x="65451" y="956811"/>
                  </a:lnTo>
                  <a:lnTo>
                    <a:pt x="56914" y="916389"/>
                  </a:lnTo>
                  <a:lnTo>
                    <a:pt x="48377" y="875926"/>
                  </a:lnTo>
                  <a:lnTo>
                    <a:pt x="39839" y="835422"/>
                  </a:lnTo>
                  <a:lnTo>
                    <a:pt x="31302" y="794877"/>
                  </a:lnTo>
                  <a:lnTo>
                    <a:pt x="22765" y="754290"/>
                  </a:lnTo>
                  <a:lnTo>
                    <a:pt x="25611" y="746171"/>
                  </a:lnTo>
                  <a:lnTo>
                    <a:pt x="12805" y="695370"/>
                  </a:lnTo>
                  <a:lnTo>
                    <a:pt x="0" y="644504"/>
                  </a:lnTo>
                  <a:lnTo>
                    <a:pt x="8537" y="636357"/>
                  </a:lnTo>
                  <a:lnTo>
                    <a:pt x="31302" y="632287"/>
                  </a:lnTo>
                  <a:lnTo>
                    <a:pt x="42685" y="615991"/>
                  </a:lnTo>
                  <a:lnTo>
                    <a:pt x="62605" y="603764"/>
                  </a:lnTo>
                  <a:lnTo>
                    <a:pt x="79676" y="587456"/>
                  </a:lnTo>
                  <a:lnTo>
                    <a:pt x="82525" y="575221"/>
                  </a:lnTo>
                  <a:lnTo>
                    <a:pt x="73988" y="558901"/>
                  </a:lnTo>
                  <a:lnTo>
                    <a:pt x="79676" y="538492"/>
                  </a:lnTo>
                  <a:lnTo>
                    <a:pt x="85371" y="518073"/>
                  </a:lnTo>
                  <a:lnTo>
                    <a:pt x="99596" y="505816"/>
                  </a:lnTo>
                  <a:lnTo>
                    <a:pt x="125207" y="497643"/>
                  </a:lnTo>
                  <a:lnTo>
                    <a:pt x="139435" y="481291"/>
                  </a:lnTo>
                  <a:lnTo>
                    <a:pt x="147973" y="440386"/>
                  </a:lnTo>
                  <a:lnTo>
                    <a:pt x="145127" y="432196"/>
                  </a:lnTo>
                  <a:lnTo>
                    <a:pt x="128056" y="419916"/>
                  </a:lnTo>
                  <a:lnTo>
                    <a:pt x="125207" y="378944"/>
                  </a:lnTo>
                  <a:lnTo>
                    <a:pt x="142281" y="354343"/>
                  </a:lnTo>
                  <a:lnTo>
                    <a:pt x="156514" y="296875"/>
                  </a:lnTo>
                  <a:lnTo>
                    <a:pt x="150822" y="288659"/>
                  </a:lnTo>
                  <a:lnTo>
                    <a:pt x="130902" y="259887"/>
                  </a:lnTo>
                  <a:lnTo>
                    <a:pt x="145127" y="222865"/>
                  </a:lnTo>
                  <a:lnTo>
                    <a:pt x="159355" y="202281"/>
                  </a:lnTo>
                  <a:lnTo>
                    <a:pt x="170738" y="177570"/>
                  </a:lnTo>
                  <a:lnTo>
                    <a:pt x="176433" y="161085"/>
                  </a:lnTo>
                  <a:lnTo>
                    <a:pt x="184967" y="152838"/>
                  </a:lnTo>
                  <a:lnTo>
                    <a:pt x="207732" y="136343"/>
                  </a:lnTo>
                  <a:lnTo>
                    <a:pt x="230498" y="119841"/>
                  </a:lnTo>
                  <a:lnTo>
                    <a:pt x="241881" y="99206"/>
                  </a:lnTo>
                  <a:lnTo>
                    <a:pt x="253264" y="66164"/>
                  </a:lnTo>
                  <a:lnTo>
                    <a:pt x="258955" y="16549"/>
                  </a:lnTo>
                  <a:lnTo>
                    <a:pt x="261801" y="0"/>
                  </a:lnTo>
                  <a:lnTo>
                    <a:pt x="313022" y="0"/>
                  </a:lnTo>
                  <a:lnTo>
                    <a:pt x="364244" y="0"/>
                  </a:lnTo>
                  <a:lnTo>
                    <a:pt x="415465" y="0"/>
                  </a:lnTo>
                  <a:lnTo>
                    <a:pt x="414043" y="62032"/>
                  </a:lnTo>
                  <a:lnTo>
                    <a:pt x="412620" y="123967"/>
                  </a:lnTo>
                  <a:lnTo>
                    <a:pt x="409774" y="128095"/>
                  </a:lnTo>
                  <a:lnTo>
                    <a:pt x="410587" y="169917"/>
                  </a:lnTo>
                  <a:lnTo>
                    <a:pt x="411400" y="211693"/>
                  </a:lnTo>
                  <a:lnTo>
                    <a:pt x="412213" y="253426"/>
                  </a:lnTo>
                  <a:lnTo>
                    <a:pt x="413026" y="295114"/>
                  </a:lnTo>
                  <a:lnTo>
                    <a:pt x="413839" y="336758"/>
                  </a:lnTo>
                  <a:lnTo>
                    <a:pt x="414652" y="378359"/>
                  </a:lnTo>
                  <a:lnTo>
                    <a:pt x="415465" y="419916"/>
                  </a:lnTo>
                  <a:lnTo>
                    <a:pt x="438231" y="419916"/>
                  </a:lnTo>
                  <a:lnTo>
                    <a:pt x="460997" y="497643"/>
                  </a:lnTo>
                  <a:lnTo>
                    <a:pt x="432540" y="501733"/>
                  </a:lnTo>
                  <a:lnTo>
                    <a:pt x="426848" y="489468"/>
                  </a:lnTo>
                  <a:lnTo>
                    <a:pt x="409774" y="493556"/>
                  </a:lnTo>
                  <a:lnTo>
                    <a:pt x="424006" y="513988"/>
                  </a:lnTo>
                  <a:lnTo>
                    <a:pt x="418311" y="546657"/>
                  </a:lnTo>
                  <a:lnTo>
                    <a:pt x="406928" y="558901"/>
                  </a:lnTo>
                  <a:lnTo>
                    <a:pt x="412620" y="567062"/>
                  </a:lnTo>
                  <a:lnTo>
                    <a:pt x="412620" y="575221"/>
                  </a:lnTo>
                  <a:lnTo>
                    <a:pt x="406928" y="575221"/>
                  </a:lnTo>
                  <a:lnTo>
                    <a:pt x="395546" y="571142"/>
                  </a:lnTo>
                  <a:lnTo>
                    <a:pt x="387008" y="558901"/>
                  </a:lnTo>
                  <a:lnTo>
                    <a:pt x="381321" y="558901"/>
                  </a:lnTo>
                  <a:lnTo>
                    <a:pt x="378475" y="562982"/>
                  </a:lnTo>
                  <a:lnTo>
                    <a:pt x="375629" y="579300"/>
                  </a:lnTo>
                  <a:lnTo>
                    <a:pt x="367088" y="587456"/>
                  </a:lnTo>
                  <a:lnTo>
                    <a:pt x="361401" y="591531"/>
                  </a:lnTo>
                  <a:lnTo>
                    <a:pt x="369934" y="591531"/>
                  </a:lnTo>
                  <a:lnTo>
                    <a:pt x="384163" y="620065"/>
                  </a:lnTo>
                  <a:lnTo>
                    <a:pt x="392700" y="632287"/>
                  </a:lnTo>
                  <a:lnTo>
                    <a:pt x="404083" y="636357"/>
                  </a:lnTo>
                  <a:lnTo>
                    <a:pt x="398395" y="644504"/>
                  </a:lnTo>
                  <a:lnTo>
                    <a:pt x="404083" y="648576"/>
                  </a:lnTo>
                  <a:lnTo>
                    <a:pt x="418311" y="644504"/>
                  </a:lnTo>
                  <a:lnTo>
                    <a:pt x="426848" y="644504"/>
                  </a:lnTo>
                  <a:lnTo>
                    <a:pt x="426848" y="648576"/>
                  </a:lnTo>
                  <a:lnTo>
                    <a:pt x="426848" y="656716"/>
                  </a:lnTo>
                  <a:lnTo>
                    <a:pt x="426848" y="664856"/>
                  </a:lnTo>
                  <a:lnTo>
                    <a:pt x="415465" y="677067"/>
                  </a:lnTo>
                  <a:lnTo>
                    <a:pt x="415465" y="689268"/>
                  </a:lnTo>
                  <a:lnTo>
                    <a:pt x="406928" y="705534"/>
                  </a:lnTo>
                  <a:lnTo>
                    <a:pt x="398395" y="717730"/>
                  </a:lnTo>
                  <a:lnTo>
                    <a:pt x="387008" y="725858"/>
                  </a:lnTo>
                  <a:lnTo>
                    <a:pt x="396968" y="769517"/>
                  </a:lnTo>
                  <a:lnTo>
                    <a:pt x="406928" y="813128"/>
                  </a:lnTo>
                  <a:lnTo>
                    <a:pt x="416888" y="856691"/>
                  </a:lnTo>
                  <a:lnTo>
                    <a:pt x="426848" y="900208"/>
                  </a:lnTo>
                  <a:lnTo>
                    <a:pt x="418311" y="904256"/>
                  </a:lnTo>
                  <a:lnTo>
                    <a:pt x="427797" y="948731"/>
                  </a:lnTo>
                  <a:lnTo>
                    <a:pt x="437283" y="993158"/>
                  </a:lnTo>
                  <a:lnTo>
                    <a:pt x="446768" y="1037534"/>
                  </a:lnTo>
                  <a:lnTo>
                    <a:pt x="452460" y="1041566"/>
                  </a:lnTo>
                  <a:lnTo>
                    <a:pt x="466688" y="1106019"/>
                  </a:lnTo>
                  <a:lnTo>
                    <a:pt x="529290" y="1089915"/>
                  </a:lnTo>
                  <a:lnTo>
                    <a:pt x="526444" y="1069778"/>
                  </a:lnTo>
                  <a:lnTo>
                    <a:pt x="600437" y="1053660"/>
                  </a:lnTo>
                  <a:lnTo>
                    <a:pt x="607076" y="1095957"/>
                  </a:lnTo>
                  <a:lnTo>
                    <a:pt x="613715" y="1138209"/>
                  </a:lnTo>
                  <a:lnTo>
                    <a:pt x="620355" y="1180418"/>
                  </a:lnTo>
                  <a:lnTo>
                    <a:pt x="626994" y="1222582"/>
                  </a:lnTo>
                  <a:lnTo>
                    <a:pt x="633633" y="1264702"/>
                  </a:lnTo>
                  <a:lnTo>
                    <a:pt x="640273" y="1306778"/>
                  </a:lnTo>
                  <a:lnTo>
                    <a:pt x="611816" y="1306778"/>
                  </a:lnTo>
                  <a:lnTo>
                    <a:pt x="603282" y="1274724"/>
                  </a:lnTo>
                  <a:lnTo>
                    <a:pt x="580517" y="1278732"/>
                  </a:lnTo>
                  <a:lnTo>
                    <a:pt x="569130" y="1290754"/>
                  </a:lnTo>
                  <a:lnTo>
                    <a:pt x="566288" y="1310784"/>
                  </a:lnTo>
                  <a:close/>
                </a:path>
              </a:pathLst>
            </a:custGeom>
            <a:solidFill>
              <a:srgbClr val="9EBCDB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" name="pg17"/>
            <p:cNvSpPr/>
            <p:nvPr/>
          </p:nvSpPr>
          <p:spPr>
            <a:xfrm>
              <a:off x="4358900" y="4024014"/>
              <a:ext cx="347172" cy="355185"/>
            </a:xfrm>
            <a:custGeom>
              <a:avLst/>
              <a:gdLst/>
              <a:ahLst/>
              <a:cxnLst/>
              <a:rect l="0" t="0" r="0" b="0"/>
              <a:pathLst>
                <a:path w="347172" h="355185">
                  <a:moveTo>
                    <a:pt x="116670" y="32054"/>
                  </a:moveTo>
                  <a:lnTo>
                    <a:pt x="147973" y="24043"/>
                  </a:lnTo>
                  <a:lnTo>
                    <a:pt x="162201" y="80089"/>
                  </a:lnTo>
                  <a:lnTo>
                    <a:pt x="212474" y="70753"/>
                  </a:lnTo>
                  <a:lnTo>
                    <a:pt x="262747" y="61416"/>
                  </a:lnTo>
                  <a:lnTo>
                    <a:pt x="313020" y="52076"/>
                  </a:lnTo>
                  <a:lnTo>
                    <a:pt x="330094" y="44068"/>
                  </a:lnTo>
                  <a:lnTo>
                    <a:pt x="338631" y="56079"/>
                  </a:lnTo>
                  <a:lnTo>
                    <a:pt x="335786" y="64084"/>
                  </a:lnTo>
                  <a:lnTo>
                    <a:pt x="330094" y="76088"/>
                  </a:lnTo>
                  <a:lnTo>
                    <a:pt x="327252" y="92089"/>
                  </a:lnTo>
                  <a:lnTo>
                    <a:pt x="324407" y="104085"/>
                  </a:lnTo>
                  <a:lnTo>
                    <a:pt x="327252" y="112081"/>
                  </a:lnTo>
                  <a:lnTo>
                    <a:pt x="338631" y="124071"/>
                  </a:lnTo>
                  <a:lnTo>
                    <a:pt x="347172" y="144044"/>
                  </a:lnTo>
                  <a:lnTo>
                    <a:pt x="338631" y="144044"/>
                  </a:lnTo>
                  <a:lnTo>
                    <a:pt x="324407" y="211889"/>
                  </a:lnTo>
                  <a:lnTo>
                    <a:pt x="310174" y="223850"/>
                  </a:lnTo>
                  <a:lnTo>
                    <a:pt x="278875" y="223850"/>
                  </a:lnTo>
                  <a:lnTo>
                    <a:pt x="261801" y="235807"/>
                  </a:lnTo>
                  <a:lnTo>
                    <a:pt x="250414" y="247761"/>
                  </a:lnTo>
                  <a:lnTo>
                    <a:pt x="250414" y="263694"/>
                  </a:lnTo>
                  <a:lnTo>
                    <a:pt x="261801" y="283601"/>
                  </a:lnTo>
                  <a:lnTo>
                    <a:pt x="256110" y="315430"/>
                  </a:lnTo>
                  <a:lnTo>
                    <a:pt x="253260" y="331337"/>
                  </a:lnTo>
                  <a:lnTo>
                    <a:pt x="233344" y="355185"/>
                  </a:lnTo>
                  <a:lnTo>
                    <a:pt x="219115" y="347237"/>
                  </a:lnTo>
                  <a:lnTo>
                    <a:pt x="210578" y="355185"/>
                  </a:lnTo>
                  <a:lnTo>
                    <a:pt x="196350" y="355185"/>
                  </a:lnTo>
                  <a:lnTo>
                    <a:pt x="156510" y="317420"/>
                  </a:lnTo>
                  <a:lnTo>
                    <a:pt x="116670" y="279621"/>
                  </a:lnTo>
                  <a:lnTo>
                    <a:pt x="76834" y="307475"/>
                  </a:lnTo>
                  <a:lnTo>
                    <a:pt x="54068" y="287579"/>
                  </a:lnTo>
                  <a:lnTo>
                    <a:pt x="42685" y="299520"/>
                  </a:lnTo>
                  <a:lnTo>
                    <a:pt x="0" y="287579"/>
                  </a:lnTo>
                  <a:lnTo>
                    <a:pt x="12803" y="247760"/>
                  </a:lnTo>
                  <a:lnTo>
                    <a:pt x="25607" y="207901"/>
                  </a:lnTo>
                  <a:lnTo>
                    <a:pt x="48373" y="207901"/>
                  </a:lnTo>
                  <a:lnTo>
                    <a:pt x="62605" y="152034"/>
                  </a:lnTo>
                  <a:lnTo>
                    <a:pt x="42685" y="144044"/>
                  </a:lnTo>
                  <a:lnTo>
                    <a:pt x="48373" y="84089"/>
                  </a:lnTo>
                  <a:lnTo>
                    <a:pt x="22765" y="80089"/>
                  </a:lnTo>
                  <a:lnTo>
                    <a:pt x="28453" y="60082"/>
                  </a:lnTo>
                  <a:lnTo>
                    <a:pt x="25607" y="40064"/>
                  </a:lnTo>
                  <a:lnTo>
                    <a:pt x="42685" y="36059"/>
                  </a:lnTo>
                  <a:lnTo>
                    <a:pt x="45527" y="16030"/>
                  </a:lnTo>
                  <a:lnTo>
                    <a:pt x="56914" y="4008"/>
                  </a:lnTo>
                  <a:lnTo>
                    <a:pt x="79679" y="0"/>
                  </a:lnTo>
                  <a:lnTo>
                    <a:pt x="88213" y="32054"/>
                  </a:lnTo>
                  <a:close/>
                </a:path>
              </a:pathLst>
            </a:custGeom>
            <a:solidFill>
              <a:srgbClr val="ADD8E6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" name="pg18"/>
            <p:cNvSpPr/>
            <p:nvPr/>
          </p:nvSpPr>
          <p:spPr>
            <a:xfrm>
              <a:off x="5056087" y="3377503"/>
              <a:ext cx="543519" cy="890284"/>
            </a:xfrm>
            <a:custGeom>
              <a:avLst/>
              <a:gdLst/>
              <a:ahLst/>
              <a:cxnLst/>
              <a:rect l="0" t="0" r="0" b="0"/>
              <a:pathLst>
                <a:path w="543519" h="890284">
                  <a:moveTo>
                    <a:pt x="159355" y="4073"/>
                  </a:moveTo>
                  <a:lnTo>
                    <a:pt x="170738" y="8143"/>
                  </a:lnTo>
                  <a:lnTo>
                    <a:pt x="184963" y="8143"/>
                  </a:lnTo>
                  <a:lnTo>
                    <a:pt x="202041" y="0"/>
                  </a:lnTo>
                  <a:lnTo>
                    <a:pt x="213424" y="28502"/>
                  </a:lnTo>
                  <a:lnTo>
                    <a:pt x="224807" y="40712"/>
                  </a:lnTo>
                  <a:lnTo>
                    <a:pt x="261801" y="56987"/>
                  </a:lnTo>
                  <a:lnTo>
                    <a:pt x="287409" y="69188"/>
                  </a:lnTo>
                  <a:lnTo>
                    <a:pt x="318711" y="56987"/>
                  </a:lnTo>
                  <a:lnTo>
                    <a:pt x="330094" y="61054"/>
                  </a:lnTo>
                  <a:lnTo>
                    <a:pt x="338631" y="77320"/>
                  </a:lnTo>
                  <a:lnTo>
                    <a:pt x="341477" y="117957"/>
                  </a:lnTo>
                  <a:lnTo>
                    <a:pt x="332940" y="134200"/>
                  </a:lnTo>
                  <a:lnTo>
                    <a:pt x="310174" y="138257"/>
                  </a:lnTo>
                  <a:lnTo>
                    <a:pt x="307329" y="150436"/>
                  </a:lnTo>
                  <a:lnTo>
                    <a:pt x="307329" y="158549"/>
                  </a:lnTo>
                  <a:lnTo>
                    <a:pt x="321557" y="199103"/>
                  </a:lnTo>
                  <a:lnTo>
                    <a:pt x="335786" y="215313"/>
                  </a:lnTo>
                  <a:lnTo>
                    <a:pt x="338631" y="231517"/>
                  </a:lnTo>
                  <a:lnTo>
                    <a:pt x="324403" y="284130"/>
                  </a:lnTo>
                  <a:lnTo>
                    <a:pt x="318711" y="292221"/>
                  </a:lnTo>
                  <a:lnTo>
                    <a:pt x="332940" y="316475"/>
                  </a:lnTo>
                  <a:lnTo>
                    <a:pt x="358551" y="368979"/>
                  </a:lnTo>
                  <a:lnTo>
                    <a:pt x="375626" y="381086"/>
                  </a:lnTo>
                  <a:lnTo>
                    <a:pt x="392700" y="373015"/>
                  </a:lnTo>
                  <a:lnTo>
                    <a:pt x="418311" y="344755"/>
                  </a:lnTo>
                  <a:lnTo>
                    <a:pt x="426848" y="352831"/>
                  </a:lnTo>
                  <a:lnTo>
                    <a:pt x="443923" y="360906"/>
                  </a:lnTo>
                  <a:lnTo>
                    <a:pt x="460997" y="364943"/>
                  </a:lnTo>
                  <a:lnTo>
                    <a:pt x="489454" y="397222"/>
                  </a:lnTo>
                  <a:lnTo>
                    <a:pt x="506528" y="421415"/>
                  </a:lnTo>
                  <a:lnTo>
                    <a:pt x="492296" y="441565"/>
                  </a:lnTo>
                  <a:lnTo>
                    <a:pt x="489454" y="453649"/>
                  </a:lnTo>
                  <a:lnTo>
                    <a:pt x="515062" y="493903"/>
                  </a:lnTo>
                  <a:lnTo>
                    <a:pt x="515062" y="518038"/>
                  </a:lnTo>
                  <a:lnTo>
                    <a:pt x="506528" y="534120"/>
                  </a:lnTo>
                  <a:lnTo>
                    <a:pt x="486608" y="534120"/>
                  </a:lnTo>
                  <a:lnTo>
                    <a:pt x="455302" y="534120"/>
                  </a:lnTo>
                  <a:lnTo>
                    <a:pt x="452456" y="574293"/>
                  </a:lnTo>
                  <a:lnTo>
                    <a:pt x="469534" y="578311"/>
                  </a:lnTo>
                  <a:lnTo>
                    <a:pt x="478067" y="586341"/>
                  </a:lnTo>
                  <a:lnTo>
                    <a:pt x="492296" y="574293"/>
                  </a:lnTo>
                  <a:lnTo>
                    <a:pt x="500833" y="574293"/>
                  </a:lnTo>
                  <a:lnTo>
                    <a:pt x="506528" y="586341"/>
                  </a:lnTo>
                  <a:lnTo>
                    <a:pt x="512216" y="602393"/>
                  </a:lnTo>
                  <a:lnTo>
                    <a:pt x="534981" y="598382"/>
                  </a:lnTo>
                  <a:lnTo>
                    <a:pt x="543519" y="598382"/>
                  </a:lnTo>
                  <a:lnTo>
                    <a:pt x="537827" y="614432"/>
                  </a:lnTo>
                  <a:lnTo>
                    <a:pt x="537827" y="638492"/>
                  </a:lnTo>
                  <a:lnTo>
                    <a:pt x="526444" y="646510"/>
                  </a:lnTo>
                  <a:lnTo>
                    <a:pt x="506528" y="650518"/>
                  </a:lnTo>
                  <a:lnTo>
                    <a:pt x="495142" y="662540"/>
                  </a:lnTo>
                  <a:lnTo>
                    <a:pt x="469534" y="706592"/>
                  </a:lnTo>
                  <a:lnTo>
                    <a:pt x="455302" y="722599"/>
                  </a:lnTo>
                  <a:lnTo>
                    <a:pt x="441077" y="726599"/>
                  </a:lnTo>
                  <a:lnTo>
                    <a:pt x="429694" y="742598"/>
                  </a:lnTo>
                  <a:lnTo>
                    <a:pt x="412616" y="730600"/>
                  </a:lnTo>
                  <a:lnTo>
                    <a:pt x="398391" y="734600"/>
                  </a:lnTo>
                  <a:lnTo>
                    <a:pt x="398391" y="718598"/>
                  </a:lnTo>
                  <a:lnTo>
                    <a:pt x="395546" y="702589"/>
                  </a:lnTo>
                  <a:lnTo>
                    <a:pt x="381317" y="694583"/>
                  </a:lnTo>
                  <a:lnTo>
                    <a:pt x="367088" y="694583"/>
                  </a:lnTo>
                  <a:lnTo>
                    <a:pt x="355706" y="698586"/>
                  </a:lnTo>
                  <a:lnTo>
                    <a:pt x="358551" y="722599"/>
                  </a:lnTo>
                  <a:lnTo>
                    <a:pt x="352860" y="746594"/>
                  </a:lnTo>
                  <a:lnTo>
                    <a:pt x="344323" y="762585"/>
                  </a:lnTo>
                  <a:lnTo>
                    <a:pt x="332940" y="758591"/>
                  </a:lnTo>
                  <a:lnTo>
                    <a:pt x="327252" y="758591"/>
                  </a:lnTo>
                  <a:lnTo>
                    <a:pt x="332940" y="734600"/>
                  </a:lnTo>
                  <a:lnTo>
                    <a:pt x="321557" y="730600"/>
                  </a:lnTo>
                  <a:lnTo>
                    <a:pt x="313020" y="734600"/>
                  </a:lnTo>
                  <a:lnTo>
                    <a:pt x="301637" y="758591"/>
                  </a:lnTo>
                  <a:lnTo>
                    <a:pt x="295946" y="750595"/>
                  </a:lnTo>
                  <a:lnTo>
                    <a:pt x="276026" y="742598"/>
                  </a:lnTo>
                  <a:lnTo>
                    <a:pt x="264647" y="738599"/>
                  </a:lnTo>
                  <a:lnTo>
                    <a:pt x="258955" y="758591"/>
                  </a:lnTo>
                  <a:lnTo>
                    <a:pt x="261801" y="786563"/>
                  </a:lnTo>
                  <a:lnTo>
                    <a:pt x="253260" y="806528"/>
                  </a:lnTo>
                  <a:lnTo>
                    <a:pt x="239035" y="810521"/>
                  </a:lnTo>
                  <a:lnTo>
                    <a:pt x="219115" y="798545"/>
                  </a:lnTo>
                  <a:lnTo>
                    <a:pt x="207729" y="798545"/>
                  </a:lnTo>
                  <a:lnTo>
                    <a:pt x="184963" y="826486"/>
                  </a:lnTo>
                  <a:lnTo>
                    <a:pt x="179275" y="822496"/>
                  </a:lnTo>
                  <a:lnTo>
                    <a:pt x="167893" y="814515"/>
                  </a:lnTo>
                  <a:lnTo>
                    <a:pt x="167893" y="786563"/>
                  </a:lnTo>
                  <a:lnTo>
                    <a:pt x="162201" y="782568"/>
                  </a:lnTo>
                  <a:lnTo>
                    <a:pt x="147973" y="790555"/>
                  </a:lnTo>
                  <a:lnTo>
                    <a:pt x="133744" y="790555"/>
                  </a:lnTo>
                  <a:lnTo>
                    <a:pt x="125207" y="786563"/>
                  </a:lnTo>
                  <a:lnTo>
                    <a:pt x="122365" y="802538"/>
                  </a:lnTo>
                  <a:lnTo>
                    <a:pt x="110978" y="814515"/>
                  </a:lnTo>
                  <a:lnTo>
                    <a:pt x="113824" y="838457"/>
                  </a:lnTo>
                  <a:lnTo>
                    <a:pt x="108133" y="854412"/>
                  </a:lnTo>
                  <a:lnTo>
                    <a:pt x="96750" y="870360"/>
                  </a:lnTo>
                  <a:lnTo>
                    <a:pt x="96750" y="886302"/>
                  </a:lnTo>
                  <a:lnTo>
                    <a:pt x="88213" y="890284"/>
                  </a:lnTo>
                  <a:lnTo>
                    <a:pt x="73984" y="870360"/>
                  </a:lnTo>
                  <a:lnTo>
                    <a:pt x="59759" y="866374"/>
                  </a:lnTo>
                  <a:lnTo>
                    <a:pt x="54068" y="854412"/>
                  </a:lnTo>
                  <a:lnTo>
                    <a:pt x="56914" y="842446"/>
                  </a:lnTo>
                  <a:lnTo>
                    <a:pt x="45527" y="770581"/>
                  </a:lnTo>
                  <a:lnTo>
                    <a:pt x="51218" y="766585"/>
                  </a:lnTo>
                  <a:lnTo>
                    <a:pt x="39839" y="706592"/>
                  </a:lnTo>
                  <a:lnTo>
                    <a:pt x="25607" y="706592"/>
                  </a:lnTo>
                  <a:lnTo>
                    <a:pt x="19205" y="661539"/>
                  </a:lnTo>
                  <a:lnTo>
                    <a:pt x="12803" y="616437"/>
                  </a:lnTo>
                  <a:lnTo>
                    <a:pt x="6401" y="571283"/>
                  </a:lnTo>
                  <a:lnTo>
                    <a:pt x="0" y="526080"/>
                  </a:lnTo>
                  <a:lnTo>
                    <a:pt x="45527" y="509995"/>
                  </a:lnTo>
                  <a:lnTo>
                    <a:pt x="38698" y="468950"/>
                  </a:lnTo>
                  <a:lnTo>
                    <a:pt x="31869" y="427862"/>
                  </a:lnTo>
                  <a:lnTo>
                    <a:pt x="25040" y="386733"/>
                  </a:lnTo>
                  <a:lnTo>
                    <a:pt x="18211" y="345562"/>
                  </a:lnTo>
                  <a:lnTo>
                    <a:pt x="11382" y="304348"/>
                  </a:lnTo>
                  <a:lnTo>
                    <a:pt x="65447" y="292221"/>
                  </a:lnTo>
                  <a:lnTo>
                    <a:pt x="61179" y="250413"/>
                  </a:lnTo>
                  <a:lnTo>
                    <a:pt x="56911" y="208561"/>
                  </a:lnTo>
                  <a:lnTo>
                    <a:pt x="52643" y="166665"/>
                  </a:lnTo>
                  <a:lnTo>
                    <a:pt x="48375" y="124725"/>
                  </a:lnTo>
                  <a:lnTo>
                    <a:pt x="44107" y="82741"/>
                  </a:lnTo>
                  <a:lnTo>
                    <a:pt x="39839" y="40712"/>
                  </a:lnTo>
                  <a:lnTo>
                    <a:pt x="79678" y="28503"/>
                  </a:lnTo>
                  <a:lnTo>
                    <a:pt x="119517" y="16290"/>
                  </a:lnTo>
                  <a:close/>
                </a:path>
              </a:pathLst>
            </a:custGeom>
            <a:solidFill>
              <a:srgbClr val="ADD8E6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" name="pg19"/>
            <p:cNvSpPr/>
            <p:nvPr/>
          </p:nvSpPr>
          <p:spPr>
            <a:xfrm>
              <a:off x="3630410" y="4687960"/>
              <a:ext cx="304483" cy="513404"/>
            </a:xfrm>
            <a:custGeom>
              <a:avLst/>
              <a:gdLst/>
              <a:ahLst/>
              <a:cxnLst/>
              <a:rect l="0" t="0" r="0" b="0"/>
              <a:pathLst>
                <a:path w="304483" h="513404">
                  <a:moveTo>
                    <a:pt x="79676" y="466640"/>
                  </a:moveTo>
                  <a:lnTo>
                    <a:pt x="73988" y="447138"/>
                  </a:lnTo>
                  <a:lnTo>
                    <a:pt x="76834" y="419820"/>
                  </a:lnTo>
                  <a:lnTo>
                    <a:pt x="76834" y="392487"/>
                  </a:lnTo>
                  <a:lnTo>
                    <a:pt x="71142" y="384674"/>
                  </a:lnTo>
                  <a:lnTo>
                    <a:pt x="56910" y="369042"/>
                  </a:lnTo>
                  <a:lnTo>
                    <a:pt x="19919" y="326026"/>
                  </a:lnTo>
                  <a:lnTo>
                    <a:pt x="2845" y="290797"/>
                  </a:lnTo>
                  <a:lnTo>
                    <a:pt x="0" y="263376"/>
                  </a:lnTo>
                  <a:lnTo>
                    <a:pt x="2845" y="224175"/>
                  </a:lnTo>
                  <a:lnTo>
                    <a:pt x="5691" y="208482"/>
                  </a:lnTo>
                  <a:lnTo>
                    <a:pt x="5691" y="173153"/>
                  </a:lnTo>
                  <a:lnTo>
                    <a:pt x="0" y="153513"/>
                  </a:lnTo>
                  <a:lnTo>
                    <a:pt x="0" y="107650"/>
                  </a:lnTo>
                  <a:lnTo>
                    <a:pt x="0" y="61736"/>
                  </a:lnTo>
                  <a:lnTo>
                    <a:pt x="0" y="15771"/>
                  </a:lnTo>
                  <a:lnTo>
                    <a:pt x="25611" y="7886"/>
                  </a:lnTo>
                  <a:lnTo>
                    <a:pt x="56910" y="0"/>
                  </a:lnTo>
                  <a:lnTo>
                    <a:pt x="73988" y="0"/>
                  </a:lnTo>
                  <a:lnTo>
                    <a:pt x="93908" y="7886"/>
                  </a:lnTo>
                  <a:lnTo>
                    <a:pt x="99596" y="7886"/>
                  </a:lnTo>
                  <a:lnTo>
                    <a:pt x="116674" y="7886"/>
                  </a:lnTo>
                  <a:lnTo>
                    <a:pt x="128053" y="7886"/>
                  </a:lnTo>
                  <a:lnTo>
                    <a:pt x="142281" y="7886"/>
                  </a:lnTo>
                  <a:lnTo>
                    <a:pt x="153668" y="15771"/>
                  </a:lnTo>
                  <a:lnTo>
                    <a:pt x="162201" y="27596"/>
                  </a:lnTo>
                  <a:lnTo>
                    <a:pt x="162201" y="55174"/>
                  </a:lnTo>
                  <a:lnTo>
                    <a:pt x="159355" y="66987"/>
                  </a:lnTo>
                  <a:lnTo>
                    <a:pt x="179279" y="86669"/>
                  </a:lnTo>
                  <a:lnTo>
                    <a:pt x="184967" y="74861"/>
                  </a:lnTo>
                  <a:lnTo>
                    <a:pt x="193504" y="78795"/>
                  </a:lnTo>
                  <a:lnTo>
                    <a:pt x="207732" y="63047"/>
                  </a:lnTo>
                  <a:lnTo>
                    <a:pt x="256110" y="114207"/>
                  </a:lnTo>
                  <a:lnTo>
                    <a:pt x="241881" y="133864"/>
                  </a:lnTo>
                  <a:lnTo>
                    <a:pt x="256110" y="145657"/>
                  </a:lnTo>
                  <a:lnTo>
                    <a:pt x="264647" y="161373"/>
                  </a:lnTo>
                  <a:lnTo>
                    <a:pt x="304483" y="184933"/>
                  </a:lnTo>
                  <a:lnTo>
                    <a:pt x="290258" y="220249"/>
                  </a:lnTo>
                  <a:lnTo>
                    <a:pt x="290258" y="232016"/>
                  </a:lnTo>
                  <a:lnTo>
                    <a:pt x="295949" y="263376"/>
                  </a:lnTo>
                  <a:lnTo>
                    <a:pt x="290258" y="275130"/>
                  </a:lnTo>
                  <a:lnTo>
                    <a:pt x="276030" y="286883"/>
                  </a:lnTo>
                  <a:lnTo>
                    <a:pt x="261797" y="310372"/>
                  </a:lnTo>
                  <a:lnTo>
                    <a:pt x="250418" y="326026"/>
                  </a:lnTo>
                  <a:lnTo>
                    <a:pt x="230498" y="326026"/>
                  </a:lnTo>
                  <a:lnTo>
                    <a:pt x="216270" y="326026"/>
                  </a:lnTo>
                  <a:lnTo>
                    <a:pt x="199199" y="357315"/>
                  </a:lnTo>
                  <a:lnTo>
                    <a:pt x="182121" y="404202"/>
                  </a:lnTo>
                  <a:lnTo>
                    <a:pt x="173584" y="443237"/>
                  </a:lnTo>
                  <a:lnTo>
                    <a:pt x="159355" y="466640"/>
                  </a:lnTo>
                  <a:lnTo>
                    <a:pt x="153668" y="490030"/>
                  </a:lnTo>
                  <a:lnTo>
                    <a:pt x="150818" y="505616"/>
                  </a:lnTo>
                  <a:lnTo>
                    <a:pt x="136594" y="513404"/>
                  </a:lnTo>
                  <a:lnTo>
                    <a:pt x="116674" y="497824"/>
                  </a:lnTo>
                  <a:lnTo>
                    <a:pt x="99596" y="486132"/>
                  </a:lnTo>
                  <a:lnTo>
                    <a:pt x="85371" y="474438"/>
                  </a:lnTo>
                  <a:close/>
                </a:path>
              </a:pathLst>
            </a:custGeom>
            <a:solidFill>
              <a:srgbClr val="8FA1D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" name="tx20"/>
            <p:cNvSpPr/>
            <p:nvPr/>
          </p:nvSpPr>
          <p:spPr>
            <a:xfrm>
              <a:off x="3875337" y="4390475"/>
              <a:ext cx="271277" cy="932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4,000</a:t>
              </a:r>
            </a:p>
          </p:txBody>
        </p:sp>
        <p:sp>
          <p:nvSpPr>
            <p:cNvPr id="22" name="tx21"/>
            <p:cNvSpPr/>
            <p:nvPr/>
          </p:nvSpPr>
          <p:spPr>
            <a:xfrm>
              <a:off x="4824433" y="2610944"/>
              <a:ext cx="60289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3" name="tx22"/>
            <p:cNvSpPr/>
            <p:nvPr/>
          </p:nvSpPr>
          <p:spPr>
            <a:xfrm>
              <a:off x="3754449" y="4588558"/>
              <a:ext cx="331566" cy="932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16,000</a:t>
              </a:r>
            </a:p>
          </p:txBody>
        </p:sp>
        <p:sp>
          <p:nvSpPr>
            <p:cNvPr id="24" name="tx23"/>
            <p:cNvSpPr/>
            <p:nvPr/>
          </p:nvSpPr>
          <p:spPr>
            <a:xfrm>
              <a:off x="3892956" y="3845544"/>
              <a:ext cx="60289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5" name="tx24"/>
            <p:cNvSpPr/>
            <p:nvPr/>
          </p:nvSpPr>
          <p:spPr>
            <a:xfrm>
              <a:off x="4726857" y="4147967"/>
              <a:ext cx="271277" cy="932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6,000</a:t>
              </a:r>
            </a:p>
          </p:txBody>
        </p:sp>
        <p:sp>
          <p:nvSpPr>
            <p:cNvPr id="26" name="tx25"/>
            <p:cNvSpPr/>
            <p:nvPr/>
          </p:nvSpPr>
          <p:spPr>
            <a:xfrm>
              <a:off x="4089624" y="4175455"/>
              <a:ext cx="271277" cy="932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2,000</a:t>
              </a:r>
            </a:p>
          </p:txBody>
        </p:sp>
        <p:sp>
          <p:nvSpPr>
            <p:cNvPr id="27" name="tx26"/>
            <p:cNvSpPr/>
            <p:nvPr/>
          </p:nvSpPr>
          <p:spPr>
            <a:xfrm>
              <a:off x="4345334" y="4404367"/>
              <a:ext cx="271277" cy="932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2,000</a:t>
              </a:r>
            </a:p>
          </p:txBody>
        </p:sp>
        <p:sp>
          <p:nvSpPr>
            <p:cNvPr id="28" name="tx27"/>
            <p:cNvSpPr/>
            <p:nvPr/>
          </p:nvSpPr>
          <p:spPr>
            <a:xfrm>
              <a:off x="4221187" y="4456385"/>
              <a:ext cx="271277" cy="932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2,000</a:t>
              </a:r>
            </a:p>
          </p:txBody>
        </p:sp>
        <p:sp>
          <p:nvSpPr>
            <p:cNvPr id="29" name="tx28"/>
            <p:cNvSpPr/>
            <p:nvPr/>
          </p:nvSpPr>
          <p:spPr>
            <a:xfrm>
              <a:off x="3633887" y="4189153"/>
              <a:ext cx="271277" cy="932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4,000</a:t>
              </a:r>
            </a:p>
          </p:txBody>
        </p:sp>
        <p:sp>
          <p:nvSpPr>
            <p:cNvPr id="30" name="tx29"/>
            <p:cNvSpPr/>
            <p:nvPr/>
          </p:nvSpPr>
          <p:spPr>
            <a:xfrm>
              <a:off x="4641506" y="3623344"/>
              <a:ext cx="271277" cy="932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8,000</a:t>
              </a:r>
            </a:p>
          </p:txBody>
        </p:sp>
        <p:sp>
          <p:nvSpPr>
            <p:cNvPr id="31" name="tx30"/>
            <p:cNvSpPr/>
            <p:nvPr/>
          </p:nvSpPr>
          <p:spPr>
            <a:xfrm>
              <a:off x="4306773" y="3353423"/>
              <a:ext cx="60289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32" name="tx31"/>
            <p:cNvSpPr/>
            <p:nvPr/>
          </p:nvSpPr>
          <p:spPr>
            <a:xfrm>
              <a:off x="4146632" y="4557804"/>
              <a:ext cx="60289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33" name="tx32"/>
            <p:cNvSpPr/>
            <p:nvPr/>
          </p:nvSpPr>
          <p:spPr>
            <a:xfrm>
              <a:off x="4015796" y="3497047"/>
              <a:ext cx="271277" cy="932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2,000</a:t>
              </a:r>
            </a:p>
          </p:txBody>
        </p:sp>
        <p:sp>
          <p:nvSpPr>
            <p:cNvPr id="34" name="tx33"/>
            <p:cNvSpPr/>
            <p:nvPr/>
          </p:nvSpPr>
          <p:spPr>
            <a:xfrm>
              <a:off x="4511557" y="4145849"/>
              <a:ext cx="60289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35" name="tx34"/>
            <p:cNvSpPr/>
            <p:nvPr/>
          </p:nvSpPr>
          <p:spPr>
            <a:xfrm>
              <a:off x="5327685" y="3883423"/>
              <a:ext cx="60289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36" name="tx35"/>
            <p:cNvSpPr/>
            <p:nvPr/>
          </p:nvSpPr>
          <p:spPr>
            <a:xfrm>
              <a:off x="3637934" y="4871356"/>
              <a:ext cx="271277" cy="932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4,000</a:t>
              </a:r>
            </a:p>
          </p:txBody>
        </p:sp>
        <p:sp>
          <p:nvSpPr>
            <p:cNvPr id="37" name="tx36"/>
            <p:cNvSpPr/>
            <p:nvPr/>
          </p:nvSpPr>
          <p:spPr>
            <a:xfrm>
              <a:off x="3314932" y="5709597"/>
              <a:ext cx="1382061" cy="13110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Number of Employees</a:t>
              </a:r>
            </a:p>
          </p:txBody>
        </p:sp>
        <p:pic>
          <p:nvPicPr>
            <p:cNvPr id="38" name="pic3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66582" y="5594419"/>
              <a:ext cx="1097280" cy="219455"/>
            </a:xfrm>
            <a:prstGeom prst="rect">
              <a:avLst/>
            </a:prstGeom>
          </p:spPr>
        </p:pic>
        <p:sp>
          <p:nvSpPr>
            <p:cNvPr id="39" name="pl38"/>
            <p:cNvSpPr/>
            <p:nvPr/>
          </p:nvSpPr>
          <p:spPr>
            <a:xfrm>
              <a:off x="4768411" y="5769984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0"/>
                  </a:moveTo>
                  <a:lnTo>
                    <a:pt x="0" y="43891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" name="pl39"/>
            <p:cNvSpPr/>
            <p:nvPr/>
          </p:nvSpPr>
          <p:spPr>
            <a:xfrm>
              <a:off x="5041816" y="5769984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0"/>
                  </a:moveTo>
                  <a:lnTo>
                    <a:pt x="0" y="43891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" name="pl40"/>
            <p:cNvSpPr/>
            <p:nvPr/>
          </p:nvSpPr>
          <p:spPr>
            <a:xfrm>
              <a:off x="5315222" y="5769984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0"/>
                  </a:moveTo>
                  <a:lnTo>
                    <a:pt x="0" y="43891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" name="pl41"/>
            <p:cNvSpPr/>
            <p:nvPr/>
          </p:nvSpPr>
          <p:spPr>
            <a:xfrm>
              <a:off x="5588628" y="5769984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0"/>
                  </a:moveTo>
                  <a:lnTo>
                    <a:pt x="0" y="43891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" name="pl42"/>
            <p:cNvSpPr/>
            <p:nvPr/>
          </p:nvSpPr>
          <p:spPr>
            <a:xfrm>
              <a:off x="5862033" y="5769984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0"/>
                  </a:moveTo>
                  <a:lnTo>
                    <a:pt x="0" y="43891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" name="pl43"/>
            <p:cNvSpPr/>
            <p:nvPr/>
          </p:nvSpPr>
          <p:spPr>
            <a:xfrm>
              <a:off x="4768411" y="5594419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43891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" name="pl44"/>
            <p:cNvSpPr/>
            <p:nvPr/>
          </p:nvSpPr>
          <p:spPr>
            <a:xfrm>
              <a:off x="5041816" y="5594419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43891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" name="pl45"/>
            <p:cNvSpPr/>
            <p:nvPr/>
          </p:nvSpPr>
          <p:spPr>
            <a:xfrm>
              <a:off x="5315222" y="5594419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43891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" name="pl46"/>
            <p:cNvSpPr/>
            <p:nvPr/>
          </p:nvSpPr>
          <p:spPr>
            <a:xfrm>
              <a:off x="5588628" y="5594419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43891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" name="pl47"/>
            <p:cNvSpPr/>
            <p:nvPr/>
          </p:nvSpPr>
          <p:spPr>
            <a:xfrm>
              <a:off x="5862033" y="5594419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43891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" name="tx48"/>
            <p:cNvSpPr/>
            <p:nvPr/>
          </p:nvSpPr>
          <p:spPr>
            <a:xfrm>
              <a:off x="4737333" y="5881773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50" name="tx49"/>
            <p:cNvSpPr/>
            <p:nvPr/>
          </p:nvSpPr>
          <p:spPr>
            <a:xfrm>
              <a:off x="4901980" y="5867312"/>
              <a:ext cx="279672" cy="9615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4,000</a:t>
              </a:r>
            </a:p>
          </p:txBody>
        </p:sp>
        <p:sp>
          <p:nvSpPr>
            <p:cNvPr id="51" name="tx50"/>
            <p:cNvSpPr/>
            <p:nvPr/>
          </p:nvSpPr>
          <p:spPr>
            <a:xfrm>
              <a:off x="5175386" y="5867312"/>
              <a:ext cx="279672" cy="9615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8,000</a:t>
              </a:r>
            </a:p>
          </p:txBody>
        </p:sp>
        <p:sp>
          <p:nvSpPr>
            <p:cNvPr id="52" name="tx51"/>
            <p:cNvSpPr/>
            <p:nvPr/>
          </p:nvSpPr>
          <p:spPr>
            <a:xfrm>
              <a:off x="5417713" y="5867312"/>
              <a:ext cx="341828" cy="9615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12,000</a:t>
              </a:r>
            </a:p>
          </p:txBody>
        </p:sp>
        <p:sp>
          <p:nvSpPr>
            <p:cNvPr id="53" name="tx52"/>
            <p:cNvSpPr/>
            <p:nvPr/>
          </p:nvSpPr>
          <p:spPr>
            <a:xfrm>
              <a:off x="5691119" y="5867312"/>
              <a:ext cx="341828" cy="9615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16,000</a:t>
              </a:r>
            </a:p>
          </p:txBody>
        </p:sp>
        <p:sp>
          <p:nvSpPr>
            <p:cNvPr id="54" name="tx53"/>
            <p:cNvSpPr/>
            <p:nvPr/>
          </p:nvSpPr>
          <p:spPr>
            <a:xfrm>
              <a:off x="1743456" y="1624545"/>
              <a:ext cx="5691882" cy="19069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600"/>
                </a:lnSpc>
              </a:pPr>
              <a:r>
                <a:rPr sz="160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Employees in Large Companies with 1001-3000 Employees</a:t>
              </a:r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1143000"/>
          </a:xfrm>
        </p:spPr>
        <p:txBody>
          <a:bodyPr>
            <a:normAutofit fontScale="90000"/>
          </a:bodyPr>
          <a:lstStyle/>
          <a:p>
            <a:r>
              <a:t>Employees in Companies with 3001+ Employees</a:t>
            </a:r>
          </a:p>
        </p:txBody>
      </p:sp>
      <p:grpSp>
        <p:nvGrpSpPr>
          <p:cNvPr id="3" name="Content Placeholder 2"/>
          <p:cNvGrpSpPr/>
          <p:nvPr/>
        </p:nvGrpSpPr>
        <p:grpSpPr>
          <a:xfrm>
            <a:off x="1981200" y="1600201"/>
            <a:ext cx="8229600" cy="4525963"/>
            <a:chOff x="457200" y="1600200"/>
            <a:chExt cx="8229600" cy="4525963"/>
          </a:xfrm>
        </p:grpSpPr>
        <p:sp>
          <p:nvSpPr>
            <p:cNvPr id="4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" name="pg4"/>
            <p:cNvSpPr/>
            <p:nvPr/>
          </p:nvSpPr>
          <p:spPr>
            <a:xfrm>
              <a:off x="3872291" y="4223939"/>
              <a:ext cx="241881" cy="392976"/>
            </a:xfrm>
            <a:custGeom>
              <a:avLst/>
              <a:gdLst/>
              <a:ahLst/>
              <a:cxnLst/>
              <a:rect l="0" t="0" r="0" b="0"/>
              <a:pathLst>
                <a:path w="241881" h="392976">
                  <a:moveTo>
                    <a:pt x="125207" y="11964"/>
                  </a:moveTo>
                  <a:lnTo>
                    <a:pt x="182125" y="0"/>
                  </a:lnTo>
                  <a:lnTo>
                    <a:pt x="196350" y="55803"/>
                  </a:lnTo>
                  <a:lnTo>
                    <a:pt x="182125" y="71730"/>
                  </a:lnTo>
                  <a:lnTo>
                    <a:pt x="207732" y="123459"/>
                  </a:lnTo>
                  <a:lnTo>
                    <a:pt x="207732" y="187036"/>
                  </a:lnTo>
                  <a:lnTo>
                    <a:pt x="241881" y="202914"/>
                  </a:lnTo>
                  <a:lnTo>
                    <a:pt x="233344" y="238619"/>
                  </a:lnTo>
                  <a:lnTo>
                    <a:pt x="241881" y="242584"/>
                  </a:lnTo>
                  <a:lnTo>
                    <a:pt x="224807" y="313892"/>
                  </a:lnTo>
                  <a:lnTo>
                    <a:pt x="224807" y="325762"/>
                  </a:lnTo>
                  <a:lnTo>
                    <a:pt x="219115" y="341587"/>
                  </a:lnTo>
                  <a:lnTo>
                    <a:pt x="224807" y="353452"/>
                  </a:lnTo>
                  <a:lnTo>
                    <a:pt x="202041" y="381122"/>
                  </a:lnTo>
                  <a:lnTo>
                    <a:pt x="196350" y="377171"/>
                  </a:lnTo>
                  <a:lnTo>
                    <a:pt x="184967" y="392976"/>
                  </a:lnTo>
                  <a:lnTo>
                    <a:pt x="139439" y="369266"/>
                  </a:lnTo>
                  <a:lnTo>
                    <a:pt x="136594" y="361359"/>
                  </a:lnTo>
                  <a:lnTo>
                    <a:pt x="85367" y="305972"/>
                  </a:lnTo>
                  <a:lnTo>
                    <a:pt x="54068" y="337631"/>
                  </a:lnTo>
                  <a:lnTo>
                    <a:pt x="45531" y="329719"/>
                  </a:lnTo>
                  <a:lnTo>
                    <a:pt x="34148" y="341587"/>
                  </a:lnTo>
                  <a:lnTo>
                    <a:pt x="17074" y="325762"/>
                  </a:lnTo>
                  <a:lnTo>
                    <a:pt x="11382" y="325762"/>
                  </a:lnTo>
                  <a:lnTo>
                    <a:pt x="2845" y="305972"/>
                  </a:lnTo>
                  <a:lnTo>
                    <a:pt x="0" y="286173"/>
                  </a:lnTo>
                  <a:lnTo>
                    <a:pt x="25611" y="251833"/>
                  </a:lnTo>
                  <a:lnTo>
                    <a:pt x="51222" y="217463"/>
                  </a:lnTo>
                  <a:lnTo>
                    <a:pt x="76834" y="183065"/>
                  </a:lnTo>
                  <a:lnTo>
                    <a:pt x="82521" y="183065"/>
                  </a:lnTo>
                  <a:lnTo>
                    <a:pt x="95327" y="135387"/>
                  </a:lnTo>
                  <a:lnTo>
                    <a:pt x="108133" y="87654"/>
                  </a:lnTo>
                  <a:lnTo>
                    <a:pt x="102441" y="51820"/>
                  </a:lnTo>
                  <a:lnTo>
                    <a:pt x="108133" y="47836"/>
                  </a:lnTo>
                  <a:lnTo>
                    <a:pt x="108133" y="31897"/>
                  </a:lnTo>
                  <a:close/>
                </a:path>
              </a:pathLst>
            </a:custGeom>
            <a:solidFill>
              <a:srgbClr val="ADD8E6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" name="pg5"/>
            <p:cNvSpPr/>
            <p:nvPr/>
          </p:nvSpPr>
          <p:spPr>
            <a:xfrm>
              <a:off x="4097099" y="2089798"/>
              <a:ext cx="1126881" cy="1365026"/>
            </a:xfrm>
            <a:custGeom>
              <a:avLst/>
              <a:gdLst/>
              <a:ahLst/>
              <a:cxnLst/>
              <a:rect l="0" t="0" r="0" b="0"/>
              <a:pathLst>
                <a:path w="1126881" h="1365026">
                  <a:moveTo>
                    <a:pt x="998828" y="1328418"/>
                  </a:moveTo>
                  <a:lnTo>
                    <a:pt x="956143" y="1335200"/>
                  </a:lnTo>
                  <a:lnTo>
                    <a:pt x="913457" y="1341980"/>
                  </a:lnTo>
                  <a:lnTo>
                    <a:pt x="870771" y="1348760"/>
                  </a:lnTo>
                  <a:lnTo>
                    <a:pt x="870771" y="1356894"/>
                  </a:lnTo>
                  <a:lnTo>
                    <a:pt x="811015" y="1365026"/>
                  </a:lnTo>
                  <a:lnTo>
                    <a:pt x="796783" y="1356894"/>
                  </a:lnTo>
                  <a:lnTo>
                    <a:pt x="796783" y="1315530"/>
                  </a:lnTo>
                  <a:lnTo>
                    <a:pt x="796783" y="1274122"/>
                  </a:lnTo>
                  <a:lnTo>
                    <a:pt x="796783" y="1232672"/>
                  </a:lnTo>
                  <a:lnTo>
                    <a:pt x="796783" y="1191178"/>
                  </a:lnTo>
                  <a:lnTo>
                    <a:pt x="796783" y="1149641"/>
                  </a:lnTo>
                  <a:lnTo>
                    <a:pt x="796783" y="1108060"/>
                  </a:lnTo>
                  <a:lnTo>
                    <a:pt x="796783" y="1099878"/>
                  </a:lnTo>
                  <a:lnTo>
                    <a:pt x="796783" y="1056001"/>
                  </a:lnTo>
                  <a:lnTo>
                    <a:pt x="796783" y="1012076"/>
                  </a:lnTo>
                  <a:lnTo>
                    <a:pt x="796783" y="968101"/>
                  </a:lnTo>
                  <a:lnTo>
                    <a:pt x="796783" y="924078"/>
                  </a:lnTo>
                  <a:lnTo>
                    <a:pt x="796783" y="880006"/>
                  </a:lnTo>
                  <a:lnTo>
                    <a:pt x="796783" y="835884"/>
                  </a:lnTo>
                  <a:lnTo>
                    <a:pt x="796783" y="791713"/>
                  </a:lnTo>
                  <a:lnTo>
                    <a:pt x="754099" y="790338"/>
                  </a:lnTo>
                  <a:lnTo>
                    <a:pt x="711414" y="788962"/>
                  </a:lnTo>
                  <a:lnTo>
                    <a:pt x="668730" y="787587"/>
                  </a:lnTo>
                  <a:lnTo>
                    <a:pt x="663038" y="783459"/>
                  </a:lnTo>
                  <a:lnTo>
                    <a:pt x="603279" y="783459"/>
                  </a:lnTo>
                  <a:lnTo>
                    <a:pt x="599484" y="740803"/>
                  </a:lnTo>
                  <a:lnTo>
                    <a:pt x="595690" y="698101"/>
                  </a:lnTo>
                  <a:lnTo>
                    <a:pt x="591896" y="655352"/>
                  </a:lnTo>
                  <a:lnTo>
                    <a:pt x="548073" y="655766"/>
                  </a:lnTo>
                  <a:lnTo>
                    <a:pt x="504249" y="656180"/>
                  </a:lnTo>
                  <a:lnTo>
                    <a:pt x="460426" y="656594"/>
                  </a:lnTo>
                  <a:lnTo>
                    <a:pt x="416603" y="657008"/>
                  </a:lnTo>
                  <a:lnTo>
                    <a:pt x="372780" y="657422"/>
                  </a:lnTo>
                  <a:lnTo>
                    <a:pt x="328957" y="657836"/>
                  </a:lnTo>
                  <a:lnTo>
                    <a:pt x="285134" y="658250"/>
                  </a:lnTo>
                  <a:lnTo>
                    <a:pt x="241310" y="658664"/>
                  </a:lnTo>
                  <a:lnTo>
                    <a:pt x="197487" y="659077"/>
                  </a:lnTo>
                  <a:lnTo>
                    <a:pt x="153664" y="659491"/>
                  </a:lnTo>
                  <a:lnTo>
                    <a:pt x="102443" y="659491"/>
                  </a:lnTo>
                  <a:lnTo>
                    <a:pt x="51221" y="659491"/>
                  </a:lnTo>
                  <a:lnTo>
                    <a:pt x="0" y="659491"/>
                  </a:lnTo>
                  <a:lnTo>
                    <a:pt x="2845" y="622223"/>
                  </a:lnTo>
                  <a:lnTo>
                    <a:pt x="19916" y="551730"/>
                  </a:lnTo>
                  <a:lnTo>
                    <a:pt x="44104" y="515744"/>
                  </a:lnTo>
                  <a:lnTo>
                    <a:pt x="68293" y="479725"/>
                  </a:lnTo>
                  <a:lnTo>
                    <a:pt x="92481" y="443672"/>
                  </a:lnTo>
                  <a:lnTo>
                    <a:pt x="116670" y="407586"/>
                  </a:lnTo>
                  <a:lnTo>
                    <a:pt x="140858" y="371467"/>
                  </a:lnTo>
                  <a:lnTo>
                    <a:pt x="165047" y="335314"/>
                  </a:lnTo>
                  <a:lnTo>
                    <a:pt x="194215" y="292514"/>
                  </a:lnTo>
                  <a:lnTo>
                    <a:pt x="223384" y="249666"/>
                  </a:lnTo>
                  <a:lnTo>
                    <a:pt x="252552" y="206771"/>
                  </a:lnTo>
                  <a:lnTo>
                    <a:pt x="281721" y="163829"/>
                  </a:lnTo>
                  <a:lnTo>
                    <a:pt x="313971" y="117690"/>
                  </a:lnTo>
                  <a:lnTo>
                    <a:pt x="346221" y="71496"/>
                  </a:lnTo>
                  <a:lnTo>
                    <a:pt x="378471" y="25247"/>
                  </a:lnTo>
                  <a:lnTo>
                    <a:pt x="392700" y="8415"/>
                  </a:lnTo>
                  <a:lnTo>
                    <a:pt x="406932" y="0"/>
                  </a:lnTo>
                  <a:lnTo>
                    <a:pt x="424003" y="0"/>
                  </a:lnTo>
                  <a:lnTo>
                    <a:pt x="441077" y="8415"/>
                  </a:lnTo>
                  <a:lnTo>
                    <a:pt x="472380" y="16832"/>
                  </a:lnTo>
                  <a:lnTo>
                    <a:pt x="486608" y="16832"/>
                  </a:lnTo>
                  <a:lnTo>
                    <a:pt x="489450" y="29456"/>
                  </a:lnTo>
                  <a:lnTo>
                    <a:pt x="480917" y="100899"/>
                  </a:lnTo>
                  <a:lnTo>
                    <a:pt x="486608" y="151251"/>
                  </a:lnTo>
                  <a:lnTo>
                    <a:pt x="509374" y="172209"/>
                  </a:lnTo>
                  <a:lnTo>
                    <a:pt x="552056" y="197347"/>
                  </a:lnTo>
                  <a:lnTo>
                    <a:pt x="577667" y="193159"/>
                  </a:lnTo>
                  <a:lnTo>
                    <a:pt x="628890" y="163829"/>
                  </a:lnTo>
                  <a:lnTo>
                    <a:pt x="671576" y="151251"/>
                  </a:lnTo>
                  <a:lnTo>
                    <a:pt x="697187" y="151251"/>
                  </a:lnTo>
                  <a:lnTo>
                    <a:pt x="722798" y="126080"/>
                  </a:lnTo>
                  <a:lnTo>
                    <a:pt x="748410" y="117690"/>
                  </a:lnTo>
                  <a:lnTo>
                    <a:pt x="805320" y="126080"/>
                  </a:lnTo>
                  <a:lnTo>
                    <a:pt x="813861" y="121884"/>
                  </a:lnTo>
                  <a:lnTo>
                    <a:pt x="816703" y="84100"/>
                  </a:lnTo>
                  <a:lnTo>
                    <a:pt x="822394" y="79899"/>
                  </a:lnTo>
                  <a:lnTo>
                    <a:pt x="873617" y="71496"/>
                  </a:lnTo>
                  <a:lnTo>
                    <a:pt x="910611" y="79899"/>
                  </a:lnTo>
                  <a:lnTo>
                    <a:pt x="930531" y="96700"/>
                  </a:lnTo>
                  <a:lnTo>
                    <a:pt x="970369" y="134473"/>
                  </a:lnTo>
                  <a:lnTo>
                    <a:pt x="1010207" y="172209"/>
                  </a:lnTo>
                  <a:lnTo>
                    <a:pt x="1038668" y="201535"/>
                  </a:lnTo>
                  <a:lnTo>
                    <a:pt x="1061434" y="243392"/>
                  </a:lnTo>
                  <a:lnTo>
                    <a:pt x="1072813" y="255940"/>
                  </a:lnTo>
                  <a:lnTo>
                    <a:pt x="1095579" y="276844"/>
                  </a:lnTo>
                  <a:lnTo>
                    <a:pt x="1112653" y="297737"/>
                  </a:lnTo>
                  <a:lnTo>
                    <a:pt x="1121190" y="335314"/>
                  </a:lnTo>
                  <a:lnTo>
                    <a:pt x="1121664" y="378416"/>
                  </a:lnTo>
                  <a:lnTo>
                    <a:pt x="1122139" y="421470"/>
                  </a:lnTo>
                  <a:lnTo>
                    <a:pt x="1122613" y="464476"/>
                  </a:lnTo>
                  <a:lnTo>
                    <a:pt x="1123087" y="507435"/>
                  </a:lnTo>
                  <a:lnTo>
                    <a:pt x="1123561" y="550347"/>
                  </a:lnTo>
                  <a:lnTo>
                    <a:pt x="1124036" y="593212"/>
                  </a:lnTo>
                  <a:lnTo>
                    <a:pt x="1123680" y="636202"/>
                  </a:lnTo>
                  <a:lnTo>
                    <a:pt x="1123324" y="679145"/>
                  </a:lnTo>
                  <a:lnTo>
                    <a:pt x="1122969" y="722041"/>
                  </a:lnTo>
                  <a:lnTo>
                    <a:pt x="1122613" y="764891"/>
                  </a:lnTo>
                  <a:lnTo>
                    <a:pt x="1122257" y="807693"/>
                  </a:lnTo>
                  <a:lnTo>
                    <a:pt x="1121901" y="850449"/>
                  </a:lnTo>
                  <a:lnTo>
                    <a:pt x="1121546" y="893159"/>
                  </a:lnTo>
                  <a:lnTo>
                    <a:pt x="1121190" y="935822"/>
                  </a:lnTo>
                  <a:lnTo>
                    <a:pt x="1123087" y="987846"/>
                  </a:lnTo>
                  <a:lnTo>
                    <a:pt x="1124984" y="1039801"/>
                  </a:lnTo>
                  <a:lnTo>
                    <a:pt x="1126881" y="1091688"/>
                  </a:lnTo>
                  <a:lnTo>
                    <a:pt x="1126881" y="1112155"/>
                  </a:lnTo>
                  <a:lnTo>
                    <a:pt x="1121190" y="1132608"/>
                  </a:lnTo>
                  <a:lnTo>
                    <a:pt x="1112653" y="1153048"/>
                  </a:lnTo>
                  <a:lnTo>
                    <a:pt x="1112653" y="1169394"/>
                  </a:lnTo>
                  <a:lnTo>
                    <a:pt x="1124036" y="1181649"/>
                  </a:lnTo>
                  <a:lnTo>
                    <a:pt x="1126881" y="1189818"/>
                  </a:lnTo>
                  <a:lnTo>
                    <a:pt x="1112653" y="1206149"/>
                  </a:lnTo>
                  <a:lnTo>
                    <a:pt x="1104116" y="1251023"/>
                  </a:lnTo>
                  <a:lnTo>
                    <a:pt x="1106961" y="1275482"/>
                  </a:lnTo>
                  <a:lnTo>
                    <a:pt x="1118344" y="1291779"/>
                  </a:lnTo>
                  <a:lnTo>
                    <a:pt x="1078506" y="1303995"/>
                  </a:lnTo>
                  <a:lnTo>
                    <a:pt x="1038667" y="1316208"/>
                  </a:lnTo>
                  <a:close/>
                </a:path>
              </a:pathLst>
            </a:custGeom>
            <a:solidFill>
              <a:srgbClr val="ADD8E6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" name="pg6"/>
            <p:cNvSpPr/>
            <p:nvPr/>
          </p:nvSpPr>
          <p:spPr>
            <a:xfrm>
              <a:off x="3681633" y="4438756"/>
              <a:ext cx="503679" cy="434137"/>
            </a:xfrm>
            <a:custGeom>
              <a:avLst/>
              <a:gdLst/>
              <a:ahLst/>
              <a:cxnLst/>
              <a:rect l="0" t="0" r="0" b="0"/>
              <a:pathLst>
                <a:path w="503679" h="434137">
                  <a:moveTo>
                    <a:pt x="415465" y="138635"/>
                  </a:moveTo>
                  <a:lnTo>
                    <a:pt x="424003" y="150496"/>
                  </a:lnTo>
                  <a:lnTo>
                    <a:pt x="435382" y="158399"/>
                  </a:lnTo>
                  <a:lnTo>
                    <a:pt x="449614" y="166305"/>
                  </a:lnTo>
                  <a:lnTo>
                    <a:pt x="466688" y="170254"/>
                  </a:lnTo>
                  <a:lnTo>
                    <a:pt x="475225" y="170254"/>
                  </a:lnTo>
                  <a:lnTo>
                    <a:pt x="486608" y="158399"/>
                  </a:lnTo>
                  <a:lnTo>
                    <a:pt x="492300" y="146542"/>
                  </a:lnTo>
                  <a:lnTo>
                    <a:pt x="500833" y="150496"/>
                  </a:lnTo>
                  <a:lnTo>
                    <a:pt x="503679" y="154449"/>
                  </a:lnTo>
                  <a:lnTo>
                    <a:pt x="492300" y="182109"/>
                  </a:lnTo>
                  <a:lnTo>
                    <a:pt x="480913" y="217642"/>
                  </a:lnTo>
                  <a:lnTo>
                    <a:pt x="466688" y="221588"/>
                  </a:lnTo>
                  <a:lnTo>
                    <a:pt x="443923" y="245259"/>
                  </a:lnTo>
                  <a:lnTo>
                    <a:pt x="441077" y="225537"/>
                  </a:lnTo>
                  <a:lnTo>
                    <a:pt x="435382" y="221588"/>
                  </a:lnTo>
                  <a:lnTo>
                    <a:pt x="421157" y="225537"/>
                  </a:lnTo>
                  <a:lnTo>
                    <a:pt x="395546" y="249203"/>
                  </a:lnTo>
                  <a:lnTo>
                    <a:pt x="369934" y="257090"/>
                  </a:lnTo>
                  <a:lnTo>
                    <a:pt x="350018" y="276800"/>
                  </a:lnTo>
                  <a:lnTo>
                    <a:pt x="330098" y="284681"/>
                  </a:lnTo>
                  <a:lnTo>
                    <a:pt x="324403" y="296500"/>
                  </a:lnTo>
                  <a:lnTo>
                    <a:pt x="321557" y="308316"/>
                  </a:lnTo>
                  <a:lnTo>
                    <a:pt x="304487" y="320128"/>
                  </a:lnTo>
                  <a:lnTo>
                    <a:pt x="298791" y="339808"/>
                  </a:lnTo>
                  <a:lnTo>
                    <a:pt x="290258" y="355542"/>
                  </a:lnTo>
                  <a:lnTo>
                    <a:pt x="307332" y="375205"/>
                  </a:lnTo>
                  <a:lnTo>
                    <a:pt x="321557" y="402717"/>
                  </a:lnTo>
                  <a:lnTo>
                    <a:pt x="315866" y="418430"/>
                  </a:lnTo>
                  <a:lnTo>
                    <a:pt x="298791" y="426284"/>
                  </a:lnTo>
                  <a:lnTo>
                    <a:pt x="270338" y="430211"/>
                  </a:lnTo>
                  <a:lnTo>
                    <a:pt x="253260" y="434137"/>
                  </a:lnTo>
                  <a:lnTo>
                    <a:pt x="213424" y="410577"/>
                  </a:lnTo>
                  <a:lnTo>
                    <a:pt x="204887" y="394861"/>
                  </a:lnTo>
                  <a:lnTo>
                    <a:pt x="190658" y="383067"/>
                  </a:lnTo>
                  <a:lnTo>
                    <a:pt x="204887" y="363411"/>
                  </a:lnTo>
                  <a:lnTo>
                    <a:pt x="156510" y="312251"/>
                  </a:lnTo>
                  <a:lnTo>
                    <a:pt x="142281" y="327998"/>
                  </a:lnTo>
                  <a:lnTo>
                    <a:pt x="133744" y="324065"/>
                  </a:lnTo>
                  <a:lnTo>
                    <a:pt x="128056" y="335873"/>
                  </a:lnTo>
                  <a:lnTo>
                    <a:pt x="108133" y="316191"/>
                  </a:lnTo>
                  <a:lnTo>
                    <a:pt x="110978" y="304378"/>
                  </a:lnTo>
                  <a:lnTo>
                    <a:pt x="110978" y="276800"/>
                  </a:lnTo>
                  <a:lnTo>
                    <a:pt x="102445" y="264975"/>
                  </a:lnTo>
                  <a:lnTo>
                    <a:pt x="91058" y="257090"/>
                  </a:lnTo>
                  <a:lnTo>
                    <a:pt x="76830" y="257090"/>
                  </a:lnTo>
                  <a:lnTo>
                    <a:pt x="65451" y="257090"/>
                  </a:lnTo>
                  <a:lnTo>
                    <a:pt x="48373" y="257090"/>
                  </a:lnTo>
                  <a:lnTo>
                    <a:pt x="42685" y="257090"/>
                  </a:lnTo>
                  <a:lnTo>
                    <a:pt x="34148" y="229480"/>
                  </a:lnTo>
                  <a:lnTo>
                    <a:pt x="36994" y="217642"/>
                  </a:lnTo>
                  <a:lnTo>
                    <a:pt x="36994" y="205800"/>
                  </a:lnTo>
                  <a:lnTo>
                    <a:pt x="65451" y="190006"/>
                  </a:lnTo>
                  <a:lnTo>
                    <a:pt x="54064" y="178159"/>
                  </a:lnTo>
                  <a:lnTo>
                    <a:pt x="71138" y="150496"/>
                  </a:lnTo>
                  <a:lnTo>
                    <a:pt x="68293" y="146542"/>
                  </a:lnTo>
                  <a:lnTo>
                    <a:pt x="76830" y="138635"/>
                  </a:lnTo>
                  <a:lnTo>
                    <a:pt x="36994" y="91155"/>
                  </a:lnTo>
                  <a:lnTo>
                    <a:pt x="5687" y="79277"/>
                  </a:lnTo>
                  <a:lnTo>
                    <a:pt x="5687" y="71356"/>
                  </a:lnTo>
                  <a:lnTo>
                    <a:pt x="0" y="63434"/>
                  </a:lnTo>
                  <a:lnTo>
                    <a:pt x="5687" y="59472"/>
                  </a:lnTo>
                  <a:lnTo>
                    <a:pt x="22765" y="59472"/>
                  </a:lnTo>
                  <a:lnTo>
                    <a:pt x="85371" y="19836"/>
                  </a:lnTo>
                  <a:lnTo>
                    <a:pt x="88213" y="19836"/>
                  </a:lnTo>
                  <a:lnTo>
                    <a:pt x="122361" y="0"/>
                  </a:lnTo>
                  <a:lnTo>
                    <a:pt x="128056" y="7937"/>
                  </a:lnTo>
                  <a:lnTo>
                    <a:pt x="136590" y="3970"/>
                  </a:lnTo>
                  <a:lnTo>
                    <a:pt x="145127" y="7937"/>
                  </a:lnTo>
                  <a:lnTo>
                    <a:pt x="156510" y="7937"/>
                  </a:lnTo>
                  <a:lnTo>
                    <a:pt x="179275" y="35696"/>
                  </a:lnTo>
                  <a:lnTo>
                    <a:pt x="190658" y="71356"/>
                  </a:lnTo>
                  <a:lnTo>
                    <a:pt x="193504" y="91155"/>
                  </a:lnTo>
                  <a:lnTo>
                    <a:pt x="202041" y="110945"/>
                  </a:lnTo>
                  <a:lnTo>
                    <a:pt x="207732" y="110945"/>
                  </a:lnTo>
                  <a:lnTo>
                    <a:pt x="224807" y="126770"/>
                  </a:lnTo>
                  <a:lnTo>
                    <a:pt x="236190" y="114902"/>
                  </a:lnTo>
                  <a:lnTo>
                    <a:pt x="244727" y="122814"/>
                  </a:lnTo>
                  <a:lnTo>
                    <a:pt x="276026" y="91155"/>
                  </a:lnTo>
                  <a:lnTo>
                    <a:pt x="327252" y="146542"/>
                  </a:lnTo>
                  <a:lnTo>
                    <a:pt x="330098" y="154449"/>
                  </a:lnTo>
                  <a:lnTo>
                    <a:pt x="375626" y="178159"/>
                  </a:lnTo>
                  <a:lnTo>
                    <a:pt x="387008" y="162354"/>
                  </a:lnTo>
                  <a:lnTo>
                    <a:pt x="392700" y="166305"/>
                  </a:lnTo>
                  <a:close/>
                </a:path>
              </a:pathLst>
            </a:custGeom>
            <a:solidFill>
              <a:srgbClr val="ADD8E6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" name="pg7"/>
            <p:cNvSpPr/>
            <p:nvPr/>
          </p:nvSpPr>
          <p:spPr>
            <a:xfrm>
              <a:off x="3695861" y="3393795"/>
              <a:ext cx="452460" cy="842108"/>
            </a:xfrm>
            <a:custGeom>
              <a:avLst/>
              <a:gdLst/>
              <a:ahLst/>
              <a:cxnLst/>
              <a:rect l="0" t="0" r="0" b="0"/>
              <a:pathLst>
                <a:path w="452460" h="842108">
                  <a:moveTo>
                    <a:pt x="358555" y="830144"/>
                  </a:moveTo>
                  <a:lnTo>
                    <a:pt x="301637" y="842108"/>
                  </a:lnTo>
                  <a:lnTo>
                    <a:pt x="284563" y="802213"/>
                  </a:lnTo>
                  <a:lnTo>
                    <a:pt x="278871" y="802213"/>
                  </a:lnTo>
                  <a:lnTo>
                    <a:pt x="267492" y="786247"/>
                  </a:lnTo>
                  <a:lnTo>
                    <a:pt x="264643" y="786247"/>
                  </a:lnTo>
                  <a:lnTo>
                    <a:pt x="276030" y="770272"/>
                  </a:lnTo>
                  <a:lnTo>
                    <a:pt x="232395" y="760950"/>
                  </a:lnTo>
                  <a:lnTo>
                    <a:pt x="188761" y="751626"/>
                  </a:lnTo>
                  <a:lnTo>
                    <a:pt x="145127" y="742300"/>
                  </a:lnTo>
                  <a:lnTo>
                    <a:pt x="153664" y="726307"/>
                  </a:lnTo>
                  <a:lnTo>
                    <a:pt x="130898" y="674288"/>
                  </a:lnTo>
                  <a:lnTo>
                    <a:pt x="108133" y="622201"/>
                  </a:lnTo>
                  <a:lnTo>
                    <a:pt x="39836" y="650256"/>
                  </a:lnTo>
                  <a:lnTo>
                    <a:pt x="38413" y="604155"/>
                  </a:lnTo>
                  <a:lnTo>
                    <a:pt x="36990" y="558002"/>
                  </a:lnTo>
                  <a:lnTo>
                    <a:pt x="31302" y="525867"/>
                  </a:lnTo>
                  <a:lnTo>
                    <a:pt x="22765" y="525867"/>
                  </a:lnTo>
                  <a:lnTo>
                    <a:pt x="11382" y="469567"/>
                  </a:lnTo>
                  <a:lnTo>
                    <a:pt x="11382" y="461514"/>
                  </a:lnTo>
                  <a:lnTo>
                    <a:pt x="17070" y="453466"/>
                  </a:lnTo>
                  <a:lnTo>
                    <a:pt x="31302" y="449440"/>
                  </a:lnTo>
                  <a:lnTo>
                    <a:pt x="23477" y="408147"/>
                  </a:lnTo>
                  <a:lnTo>
                    <a:pt x="15651" y="366812"/>
                  </a:lnTo>
                  <a:lnTo>
                    <a:pt x="7825" y="325435"/>
                  </a:lnTo>
                  <a:lnTo>
                    <a:pt x="0" y="284014"/>
                  </a:lnTo>
                  <a:lnTo>
                    <a:pt x="5691" y="275930"/>
                  </a:lnTo>
                  <a:lnTo>
                    <a:pt x="8537" y="235471"/>
                  </a:lnTo>
                  <a:lnTo>
                    <a:pt x="11382" y="186865"/>
                  </a:lnTo>
                  <a:lnTo>
                    <a:pt x="14224" y="174705"/>
                  </a:lnTo>
                  <a:lnTo>
                    <a:pt x="22765" y="166595"/>
                  </a:lnTo>
                  <a:lnTo>
                    <a:pt x="39836" y="174705"/>
                  </a:lnTo>
                  <a:lnTo>
                    <a:pt x="88216" y="190918"/>
                  </a:lnTo>
                  <a:lnTo>
                    <a:pt x="99596" y="186865"/>
                  </a:lnTo>
                  <a:lnTo>
                    <a:pt x="105287" y="178761"/>
                  </a:lnTo>
                  <a:lnTo>
                    <a:pt x="99596" y="174705"/>
                  </a:lnTo>
                  <a:lnTo>
                    <a:pt x="71142" y="134145"/>
                  </a:lnTo>
                  <a:lnTo>
                    <a:pt x="59756" y="101666"/>
                  </a:lnTo>
                  <a:lnTo>
                    <a:pt x="62601" y="85416"/>
                  </a:lnTo>
                  <a:lnTo>
                    <a:pt x="73984" y="69160"/>
                  </a:lnTo>
                  <a:lnTo>
                    <a:pt x="99596" y="36629"/>
                  </a:lnTo>
                  <a:lnTo>
                    <a:pt x="125207" y="4071"/>
                  </a:lnTo>
                  <a:lnTo>
                    <a:pt x="139435" y="0"/>
                  </a:lnTo>
                  <a:lnTo>
                    <a:pt x="152241" y="50865"/>
                  </a:lnTo>
                  <a:lnTo>
                    <a:pt x="165047" y="101666"/>
                  </a:lnTo>
                  <a:lnTo>
                    <a:pt x="162201" y="109785"/>
                  </a:lnTo>
                  <a:lnTo>
                    <a:pt x="170738" y="150372"/>
                  </a:lnTo>
                  <a:lnTo>
                    <a:pt x="179275" y="190917"/>
                  </a:lnTo>
                  <a:lnTo>
                    <a:pt x="187813" y="231421"/>
                  </a:lnTo>
                  <a:lnTo>
                    <a:pt x="196350" y="271884"/>
                  </a:lnTo>
                  <a:lnTo>
                    <a:pt x="204887" y="312307"/>
                  </a:lnTo>
                  <a:lnTo>
                    <a:pt x="213424" y="352688"/>
                  </a:lnTo>
                  <a:lnTo>
                    <a:pt x="230498" y="352688"/>
                  </a:lnTo>
                  <a:lnTo>
                    <a:pt x="230498" y="344615"/>
                  </a:lnTo>
                  <a:lnTo>
                    <a:pt x="267492" y="336540"/>
                  </a:lnTo>
                  <a:lnTo>
                    <a:pt x="278871" y="380931"/>
                  </a:lnTo>
                  <a:lnTo>
                    <a:pt x="335789" y="376898"/>
                  </a:lnTo>
                  <a:lnTo>
                    <a:pt x="343378" y="418557"/>
                  </a:lnTo>
                  <a:lnTo>
                    <a:pt x="350967" y="460174"/>
                  </a:lnTo>
                  <a:lnTo>
                    <a:pt x="358555" y="501747"/>
                  </a:lnTo>
                  <a:lnTo>
                    <a:pt x="344323" y="505768"/>
                  </a:lnTo>
                  <a:lnTo>
                    <a:pt x="344323" y="533904"/>
                  </a:lnTo>
                  <a:lnTo>
                    <a:pt x="341477" y="533904"/>
                  </a:lnTo>
                  <a:lnTo>
                    <a:pt x="341477" y="541939"/>
                  </a:lnTo>
                  <a:lnTo>
                    <a:pt x="347168" y="541939"/>
                  </a:lnTo>
                  <a:lnTo>
                    <a:pt x="350014" y="562020"/>
                  </a:lnTo>
                  <a:lnTo>
                    <a:pt x="395546" y="558002"/>
                  </a:lnTo>
                  <a:lnTo>
                    <a:pt x="398391" y="582091"/>
                  </a:lnTo>
                  <a:lnTo>
                    <a:pt x="395546" y="582091"/>
                  </a:lnTo>
                  <a:lnTo>
                    <a:pt x="398391" y="594129"/>
                  </a:lnTo>
                  <a:lnTo>
                    <a:pt x="406928" y="594129"/>
                  </a:lnTo>
                  <a:lnTo>
                    <a:pt x="415465" y="630219"/>
                  </a:lnTo>
                  <a:lnTo>
                    <a:pt x="406928" y="634227"/>
                  </a:lnTo>
                  <a:lnTo>
                    <a:pt x="421153" y="686298"/>
                  </a:lnTo>
                  <a:lnTo>
                    <a:pt x="432540" y="686298"/>
                  </a:lnTo>
                  <a:lnTo>
                    <a:pt x="452460" y="742300"/>
                  </a:lnTo>
                  <a:lnTo>
                    <a:pt x="452460" y="758286"/>
                  </a:lnTo>
                  <a:lnTo>
                    <a:pt x="432540" y="762279"/>
                  </a:lnTo>
                  <a:lnTo>
                    <a:pt x="404083" y="758286"/>
                  </a:lnTo>
                  <a:lnTo>
                    <a:pt x="384163" y="782254"/>
                  </a:lnTo>
                  <a:lnTo>
                    <a:pt x="378471" y="790237"/>
                  </a:lnTo>
                  <a:lnTo>
                    <a:pt x="378471" y="798224"/>
                  </a:lnTo>
                  <a:lnTo>
                    <a:pt x="395546" y="806204"/>
                  </a:lnTo>
                  <a:lnTo>
                    <a:pt x="392700" y="826155"/>
                  </a:lnTo>
                  <a:close/>
                </a:path>
              </a:pathLst>
            </a:custGeom>
            <a:solidFill>
              <a:srgbClr val="6763B5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" name="pg8"/>
            <p:cNvSpPr/>
            <p:nvPr/>
          </p:nvSpPr>
          <p:spPr>
            <a:xfrm>
              <a:off x="4683307" y="3681852"/>
              <a:ext cx="429694" cy="701320"/>
            </a:xfrm>
            <a:custGeom>
              <a:avLst/>
              <a:gdLst/>
              <a:ahLst/>
              <a:cxnLst/>
              <a:rect l="0" t="0" r="0" b="0"/>
              <a:pathLst>
                <a:path w="429694" h="701320">
                  <a:moveTo>
                    <a:pt x="14224" y="398240"/>
                  </a:moveTo>
                  <a:lnTo>
                    <a:pt x="42681" y="398240"/>
                  </a:lnTo>
                  <a:lnTo>
                    <a:pt x="42681" y="414249"/>
                  </a:lnTo>
                  <a:lnTo>
                    <a:pt x="56910" y="414249"/>
                  </a:lnTo>
                  <a:lnTo>
                    <a:pt x="62601" y="390234"/>
                  </a:lnTo>
                  <a:lnTo>
                    <a:pt x="85367" y="374216"/>
                  </a:lnTo>
                  <a:lnTo>
                    <a:pt x="108129" y="382225"/>
                  </a:lnTo>
                  <a:lnTo>
                    <a:pt x="122361" y="354187"/>
                  </a:lnTo>
                  <a:lnTo>
                    <a:pt x="199192" y="342161"/>
                  </a:lnTo>
                  <a:lnTo>
                    <a:pt x="193501" y="294032"/>
                  </a:lnTo>
                  <a:lnTo>
                    <a:pt x="187811" y="245845"/>
                  </a:lnTo>
                  <a:lnTo>
                    <a:pt x="182121" y="197601"/>
                  </a:lnTo>
                  <a:lnTo>
                    <a:pt x="239032" y="181509"/>
                  </a:lnTo>
                  <a:lnTo>
                    <a:pt x="227652" y="121097"/>
                  </a:lnTo>
                  <a:lnTo>
                    <a:pt x="287409" y="100939"/>
                  </a:lnTo>
                  <a:lnTo>
                    <a:pt x="278871" y="32328"/>
                  </a:lnTo>
                  <a:lnTo>
                    <a:pt x="331517" y="16167"/>
                  </a:lnTo>
                  <a:lnTo>
                    <a:pt x="384163" y="0"/>
                  </a:lnTo>
                  <a:lnTo>
                    <a:pt x="390992" y="41213"/>
                  </a:lnTo>
                  <a:lnTo>
                    <a:pt x="397821" y="82384"/>
                  </a:lnTo>
                  <a:lnTo>
                    <a:pt x="404650" y="123514"/>
                  </a:lnTo>
                  <a:lnTo>
                    <a:pt x="411478" y="164601"/>
                  </a:lnTo>
                  <a:lnTo>
                    <a:pt x="418307" y="205646"/>
                  </a:lnTo>
                  <a:lnTo>
                    <a:pt x="372780" y="221731"/>
                  </a:lnTo>
                  <a:lnTo>
                    <a:pt x="379182" y="266934"/>
                  </a:lnTo>
                  <a:lnTo>
                    <a:pt x="385584" y="312088"/>
                  </a:lnTo>
                  <a:lnTo>
                    <a:pt x="391986" y="357190"/>
                  </a:lnTo>
                  <a:lnTo>
                    <a:pt x="398387" y="402243"/>
                  </a:lnTo>
                  <a:lnTo>
                    <a:pt x="412620" y="402243"/>
                  </a:lnTo>
                  <a:lnTo>
                    <a:pt x="423999" y="462236"/>
                  </a:lnTo>
                  <a:lnTo>
                    <a:pt x="418307" y="466232"/>
                  </a:lnTo>
                  <a:lnTo>
                    <a:pt x="429694" y="538097"/>
                  </a:lnTo>
                  <a:lnTo>
                    <a:pt x="421153" y="538097"/>
                  </a:lnTo>
                  <a:lnTo>
                    <a:pt x="415462" y="554050"/>
                  </a:lnTo>
                  <a:lnTo>
                    <a:pt x="423999" y="597890"/>
                  </a:lnTo>
                  <a:lnTo>
                    <a:pt x="398387" y="605855"/>
                  </a:lnTo>
                  <a:lnTo>
                    <a:pt x="398387" y="629740"/>
                  </a:lnTo>
                  <a:lnTo>
                    <a:pt x="381317" y="645658"/>
                  </a:lnTo>
                  <a:lnTo>
                    <a:pt x="378467" y="625763"/>
                  </a:lnTo>
                  <a:lnTo>
                    <a:pt x="381317" y="601870"/>
                  </a:lnTo>
                  <a:lnTo>
                    <a:pt x="358551" y="581954"/>
                  </a:lnTo>
                  <a:lnTo>
                    <a:pt x="369934" y="566011"/>
                  </a:lnTo>
                  <a:lnTo>
                    <a:pt x="358551" y="550063"/>
                  </a:lnTo>
                  <a:lnTo>
                    <a:pt x="338631" y="558038"/>
                  </a:lnTo>
                  <a:lnTo>
                    <a:pt x="327248" y="538097"/>
                  </a:lnTo>
                  <a:lnTo>
                    <a:pt x="321557" y="522137"/>
                  </a:lnTo>
                  <a:lnTo>
                    <a:pt x="307329" y="522137"/>
                  </a:lnTo>
                  <a:lnTo>
                    <a:pt x="301637" y="534108"/>
                  </a:lnTo>
                  <a:lnTo>
                    <a:pt x="301637" y="550063"/>
                  </a:lnTo>
                  <a:lnTo>
                    <a:pt x="293100" y="558038"/>
                  </a:lnTo>
                  <a:lnTo>
                    <a:pt x="284563" y="550063"/>
                  </a:lnTo>
                  <a:lnTo>
                    <a:pt x="276026" y="534108"/>
                  </a:lnTo>
                  <a:lnTo>
                    <a:pt x="267489" y="526131"/>
                  </a:lnTo>
                  <a:lnTo>
                    <a:pt x="264643" y="534108"/>
                  </a:lnTo>
                  <a:lnTo>
                    <a:pt x="267489" y="554050"/>
                  </a:lnTo>
                  <a:lnTo>
                    <a:pt x="247572" y="573983"/>
                  </a:lnTo>
                  <a:lnTo>
                    <a:pt x="236186" y="573983"/>
                  </a:lnTo>
                  <a:lnTo>
                    <a:pt x="219112" y="593906"/>
                  </a:lnTo>
                  <a:lnTo>
                    <a:pt x="210574" y="593906"/>
                  </a:lnTo>
                  <a:lnTo>
                    <a:pt x="199192" y="585935"/>
                  </a:lnTo>
                  <a:lnTo>
                    <a:pt x="196346" y="577969"/>
                  </a:lnTo>
                  <a:lnTo>
                    <a:pt x="207732" y="558038"/>
                  </a:lnTo>
                  <a:lnTo>
                    <a:pt x="196346" y="538097"/>
                  </a:lnTo>
                  <a:lnTo>
                    <a:pt x="184967" y="546074"/>
                  </a:lnTo>
                  <a:lnTo>
                    <a:pt x="182121" y="573983"/>
                  </a:lnTo>
                  <a:lnTo>
                    <a:pt x="165047" y="589922"/>
                  </a:lnTo>
                  <a:lnTo>
                    <a:pt x="153660" y="597890"/>
                  </a:lnTo>
                  <a:lnTo>
                    <a:pt x="145127" y="601870"/>
                  </a:lnTo>
                  <a:lnTo>
                    <a:pt x="128053" y="605855"/>
                  </a:lnTo>
                  <a:lnTo>
                    <a:pt x="136590" y="625763"/>
                  </a:lnTo>
                  <a:lnTo>
                    <a:pt x="128053" y="645658"/>
                  </a:lnTo>
                  <a:lnTo>
                    <a:pt x="130895" y="661569"/>
                  </a:lnTo>
                  <a:lnTo>
                    <a:pt x="142281" y="673498"/>
                  </a:lnTo>
                  <a:lnTo>
                    <a:pt x="153660" y="681449"/>
                  </a:lnTo>
                  <a:lnTo>
                    <a:pt x="145127" y="701320"/>
                  </a:lnTo>
                  <a:lnTo>
                    <a:pt x="130895" y="701320"/>
                  </a:lnTo>
                  <a:lnTo>
                    <a:pt x="99596" y="685424"/>
                  </a:lnTo>
                  <a:lnTo>
                    <a:pt x="93904" y="697346"/>
                  </a:lnTo>
                  <a:lnTo>
                    <a:pt x="82521" y="697346"/>
                  </a:lnTo>
                  <a:lnTo>
                    <a:pt x="73984" y="665546"/>
                  </a:lnTo>
                  <a:lnTo>
                    <a:pt x="59756" y="661569"/>
                  </a:lnTo>
                  <a:lnTo>
                    <a:pt x="42681" y="657592"/>
                  </a:lnTo>
                  <a:lnTo>
                    <a:pt x="14224" y="657592"/>
                  </a:lnTo>
                  <a:lnTo>
                    <a:pt x="5687" y="649636"/>
                  </a:lnTo>
                  <a:lnTo>
                    <a:pt x="5687" y="637702"/>
                  </a:lnTo>
                  <a:lnTo>
                    <a:pt x="14224" y="633720"/>
                  </a:lnTo>
                  <a:lnTo>
                    <a:pt x="28453" y="633720"/>
                  </a:lnTo>
                  <a:lnTo>
                    <a:pt x="25611" y="613817"/>
                  </a:lnTo>
                  <a:lnTo>
                    <a:pt x="34144" y="601870"/>
                  </a:lnTo>
                  <a:lnTo>
                    <a:pt x="48373" y="605855"/>
                  </a:lnTo>
                  <a:lnTo>
                    <a:pt x="73984" y="613817"/>
                  </a:lnTo>
                  <a:lnTo>
                    <a:pt x="73984" y="605855"/>
                  </a:lnTo>
                  <a:lnTo>
                    <a:pt x="62601" y="593906"/>
                  </a:lnTo>
                  <a:lnTo>
                    <a:pt x="65447" y="577969"/>
                  </a:lnTo>
                  <a:lnTo>
                    <a:pt x="54064" y="573983"/>
                  </a:lnTo>
                  <a:lnTo>
                    <a:pt x="39836" y="573983"/>
                  </a:lnTo>
                  <a:lnTo>
                    <a:pt x="25611" y="593906"/>
                  </a:lnTo>
                  <a:lnTo>
                    <a:pt x="14224" y="589922"/>
                  </a:lnTo>
                  <a:lnTo>
                    <a:pt x="19916" y="573983"/>
                  </a:lnTo>
                  <a:lnTo>
                    <a:pt x="36990" y="538097"/>
                  </a:lnTo>
                  <a:lnTo>
                    <a:pt x="36990" y="514155"/>
                  </a:lnTo>
                  <a:lnTo>
                    <a:pt x="28453" y="494196"/>
                  </a:lnTo>
                  <a:lnTo>
                    <a:pt x="22765" y="486206"/>
                  </a:lnTo>
                  <a:lnTo>
                    <a:pt x="14224" y="466232"/>
                  </a:lnTo>
                  <a:lnTo>
                    <a:pt x="2845" y="454242"/>
                  </a:lnTo>
                  <a:lnTo>
                    <a:pt x="0" y="446246"/>
                  </a:lnTo>
                  <a:lnTo>
                    <a:pt x="2845" y="434250"/>
                  </a:lnTo>
                  <a:lnTo>
                    <a:pt x="5687" y="418250"/>
                  </a:lnTo>
                  <a:lnTo>
                    <a:pt x="11379" y="406245"/>
                  </a:lnTo>
                  <a:close/>
                </a:path>
              </a:pathLst>
            </a:custGeom>
            <a:solidFill>
              <a:srgbClr val="ADD8E6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" name="pg9"/>
            <p:cNvSpPr/>
            <p:nvPr/>
          </p:nvSpPr>
          <p:spPr>
            <a:xfrm>
              <a:off x="4054417" y="4056069"/>
              <a:ext cx="367088" cy="422347"/>
            </a:xfrm>
            <a:custGeom>
              <a:avLst/>
              <a:gdLst/>
              <a:ahLst/>
              <a:cxnLst/>
              <a:rect l="0" t="0" r="0" b="0"/>
              <a:pathLst>
                <a:path w="367088" h="422347">
                  <a:moveTo>
                    <a:pt x="0" y="167870"/>
                  </a:moveTo>
                  <a:lnTo>
                    <a:pt x="34144" y="163881"/>
                  </a:lnTo>
                  <a:lnTo>
                    <a:pt x="36990" y="143930"/>
                  </a:lnTo>
                  <a:lnTo>
                    <a:pt x="19916" y="135950"/>
                  </a:lnTo>
                  <a:lnTo>
                    <a:pt x="19916" y="127963"/>
                  </a:lnTo>
                  <a:lnTo>
                    <a:pt x="25607" y="119980"/>
                  </a:lnTo>
                  <a:lnTo>
                    <a:pt x="45527" y="96012"/>
                  </a:lnTo>
                  <a:lnTo>
                    <a:pt x="73984" y="100005"/>
                  </a:lnTo>
                  <a:lnTo>
                    <a:pt x="93904" y="96012"/>
                  </a:lnTo>
                  <a:lnTo>
                    <a:pt x="93904" y="80026"/>
                  </a:lnTo>
                  <a:lnTo>
                    <a:pt x="122361" y="68029"/>
                  </a:lnTo>
                  <a:lnTo>
                    <a:pt x="139435" y="72030"/>
                  </a:lnTo>
                  <a:lnTo>
                    <a:pt x="150815" y="80026"/>
                  </a:lnTo>
                  <a:lnTo>
                    <a:pt x="147969" y="92016"/>
                  </a:lnTo>
                  <a:lnTo>
                    <a:pt x="159355" y="100005"/>
                  </a:lnTo>
                  <a:lnTo>
                    <a:pt x="173580" y="80026"/>
                  </a:lnTo>
                  <a:lnTo>
                    <a:pt x="184963" y="80026"/>
                  </a:lnTo>
                  <a:lnTo>
                    <a:pt x="190654" y="84020"/>
                  </a:lnTo>
                  <a:lnTo>
                    <a:pt x="256106" y="96012"/>
                  </a:lnTo>
                  <a:lnTo>
                    <a:pt x="264643" y="88020"/>
                  </a:lnTo>
                  <a:lnTo>
                    <a:pt x="267489" y="64033"/>
                  </a:lnTo>
                  <a:lnTo>
                    <a:pt x="264643" y="48034"/>
                  </a:lnTo>
                  <a:lnTo>
                    <a:pt x="250414" y="40032"/>
                  </a:lnTo>
                  <a:lnTo>
                    <a:pt x="241877" y="24024"/>
                  </a:lnTo>
                  <a:lnTo>
                    <a:pt x="241877" y="12014"/>
                  </a:lnTo>
                  <a:lnTo>
                    <a:pt x="321557" y="0"/>
                  </a:lnTo>
                  <a:lnTo>
                    <a:pt x="330090" y="8009"/>
                  </a:lnTo>
                  <a:lnTo>
                    <a:pt x="332936" y="28027"/>
                  </a:lnTo>
                  <a:lnTo>
                    <a:pt x="327248" y="48034"/>
                  </a:lnTo>
                  <a:lnTo>
                    <a:pt x="352856" y="52035"/>
                  </a:lnTo>
                  <a:lnTo>
                    <a:pt x="347168" y="111989"/>
                  </a:lnTo>
                  <a:lnTo>
                    <a:pt x="367088" y="119980"/>
                  </a:lnTo>
                  <a:lnTo>
                    <a:pt x="352856" y="175846"/>
                  </a:lnTo>
                  <a:lnTo>
                    <a:pt x="330090" y="175846"/>
                  </a:lnTo>
                  <a:lnTo>
                    <a:pt x="317287" y="215705"/>
                  </a:lnTo>
                  <a:lnTo>
                    <a:pt x="304483" y="255524"/>
                  </a:lnTo>
                  <a:lnTo>
                    <a:pt x="290254" y="311208"/>
                  </a:lnTo>
                  <a:lnTo>
                    <a:pt x="227649" y="303258"/>
                  </a:lnTo>
                  <a:lnTo>
                    <a:pt x="221957" y="335049"/>
                  </a:lnTo>
                  <a:lnTo>
                    <a:pt x="224807" y="374753"/>
                  </a:lnTo>
                  <a:lnTo>
                    <a:pt x="230494" y="410454"/>
                  </a:lnTo>
                  <a:lnTo>
                    <a:pt x="179275" y="402523"/>
                  </a:lnTo>
                  <a:lnTo>
                    <a:pt x="176426" y="390624"/>
                  </a:lnTo>
                  <a:lnTo>
                    <a:pt x="122361" y="378721"/>
                  </a:lnTo>
                  <a:lnTo>
                    <a:pt x="108129" y="422347"/>
                  </a:lnTo>
                  <a:lnTo>
                    <a:pt x="59756" y="410454"/>
                  </a:lnTo>
                  <a:lnTo>
                    <a:pt x="51218" y="406489"/>
                  </a:lnTo>
                  <a:lnTo>
                    <a:pt x="59756" y="370784"/>
                  </a:lnTo>
                  <a:lnTo>
                    <a:pt x="25607" y="354906"/>
                  </a:lnTo>
                  <a:lnTo>
                    <a:pt x="25607" y="291329"/>
                  </a:lnTo>
                  <a:lnTo>
                    <a:pt x="0" y="239601"/>
                  </a:lnTo>
                  <a:lnTo>
                    <a:pt x="14224" y="223673"/>
                  </a:lnTo>
                  <a:close/>
                </a:path>
              </a:pathLst>
            </a:custGeom>
            <a:solidFill>
              <a:srgbClr val="ADD8E6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" name="pg10"/>
            <p:cNvSpPr/>
            <p:nvPr/>
          </p:nvSpPr>
          <p:spPr>
            <a:xfrm>
              <a:off x="4384508" y="4303635"/>
              <a:ext cx="207736" cy="305375"/>
            </a:xfrm>
            <a:custGeom>
              <a:avLst/>
              <a:gdLst/>
              <a:ahLst/>
              <a:cxnLst/>
              <a:rect l="0" t="0" r="0" b="0"/>
              <a:pathLst>
                <a:path w="207736" h="305375">
                  <a:moveTo>
                    <a:pt x="17078" y="19899"/>
                  </a:moveTo>
                  <a:lnTo>
                    <a:pt x="28460" y="7958"/>
                  </a:lnTo>
                  <a:lnTo>
                    <a:pt x="51226" y="27854"/>
                  </a:lnTo>
                  <a:lnTo>
                    <a:pt x="91062" y="0"/>
                  </a:lnTo>
                  <a:lnTo>
                    <a:pt x="130902" y="37799"/>
                  </a:lnTo>
                  <a:lnTo>
                    <a:pt x="170742" y="75564"/>
                  </a:lnTo>
                  <a:lnTo>
                    <a:pt x="184971" y="75564"/>
                  </a:lnTo>
                  <a:lnTo>
                    <a:pt x="193508" y="67616"/>
                  </a:lnTo>
                  <a:lnTo>
                    <a:pt x="207736" y="75564"/>
                  </a:lnTo>
                  <a:lnTo>
                    <a:pt x="196353" y="107340"/>
                  </a:lnTo>
                  <a:lnTo>
                    <a:pt x="187816" y="119249"/>
                  </a:lnTo>
                  <a:lnTo>
                    <a:pt x="179279" y="147025"/>
                  </a:lnTo>
                  <a:lnTo>
                    <a:pt x="170742" y="158923"/>
                  </a:lnTo>
                  <a:lnTo>
                    <a:pt x="165051" y="170817"/>
                  </a:lnTo>
                  <a:lnTo>
                    <a:pt x="165051" y="182705"/>
                  </a:lnTo>
                  <a:lnTo>
                    <a:pt x="179279" y="194593"/>
                  </a:lnTo>
                  <a:lnTo>
                    <a:pt x="176433" y="218361"/>
                  </a:lnTo>
                  <a:lnTo>
                    <a:pt x="165051" y="226276"/>
                  </a:lnTo>
                  <a:lnTo>
                    <a:pt x="147976" y="234196"/>
                  </a:lnTo>
                  <a:lnTo>
                    <a:pt x="145131" y="242109"/>
                  </a:lnTo>
                  <a:lnTo>
                    <a:pt x="145131" y="250023"/>
                  </a:lnTo>
                  <a:lnTo>
                    <a:pt x="133748" y="257935"/>
                  </a:lnTo>
                  <a:lnTo>
                    <a:pt x="119523" y="265846"/>
                  </a:lnTo>
                  <a:lnTo>
                    <a:pt x="108136" y="297475"/>
                  </a:lnTo>
                  <a:lnTo>
                    <a:pt x="96757" y="305375"/>
                  </a:lnTo>
                  <a:lnTo>
                    <a:pt x="85371" y="301426"/>
                  </a:lnTo>
                  <a:lnTo>
                    <a:pt x="79679" y="281663"/>
                  </a:lnTo>
                  <a:lnTo>
                    <a:pt x="96757" y="265846"/>
                  </a:lnTo>
                  <a:lnTo>
                    <a:pt x="99603" y="257935"/>
                  </a:lnTo>
                  <a:lnTo>
                    <a:pt x="79679" y="257935"/>
                  </a:lnTo>
                  <a:lnTo>
                    <a:pt x="62605" y="257935"/>
                  </a:lnTo>
                  <a:lnTo>
                    <a:pt x="65451" y="234196"/>
                  </a:lnTo>
                  <a:lnTo>
                    <a:pt x="71142" y="218361"/>
                  </a:lnTo>
                  <a:lnTo>
                    <a:pt x="76837" y="210438"/>
                  </a:lnTo>
                  <a:lnTo>
                    <a:pt x="85371" y="194593"/>
                  </a:lnTo>
                  <a:lnTo>
                    <a:pt x="82525" y="186671"/>
                  </a:lnTo>
                  <a:lnTo>
                    <a:pt x="71142" y="178742"/>
                  </a:lnTo>
                  <a:lnTo>
                    <a:pt x="71142" y="139091"/>
                  </a:lnTo>
                  <a:lnTo>
                    <a:pt x="62605" y="123218"/>
                  </a:lnTo>
                  <a:lnTo>
                    <a:pt x="54072" y="107340"/>
                  </a:lnTo>
                  <a:lnTo>
                    <a:pt x="48377" y="107340"/>
                  </a:lnTo>
                  <a:lnTo>
                    <a:pt x="31306" y="103369"/>
                  </a:lnTo>
                  <a:lnTo>
                    <a:pt x="28460" y="95427"/>
                  </a:lnTo>
                  <a:lnTo>
                    <a:pt x="17078" y="87483"/>
                  </a:lnTo>
                  <a:lnTo>
                    <a:pt x="5695" y="75564"/>
                  </a:lnTo>
                  <a:lnTo>
                    <a:pt x="0" y="63641"/>
                  </a:lnTo>
                  <a:lnTo>
                    <a:pt x="5695" y="43763"/>
                  </a:lnTo>
                  <a:lnTo>
                    <a:pt x="0" y="35809"/>
                  </a:lnTo>
                  <a:lnTo>
                    <a:pt x="2845" y="23875"/>
                  </a:lnTo>
                  <a:close/>
                </a:path>
              </a:pathLst>
            </a:custGeom>
            <a:solidFill>
              <a:srgbClr val="ADD8E6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" name="pg11"/>
            <p:cNvSpPr/>
            <p:nvPr/>
          </p:nvSpPr>
          <p:spPr>
            <a:xfrm>
              <a:off x="4208077" y="4311593"/>
              <a:ext cx="261801" cy="356643"/>
            </a:xfrm>
            <a:custGeom>
              <a:avLst/>
              <a:gdLst/>
              <a:ahLst/>
              <a:cxnLst/>
              <a:rect l="0" t="0" r="0" b="0"/>
              <a:pathLst>
                <a:path w="261801" h="356643">
                  <a:moveTo>
                    <a:pt x="150822" y="0"/>
                  </a:moveTo>
                  <a:lnTo>
                    <a:pt x="193508" y="11941"/>
                  </a:lnTo>
                  <a:lnTo>
                    <a:pt x="179275" y="15917"/>
                  </a:lnTo>
                  <a:lnTo>
                    <a:pt x="176430" y="27851"/>
                  </a:lnTo>
                  <a:lnTo>
                    <a:pt x="182125" y="35805"/>
                  </a:lnTo>
                  <a:lnTo>
                    <a:pt x="176430" y="55683"/>
                  </a:lnTo>
                  <a:lnTo>
                    <a:pt x="182125" y="67605"/>
                  </a:lnTo>
                  <a:lnTo>
                    <a:pt x="193508" y="79524"/>
                  </a:lnTo>
                  <a:lnTo>
                    <a:pt x="204891" y="87468"/>
                  </a:lnTo>
                  <a:lnTo>
                    <a:pt x="207736" y="95411"/>
                  </a:lnTo>
                  <a:lnTo>
                    <a:pt x="224807" y="99381"/>
                  </a:lnTo>
                  <a:lnTo>
                    <a:pt x="230502" y="99381"/>
                  </a:lnTo>
                  <a:lnTo>
                    <a:pt x="239035" y="115260"/>
                  </a:lnTo>
                  <a:lnTo>
                    <a:pt x="247572" y="131132"/>
                  </a:lnTo>
                  <a:lnTo>
                    <a:pt x="247572" y="170784"/>
                  </a:lnTo>
                  <a:lnTo>
                    <a:pt x="258955" y="178713"/>
                  </a:lnTo>
                  <a:lnTo>
                    <a:pt x="261801" y="186635"/>
                  </a:lnTo>
                  <a:lnTo>
                    <a:pt x="253268" y="202479"/>
                  </a:lnTo>
                  <a:lnTo>
                    <a:pt x="247572" y="210402"/>
                  </a:lnTo>
                  <a:lnTo>
                    <a:pt x="241881" y="226238"/>
                  </a:lnTo>
                  <a:lnTo>
                    <a:pt x="239035" y="249977"/>
                  </a:lnTo>
                  <a:lnTo>
                    <a:pt x="224807" y="265797"/>
                  </a:lnTo>
                  <a:lnTo>
                    <a:pt x="219115" y="265797"/>
                  </a:lnTo>
                  <a:lnTo>
                    <a:pt x="207736" y="257888"/>
                  </a:lnTo>
                  <a:lnTo>
                    <a:pt x="216270" y="230193"/>
                  </a:lnTo>
                  <a:lnTo>
                    <a:pt x="213428" y="218318"/>
                  </a:lnTo>
                  <a:lnTo>
                    <a:pt x="204891" y="218318"/>
                  </a:lnTo>
                  <a:lnTo>
                    <a:pt x="196350" y="226238"/>
                  </a:lnTo>
                  <a:lnTo>
                    <a:pt x="190662" y="253933"/>
                  </a:lnTo>
                  <a:lnTo>
                    <a:pt x="176430" y="257888"/>
                  </a:lnTo>
                  <a:lnTo>
                    <a:pt x="170742" y="305321"/>
                  </a:lnTo>
                  <a:lnTo>
                    <a:pt x="167896" y="309271"/>
                  </a:lnTo>
                  <a:lnTo>
                    <a:pt x="153664" y="321120"/>
                  </a:lnTo>
                  <a:lnTo>
                    <a:pt x="147976" y="348751"/>
                  </a:lnTo>
                  <a:lnTo>
                    <a:pt x="142285" y="352700"/>
                  </a:lnTo>
                  <a:lnTo>
                    <a:pt x="133744" y="348751"/>
                  </a:lnTo>
                  <a:lnTo>
                    <a:pt x="130902" y="321120"/>
                  </a:lnTo>
                  <a:lnTo>
                    <a:pt x="96754" y="297417"/>
                  </a:lnTo>
                  <a:lnTo>
                    <a:pt x="99599" y="344804"/>
                  </a:lnTo>
                  <a:lnTo>
                    <a:pt x="91062" y="356643"/>
                  </a:lnTo>
                  <a:lnTo>
                    <a:pt x="76834" y="356643"/>
                  </a:lnTo>
                  <a:lnTo>
                    <a:pt x="62605" y="344804"/>
                  </a:lnTo>
                  <a:lnTo>
                    <a:pt x="54068" y="329015"/>
                  </a:lnTo>
                  <a:lnTo>
                    <a:pt x="36994" y="325069"/>
                  </a:lnTo>
                  <a:lnTo>
                    <a:pt x="28460" y="325069"/>
                  </a:lnTo>
                  <a:lnTo>
                    <a:pt x="42685" y="277658"/>
                  </a:lnTo>
                  <a:lnTo>
                    <a:pt x="54068" y="242065"/>
                  </a:lnTo>
                  <a:lnTo>
                    <a:pt x="45531" y="234151"/>
                  </a:lnTo>
                  <a:lnTo>
                    <a:pt x="25615" y="230193"/>
                  </a:lnTo>
                  <a:lnTo>
                    <a:pt x="0" y="226238"/>
                  </a:lnTo>
                  <a:lnTo>
                    <a:pt x="8540" y="214359"/>
                  </a:lnTo>
                  <a:lnTo>
                    <a:pt x="14228" y="190596"/>
                  </a:lnTo>
                  <a:lnTo>
                    <a:pt x="25615" y="146999"/>
                  </a:lnTo>
                  <a:lnTo>
                    <a:pt x="76834" y="154929"/>
                  </a:lnTo>
                  <a:lnTo>
                    <a:pt x="71146" y="119229"/>
                  </a:lnTo>
                  <a:lnTo>
                    <a:pt x="68297" y="79524"/>
                  </a:lnTo>
                  <a:lnTo>
                    <a:pt x="73988" y="47733"/>
                  </a:lnTo>
                  <a:lnTo>
                    <a:pt x="136594" y="55683"/>
                  </a:lnTo>
                  <a:close/>
                </a:path>
              </a:pathLst>
            </a:custGeom>
            <a:solidFill>
              <a:srgbClr val="ADD8E6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" name="pg12"/>
            <p:cNvSpPr/>
            <p:nvPr/>
          </p:nvSpPr>
          <p:spPr>
            <a:xfrm>
              <a:off x="3579187" y="3613070"/>
              <a:ext cx="418311" cy="1090660"/>
            </a:xfrm>
            <a:custGeom>
              <a:avLst/>
              <a:gdLst/>
              <a:ahLst/>
              <a:cxnLst/>
              <a:rect l="0" t="0" r="0" b="0"/>
              <a:pathLst>
                <a:path w="418311" h="1090660">
                  <a:moveTo>
                    <a:pt x="0" y="28337"/>
                  </a:moveTo>
                  <a:lnTo>
                    <a:pt x="17074" y="24290"/>
                  </a:lnTo>
                  <a:lnTo>
                    <a:pt x="31302" y="4049"/>
                  </a:lnTo>
                  <a:lnTo>
                    <a:pt x="51222" y="0"/>
                  </a:lnTo>
                  <a:lnTo>
                    <a:pt x="68297" y="4049"/>
                  </a:lnTo>
                  <a:lnTo>
                    <a:pt x="76834" y="24290"/>
                  </a:lnTo>
                  <a:lnTo>
                    <a:pt x="85371" y="60698"/>
                  </a:lnTo>
                  <a:lnTo>
                    <a:pt x="99599" y="68781"/>
                  </a:lnTo>
                  <a:lnTo>
                    <a:pt x="116674" y="64739"/>
                  </a:lnTo>
                  <a:lnTo>
                    <a:pt x="124499" y="106159"/>
                  </a:lnTo>
                  <a:lnTo>
                    <a:pt x="132325" y="147536"/>
                  </a:lnTo>
                  <a:lnTo>
                    <a:pt x="140151" y="188871"/>
                  </a:lnTo>
                  <a:lnTo>
                    <a:pt x="147976" y="230164"/>
                  </a:lnTo>
                  <a:lnTo>
                    <a:pt x="133744" y="234190"/>
                  </a:lnTo>
                  <a:lnTo>
                    <a:pt x="128056" y="242239"/>
                  </a:lnTo>
                  <a:lnTo>
                    <a:pt x="128056" y="250291"/>
                  </a:lnTo>
                  <a:lnTo>
                    <a:pt x="139439" y="306591"/>
                  </a:lnTo>
                  <a:lnTo>
                    <a:pt x="147976" y="306591"/>
                  </a:lnTo>
                  <a:lnTo>
                    <a:pt x="153664" y="338726"/>
                  </a:lnTo>
                  <a:lnTo>
                    <a:pt x="155087" y="384880"/>
                  </a:lnTo>
                  <a:lnTo>
                    <a:pt x="156510" y="430980"/>
                  </a:lnTo>
                  <a:lnTo>
                    <a:pt x="224807" y="402925"/>
                  </a:lnTo>
                  <a:lnTo>
                    <a:pt x="247572" y="455012"/>
                  </a:lnTo>
                  <a:lnTo>
                    <a:pt x="270338" y="507031"/>
                  </a:lnTo>
                  <a:lnTo>
                    <a:pt x="261801" y="523024"/>
                  </a:lnTo>
                  <a:lnTo>
                    <a:pt x="305435" y="532350"/>
                  </a:lnTo>
                  <a:lnTo>
                    <a:pt x="349069" y="541674"/>
                  </a:lnTo>
                  <a:lnTo>
                    <a:pt x="392704" y="550996"/>
                  </a:lnTo>
                  <a:lnTo>
                    <a:pt x="381317" y="566971"/>
                  </a:lnTo>
                  <a:lnTo>
                    <a:pt x="384166" y="566971"/>
                  </a:lnTo>
                  <a:lnTo>
                    <a:pt x="395546" y="582937"/>
                  </a:lnTo>
                  <a:lnTo>
                    <a:pt x="401237" y="582937"/>
                  </a:lnTo>
                  <a:lnTo>
                    <a:pt x="418311" y="622832"/>
                  </a:lnTo>
                  <a:lnTo>
                    <a:pt x="401237" y="642765"/>
                  </a:lnTo>
                  <a:lnTo>
                    <a:pt x="401237" y="658704"/>
                  </a:lnTo>
                  <a:lnTo>
                    <a:pt x="395546" y="662688"/>
                  </a:lnTo>
                  <a:lnTo>
                    <a:pt x="401237" y="698522"/>
                  </a:lnTo>
                  <a:lnTo>
                    <a:pt x="388431" y="746256"/>
                  </a:lnTo>
                  <a:lnTo>
                    <a:pt x="375626" y="793933"/>
                  </a:lnTo>
                  <a:lnTo>
                    <a:pt x="369938" y="793933"/>
                  </a:lnTo>
                  <a:lnTo>
                    <a:pt x="344327" y="828332"/>
                  </a:lnTo>
                  <a:lnTo>
                    <a:pt x="318715" y="862701"/>
                  </a:lnTo>
                  <a:lnTo>
                    <a:pt x="293104" y="897042"/>
                  </a:lnTo>
                  <a:lnTo>
                    <a:pt x="281721" y="861381"/>
                  </a:lnTo>
                  <a:lnTo>
                    <a:pt x="258955" y="833622"/>
                  </a:lnTo>
                  <a:lnTo>
                    <a:pt x="247572" y="833622"/>
                  </a:lnTo>
                  <a:lnTo>
                    <a:pt x="239035" y="829655"/>
                  </a:lnTo>
                  <a:lnTo>
                    <a:pt x="230502" y="833622"/>
                  </a:lnTo>
                  <a:lnTo>
                    <a:pt x="224807" y="825685"/>
                  </a:lnTo>
                  <a:lnTo>
                    <a:pt x="190658" y="845521"/>
                  </a:lnTo>
                  <a:lnTo>
                    <a:pt x="187816" y="845521"/>
                  </a:lnTo>
                  <a:lnTo>
                    <a:pt x="125211" y="885157"/>
                  </a:lnTo>
                  <a:lnTo>
                    <a:pt x="108133" y="885157"/>
                  </a:lnTo>
                  <a:lnTo>
                    <a:pt x="102445" y="889119"/>
                  </a:lnTo>
                  <a:lnTo>
                    <a:pt x="108133" y="897042"/>
                  </a:lnTo>
                  <a:lnTo>
                    <a:pt x="108133" y="904962"/>
                  </a:lnTo>
                  <a:lnTo>
                    <a:pt x="139439" y="916841"/>
                  </a:lnTo>
                  <a:lnTo>
                    <a:pt x="179275" y="964320"/>
                  </a:lnTo>
                  <a:lnTo>
                    <a:pt x="170738" y="972228"/>
                  </a:lnTo>
                  <a:lnTo>
                    <a:pt x="173584" y="976181"/>
                  </a:lnTo>
                  <a:lnTo>
                    <a:pt x="156510" y="1003844"/>
                  </a:lnTo>
                  <a:lnTo>
                    <a:pt x="167896" y="1015691"/>
                  </a:lnTo>
                  <a:lnTo>
                    <a:pt x="139439" y="1031485"/>
                  </a:lnTo>
                  <a:lnTo>
                    <a:pt x="139439" y="1043327"/>
                  </a:lnTo>
                  <a:lnTo>
                    <a:pt x="136594" y="1055166"/>
                  </a:lnTo>
                  <a:lnTo>
                    <a:pt x="145131" y="1082775"/>
                  </a:lnTo>
                  <a:lnTo>
                    <a:pt x="125211" y="1074889"/>
                  </a:lnTo>
                  <a:lnTo>
                    <a:pt x="108133" y="1074889"/>
                  </a:lnTo>
                  <a:lnTo>
                    <a:pt x="76834" y="1082775"/>
                  </a:lnTo>
                  <a:lnTo>
                    <a:pt x="51222" y="1090660"/>
                  </a:lnTo>
                  <a:lnTo>
                    <a:pt x="48377" y="1047274"/>
                  </a:lnTo>
                  <a:lnTo>
                    <a:pt x="45531" y="1003843"/>
                  </a:lnTo>
                  <a:lnTo>
                    <a:pt x="42685" y="960365"/>
                  </a:lnTo>
                  <a:lnTo>
                    <a:pt x="39839" y="916841"/>
                  </a:lnTo>
                  <a:lnTo>
                    <a:pt x="36994" y="873271"/>
                  </a:lnTo>
                  <a:lnTo>
                    <a:pt x="34148" y="829654"/>
                  </a:lnTo>
                  <a:lnTo>
                    <a:pt x="31302" y="785990"/>
                  </a:lnTo>
                  <a:lnTo>
                    <a:pt x="28457" y="742280"/>
                  </a:lnTo>
                  <a:lnTo>
                    <a:pt x="26783" y="700630"/>
                  </a:lnTo>
                  <a:lnTo>
                    <a:pt x="25109" y="658938"/>
                  </a:lnTo>
                  <a:lnTo>
                    <a:pt x="23435" y="617202"/>
                  </a:lnTo>
                  <a:lnTo>
                    <a:pt x="21761" y="575424"/>
                  </a:lnTo>
                  <a:lnTo>
                    <a:pt x="20087" y="533602"/>
                  </a:lnTo>
                  <a:lnTo>
                    <a:pt x="18413" y="491738"/>
                  </a:lnTo>
                  <a:lnTo>
                    <a:pt x="16739" y="449830"/>
                  </a:lnTo>
                  <a:lnTo>
                    <a:pt x="15065" y="407878"/>
                  </a:lnTo>
                  <a:lnTo>
                    <a:pt x="13391" y="365883"/>
                  </a:lnTo>
                  <a:lnTo>
                    <a:pt x="11717" y="323845"/>
                  </a:lnTo>
                  <a:lnTo>
                    <a:pt x="10043" y="281762"/>
                  </a:lnTo>
                  <a:lnTo>
                    <a:pt x="8369" y="239635"/>
                  </a:lnTo>
                  <a:lnTo>
                    <a:pt x="6695" y="197464"/>
                  </a:lnTo>
                  <a:lnTo>
                    <a:pt x="5021" y="155249"/>
                  </a:lnTo>
                  <a:lnTo>
                    <a:pt x="3347" y="112990"/>
                  </a:lnTo>
                  <a:lnTo>
                    <a:pt x="1673" y="70686"/>
                  </a:lnTo>
                  <a:close/>
                </a:path>
              </a:pathLst>
            </a:custGeom>
            <a:solidFill>
              <a:srgbClr val="6B68B7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" name="pg13"/>
            <p:cNvSpPr/>
            <p:nvPr/>
          </p:nvSpPr>
          <p:spPr>
            <a:xfrm>
              <a:off x="4435734" y="2873257"/>
              <a:ext cx="685800" cy="1230846"/>
            </a:xfrm>
            <a:custGeom>
              <a:avLst/>
              <a:gdLst/>
              <a:ahLst/>
              <a:cxnLst/>
              <a:rect l="0" t="0" r="0" b="0"/>
              <a:pathLst>
                <a:path w="685800" h="1230846">
                  <a:moveTo>
                    <a:pt x="261797" y="1206835"/>
                  </a:moveTo>
                  <a:lnTo>
                    <a:pt x="253260" y="1194825"/>
                  </a:lnTo>
                  <a:lnTo>
                    <a:pt x="236186" y="1202832"/>
                  </a:lnTo>
                  <a:lnTo>
                    <a:pt x="185913" y="1212172"/>
                  </a:lnTo>
                  <a:lnTo>
                    <a:pt x="135640" y="1221510"/>
                  </a:lnTo>
                  <a:lnTo>
                    <a:pt x="85367" y="1230846"/>
                  </a:lnTo>
                  <a:lnTo>
                    <a:pt x="71138" y="1174800"/>
                  </a:lnTo>
                  <a:lnTo>
                    <a:pt x="39836" y="1182811"/>
                  </a:lnTo>
                  <a:lnTo>
                    <a:pt x="33196" y="1140735"/>
                  </a:lnTo>
                  <a:lnTo>
                    <a:pt x="26557" y="1098614"/>
                  </a:lnTo>
                  <a:lnTo>
                    <a:pt x="19918" y="1056450"/>
                  </a:lnTo>
                  <a:lnTo>
                    <a:pt x="13278" y="1014242"/>
                  </a:lnTo>
                  <a:lnTo>
                    <a:pt x="6639" y="971989"/>
                  </a:lnTo>
                  <a:lnTo>
                    <a:pt x="0" y="929692"/>
                  </a:lnTo>
                  <a:lnTo>
                    <a:pt x="39838" y="920958"/>
                  </a:lnTo>
                  <a:lnTo>
                    <a:pt x="79677" y="912223"/>
                  </a:lnTo>
                  <a:lnTo>
                    <a:pt x="119516" y="903485"/>
                  </a:lnTo>
                  <a:lnTo>
                    <a:pt x="159354" y="894746"/>
                  </a:lnTo>
                  <a:lnTo>
                    <a:pt x="199193" y="886005"/>
                  </a:lnTo>
                  <a:lnTo>
                    <a:pt x="239032" y="877261"/>
                  </a:lnTo>
                  <a:lnTo>
                    <a:pt x="233340" y="828806"/>
                  </a:lnTo>
                  <a:lnTo>
                    <a:pt x="284563" y="816682"/>
                  </a:lnTo>
                  <a:lnTo>
                    <a:pt x="276026" y="776243"/>
                  </a:lnTo>
                  <a:lnTo>
                    <a:pt x="267489" y="735763"/>
                  </a:lnTo>
                  <a:lnTo>
                    <a:pt x="258951" y="695242"/>
                  </a:lnTo>
                  <a:lnTo>
                    <a:pt x="250414" y="654680"/>
                  </a:lnTo>
                  <a:lnTo>
                    <a:pt x="241877" y="614077"/>
                  </a:lnTo>
                  <a:lnTo>
                    <a:pt x="199192" y="614077"/>
                  </a:lnTo>
                  <a:lnTo>
                    <a:pt x="202041" y="577501"/>
                  </a:lnTo>
                  <a:lnTo>
                    <a:pt x="199192" y="536821"/>
                  </a:lnTo>
                  <a:lnTo>
                    <a:pt x="196346" y="520537"/>
                  </a:lnTo>
                  <a:lnTo>
                    <a:pt x="256106" y="492023"/>
                  </a:lnTo>
                  <a:lnTo>
                    <a:pt x="256882" y="447545"/>
                  </a:lnTo>
                  <a:lnTo>
                    <a:pt x="257658" y="403018"/>
                  </a:lnTo>
                  <a:lnTo>
                    <a:pt x="258434" y="358440"/>
                  </a:lnTo>
                  <a:lnTo>
                    <a:pt x="259210" y="313813"/>
                  </a:lnTo>
                  <a:lnTo>
                    <a:pt x="259986" y="269135"/>
                  </a:lnTo>
                  <a:lnTo>
                    <a:pt x="260762" y="224406"/>
                  </a:lnTo>
                  <a:lnTo>
                    <a:pt x="261538" y="179627"/>
                  </a:lnTo>
                  <a:lnTo>
                    <a:pt x="262315" y="134797"/>
                  </a:lnTo>
                  <a:lnTo>
                    <a:pt x="263091" y="89916"/>
                  </a:lnTo>
                  <a:lnTo>
                    <a:pt x="263867" y="44983"/>
                  </a:lnTo>
                  <a:lnTo>
                    <a:pt x="264643" y="0"/>
                  </a:lnTo>
                  <a:lnTo>
                    <a:pt x="324403" y="0"/>
                  </a:lnTo>
                  <a:lnTo>
                    <a:pt x="330094" y="4128"/>
                  </a:lnTo>
                  <a:lnTo>
                    <a:pt x="372779" y="5503"/>
                  </a:lnTo>
                  <a:lnTo>
                    <a:pt x="415463" y="6878"/>
                  </a:lnTo>
                  <a:lnTo>
                    <a:pt x="458147" y="8253"/>
                  </a:lnTo>
                  <a:lnTo>
                    <a:pt x="458147" y="52425"/>
                  </a:lnTo>
                  <a:lnTo>
                    <a:pt x="458147" y="96546"/>
                  </a:lnTo>
                  <a:lnTo>
                    <a:pt x="458147" y="140619"/>
                  </a:lnTo>
                  <a:lnTo>
                    <a:pt x="458147" y="184642"/>
                  </a:lnTo>
                  <a:lnTo>
                    <a:pt x="458147" y="228616"/>
                  </a:lnTo>
                  <a:lnTo>
                    <a:pt x="458147" y="272542"/>
                  </a:lnTo>
                  <a:lnTo>
                    <a:pt x="458147" y="316418"/>
                  </a:lnTo>
                  <a:lnTo>
                    <a:pt x="458147" y="324601"/>
                  </a:lnTo>
                  <a:lnTo>
                    <a:pt x="458147" y="366181"/>
                  </a:lnTo>
                  <a:lnTo>
                    <a:pt x="458147" y="407719"/>
                  </a:lnTo>
                  <a:lnTo>
                    <a:pt x="458147" y="449212"/>
                  </a:lnTo>
                  <a:lnTo>
                    <a:pt x="458147" y="490663"/>
                  </a:lnTo>
                  <a:lnTo>
                    <a:pt x="458147" y="532070"/>
                  </a:lnTo>
                  <a:lnTo>
                    <a:pt x="458147" y="573434"/>
                  </a:lnTo>
                  <a:lnTo>
                    <a:pt x="472380" y="581567"/>
                  </a:lnTo>
                  <a:lnTo>
                    <a:pt x="532136" y="573434"/>
                  </a:lnTo>
                  <a:lnTo>
                    <a:pt x="532136" y="565301"/>
                  </a:lnTo>
                  <a:lnTo>
                    <a:pt x="574821" y="558521"/>
                  </a:lnTo>
                  <a:lnTo>
                    <a:pt x="617507" y="551740"/>
                  </a:lnTo>
                  <a:lnTo>
                    <a:pt x="660193" y="544958"/>
                  </a:lnTo>
                  <a:lnTo>
                    <a:pt x="664461" y="586987"/>
                  </a:lnTo>
                  <a:lnTo>
                    <a:pt x="668729" y="628971"/>
                  </a:lnTo>
                  <a:lnTo>
                    <a:pt x="672997" y="670911"/>
                  </a:lnTo>
                  <a:lnTo>
                    <a:pt x="677264" y="712807"/>
                  </a:lnTo>
                  <a:lnTo>
                    <a:pt x="681532" y="754659"/>
                  </a:lnTo>
                  <a:lnTo>
                    <a:pt x="685800" y="796468"/>
                  </a:lnTo>
                  <a:lnTo>
                    <a:pt x="631736" y="808595"/>
                  </a:lnTo>
                  <a:lnTo>
                    <a:pt x="579090" y="824762"/>
                  </a:lnTo>
                  <a:lnTo>
                    <a:pt x="526444" y="840923"/>
                  </a:lnTo>
                  <a:lnTo>
                    <a:pt x="534981" y="909535"/>
                  </a:lnTo>
                  <a:lnTo>
                    <a:pt x="475225" y="929692"/>
                  </a:lnTo>
                  <a:lnTo>
                    <a:pt x="486604" y="990104"/>
                  </a:lnTo>
                  <a:lnTo>
                    <a:pt x="429694" y="1006196"/>
                  </a:lnTo>
                  <a:lnTo>
                    <a:pt x="435384" y="1054440"/>
                  </a:lnTo>
                  <a:lnTo>
                    <a:pt x="441074" y="1102627"/>
                  </a:lnTo>
                  <a:lnTo>
                    <a:pt x="446765" y="1150756"/>
                  </a:lnTo>
                  <a:lnTo>
                    <a:pt x="369934" y="1162782"/>
                  </a:lnTo>
                  <a:lnTo>
                    <a:pt x="355702" y="1190821"/>
                  </a:lnTo>
                  <a:lnTo>
                    <a:pt x="332940" y="1182811"/>
                  </a:lnTo>
                  <a:lnTo>
                    <a:pt x="310174" y="1198829"/>
                  </a:lnTo>
                  <a:lnTo>
                    <a:pt x="304483" y="1222844"/>
                  </a:lnTo>
                  <a:lnTo>
                    <a:pt x="290254" y="1222844"/>
                  </a:lnTo>
                  <a:lnTo>
                    <a:pt x="290254" y="1206835"/>
                  </a:lnTo>
                  <a:close/>
                </a:path>
              </a:pathLst>
            </a:custGeom>
            <a:solidFill>
              <a:srgbClr val="ADD8E6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" name="pg14"/>
            <p:cNvSpPr/>
            <p:nvPr/>
          </p:nvSpPr>
          <p:spPr>
            <a:xfrm>
              <a:off x="4196698" y="2745150"/>
              <a:ext cx="523599" cy="1110159"/>
            </a:xfrm>
            <a:custGeom>
              <a:avLst/>
              <a:gdLst/>
              <a:ahLst/>
              <a:cxnLst/>
              <a:rect l="0" t="0" r="0" b="0"/>
              <a:pathLst>
                <a:path w="523599" h="1110159">
                  <a:moveTo>
                    <a:pt x="239035" y="1057799"/>
                  </a:moveTo>
                  <a:lnTo>
                    <a:pt x="165043" y="1073918"/>
                  </a:lnTo>
                  <a:lnTo>
                    <a:pt x="167889" y="1094054"/>
                  </a:lnTo>
                  <a:lnTo>
                    <a:pt x="105287" y="1110159"/>
                  </a:lnTo>
                  <a:lnTo>
                    <a:pt x="91058" y="1045706"/>
                  </a:lnTo>
                  <a:lnTo>
                    <a:pt x="85367" y="1041674"/>
                  </a:lnTo>
                  <a:lnTo>
                    <a:pt x="75881" y="997297"/>
                  </a:lnTo>
                  <a:lnTo>
                    <a:pt x="66396" y="952871"/>
                  </a:lnTo>
                  <a:lnTo>
                    <a:pt x="56910" y="908395"/>
                  </a:lnTo>
                  <a:lnTo>
                    <a:pt x="65447" y="904347"/>
                  </a:lnTo>
                  <a:lnTo>
                    <a:pt x="55487" y="860831"/>
                  </a:lnTo>
                  <a:lnTo>
                    <a:pt x="45527" y="817267"/>
                  </a:lnTo>
                  <a:lnTo>
                    <a:pt x="35567" y="773656"/>
                  </a:lnTo>
                  <a:lnTo>
                    <a:pt x="25607" y="729997"/>
                  </a:lnTo>
                  <a:lnTo>
                    <a:pt x="36994" y="721869"/>
                  </a:lnTo>
                  <a:lnTo>
                    <a:pt x="45527" y="709673"/>
                  </a:lnTo>
                  <a:lnTo>
                    <a:pt x="54064" y="693407"/>
                  </a:lnTo>
                  <a:lnTo>
                    <a:pt x="54064" y="681206"/>
                  </a:lnTo>
                  <a:lnTo>
                    <a:pt x="65447" y="668995"/>
                  </a:lnTo>
                  <a:lnTo>
                    <a:pt x="65447" y="660855"/>
                  </a:lnTo>
                  <a:lnTo>
                    <a:pt x="65447" y="652715"/>
                  </a:lnTo>
                  <a:lnTo>
                    <a:pt x="65447" y="648644"/>
                  </a:lnTo>
                  <a:lnTo>
                    <a:pt x="56910" y="648644"/>
                  </a:lnTo>
                  <a:lnTo>
                    <a:pt x="42681" y="652715"/>
                  </a:lnTo>
                  <a:lnTo>
                    <a:pt x="36994" y="648644"/>
                  </a:lnTo>
                  <a:lnTo>
                    <a:pt x="42681" y="640496"/>
                  </a:lnTo>
                  <a:lnTo>
                    <a:pt x="31299" y="636426"/>
                  </a:lnTo>
                  <a:lnTo>
                    <a:pt x="22761" y="624204"/>
                  </a:lnTo>
                  <a:lnTo>
                    <a:pt x="8533" y="595670"/>
                  </a:lnTo>
                  <a:lnTo>
                    <a:pt x="0" y="595670"/>
                  </a:lnTo>
                  <a:lnTo>
                    <a:pt x="5687" y="591595"/>
                  </a:lnTo>
                  <a:lnTo>
                    <a:pt x="14228" y="583439"/>
                  </a:lnTo>
                  <a:lnTo>
                    <a:pt x="17074" y="567121"/>
                  </a:lnTo>
                  <a:lnTo>
                    <a:pt x="19919" y="563040"/>
                  </a:lnTo>
                  <a:lnTo>
                    <a:pt x="25607" y="563040"/>
                  </a:lnTo>
                  <a:lnTo>
                    <a:pt x="34144" y="575281"/>
                  </a:lnTo>
                  <a:lnTo>
                    <a:pt x="45527" y="579360"/>
                  </a:lnTo>
                  <a:lnTo>
                    <a:pt x="51218" y="579360"/>
                  </a:lnTo>
                  <a:lnTo>
                    <a:pt x="51218" y="571201"/>
                  </a:lnTo>
                  <a:lnTo>
                    <a:pt x="45527" y="563040"/>
                  </a:lnTo>
                  <a:lnTo>
                    <a:pt x="56910" y="550796"/>
                  </a:lnTo>
                  <a:lnTo>
                    <a:pt x="62605" y="518127"/>
                  </a:lnTo>
                  <a:lnTo>
                    <a:pt x="48373" y="497695"/>
                  </a:lnTo>
                  <a:lnTo>
                    <a:pt x="65447" y="493607"/>
                  </a:lnTo>
                  <a:lnTo>
                    <a:pt x="71138" y="505872"/>
                  </a:lnTo>
                  <a:lnTo>
                    <a:pt x="99596" y="501782"/>
                  </a:lnTo>
                  <a:lnTo>
                    <a:pt x="76830" y="424055"/>
                  </a:lnTo>
                  <a:lnTo>
                    <a:pt x="54064" y="424055"/>
                  </a:lnTo>
                  <a:lnTo>
                    <a:pt x="53251" y="382498"/>
                  </a:lnTo>
                  <a:lnTo>
                    <a:pt x="52438" y="340898"/>
                  </a:lnTo>
                  <a:lnTo>
                    <a:pt x="51625" y="299253"/>
                  </a:lnTo>
                  <a:lnTo>
                    <a:pt x="50812" y="257565"/>
                  </a:lnTo>
                  <a:lnTo>
                    <a:pt x="49999" y="215833"/>
                  </a:lnTo>
                  <a:lnTo>
                    <a:pt x="49186" y="174056"/>
                  </a:lnTo>
                  <a:lnTo>
                    <a:pt x="48373" y="132235"/>
                  </a:lnTo>
                  <a:lnTo>
                    <a:pt x="51218" y="128106"/>
                  </a:lnTo>
                  <a:lnTo>
                    <a:pt x="52641" y="66171"/>
                  </a:lnTo>
                  <a:lnTo>
                    <a:pt x="54064" y="4139"/>
                  </a:lnTo>
                  <a:lnTo>
                    <a:pt x="97887" y="3725"/>
                  </a:lnTo>
                  <a:lnTo>
                    <a:pt x="141711" y="3311"/>
                  </a:lnTo>
                  <a:lnTo>
                    <a:pt x="185534" y="2897"/>
                  </a:lnTo>
                  <a:lnTo>
                    <a:pt x="229357" y="2483"/>
                  </a:lnTo>
                  <a:lnTo>
                    <a:pt x="273180" y="2069"/>
                  </a:lnTo>
                  <a:lnTo>
                    <a:pt x="317003" y="1655"/>
                  </a:lnTo>
                  <a:lnTo>
                    <a:pt x="360826" y="1241"/>
                  </a:lnTo>
                  <a:lnTo>
                    <a:pt x="404650" y="827"/>
                  </a:lnTo>
                  <a:lnTo>
                    <a:pt x="448473" y="413"/>
                  </a:lnTo>
                  <a:lnTo>
                    <a:pt x="492296" y="0"/>
                  </a:lnTo>
                  <a:lnTo>
                    <a:pt x="496090" y="42748"/>
                  </a:lnTo>
                  <a:lnTo>
                    <a:pt x="499884" y="85450"/>
                  </a:lnTo>
                  <a:lnTo>
                    <a:pt x="503679" y="128106"/>
                  </a:lnTo>
                  <a:lnTo>
                    <a:pt x="502903" y="173090"/>
                  </a:lnTo>
                  <a:lnTo>
                    <a:pt x="502126" y="218022"/>
                  </a:lnTo>
                  <a:lnTo>
                    <a:pt x="501350" y="262904"/>
                  </a:lnTo>
                  <a:lnTo>
                    <a:pt x="500574" y="307734"/>
                  </a:lnTo>
                  <a:lnTo>
                    <a:pt x="499798" y="352513"/>
                  </a:lnTo>
                  <a:lnTo>
                    <a:pt x="499022" y="397241"/>
                  </a:lnTo>
                  <a:lnTo>
                    <a:pt x="498246" y="441920"/>
                  </a:lnTo>
                  <a:lnTo>
                    <a:pt x="497470" y="486547"/>
                  </a:lnTo>
                  <a:lnTo>
                    <a:pt x="496694" y="531125"/>
                  </a:lnTo>
                  <a:lnTo>
                    <a:pt x="495918" y="575652"/>
                  </a:lnTo>
                  <a:lnTo>
                    <a:pt x="495142" y="620130"/>
                  </a:lnTo>
                  <a:lnTo>
                    <a:pt x="435382" y="648644"/>
                  </a:lnTo>
                  <a:lnTo>
                    <a:pt x="438227" y="664928"/>
                  </a:lnTo>
                  <a:lnTo>
                    <a:pt x="441077" y="705607"/>
                  </a:lnTo>
                  <a:lnTo>
                    <a:pt x="438227" y="742183"/>
                  </a:lnTo>
                  <a:lnTo>
                    <a:pt x="480913" y="742183"/>
                  </a:lnTo>
                  <a:lnTo>
                    <a:pt x="489450" y="782787"/>
                  </a:lnTo>
                  <a:lnTo>
                    <a:pt x="497987" y="823349"/>
                  </a:lnTo>
                  <a:lnTo>
                    <a:pt x="506524" y="863870"/>
                  </a:lnTo>
                  <a:lnTo>
                    <a:pt x="515062" y="904350"/>
                  </a:lnTo>
                  <a:lnTo>
                    <a:pt x="523599" y="944789"/>
                  </a:lnTo>
                  <a:lnTo>
                    <a:pt x="472376" y="956912"/>
                  </a:lnTo>
                  <a:lnTo>
                    <a:pt x="478067" y="1005368"/>
                  </a:lnTo>
                  <a:lnTo>
                    <a:pt x="438229" y="1014111"/>
                  </a:lnTo>
                  <a:lnTo>
                    <a:pt x="398390" y="1022853"/>
                  </a:lnTo>
                  <a:lnTo>
                    <a:pt x="358551" y="1031592"/>
                  </a:lnTo>
                  <a:lnTo>
                    <a:pt x="318713" y="1040330"/>
                  </a:lnTo>
                  <a:lnTo>
                    <a:pt x="278874" y="1049065"/>
                  </a:lnTo>
                  <a:close/>
                </a:path>
              </a:pathLst>
            </a:custGeom>
            <a:solidFill>
              <a:srgbClr val="ADD8E6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" name="pg15"/>
            <p:cNvSpPr/>
            <p:nvPr/>
          </p:nvSpPr>
          <p:spPr>
            <a:xfrm>
              <a:off x="4091407" y="4434791"/>
              <a:ext cx="170738" cy="328030"/>
            </a:xfrm>
            <a:custGeom>
              <a:avLst/>
              <a:gdLst/>
              <a:ahLst/>
              <a:cxnLst/>
              <a:rect l="0" t="0" r="0" b="0"/>
              <a:pathLst>
                <a:path w="170738" h="328030">
                  <a:moveTo>
                    <a:pt x="22765" y="31732"/>
                  </a:moveTo>
                  <a:lnTo>
                    <a:pt x="71138" y="43625"/>
                  </a:lnTo>
                  <a:lnTo>
                    <a:pt x="85371" y="0"/>
                  </a:lnTo>
                  <a:lnTo>
                    <a:pt x="139435" y="11902"/>
                  </a:lnTo>
                  <a:lnTo>
                    <a:pt x="142285" y="23801"/>
                  </a:lnTo>
                  <a:lnTo>
                    <a:pt x="130898" y="67399"/>
                  </a:lnTo>
                  <a:lnTo>
                    <a:pt x="125211" y="91162"/>
                  </a:lnTo>
                  <a:lnTo>
                    <a:pt x="116670" y="103040"/>
                  </a:lnTo>
                  <a:lnTo>
                    <a:pt x="142285" y="106996"/>
                  </a:lnTo>
                  <a:lnTo>
                    <a:pt x="162201" y="110953"/>
                  </a:lnTo>
                  <a:lnTo>
                    <a:pt x="170738" y="118867"/>
                  </a:lnTo>
                  <a:lnTo>
                    <a:pt x="159355" y="154461"/>
                  </a:lnTo>
                  <a:lnTo>
                    <a:pt x="145131" y="201872"/>
                  </a:lnTo>
                  <a:lnTo>
                    <a:pt x="128053" y="205817"/>
                  </a:lnTo>
                  <a:lnTo>
                    <a:pt x="113824" y="245281"/>
                  </a:lnTo>
                  <a:lnTo>
                    <a:pt x="105291" y="261055"/>
                  </a:lnTo>
                  <a:lnTo>
                    <a:pt x="113824" y="300465"/>
                  </a:lnTo>
                  <a:lnTo>
                    <a:pt x="102445" y="328030"/>
                  </a:lnTo>
                  <a:lnTo>
                    <a:pt x="93904" y="328030"/>
                  </a:lnTo>
                  <a:lnTo>
                    <a:pt x="85371" y="320156"/>
                  </a:lnTo>
                  <a:lnTo>
                    <a:pt x="85371" y="304404"/>
                  </a:lnTo>
                  <a:lnTo>
                    <a:pt x="76834" y="288646"/>
                  </a:lnTo>
                  <a:lnTo>
                    <a:pt x="76834" y="261055"/>
                  </a:lnTo>
                  <a:lnTo>
                    <a:pt x="79679" y="233446"/>
                  </a:lnTo>
                  <a:lnTo>
                    <a:pt x="71138" y="221607"/>
                  </a:lnTo>
                  <a:lnTo>
                    <a:pt x="82525" y="186074"/>
                  </a:lnTo>
                  <a:lnTo>
                    <a:pt x="93904" y="158414"/>
                  </a:lnTo>
                  <a:lnTo>
                    <a:pt x="91058" y="154461"/>
                  </a:lnTo>
                  <a:lnTo>
                    <a:pt x="82525" y="150508"/>
                  </a:lnTo>
                  <a:lnTo>
                    <a:pt x="76834" y="162364"/>
                  </a:lnTo>
                  <a:lnTo>
                    <a:pt x="65451" y="174219"/>
                  </a:lnTo>
                  <a:lnTo>
                    <a:pt x="56914" y="174219"/>
                  </a:lnTo>
                  <a:lnTo>
                    <a:pt x="39839" y="170271"/>
                  </a:lnTo>
                  <a:lnTo>
                    <a:pt x="25607" y="162364"/>
                  </a:lnTo>
                  <a:lnTo>
                    <a:pt x="14228" y="154461"/>
                  </a:lnTo>
                  <a:lnTo>
                    <a:pt x="5691" y="142600"/>
                  </a:lnTo>
                  <a:lnTo>
                    <a:pt x="0" y="130735"/>
                  </a:lnTo>
                  <a:lnTo>
                    <a:pt x="5691" y="114910"/>
                  </a:lnTo>
                  <a:lnTo>
                    <a:pt x="5691" y="103040"/>
                  </a:lnTo>
                  <a:close/>
                </a:path>
              </a:pathLst>
            </a:custGeom>
            <a:solidFill>
              <a:srgbClr val="00008B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" name="pg16"/>
            <p:cNvSpPr/>
            <p:nvPr/>
          </p:nvSpPr>
          <p:spPr>
            <a:xfrm>
              <a:off x="3835297" y="2749290"/>
              <a:ext cx="640273" cy="1406784"/>
            </a:xfrm>
            <a:custGeom>
              <a:avLst/>
              <a:gdLst/>
              <a:ahLst/>
              <a:cxnLst/>
              <a:rect l="0" t="0" r="0" b="0"/>
              <a:pathLst>
                <a:path w="640273" h="1406784">
                  <a:moveTo>
                    <a:pt x="549210" y="1314788"/>
                  </a:moveTo>
                  <a:lnTo>
                    <a:pt x="540677" y="1306778"/>
                  </a:lnTo>
                  <a:lnTo>
                    <a:pt x="460997" y="1318792"/>
                  </a:lnTo>
                  <a:lnTo>
                    <a:pt x="460997" y="1330803"/>
                  </a:lnTo>
                  <a:lnTo>
                    <a:pt x="469534" y="1346811"/>
                  </a:lnTo>
                  <a:lnTo>
                    <a:pt x="483763" y="1354813"/>
                  </a:lnTo>
                  <a:lnTo>
                    <a:pt x="486608" y="1370812"/>
                  </a:lnTo>
                  <a:lnTo>
                    <a:pt x="483763" y="1394799"/>
                  </a:lnTo>
                  <a:lnTo>
                    <a:pt x="475225" y="1402791"/>
                  </a:lnTo>
                  <a:lnTo>
                    <a:pt x="409774" y="1390799"/>
                  </a:lnTo>
                  <a:lnTo>
                    <a:pt x="404083" y="1386805"/>
                  </a:lnTo>
                  <a:lnTo>
                    <a:pt x="392700" y="1386805"/>
                  </a:lnTo>
                  <a:lnTo>
                    <a:pt x="378475" y="1406784"/>
                  </a:lnTo>
                  <a:lnTo>
                    <a:pt x="367088" y="1398795"/>
                  </a:lnTo>
                  <a:lnTo>
                    <a:pt x="369934" y="1386805"/>
                  </a:lnTo>
                  <a:lnTo>
                    <a:pt x="358555" y="1378809"/>
                  </a:lnTo>
                  <a:lnTo>
                    <a:pt x="341481" y="1374808"/>
                  </a:lnTo>
                  <a:lnTo>
                    <a:pt x="313024" y="1386805"/>
                  </a:lnTo>
                  <a:lnTo>
                    <a:pt x="293104" y="1330803"/>
                  </a:lnTo>
                  <a:lnTo>
                    <a:pt x="281717" y="1330803"/>
                  </a:lnTo>
                  <a:lnTo>
                    <a:pt x="267492" y="1278732"/>
                  </a:lnTo>
                  <a:lnTo>
                    <a:pt x="276030" y="1274724"/>
                  </a:lnTo>
                  <a:lnTo>
                    <a:pt x="267492" y="1238634"/>
                  </a:lnTo>
                  <a:lnTo>
                    <a:pt x="258955" y="1238634"/>
                  </a:lnTo>
                  <a:lnTo>
                    <a:pt x="256110" y="1226596"/>
                  </a:lnTo>
                  <a:lnTo>
                    <a:pt x="258955" y="1226596"/>
                  </a:lnTo>
                  <a:lnTo>
                    <a:pt x="256110" y="1202507"/>
                  </a:lnTo>
                  <a:lnTo>
                    <a:pt x="210578" y="1206525"/>
                  </a:lnTo>
                  <a:lnTo>
                    <a:pt x="207732" y="1186444"/>
                  </a:lnTo>
                  <a:lnTo>
                    <a:pt x="202041" y="1186444"/>
                  </a:lnTo>
                  <a:lnTo>
                    <a:pt x="202041" y="1178409"/>
                  </a:lnTo>
                  <a:lnTo>
                    <a:pt x="204887" y="1178409"/>
                  </a:lnTo>
                  <a:lnTo>
                    <a:pt x="204887" y="1150273"/>
                  </a:lnTo>
                  <a:lnTo>
                    <a:pt x="219119" y="1146252"/>
                  </a:lnTo>
                  <a:lnTo>
                    <a:pt x="211531" y="1104678"/>
                  </a:lnTo>
                  <a:lnTo>
                    <a:pt x="203942" y="1063062"/>
                  </a:lnTo>
                  <a:lnTo>
                    <a:pt x="196353" y="1021403"/>
                  </a:lnTo>
                  <a:lnTo>
                    <a:pt x="139435" y="1025436"/>
                  </a:lnTo>
                  <a:lnTo>
                    <a:pt x="128056" y="981045"/>
                  </a:lnTo>
                  <a:lnTo>
                    <a:pt x="91062" y="989120"/>
                  </a:lnTo>
                  <a:lnTo>
                    <a:pt x="91062" y="997193"/>
                  </a:lnTo>
                  <a:lnTo>
                    <a:pt x="73988" y="997193"/>
                  </a:lnTo>
                  <a:lnTo>
                    <a:pt x="65451" y="956811"/>
                  </a:lnTo>
                  <a:lnTo>
                    <a:pt x="56914" y="916389"/>
                  </a:lnTo>
                  <a:lnTo>
                    <a:pt x="48377" y="875926"/>
                  </a:lnTo>
                  <a:lnTo>
                    <a:pt x="39839" y="835422"/>
                  </a:lnTo>
                  <a:lnTo>
                    <a:pt x="31302" y="794877"/>
                  </a:lnTo>
                  <a:lnTo>
                    <a:pt x="22765" y="754290"/>
                  </a:lnTo>
                  <a:lnTo>
                    <a:pt x="25611" y="746171"/>
                  </a:lnTo>
                  <a:lnTo>
                    <a:pt x="12805" y="695370"/>
                  </a:lnTo>
                  <a:lnTo>
                    <a:pt x="0" y="644504"/>
                  </a:lnTo>
                  <a:lnTo>
                    <a:pt x="8537" y="636357"/>
                  </a:lnTo>
                  <a:lnTo>
                    <a:pt x="31302" y="632287"/>
                  </a:lnTo>
                  <a:lnTo>
                    <a:pt x="42685" y="615991"/>
                  </a:lnTo>
                  <a:lnTo>
                    <a:pt x="62605" y="603764"/>
                  </a:lnTo>
                  <a:lnTo>
                    <a:pt x="79676" y="587456"/>
                  </a:lnTo>
                  <a:lnTo>
                    <a:pt x="82525" y="575221"/>
                  </a:lnTo>
                  <a:lnTo>
                    <a:pt x="73988" y="558901"/>
                  </a:lnTo>
                  <a:lnTo>
                    <a:pt x="79676" y="538492"/>
                  </a:lnTo>
                  <a:lnTo>
                    <a:pt x="85371" y="518073"/>
                  </a:lnTo>
                  <a:lnTo>
                    <a:pt x="99596" y="505816"/>
                  </a:lnTo>
                  <a:lnTo>
                    <a:pt x="125207" y="497643"/>
                  </a:lnTo>
                  <a:lnTo>
                    <a:pt x="139435" y="481291"/>
                  </a:lnTo>
                  <a:lnTo>
                    <a:pt x="147973" y="440386"/>
                  </a:lnTo>
                  <a:lnTo>
                    <a:pt x="145127" y="432196"/>
                  </a:lnTo>
                  <a:lnTo>
                    <a:pt x="128056" y="419916"/>
                  </a:lnTo>
                  <a:lnTo>
                    <a:pt x="125207" y="378944"/>
                  </a:lnTo>
                  <a:lnTo>
                    <a:pt x="142281" y="354343"/>
                  </a:lnTo>
                  <a:lnTo>
                    <a:pt x="156514" y="296875"/>
                  </a:lnTo>
                  <a:lnTo>
                    <a:pt x="150822" y="288659"/>
                  </a:lnTo>
                  <a:lnTo>
                    <a:pt x="130902" y="259887"/>
                  </a:lnTo>
                  <a:lnTo>
                    <a:pt x="145127" y="222865"/>
                  </a:lnTo>
                  <a:lnTo>
                    <a:pt x="159355" y="202281"/>
                  </a:lnTo>
                  <a:lnTo>
                    <a:pt x="170738" y="177570"/>
                  </a:lnTo>
                  <a:lnTo>
                    <a:pt x="176433" y="161085"/>
                  </a:lnTo>
                  <a:lnTo>
                    <a:pt x="184967" y="152838"/>
                  </a:lnTo>
                  <a:lnTo>
                    <a:pt x="207732" y="136343"/>
                  </a:lnTo>
                  <a:lnTo>
                    <a:pt x="230498" y="119841"/>
                  </a:lnTo>
                  <a:lnTo>
                    <a:pt x="241881" y="99206"/>
                  </a:lnTo>
                  <a:lnTo>
                    <a:pt x="253264" y="66164"/>
                  </a:lnTo>
                  <a:lnTo>
                    <a:pt x="258955" y="16549"/>
                  </a:lnTo>
                  <a:lnTo>
                    <a:pt x="261801" y="0"/>
                  </a:lnTo>
                  <a:lnTo>
                    <a:pt x="313022" y="0"/>
                  </a:lnTo>
                  <a:lnTo>
                    <a:pt x="364244" y="0"/>
                  </a:lnTo>
                  <a:lnTo>
                    <a:pt x="415465" y="0"/>
                  </a:lnTo>
                  <a:lnTo>
                    <a:pt x="414043" y="62032"/>
                  </a:lnTo>
                  <a:lnTo>
                    <a:pt x="412620" y="123967"/>
                  </a:lnTo>
                  <a:lnTo>
                    <a:pt x="409774" y="128095"/>
                  </a:lnTo>
                  <a:lnTo>
                    <a:pt x="410587" y="169917"/>
                  </a:lnTo>
                  <a:lnTo>
                    <a:pt x="411400" y="211693"/>
                  </a:lnTo>
                  <a:lnTo>
                    <a:pt x="412213" y="253426"/>
                  </a:lnTo>
                  <a:lnTo>
                    <a:pt x="413026" y="295114"/>
                  </a:lnTo>
                  <a:lnTo>
                    <a:pt x="413839" y="336758"/>
                  </a:lnTo>
                  <a:lnTo>
                    <a:pt x="414652" y="378359"/>
                  </a:lnTo>
                  <a:lnTo>
                    <a:pt x="415465" y="419916"/>
                  </a:lnTo>
                  <a:lnTo>
                    <a:pt x="438231" y="419916"/>
                  </a:lnTo>
                  <a:lnTo>
                    <a:pt x="460997" y="497643"/>
                  </a:lnTo>
                  <a:lnTo>
                    <a:pt x="432540" y="501733"/>
                  </a:lnTo>
                  <a:lnTo>
                    <a:pt x="426848" y="489468"/>
                  </a:lnTo>
                  <a:lnTo>
                    <a:pt x="409774" y="493556"/>
                  </a:lnTo>
                  <a:lnTo>
                    <a:pt x="424006" y="513988"/>
                  </a:lnTo>
                  <a:lnTo>
                    <a:pt x="418311" y="546657"/>
                  </a:lnTo>
                  <a:lnTo>
                    <a:pt x="406928" y="558901"/>
                  </a:lnTo>
                  <a:lnTo>
                    <a:pt x="412620" y="567062"/>
                  </a:lnTo>
                  <a:lnTo>
                    <a:pt x="412620" y="575221"/>
                  </a:lnTo>
                  <a:lnTo>
                    <a:pt x="406928" y="575221"/>
                  </a:lnTo>
                  <a:lnTo>
                    <a:pt x="395546" y="571142"/>
                  </a:lnTo>
                  <a:lnTo>
                    <a:pt x="387008" y="558901"/>
                  </a:lnTo>
                  <a:lnTo>
                    <a:pt x="381321" y="558901"/>
                  </a:lnTo>
                  <a:lnTo>
                    <a:pt x="378475" y="562982"/>
                  </a:lnTo>
                  <a:lnTo>
                    <a:pt x="375629" y="579300"/>
                  </a:lnTo>
                  <a:lnTo>
                    <a:pt x="367088" y="587456"/>
                  </a:lnTo>
                  <a:lnTo>
                    <a:pt x="361401" y="591531"/>
                  </a:lnTo>
                  <a:lnTo>
                    <a:pt x="369934" y="591531"/>
                  </a:lnTo>
                  <a:lnTo>
                    <a:pt x="384163" y="620065"/>
                  </a:lnTo>
                  <a:lnTo>
                    <a:pt x="392700" y="632287"/>
                  </a:lnTo>
                  <a:lnTo>
                    <a:pt x="404083" y="636357"/>
                  </a:lnTo>
                  <a:lnTo>
                    <a:pt x="398395" y="644504"/>
                  </a:lnTo>
                  <a:lnTo>
                    <a:pt x="404083" y="648576"/>
                  </a:lnTo>
                  <a:lnTo>
                    <a:pt x="418311" y="644504"/>
                  </a:lnTo>
                  <a:lnTo>
                    <a:pt x="426848" y="644504"/>
                  </a:lnTo>
                  <a:lnTo>
                    <a:pt x="426848" y="648576"/>
                  </a:lnTo>
                  <a:lnTo>
                    <a:pt x="426848" y="656716"/>
                  </a:lnTo>
                  <a:lnTo>
                    <a:pt x="426848" y="664856"/>
                  </a:lnTo>
                  <a:lnTo>
                    <a:pt x="415465" y="677067"/>
                  </a:lnTo>
                  <a:lnTo>
                    <a:pt x="415465" y="689268"/>
                  </a:lnTo>
                  <a:lnTo>
                    <a:pt x="406928" y="705534"/>
                  </a:lnTo>
                  <a:lnTo>
                    <a:pt x="398395" y="717730"/>
                  </a:lnTo>
                  <a:lnTo>
                    <a:pt x="387008" y="725858"/>
                  </a:lnTo>
                  <a:lnTo>
                    <a:pt x="396968" y="769517"/>
                  </a:lnTo>
                  <a:lnTo>
                    <a:pt x="406928" y="813128"/>
                  </a:lnTo>
                  <a:lnTo>
                    <a:pt x="416888" y="856691"/>
                  </a:lnTo>
                  <a:lnTo>
                    <a:pt x="426848" y="900208"/>
                  </a:lnTo>
                  <a:lnTo>
                    <a:pt x="418311" y="904256"/>
                  </a:lnTo>
                  <a:lnTo>
                    <a:pt x="427797" y="948731"/>
                  </a:lnTo>
                  <a:lnTo>
                    <a:pt x="437283" y="993158"/>
                  </a:lnTo>
                  <a:lnTo>
                    <a:pt x="446768" y="1037534"/>
                  </a:lnTo>
                  <a:lnTo>
                    <a:pt x="452460" y="1041566"/>
                  </a:lnTo>
                  <a:lnTo>
                    <a:pt x="466688" y="1106019"/>
                  </a:lnTo>
                  <a:lnTo>
                    <a:pt x="529290" y="1089915"/>
                  </a:lnTo>
                  <a:lnTo>
                    <a:pt x="526444" y="1069778"/>
                  </a:lnTo>
                  <a:lnTo>
                    <a:pt x="600437" y="1053660"/>
                  </a:lnTo>
                  <a:lnTo>
                    <a:pt x="607076" y="1095957"/>
                  </a:lnTo>
                  <a:lnTo>
                    <a:pt x="613715" y="1138209"/>
                  </a:lnTo>
                  <a:lnTo>
                    <a:pt x="620355" y="1180418"/>
                  </a:lnTo>
                  <a:lnTo>
                    <a:pt x="626994" y="1222582"/>
                  </a:lnTo>
                  <a:lnTo>
                    <a:pt x="633633" y="1264702"/>
                  </a:lnTo>
                  <a:lnTo>
                    <a:pt x="640273" y="1306778"/>
                  </a:lnTo>
                  <a:lnTo>
                    <a:pt x="611816" y="1306778"/>
                  </a:lnTo>
                  <a:lnTo>
                    <a:pt x="603282" y="1274724"/>
                  </a:lnTo>
                  <a:lnTo>
                    <a:pt x="580517" y="1278732"/>
                  </a:lnTo>
                  <a:lnTo>
                    <a:pt x="569130" y="1290754"/>
                  </a:lnTo>
                  <a:lnTo>
                    <a:pt x="566288" y="1310784"/>
                  </a:lnTo>
                  <a:close/>
                </a:path>
              </a:pathLst>
            </a:custGeom>
            <a:solidFill>
              <a:srgbClr val="5B52AD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" name="pg17"/>
            <p:cNvSpPr/>
            <p:nvPr/>
          </p:nvSpPr>
          <p:spPr>
            <a:xfrm>
              <a:off x="4358900" y="4024014"/>
              <a:ext cx="347172" cy="355185"/>
            </a:xfrm>
            <a:custGeom>
              <a:avLst/>
              <a:gdLst/>
              <a:ahLst/>
              <a:cxnLst/>
              <a:rect l="0" t="0" r="0" b="0"/>
              <a:pathLst>
                <a:path w="347172" h="355185">
                  <a:moveTo>
                    <a:pt x="116670" y="32054"/>
                  </a:moveTo>
                  <a:lnTo>
                    <a:pt x="147973" y="24043"/>
                  </a:lnTo>
                  <a:lnTo>
                    <a:pt x="162201" y="80089"/>
                  </a:lnTo>
                  <a:lnTo>
                    <a:pt x="212474" y="70753"/>
                  </a:lnTo>
                  <a:lnTo>
                    <a:pt x="262747" y="61416"/>
                  </a:lnTo>
                  <a:lnTo>
                    <a:pt x="313020" y="52076"/>
                  </a:lnTo>
                  <a:lnTo>
                    <a:pt x="330094" y="44068"/>
                  </a:lnTo>
                  <a:lnTo>
                    <a:pt x="338631" y="56079"/>
                  </a:lnTo>
                  <a:lnTo>
                    <a:pt x="335786" y="64084"/>
                  </a:lnTo>
                  <a:lnTo>
                    <a:pt x="330094" y="76088"/>
                  </a:lnTo>
                  <a:lnTo>
                    <a:pt x="327252" y="92089"/>
                  </a:lnTo>
                  <a:lnTo>
                    <a:pt x="324407" y="104085"/>
                  </a:lnTo>
                  <a:lnTo>
                    <a:pt x="327252" y="112081"/>
                  </a:lnTo>
                  <a:lnTo>
                    <a:pt x="338631" y="124071"/>
                  </a:lnTo>
                  <a:lnTo>
                    <a:pt x="347172" y="144044"/>
                  </a:lnTo>
                  <a:lnTo>
                    <a:pt x="338631" y="144044"/>
                  </a:lnTo>
                  <a:lnTo>
                    <a:pt x="324407" y="211889"/>
                  </a:lnTo>
                  <a:lnTo>
                    <a:pt x="310174" y="223850"/>
                  </a:lnTo>
                  <a:lnTo>
                    <a:pt x="278875" y="223850"/>
                  </a:lnTo>
                  <a:lnTo>
                    <a:pt x="261801" y="235807"/>
                  </a:lnTo>
                  <a:lnTo>
                    <a:pt x="250414" y="247761"/>
                  </a:lnTo>
                  <a:lnTo>
                    <a:pt x="250414" y="263694"/>
                  </a:lnTo>
                  <a:lnTo>
                    <a:pt x="261801" y="283601"/>
                  </a:lnTo>
                  <a:lnTo>
                    <a:pt x="256110" y="315430"/>
                  </a:lnTo>
                  <a:lnTo>
                    <a:pt x="253260" y="331337"/>
                  </a:lnTo>
                  <a:lnTo>
                    <a:pt x="233344" y="355185"/>
                  </a:lnTo>
                  <a:lnTo>
                    <a:pt x="219115" y="347237"/>
                  </a:lnTo>
                  <a:lnTo>
                    <a:pt x="210578" y="355185"/>
                  </a:lnTo>
                  <a:lnTo>
                    <a:pt x="196350" y="355185"/>
                  </a:lnTo>
                  <a:lnTo>
                    <a:pt x="156510" y="317420"/>
                  </a:lnTo>
                  <a:lnTo>
                    <a:pt x="116670" y="279621"/>
                  </a:lnTo>
                  <a:lnTo>
                    <a:pt x="76834" y="307475"/>
                  </a:lnTo>
                  <a:lnTo>
                    <a:pt x="54068" y="287579"/>
                  </a:lnTo>
                  <a:lnTo>
                    <a:pt x="42685" y="299520"/>
                  </a:lnTo>
                  <a:lnTo>
                    <a:pt x="0" y="287579"/>
                  </a:lnTo>
                  <a:lnTo>
                    <a:pt x="12803" y="247760"/>
                  </a:lnTo>
                  <a:lnTo>
                    <a:pt x="25607" y="207901"/>
                  </a:lnTo>
                  <a:lnTo>
                    <a:pt x="48373" y="207901"/>
                  </a:lnTo>
                  <a:lnTo>
                    <a:pt x="62605" y="152034"/>
                  </a:lnTo>
                  <a:lnTo>
                    <a:pt x="42685" y="144044"/>
                  </a:lnTo>
                  <a:lnTo>
                    <a:pt x="48373" y="84089"/>
                  </a:lnTo>
                  <a:lnTo>
                    <a:pt x="22765" y="80089"/>
                  </a:lnTo>
                  <a:lnTo>
                    <a:pt x="28453" y="60082"/>
                  </a:lnTo>
                  <a:lnTo>
                    <a:pt x="25607" y="40064"/>
                  </a:lnTo>
                  <a:lnTo>
                    <a:pt x="42685" y="36059"/>
                  </a:lnTo>
                  <a:lnTo>
                    <a:pt x="45527" y="16030"/>
                  </a:lnTo>
                  <a:lnTo>
                    <a:pt x="56914" y="4008"/>
                  </a:lnTo>
                  <a:lnTo>
                    <a:pt x="79679" y="0"/>
                  </a:lnTo>
                  <a:lnTo>
                    <a:pt x="88213" y="32054"/>
                  </a:lnTo>
                  <a:close/>
                </a:path>
              </a:pathLst>
            </a:custGeom>
            <a:solidFill>
              <a:srgbClr val="ADD8E6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" name="pg18"/>
            <p:cNvSpPr/>
            <p:nvPr/>
          </p:nvSpPr>
          <p:spPr>
            <a:xfrm>
              <a:off x="5056087" y="3377503"/>
              <a:ext cx="543519" cy="890284"/>
            </a:xfrm>
            <a:custGeom>
              <a:avLst/>
              <a:gdLst/>
              <a:ahLst/>
              <a:cxnLst/>
              <a:rect l="0" t="0" r="0" b="0"/>
              <a:pathLst>
                <a:path w="543519" h="890284">
                  <a:moveTo>
                    <a:pt x="159355" y="4073"/>
                  </a:moveTo>
                  <a:lnTo>
                    <a:pt x="170738" y="8143"/>
                  </a:lnTo>
                  <a:lnTo>
                    <a:pt x="184963" y="8143"/>
                  </a:lnTo>
                  <a:lnTo>
                    <a:pt x="202041" y="0"/>
                  </a:lnTo>
                  <a:lnTo>
                    <a:pt x="213424" y="28502"/>
                  </a:lnTo>
                  <a:lnTo>
                    <a:pt x="224807" y="40712"/>
                  </a:lnTo>
                  <a:lnTo>
                    <a:pt x="261801" y="56987"/>
                  </a:lnTo>
                  <a:lnTo>
                    <a:pt x="287409" y="69188"/>
                  </a:lnTo>
                  <a:lnTo>
                    <a:pt x="318711" y="56987"/>
                  </a:lnTo>
                  <a:lnTo>
                    <a:pt x="330094" y="61054"/>
                  </a:lnTo>
                  <a:lnTo>
                    <a:pt x="338631" y="77320"/>
                  </a:lnTo>
                  <a:lnTo>
                    <a:pt x="341477" y="117957"/>
                  </a:lnTo>
                  <a:lnTo>
                    <a:pt x="332940" y="134200"/>
                  </a:lnTo>
                  <a:lnTo>
                    <a:pt x="310174" y="138257"/>
                  </a:lnTo>
                  <a:lnTo>
                    <a:pt x="307329" y="150436"/>
                  </a:lnTo>
                  <a:lnTo>
                    <a:pt x="307329" y="158549"/>
                  </a:lnTo>
                  <a:lnTo>
                    <a:pt x="321557" y="199103"/>
                  </a:lnTo>
                  <a:lnTo>
                    <a:pt x="335786" y="215313"/>
                  </a:lnTo>
                  <a:lnTo>
                    <a:pt x="338631" y="231517"/>
                  </a:lnTo>
                  <a:lnTo>
                    <a:pt x="324403" y="284130"/>
                  </a:lnTo>
                  <a:lnTo>
                    <a:pt x="318711" y="292221"/>
                  </a:lnTo>
                  <a:lnTo>
                    <a:pt x="332940" y="316475"/>
                  </a:lnTo>
                  <a:lnTo>
                    <a:pt x="358551" y="368979"/>
                  </a:lnTo>
                  <a:lnTo>
                    <a:pt x="375626" y="381086"/>
                  </a:lnTo>
                  <a:lnTo>
                    <a:pt x="392700" y="373015"/>
                  </a:lnTo>
                  <a:lnTo>
                    <a:pt x="418311" y="344755"/>
                  </a:lnTo>
                  <a:lnTo>
                    <a:pt x="426848" y="352831"/>
                  </a:lnTo>
                  <a:lnTo>
                    <a:pt x="443923" y="360906"/>
                  </a:lnTo>
                  <a:lnTo>
                    <a:pt x="460997" y="364943"/>
                  </a:lnTo>
                  <a:lnTo>
                    <a:pt x="489454" y="397222"/>
                  </a:lnTo>
                  <a:lnTo>
                    <a:pt x="506528" y="421415"/>
                  </a:lnTo>
                  <a:lnTo>
                    <a:pt x="492296" y="441565"/>
                  </a:lnTo>
                  <a:lnTo>
                    <a:pt x="489454" y="453649"/>
                  </a:lnTo>
                  <a:lnTo>
                    <a:pt x="515062" y="493903"/>
                  </a:lnTo>
                  <a:lnTo>
                    <a:pt x="515062" y="518038"/>
                  </a:lnTo>
                  <a:lnTo>
                    <a:pt x="506528" y="534120"/>
                  </a:lnTo>
                  <a:lnTo>
                    <a:pt x="486608" y="534120"/>
                  </a:lnTo>
                  <a:lnTo>
                    <a:pt x="455302" y="534120"/>
                  </a:lnTo>
                  <a:lnTo>
                    <a:pt x="452456" y="574293"/>
                  </a:lnTo>
                  <a:lnTo>
                    <a:pt x="469534" y="578311"/>
                  </a:lnTo>
                  <a:lnTo>
                    <a:pt x="478067" y="586341"/>
                  </a:lnTo>
                  <a:lnTo>
                    <a:pt x="492296" y="574293"/>
                  </a:lnTo>
                  <a:lnTo>
                    <a:pt x="500833" y="574293"/>
                  </a:lnTo>
                  <a:lnTo>
                    <a:pt x="506528" y="586341"/>
                  </a:lnTo>
                  <a:lnTo>
                    <a:pt x="512216" y="602393"/>
                  </a:lnTo>
                  <a:lnTo>
                    <a:pt x="534981" y="598382"/>
                  </a:lnTo>
                  <a:lnTo>
                    <a:pt x="543519" y="598382"/>
                  </a:lnTo>
                  <a:lnTo>
                    <a:pt x="537827" y="614432"/>
                  </a:lnTo>
                  <a:lnTo>
                    <a:pt x="537827" y="638492"/>
                  </a:lnTo>
                  <a:lnTo>
                    <a:pt x="526444" y="646510"/>
                  </a:lnTo>
                  <a:lnTo>
                    <a:pt x="506528" y="650518"/>
                  </a:lnTo>
                  <a:lnTo>
                    <a:pt x="495142" y="662540"/>
                  </a:lnTo>
                  <a:lnTo>
                    <a:pt x="469534" y="706592"/>
                  </a:lnTo>
                  <a:lnTo>
                    <a:pt x="455302" y="722599"/>
                  </a:lnTo>
                  <a:lnTo>
                    <a:pt x="441077" y="726599"/>
                  </a:lnTo>
                  <a:lnTo>
                    <a:pt x="429694" y="742598"/>
                  </a:lnTo>
                  <a:lnTo>
                    <a:pt x="412616" y="730600"/>
                  </a:lnTo>
                  <a:lnTo>
                    <a:pt x="398391" y="734600"/>
                  </a:lnTo>
                  <a:lnTo>
                    <a:pt x="398391" y="718598"/>
                  </a:lnTo>
                  <a:lnTo>
                    <a:pt x="395546" y="702589"/>
                  </a:lnTo>
                  <a:lnTo>
                    <a:pt x="381317" y="694583"/>
                  </a:lnTo>
                  <a:lnTo>
                    <a:pt x="367088" y="694583"/>
                  </a:lnTo>
                  <a:lnTo>
                    <a:pt x="355706" y="698586"/>
                  </a:lnTo>
                  <a:lnTo>
                    <a:pt x="358551" y="722599"/>
                  </a:lnTo>
                  <a:lnTo>
                    <a:pt x="352860" y="746594"/>
                  </a:lnTo>
                  <a:lnTo>
                    <a:pt x="344323" y="762585"/>
                  </a:lnTo>
                  <a:lnTo>
                    <a:pt x="332940" y="758591"/>
                  </a:lnTo>
                  <a:lnTo>
                    <a:pt x="327252" y="758591"/>
                  </a:lnTo>
                  <a:lnTo>
                    <a:pt x="332940" y="734600"/>
                  </a:lnTo>
                  <a:lnTo>
                    <a:pt x="321557" y="730600"/>
                  </a:lnTo>
                  <a:lnTo>
                    <a:pt x="313020" y="734600"/>
                  </a:lnTo>
                  <a:lnTo>
                    <a:pt x="301637" y="758591"/>
                  </a:lnTo>
                  <a:lnTo>
                    <a:pt x="295946" y="750595"/>
                  </a:lnTo>
                  <a:lnTo>
                    <a:pt x="276026" y="742598"/>
                  </a:lnTo>
                  <a:lnTo>
                    <a:pt x="264647" y="738599"/>
                  </a:lnTo>
                  <a:lnTo>
                    <a:pt x="258955" y="758591"/>
                  </a:lnTo>
                  <a:lnTo>
                    <a:pt x="261801" y="786563"/>
                  </a:lnTo>
                  <a:lnTo>
                    <a:pt x="253260" y="806528"/>
                  </a:lnTo>
                  <a:lnTo>
                    <a:pt x="239035" y="810521"/>
                  </a:lnTo>
                  <a:lnTo>
                    <a:pt x="219115" y="798545"/>
                  </a:lnTo>
                  <a:lnTo>
                    <a:pt x="207729" y="798545"/>
                  </a:lnTo>
                  <a:lnTo>
                    <a:pt x="184963" y="826486"/>
                  </a:lnTo>
                  <a:lnTo>
                    <a:pt x="179275" y="822496"/>
                  </a:lnTo>
                  <a:lnTo>
                    <a:pt x="167893" y="814515"/>
                  </a:lnTo>
                  <a:lnTo>
                    <a:pt x="167893" y="786563"/>
                  </a:lnTo>
                  <a:lnTo>
                    <a:pt x="162201" y="782568"/>
                  </a:lnTo>
                  <a:lnTo>
                    <a:pt x="147973" y="790555"/>
                  </a:lnTo>
                  <a:lnTo>
                    <a:pt x="133744" y="790555"/>
                  </a:lnTo>
                  <a:lnTo>
                    <a:pt x="125207" y="786563"/>
                  </a:lnTo>
                  <a:lnTo>
                    <a:pt x="122365" y="802538"/>
                  </a:lnTo>
                  <a:lnTo>
                    <a:pt x="110978" y="814515"/>
                  </a:lnTo>
                  <a:lnTo>
                    <a:pt x="113824" y="838457"/>
                  </a:lnTo>
                  <a:lnTo>
                    <a:pt x="108133" y="854412"/>
                  </a:lnTo>
                  <a:lnTo>
                    <a:pt x="96750" y="870360"/>
                  </a:lnTo>
                  <a:lnTo>
                    <a:pt x="96750" y="886302"/>
                  </a:lnTo>
                  <a:lnTo>
                    <a:pt x="88213" y="890284"/>
                  </a:lnTo>
                  <a:lnTo>
                    <a:pt x="73984" y="870360"/>
                  </a:lnTo>
                  <a:lnTo>
                    <a:pt x="59759" y="866374"/>
                  </a:lnTo>
                  <a:lnTo>
                    <a:pt x="54068" y="854412"/>
                  </a:lnTo>
                  <a:lnTo>
                    <a:pt x="56914" y="842446"/>
                  </a:lnTo>
                  <a:lnTo>
                    <a:pt x="45527" y="770581"/>
                  </a:lnTo>
                  <a:lnTo>
                    <a:pt x="51218" y="766585"/>
                  </a:lnTo>
                  <a:lnTo>
                    <a:pt x="39839" y="706592"/>
                  </a:lnTo>
                  <a:lnTo>
                    <a:pt x="25607" y="706592"/>
                  </a:lnTo>
                  <a:lnTo>
                    <a:pt x="19205" y="661539"/>
                  </a:lnTo>
                  <a:lnTo>
                    <a:pt x="12803" y="616437"/>
                  </a:lnTo>
                  <a:lnTo>
                    <a:pt x="6401" y="571283"/>
                  </a:lnTo>
                  <a:lnTo>
                    <a:pt x="0" y="526080"/>
                  </a:lnTo>
                  <a:lnTo>
                    <a:pt x="45527" y="509995"/>
                  </a:lnTo>
                  <a:lnTo>
                    <a:pt x="38698" y="468950"/>
                  </a:lnTo>
                  <a:lnTo>
                    <a:pt x="31869" y="427862"/>
                  </a:lnTo>
                  <a:lnTo>
                    <a:pt x="25040" y="386733"/>
                  </a:lnTo>
                  <a:lnTo>
                    <a:pt x="18211" y="345562"/>
                  </a:lnTo>
                  <a:lnTo>
                    <a:pt x="11382" y="304348"/>
                  </a:lnTo>
                  <a:lnTo>
                    <a:pt x="65447" y="292221"/>
                  </a:lnTo>
                  <a:lnTo>
                    <a:pt x="61179" y="250413"/>
                  </a:lnTo>
                  <a:lnTo>
                    <a:pt x="56911" y="208561"/>
                  </a:lnTo>
                  <a:lnTo>
                    <a:pt x="52643" y="166665"/>
                  </a:lnTo>
                  <a:lnTo>
                    <a:pt x="48375" y="124725"/>
                  </a:lnTo>
                  <a:lnTo>
                    <a:pt x="44107" y="82741"/>
                  </a:lnTo>
                  <a:lnTo>
                    <a:pt x="39839" y="40712"/>
                  </a:lnTo>
                  <a:lnTo>
                    <a:pt x="79678" y="28503"/>
                  </a:lnTo>
                  <a:lnTo>
                    <a:pt x="119517" y="16290"/>
                  </a:lnTo>
                  <a:close/>
                </a:path>
              </a:pathLst>
            </a:custGeom>
            <a:solidFill>
              <a:srgbClr val="ADD8E6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" name="pg19"/>
            <p:cNvSpPr/>
            <p:nvPr/>
          </p:nvSpPr>
          <p:spPr>
            <a:xfrm>
              <a:off x="3630410" y="4687960"/>
              <a:ext cx="304483" cy="513404"/>
            </a:xfrm>
            <a:custGeom>
              <a:avLst/>
              <a:gdLst/>
              <a:ahLst/>
              <a:cxnLst/>
              <a:rect l="0" t="0" r="0" b="0"/>
              <a:pathLst>
                <a:path w="304483" h="513404">
                  <a:moveTo>
                    <a:pt x="79676" y="466640"/>
                  </a:moveTo>
                  <a:lnTo>
                    <a:pt x="73988" y="447138"/>
                  </a:lnTo>
                  <a:lnTo>
                    <a:pt x="76834" y="419820"/>
                  </a:lnTo>
                  <a:lnTo>
                    <a:pt x="76834" y="392487"/>
                  </a:lnTo>
                  <a:lnTo>
                    <a:pt x="71142" y="384674"/>
                  </a:lnTo>
                  <a:lnTo>
                    <a:pt x="56910" y="369042"/>
                  </a:lnTo>
                  <a:lnTo>
                    <a:pt x="19919" y="326026"/>
                  </a:lnTo>
                  <a:lnTo>
                    <a:pt x="2845" y="290797"/>
                  </a:lnTo>
                  <a:lnTo>
                    <a:pt x="0" y="263376"/>
                  </a:lnTo>
                  <a:lnTo>
                    <a:pt x="2845" y="224175"/>
                  </a:lnTo>
                  <a:lnTo>
                    <a:pt x="5691" y="208482"/>
                  </a:lnTo>
                  <a:lnTo>
                    <a:pt x="5691" y="173153"/>
                  </a:lnTo>
                  <a:lnTo>
                    <a:pt x="0" y="153513"/>
                  </a:lnTo>
                  <a:lnTo>
                    <a:pt x="0" y="107650"/>
                  </a:lnTo>
                  <a:lnTo>
                    <a:pt x="0" y="61736"/>
                  </a:lnTo>
                  <a:lnTo>
                    <a:pt x="0" y="15771"/>
                  </a:lnTo>
                  <a:lnTo>
                    <a:pt x="25611" y="7886"/>
                  </a:lnTo>
                  <a:lnTo>
                    <a:pt x="56910" y="0"/>
                  </a:lnTo>
                  <a:lnTo>
                    <a:pt x="73988" y="0"/>
                  </a:lnTo>
                  <a:lnTo>
                    <a:pt x="93908" y="7886"/>
                  </a:lnTo>
                  <a:lnTo>
                    <a:pt x="99596" y="7886"/>
                  </a:lnTo>
                  <a:lnTo>
                    <a:pt x="116674" y="7886"/>
                  </a:lnTo>
                  <a:lnTo>
                    <a:pt x="128053" y="7886"/>
                  </a:lnTo>
                  <a:lnTo>
                    <a:pt x="142281" y="7886"/>
                  </a:lnTo>
                  <a:lnTo>
                    <a:pt x="153668" y="15771"/>
                  </a:lnTo>
                  <a:lnTo>
                    <a:pt x="162201" y="27596"/>
                  </a:lnTo>
                  <a:lnTo>
                    <a:pt x="162201" y="55174"/>
                  </a:lnTo>
                  <a:lnTo>
                    <a:pt x="159355" y="66987"/>
                  </a:lnTo>
                  <a:lnTo>
                    <a:pt x="179279" y="86669"/>
                  </a:lnTo>
                  <a:lnTo>
                    <a:pt x="184967" y="74861"/>
                  </a:lnTo>
                  <a:lnTo>
                    <a:pt x="193504" y="78795"/>
                  </a:lnTo>
                  <a:lnTo>
                    <a:pt x="207732" y="63047"/>
                  </a:lnTo>
                  <a:lnTo>
                    <a:pt x="256110" y="114207"/>
                  </a:lnTo>
                  <a:lnTo>
                    <a:pt x="241881" y="133864"/>
                  </a:lnTo>
                  <a:lnTo>
                    <a:pt x="256110" y="145657"/>
                  </a:lnTo>
                  <a:lnTo>
                    <a:pt x="264647" y="161373"/>
                  </a:lnTo>
                  <a:lnTo>
                    <a:pt x="304483" y="184933"/>
                  </a:lnTo>
                  <a:lnTo>
                    <a:pt x="290258" y="220249"/>
                  </a:lnTo>
                  <a:lnTo>
                    <a:pt x="290258" y="232016"/>
                  </a:lnTo>
                  <a:lnTo>
                    <a:pt x="295949" y="263376"/>
                  </a:lnTo>
                  <a:lnTo>
                    <a:pt x="290258" y="275130"/>
                  </a:lnTo>
                  <a:lnTo>
                    <a:pt x="276030" y="286883"/>
                  </a:lnTo>
                  <a:lnTo>
                    <a:pt x="261797" y="310372"/>
                  </a:lnTo>
                  <a:lnTo>
                    <a:pt x="250418" y="326026"/>
                  </a:lnTo>
                  <a:lnTo>
                    <a:pt x="230498" y="326026"/>
                  </a:lnTo>
                  <a:lnTo>
                    <a:pt x="216270" y="326026"/>
                  </a:lnTo>
                  <a:lnTo>
                    <a:pt x="199199" y="357315"/>
                  </a:lnTo>
                  <a:lnTo>
                    <a:pt x="182121" y="404202"/>
                  </a:lnTo>
                  <a:lnTo>
                    <a:pt x="173584" y="443237"/>
                  </a:lnTo>
                  <a:lnTo>
                    <a:pt x="159355" y="466640"/>
                  </a:lnTo>
                  <a:lnTo>
                    <a:pt x="153668" y="490030"/>
                  </a:lnTo>
                  <a:lnTo>
                    <a:pt x="150818" y="505616"/>
                  </a:lnTo>
                  <a:lnTo>
                    <a:pt x="136594" y="513404"/>
                  </a:lnTo>
                  <a:lnTo>
                    <a:pt x="116674" y="497824"/>
                  </a:lnTo>
                  <a:lnTo>
                    <a:pt x="99596" y="486132"/>
                  </a:lnTo>
                  <a:lnTo>
                    <a:pt x="85371" y="474438"/>
                  </a:lnTo>
                  <a:close/>
                </a:path>
              </a:pathLst>
            </a:custGeom>
            <a:solidFill>
              <a:srgbClr val="ADD8E6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" name="tx20"/>
            <p:cNvSpPr/>
            <p:nvPr/>
          </p:nvSpPr>
          <p:spPr>
            <a:xfrm>
              <a:off x="3980831" y="4404502"/>
              <a:ext cx="60289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2" name="tx21"/>
            <p:cNvSpPr/>
            <p:nvPr/>
          </p:nvSpPr>
          <p:spPr>
            <a:xfrm>
              <a:off x="4824433" y="2610944"/>
              <a:ext cx="60289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3" name="tx22"/>
            <p:cNvSpPr/>
            <p:nvPr/>
          </p:nvSpPr>
          <p:spPr>
            <a:xfrm>
              <a:off x="3890087" y="4602585"/>
              <a:ext cx="60289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4" name="tx23"/>
            <p:cNvSpPr/>
            <p:nvPr/>
          </p:nvSpPr>
          <p:spPr>
            <a:xfrm>
              <a:off x="3787462" y="3831517"/>
              <a:ext cx="271277" cy="932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3,473</a:t>
              </a:r>
            </a:p>
          </p:txBody>
        </p:sp>
        <p:sp>
          <p:nvSpPr>
            <p:cNvPr id="25" name="tx24"/>
            <p:cNvSpPr/>
            <p:nvPr/>
          </p:nvSpPr>
          <p:spPr>
            <a:xfrm>
              <a:off x="4832351" y="4161994"/>
              <a:ext cx="60289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6" name="tx25"/>
            <p:cNvSpPr/>
            <p:nvPr/>
          </p:nvSpPr>
          <p:spPr>
            <a:xfrm>
              <a:off x="4195118" y="4189482"/>
              <a:ext cx="60289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7" name="tx26"/>
            <p:cNvSpPr/>
            <p:nvPr/>
          </p:nvSpPr>
          <p:spPr>
            <a:xfrm>
              <a:off x="4450828" y="4418394"/>
              <a:ext cx="60289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8" name="tx27"/>
            <p:cNvSpPr/>
            <p:nvPr/>
          </p:nvSpPr>
          <p:spPr>
            <a:xfrm>
              <a:off x="4326680" y="4470412"/>
              <a:ext cx="60289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9" name="tx28"/>
            <p:cNvSpPr/>
            <p:nvPr/>
          </p:nvSpPr>
          <p:spPr>
            <a:xfrm>
              <a:off x="3633887" y="4189153"/>
              <a:ext cx="271277" cy="932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3,300</a:t>
              </a:r>
            </a:p>
          </p:txBody>
        </p:sp>
        <p:sp>
          <p:nvSpPr>
            <p:cNvPr id="30" name="tx29"/>
            <p:cNvSpPr/>
            <p:nvPr/>
          </p:nvSpPr>
          <p:spPr>
            <a:xfrm>
              <a:off x="4747000" y="3637371"/>
              <a:ext cx="60289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31" name="tx30"/>
            <p:cNvSpPr/>
            <p:nvPr/>
          </p:nvSpPr>
          <p:spPr>
            <a:xfrm>
              <a:off x="4306773" y="3353423"/>
              <a:ext cx="60289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32" name="tx31"/>
            <p:cNvSpPr/>
            <p:nvPr/>
          </p:nvSpPr>
          <p:spPr>
            <a:xfrm>
              <a:off x="4041138" y="4543777"/>
              <a:ext cx="271277" cy="932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6,300</a:t>
              </a:r>
            </a:p>
          </p:txBody>
        </p:sp>
        <p:sp>
          <p:nvSpPr>
            <p:cNvPr id="33" name="tx32"/>
            <p:cNvSpPr/>
            <p:nvPr/>
          </p:nvSpPr>
          <p:spPr>
            <a:xfrm>
              <a:off x="4015796" y="3497047"/>
              <a:ext cx="271277" cy="932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4,000</a:t>
              </a:r>
            </a:p>
          </p:txBody>
        </p:sp>
        <p:sp>
          <p:nvSpPr>
            <p:cNvPr id="34" name="tx33"/>
            <p:cNvSpPr/>
            <p:nvPr/>
          </p:nvSpPr>
          <p:spPr>
            <a:xfrm>
              <a:off x="4511557" y="4145849"/>
              <a:ext cx="60289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35" name="tx34"/>
            <p:cNvSpPr/>
            <p:nvPr/>
          </p:nvSpPr>
          <p:spPr>
            <a:xfrm>
              <a:off x="5327685" y="3883423"/>
              <a:ext cx="60289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36" name="tx35"/>
            <p:cNvSpPr/>
            <p:nvPr/>
          </p:nvSpPr>
          <p:spPr>
            <a:xfrm>
              <a:off x="3743428" y="4885383"/>
              <a:ext cx="60289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37" name="tx36"/>
            <p:cNvSpPr/>
            <p:nvPr/>
          </p:nvSpPr>
          <p:spPr>
            <a:xfrm>
              <a:off x="3314932" y="5709597"/>
              <a:ext cx="1382061" cy="13110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Number of Employees</a:t>
              </a:r>
            </a:p>
          </p:txBody>
        </p:sp>
        <p:pic>
          <p:nvPicPr>
            <p:cNvPr id="38" name="pic3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66582" y="5594419"/>
              <a:ext cx="1097280" cy="219455"/>
            </a:xfrm>
            <a:prstGeom prst="rect">
              <a:avLst/>
            </a:prstGeom>
          </p:spPr>
        </p:pic>
        <p:sp>
          <p:nvSpPr>
            <p:cNvPr id="39" name="pl38"/>
            <p:cNvSpPr/>
            <p:nvPr/>
          </p:nvSpPr>
          <p:spPr>
            <a:xfrm>
              <a:off x="4768411" y="5769984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0"/>
                  </a:moveTo>
                  <a:lnTo>
                    <a:pt x="0" y="43891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" name="pl39"/>
            <p:cNvSpPr/>
            <p:nvPr/>
          </p:nvSpPr>
          <p:spPr>
            <a:xfrm>
              <a:off x="5115592" y="5769984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0"/>
                  </a:moveTo>
                  <a:lnTo>
                    <a:pt x="0" y="43891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" name="pl40"/>
            <p:cNvSpPr/>
            <p:nvPr/>
          </p:nvSpPr>
          <p:spPr>
            <a:xfrm>
              <a:off x="5462774" y="5769984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0"/>
                  </a:moveTo>
                  <a:lnTo>
                    <a:pt x="0" y="43891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" name="pl41"/>
            <p:cNvSpPr/>
            <p:nvPr/>
          </p:nvSpPr>
          <p:spPr>
            <a:xfrm>
              <a:off x="5809956" y="5769984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0"/>
                  </a:moveTo>
                  <a:lnTo>
                    <a:pt x="0" y="43891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" name="pl42"/>
            <p:cNvSpPr/>
            <p:nvPr/>
          </p:nvSpPr>
          <p:spPr>
            <a:xfrm>
              <a:off x="4768411" y="5594419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43891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" name="pl43"/>
            <p:cNvSpPr/>
            <p:nvPr/>
          </p:nvSpPr>
          <p:spPr>
            <a:xfrm>
              <a:off x="5115592" y="5594419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43891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" name="pl44"/>
            <p:cNvSpPr/>
            <p:nvPr/>
          </p:nvSpPr>
          <p:spPr>
            <a:xfrm>
              <a:off x="5462774" y="5594419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43891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" name="pl45"/>
            <p:cNvSpPr/>
            <p:nvPr/>
          </p:nvSpPr>
          <p:spPr>
            <a:xfrm>
              <a:off x="5809956" y="5594419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43891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" name="tx46"/>
            <p:cNvSpPr/>
            <p:nvPr/>
          </p:nvSpPr>
          <p:spPr>
            <a:xfrm>
              <a:off x="4737333" y="5881773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48" name="tx47"/>
            <p:cNvSpPr/>
            <p:nvPr/>
          </p:nvSpPr>
          <p:spPr>
            <a:xfrm>
              <a:off x="4975756" y="5867312"/>
              <a:ext cx="279672" cy="9615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2,000</a:t>
              </a:r>
            </a:p>
          </p:txBody>
        </p:sp>
        <p:sp>
          <p:nvSpPr>
            <p:cNvPr id="49" name="tx48"/>
            <p:cNvSpPr/>
            <p:nvPr/>
          </p:nvSpPr>
          <p:spPr>
            <a:xfrm>
              <a:off x="5322938" y="5867312"/>
              <a:ext cx="279672" cy="9615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4,000</a:t>
              </a:r>
            </a:p>
          </p:txBody>
        </p:sp>
        <p:sp>
          <p:nvSpPr>
            <p:cNvPr id="50" name="tx49"/>
            <p:cNvSpPr/>
            <p:nvPr/>
          </p:nvSpPr>
          <p:spPr>
            <a:xfrm>
              <a:off x="5670119" y="5867312"/>
              <a:ext cx="279672" cy="9615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6,000</a:t>
              </a:r>
            </a:p>
          </p:txBody>
        </p:sp>
        <p:sp>
          <p:nvSpPr>
            <p:cNvPr id="51" name="tx50"/>
            <p:cNvSpPr/>
            <p:nvPr/>
          </p:nvSpPr>
          <p:spPr>
            <a:xfrm>
              <a:off x="329142" y="1624545"/>
              <a:ext cx="8520509" cy="19069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600"/>
                </a:lnSpc>
              </a:pPr>
              <a:r>
                <a:rPr sz="160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Employees in Very Large Companies with 3001+ Employees (Excluding Health Systems)</a:t>
              </a:r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6AEFD-98DB-8C1E-1912-A37BDC53C7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Central Maine Market Share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E09DC8C-64F6-16F6-35B5-81926CCCDB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22906" y="1600200"/>
            <a:ext cx="5546187" cy="4525963"/>
          </a:xfrm>
        </p:spPr>
      </p:pic>
    </p:spTree>
    <p:extLst>
      <p:ext uri="{BB962C8B-B14F-4D97-AF65-F5344CB8AC3E}">
        <p14:creationId xmlns:p14="http://schemas.microsoft.com/office/powerpoint/2010/main" val="356614845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D9DA7D-714C-8201-520F-75DD364FE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Covenant Health Market Share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FEDF54A-5733-8BE4-8756-C9332FA72E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50392" y="1600200"/>
            <a:ext cx="5491215" cy="4525963"/>
          </a:xfrm>
        </p:spPr>
      </p:pic>
    </p:spTree>
    <p:extLst>
      <p:ext uri="{BB962C8B-B14F-4D97-AF65-F5344CB8AC3E}">
        <p14:creationId xmlns:p14="http://schemas.microsoft.com/office/powerpoint/2010/main" val="311731449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C4BBD-F4C9-23EC-F8EC-9075D2B01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DECH and CCH Market Share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2875C9E-9346-BF30-97CF-72D666BDC6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94864" y="1600200"/>
            <a:ext cx="6002272" cy="4525963"/>
          </a:xfrm>
        </p:spPr>
      </p:pic>
    </p:spTree>
    <p:extLst>
      <p:ext uri="{BB962C8B-B14F-4D97-AF65-F5344CB8AC3E}">
        <p14:creationId xmlns:p14="http://schemas.microsoft.com/office/powerpoint/2010/main" val="86196511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0E12AB-CB41-4BEE-3C84-86B257F833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Maine General Market Share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A731D2F-9210-3733-AD64-AD266D9B35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24474" y="1600200"/>
            <a:ext cx="5343052" cy="4525963"/>
          </a:xfrm>
        </p:spPr>
      </p:pic>
    </p:spTree>
    <p:extLst>
      <p:ext uri="{BB962C8B-B14F-4D97-AF65-F5344CB8AC3E}">
        <p14:creationId xmlns:p14="http://schemas.microsoft.com/office/powerpoint/2010/main" val="156923722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11AAB-9871-B821-7FAC-0EFE737A7D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MaineHealth</a:t>
            </a:r>
            <a:r>
              <a:rPr lang="en-US" dirty="0"/>
              <a:t> Market Share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1FBD6A9-9311-6B0E-BADC-629864B12A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86699" y="1600200"/>
            <a:ext cx="5418602" cy="4525963"/>
          </a:xfrm>
        </p:spPr>
      </p:pic>
    </p:spTree>
    <p:extLst>
      <p:ext uri="{BB962C8B-B14F-4D97-AF65-F5344CB8AC3E}">
        <p14:creationId xmlns:p14="http://schemas.microsoft.com/office/powerpoint/2010/main" val="341293735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CBE1A0-7901-F20F-6B8F-38ABF1AAA7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Northern Light Market Share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A1EAEB6-5907-4019-86CA-6898E77377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29660" y="1600200"/>
            <a:ext cx="5132679" cy="4525963"/>
          </a:xfrm>
        </p:spPr>
      </p:pic>
    </p:spTree>
    <p:extLst>
      <p:ext uri="{BB962C8B-B14F-4D97-AF65-F5344CB8AC3E}">
        <p14:creationId xmlns:p14="http://schemas.microsoft.com/office/powerpoint/2010/main" val="16092028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7910F-1A45-EF55-5123-54D311A122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Unaffiliated Health Systems Market Share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BB042F8-6EE2-86D1-1806-5A7BFE0D58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19698" y="1600200"/>
            <a:ext cx="4752604" cy="4525963"/>
          </a:xfrm>
        </p:spPr>
      </p:pic>
    </p:spTree>
    <p:extLst>
      <p:ext uri="{BB962C8B-B14F-4D97-AF65-F5344CB8AC3E}">
        <p14:creationId xmlns:p14="http://schemas.microsoft.com/office/powerpoint/2010/main" val="204498747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E4B19FD-B28F-64DE-907A-DE8EA841CEB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54F9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3B9260E-B24D-4C25-3516-F87B45D704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907218" y="6357771"/>
            <a:ext cx="32766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Key Benefit Administrators</a:t>
            </a:r>
          </a:p>
        </p:txBody>
      </p:sp>
      <p:pic>
        <p:nvPicPr>
          <p:cNvPr id="4" name="Picture 2" descr="Home - Key Benefit Administrators">
            <a:extLst>
              <a:ext uri="{FF2B5EF4-FFF2-40B4-BE49-F238E27FC236}">
                <a16:creationId xmlns:a16="http://schemas.microsoft.com/office/drawing/2014/main" id="{649BEA4A-709F-891C-D095-E68825A2755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179" r="12849"/>
          <a:stretch/>
        </p:blipFill>
        <p:spPr bwMode="auto">
          <a:xfrm>
            <a:off x="1648" y="0"/>
            <a:ext cx="8346248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24">
            <a:extLst>
              <a:ext uri="{FF2B5EF4-FFF2-40B4-BE49-F238E27FC236}">
                <a16:creationId xmlns:a16="http://schemas.microsoft.com/office/drawing/2014/main" id="{A51C7283-DD26-DFEE-3866-33D92B2775BB}"/>
              </a:ext>
            </a:extLst>
          </p:cNvPr>
          <p:cNvSpPr txBox="1"/>
          <p:nvPr/>
        </p:nvSpPr>
        <p:spPr>
          <a:xfrm>
            <a:off x="60157" y="2147027"/>
            <a:ext cx="6587386" cy="456713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Key Benefits is the Direct-to-Employer Leader That Can Ensure Your Plan’s Success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6" name="TextBox 7">
            <a:extLst>
              <a:ext uri="{FF2B5EF4-FFF2-40B4-BE49-F238E27FC236}">
                <a16:creationId xmlns:a16="http://schemas.microsoft.com/office/drawing/2014/main" id="{D0C3A8A6-B1C9-CDFE-BD98-C18E6A50BF5C}"/>
              </a:ext>
            </a:extLst>
          </p:cNvPr>
          <p:cNvSpPr txBox="1"/>
          <p:nvPr/>
        </p:nvSpPr>
        <p:spPr>
          <a:xfrm>
            <a:off x="8787222" y="4718861"/>
            <a:ext cx="2965451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more information contact</a:t>
            </a:r>
          </a:p>
          <a:p>
            <a:pPr algn="ctr"/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Derek Moore</a:t>
            </a:r>
          </a:p>
          <a:p>
            <a:pPr algn="ctr"/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Senior Vice President</a:t>
            </a:r>
          </a:p>
          <a:p>
            <a:pPr algn="ctr"/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845-283-9973 derek.moore@keybenefit.com</a:t>
            </a:r>
          </a:p>
        </p:txBody>
      </p:sp>
      <p:sp>
        <p:nvSpPr>
          <p:cNvPr id="7" name="TextBox 8">
            <a:extLst>
              <a:ext uri="{FF2B5EF4-FFF2-40B4-BE49-F238E27FC236}">
                <a16:creationId xmlns:a16="http://schemas.microsoft.com/office/drawing/2014/main" id="{0CB6D7E6-CA80-2278-4BF8-837E276F8860}"/>
              </a:ext>
            </a:extLst>
          </p:cNvPr>
          <p:cNvSpPr txBox="1"/>
          <p:nvPr/>
        </p:nvSpPr>
        <p:spPr>
          <a:xfrm>
            <a:off x="8534399" y="556183"/>
            <a:ext cx="3657601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The country’s largest truly- independent TPA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3,000+ corporate clients​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3 million members under management​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700 Employees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Successful enabler of multiple private-label DTE networks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45 years of deep industry relationships ensures your health plan is easily and successfully launched</a:t>
            </a:r>
          </a:p>
        </p:txBody>
      </p:sp>
    </p:spTree>
    <p:extLst>
      <p:ext uri="{BB962C8B-B14F-4D97-AF65-F5344CB8AC3E}">
        <p14:creationId xmlns:p14="http://schemas.microsoft.com/office/powerpoint/2010/main" val="237017708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COUNT" val="29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0643EB6F1B5124D9F8A552D994B00B3" ma:contentTypeVersion="15" ma:contentTypeDescription="Create a new document." ma:contentTypeScope="" ma:versionID="07f1af8f4acde182c1b3188558a15fee">
  <xsd:schema xmlns:xsd="http://www.w3.org/2001/XMLSchema" xmlns:xs="http://www.w3.org/2001/XMLSchema" xmlns:p="http://schemas.microsoft.com/office/2006/metadata/properties" xmlns:ns1="http://schemas.microsoft.com/sharepoint/v3" xmlns:ns3="73b4665c-884a-4375-a2af-95b1b9fefebd" xmlns:ns4="f00513cd-d03f-4a36-8031-96ec2b1a2332" targetNamespace="http://schemas.microsoft.com/office/2006/metadata/properties" ma:root="true" ma:fieldsID="b940c9d8acf570648efc7a679d034003" ns1:_="" ns3:_="" ns4:_="">
    <xsd:import namespace="http://schemas.microsoft.com/sharepoint/v3"/>
    <xsd:import namespace="73b4665c-884a-4375-a2af-95b1b9fefebd"/>
    <xsd:import namespace="f00513cd-d03f-4a36-8031-96ec2b1a2332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DateTaken" minOccurs="0"/>
                <xsd:element ref="ns3:MediaServiceOCR" minOccurs="0"/>
                <xsd:element ref="ns3:MediaServiceEventHashCode" minOccurs="0"/>
                <xsd:element ref="ns3:MediaServiceGenerationTime" minOccurs="0"/>
                <xsd:element ref="ns3:MediaServiceLocation" minOccurs="0"/>
                <xsd:element ref="ns1:_ip_UnifiedCompliancePolicyProperties" minOccurs="0"/>
                <xsd:element ref="ns1:_ip_UnifiedCompliancePolicyUIAction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6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7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3b4665c-884a-4375-a2af-95b1b9fefeb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DateTaken" ma:index="11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2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AutoKeyPoints" ma:index="21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2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0513cd-d03f-4a36-8031-96ec2b1a2332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0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BF208B6D-7736-4F94-9580-EE469D7406F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3b4665c-884a-4375-a2af-95b1b9fefebd"/>
    <ds:schemaRef ds:uri="f00513cd-d03f-4a36-8031-96ec2b1a233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6F5604B-F201-4300-A086-2482203EA6B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2DF0AA1-9465-45DA-A905-9501DB639AB6}">
  <ds:schemaRefs>
    <ds:schemaRef ds:uri="http://schemas.openxmlformats.org/package/2006/metadata/core-properties"/>
    <ds:schemaRef ds:uri="http://schemas.microsoft.com/sharepoint/v3"/>
    <ds:schemaRef ds:uri="http://schemas.microsoft.com/office/2006/metadata/properties"/>
    <ds:schemaRef ds:uri="http://schemas.microsoft.com/office/2006/documentManagement/types"/>
    <ds:schemaRef ds:uri="http://purl.org/dc/dcmitype/"/>
    <ds:schemaRef ds:uri="http://purl.org/dc/terms/"/>
    <ds:schemaRef ds:uri="http://purl.org/dc/elements/1.1/"/>
    <ds:schemaRef ds:uri="73b4665c-884a-4375-a2af-95b1b9fefebd"/>
    <ds:schemaRef ds:uri="http://www.w3.org/XML/1998/namespace"/>
    <ds:schemaRef ds:uri="http://schemas.microsoft.com/office/infopath/2007/PartnerControls"/>
    <ds:schemaRef ds:uri="f00513cd-d03f-4a36-8031-96ec2b1a2332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46301</TotalTime>
  <Words>1176</Words>
  <Application>Microsoft Office PowerPoint</Application>
  <PresentationFormat>Widescreen</PresentationFormat>
  <Paragraphs>684</Paragraphs>
  <Slides>36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2" baseType="lpstr">
      <vt:lpstr>Arial</vt:lpstr>
      <vt:lpstr>Calibri</vt:lpstr>
      <vt:lpstr>Calibri Light</vt:lpstr>
      <vt:lpstr>Century Gothic</vt:lpstr>
      <vt:lpstr>Garamond</vt:lpstr>
      <vt:lpstr>Office Theme</vt:lpstr>
      <vt:lpstr>PowerPoint Presentation</vt:lpstr>
      <vt:lpstr>PowerPoint Presentation</vt:lpstr>
      <vt:lpstr>Market Share by Zip Code</vt:lpstr>
      <vt:lpstr>MaineHealth is at the Center of Employer Demand</vt:lpstr>
      <vt:lpstr>MaineHealth is Patient Recommended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Other Insights</vt:lpstr>
      <vt:lpstr>Companies by County</vt:lpstr>
      <vt:lpstr>Companies with 50-200 Employees</vt:lpstr>
      <vt:lpstr>Companies with 201-500 Employees</vt:lpstr>
      <vt:lpstr>Companies with 501-1000 Employees</vt:lpstr>
      <vt:lpstr>Companies with 1001-3000 Employees</vt:lpstr>
      <vt:lpstr>Companies with 3001+ Employees</vt:lpstr>
      <vt:lpstr>Total Employees in Maine Counties</vt:lpstr>
      <vt:lpstr>Employees in Companies with 50-200 Employees</vt:lpstr>
      <vt:lpstr>Employees in Companies with 201-500 Employees</vt:lpstr>
      <vt:lpstr>Employees in Companies with 501-1000 Employees</vt:lpstr>
      <vt:lpstr>Employees in Companies with 1001-3000 Employees</vt:lpstr>
      <vt:lpstr>Employees in Companies with 3001+ Employees</vt:lpstr>
      <vt:lpstr>Central Maine Market Share</vt:lpstr>
      <vt:lpstr>Covenant Health Market Share</vt:lpstr>
      <vt:lpstr>DECH and CCH Market Share</vt:lpstr>
      <vt:lpstr>Maine General Market Share</vt:lpstr>
      <vt:lpstr>MaineHealth Market Share</vt:lpstr>
      <vt:lpstr>Northern Light Market Share</vt:lpstr>
      <vt:lpstr>Unaffiliated Health Systems Market Share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Hill, Jack</dc:creator>
  <cp:lastModifiedBy>Taylor Davis</cp:lastModifiedBy>
  <cp:revision>112</cp:revision>
  <cp:lastPrinted>2023-07-13T10:24:43Z</cp:lastPrinted>
  <dcterms:created xsi:type="dcterms:W3CDTF">2021-01-20T14:12:11Z</dcterms:created>
  <dcterms:modified xsi:type="dcterms:W3CDTF">2024-11-07T16:02:45Z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0x01010070643EB6F1B5124D9F8A552D994B00B3</vt:lpwstr>
  </property>
</Properties>
</file>