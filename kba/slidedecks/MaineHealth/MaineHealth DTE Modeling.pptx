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35"/>
  </p:notesMasterIdLst>
  <p:sldIdLst>
    <p:sldId id="577" r:id="rId5"/>
    <p:sldId id="454" r:id="rId6"/>
    <p:sldId id="549" r:id="rId7"/>
    <p:sldId id="487" r:id="rId8"/>
    <p:sldId id="587" r:id="rId9"/>
    <p:sldId id="580" r:id="rId10"/>
    <p:sldId id="558" r:id="rId11"/>
    <p:sldId id="590" r:id="rId12"/>
    <p:sldId id="591" r:id="rId13"/>
    <p:sldId id="592" r:id="rId14"/>
    <p:sldId id="593" r:id="rId15"/>
    <p:sldId id="456" r:id="rId16"/>
    <p:sldId id="489" r:id="rId17"/>
    <p:sldId id="458" r:id="rId18"/>
    <p:sldId id="446" r:id="rId19"/>
    <p:sldId id="461" r:id="rId20"/>
    <p:sldId id="462" r:id="rId21"/>
    <p:sldId id="469" r:id="rId22"/>
    <p:sldId id="336" r:id="rId23"/>
    <p:sldId id="337" r:id="rId24"/>
    <p:sldId id="578" r:id="rId25"/>
    <p:sldId id="589" r:id="rId26"/>
    <p:sldId id="584" r:id="rId27"/>
    <p:sldId id="527" r:id="rId28"/>
    <p:sldId id="571" r:id="rId29"/>
    <p:sldId id="546" r:id="rId30"/>
    <p:sldId id="547" r:id="rId31"/>
    <p:sldId id="574" r:id="rId32"/>
    <p:sldId id="256" r:id="rId33"/>
    <p:sldId id="472" r:id="rId34"/>
  </p:sldIdLst>
  <p:sldSz cx="12192000" cy="6858000"/>
  <p:notesSz cx="7315200" cy="9601200"/>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CAE8"/>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E3CDE6-629E-4A03-BF7E-2CC3D3CF19A6}" v="3" dt="2024-10-29T18:44:11.38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varScale="1">
        <p:scale>
          <a:sx n="95" d="100"/>
          <a:sy n="95" d="100"/>
        </p:scale>
        <p:origin x="1110"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21B6E561-21FD-4161-8A8E-5EE84376D30F}"/>
    <pc:docChg chg="undo custSel addSld delSld modSld sldOrd">
      <pc:chgData name="Taylor Davis" userId="5c9e72a0-c39f-4aa1-9d7d-64125e78cbe6" providerId="ADAL" clId="{21B6E561-21FD-4161-8A8E-5EE84376D30F}" dt="2024-09-27T14:14:57.235" v="1337" actId="20577"/>
      <pc:docMkLst>
        <pc:docMk/>
      </pc:docMkLst>
      <pc:sldChg chg="modSp mod">
        <pc:chgData name="Taylor Davis" userId="5c9e72a0-c39f-4aa1-9d7d-64125e78cbe6" providerId="ADAL" clId="{21B6E561-21FD-4161-8A8E-5EE84376D30F}" dt="2024-09-26T21:11:16.404" v="216" actId="14100"/>
        <pc:sldMkLst>
          <pc:docMk/>
          <pc:sldMk cId="0" sldId="256"/>
        </pc:sldMkLst>
        <pc:graphicFrameChg chg="modGraphic">
          <ac:chgData name="Taylor Davis" userId="5c9e72a0-c39f-4aa1-9d7d-64125e78cbe6" providerId="ADAL" clId="{21B6E561-21FD-4161-8A8E-5EE84376D30F}" dt="2024-09-26T21:11:16.404" v="216" actId="14100"/>
          <ac:graphicFrameMkLst>
            <pc:docMk/>
            <pc:sldMk cId="0" sldId="256"/>
            <ac:graphicFrameMk id="2" creationId="{00000000-0000-0000-0000-000000000000}"/>
          </ac:graphicFrameMkLst>
        </pc:graphicFrameChg>
      </pc:sldChg>
      <pc:sldChg chg="del">
        <pc:chgData name="Taylor Davis" userId="5c9e72a0-c39f-4aa1-9d7d-64125e78cbe6" providerId="ADAL" clId="{21B6E561-21FD-4161-8A8E-5EE84376D30F}" dt="2024-09-26T21:17:13.350" v="222" actId="47"/>
        <pc:sldMkLst>
          <pc:docMk/>
          <pc:sldMk cId="211951504" sldId="325"/>
        </pc:sldMkLst>
      </pc:sldChg>
      <pc:sldChg chg="del">
        <pc:chgData name="Taylor Davis" userId="5c9e72a0-c39f-4aa1-9d7d-64125e78cbe6" providerId="ADAL" clId="{21B6E561-21FD-4161-8A8E-5EE84376D30F}" dt="2024-09-26T21:17:13.350" v="222" actId="47"/>
        <pc:sldMkLst>
          <pc:docMk/>
          <pc:sldMk cId="225422285" sldId="326"/>
        </pc:sldMkLst>
      </pc:sldChg>
      <pc:sldChg chg="modSp">
        <pc:chgData name="Taylor Davis" userId="5c9e72a0-c39f-4aa1-9d7d-64125e78cbe6" providerId="ADAL" clId="{21B6E561-21FD-4161-8A8E-5EE84376D30F}" dt="2024-09-26T22:19:54.862" v="1333" actId="20577"/>
        <pc:sldMkLst>
          <pc:docMk/>
          <pc:sldMk cId="619324413" sldId="336"/>
        </pc:sldMkLst>
        <pc:graphicFrameChg chg="mod">
          <ac:chgData name="Taylor Davis" userId="5c9e72a0-c39f-4aa1-9d7d-64125e78cbe6" providerId="ADAL" clId="{21B6E561-21FD-4161-8A8E-5EE84376D30F}" dt="2024-09-26T22:19:54.862" v="1333" actId="20577"/>
          <ac:graphicFrameMkLst>
            <pc:docMk/>
            <pc:sldMk cId="619324413" sldId="336"/>
            <ac:graphicFrameMk id="4" creationId="{9538C73A-9FA7-458F-A114-0449E816E242}"/>
          </ac:graphicFrameMkLst>
        </pc:graphicFrameChg>
      </pc:sldChg>
      <pc:sldChg chg="add">
        <pc:chgData name="Taylor Davis" userId="5c9e72a0-c39f-4aa1-9d7d-64125e78cbe6" providerId="ADAL" clId="{21B6E561-21FD-4161-8A8E-5EE84376D30F}" dt="2024-09-26T21:17:17.988" v="224"/>
        <pc:sldMkLst>
          <pc:docMk/>
          <pc:sldMk cId="377091382" sldId="454"/>
        </pc:sldMkLst>
      </pc:sldChg>
      <pc:sldChg chg="del">
        <pc:chgData name="Taylor Davis" userId="5c9e72a0-c39f-4aa1-9d7d-64125e78cbe6" providerId="ADAL" clId="{21B6E561-21FD-4161-8A8E-5EE84376D30F}" dt="2024-09-26T21:17:15.054" v="223" actId="2696"/>
        <pc:sldMkLst>
          <pc:docMk/>
          <pc:sldMk cId="1919135106" sldId="454"/>
        </pc:sldMkLst>
      </pc:sldChg>
      <pc:sldChg chg="del">
        <pc:chgData name="Taylor Davis" userId="5c9e72a0-c39f-4aa1-9d7d-64125e78cbe6" providerId="ADAL" clId="{21B6E561-21FD-4161-8A8E-5EE84376D30F}" dt="2024-09-26T21:17:13.350" v="222" actId="47"/>
        <pc:sldMkLst>
          <pc:docMk/>
          <pc:sldMk cId="2660124243" sldId="491"/>
        </pc:sldMkLst>
      </pc:sldChg>
      <pc:sldChg chg="del">
        <pc:chgData name="Taylor Davis" userId="5c9e72a0-c39f-4aa1-9d7d-64125e78cbe6" providerId="ADAL" clId="{21B6E561-21FD-4161-8A8E-5EE84376D30F}" dt="2024-09-26T21:17:13.350" v="222" actId="47"/>
        <pc:sldMkLst>
          <pc:docMk/>
          <pc:sldMk cId="3144192130" sldId="498"/>
        </pc:sldMkLst>
      </pc:sldChg>
      <pc:sldChg chg="del">
        <pc:chgData name="Taylor Davis" userId="5c9e72a0-c39f-4aa1-9d7d-64125e78cbe6" providerId="ADAL" clId="{21B6E561-21FD-4161-8A8E-5EE84376D30F}" dt="2024-09-26T22:14:24.188" v="1152" actId="47"/>
        <pc:sldMkLst>
          <pc:docMk/>
          <pc:sldMk cId="2203540903" sldId="499"/>
        </pc:sldMkLst>
      </pc:sldChg>
      <pc:sldChg chg="del">
        <pc:chgData name="Taylor Davis" userId="5c9e72a0-c39f-4aa1-9d7d-64125e78cbe6" providerId="ADAL" clId="{21B6E561-21FD-4161-8A8E-5EE84376D30F}" dt="2024-09-26T21:08:39.825" v="186" actId="47"/>
        <pc:sldMkLst>
          <pc:docMk/>
          <pc:sldMk cId="36791873" sldId="525"/>
        </pc:sldMkLst>
      </pc:sldChg>
      <pc:sldChg chg="modSp mod">
        <pc:chgData name="Taylor Davis" userId="5c9e72a0-c39f-4aa1-9d7d-64125e78cbe6" providerId="ADAL" clId="{21B6E561-21FD-4161-8A8E-5EE84376D30F}" dt="2024-09-26T21:09:38.709" v="196" actId="207"/>
        <pc:sldMkLst>
          <pc:docMk/>
          <pc:sldMk cId="3034923006" sldId="527"/>
        </pc:sldMkLst>
        <pc:graphicFrameChg chg="mod modGraphic">
          <ac:chgData name="Taylor Davis" userId="5c9e72a0-c39f-4aa1-9d7d-64125e78cbe6" providerId="ADAL" clId="{21B6E561-21FD-4161-8A8E-5EE84376D30F}" dt="2024-09-26T21:09:38.709" v="196" actId="207"/>
          <ac:graphicFrameMkLst>
            <pc:docMk/>
            <pc:sldMk cId="3034923006" sldId="527"/>
            <ac:graphicFrameMk id="6" creationId="{00000000-0000-0000-0000-000000000000}"/>
          </ac:graphicFrameMkLst>
        </pc:graphicFrameChg>
      </pc:sldChg>
      <pc:sldChg chg="del">
        <pc:chgData name="Taylor Davis" userId="5c9e72a0-c39f-4aa1-9d7d-64125e78cbe6" providerId="ADAL" clId="{21B6E561-21FD-4161-8A8E-5EE84376D30F}" dt="2024-09-26T22:14:03.675" v="1150" actId="47"/>
        <pc:sldMkLst>
          <pc:docMk/>
          <pc:sldMk cId="318555010" sldId="536"/>
        </pc:sldMkLst>
      </pc:sldChg>
      <pc:sldChg chg="modSp mod">
        <pc:chgData name="Taylor Davis" userId="5c9e72a0-c39f-4aa1-9d7d-64125e78cbe6" providerId="ADAL" clId="{21B6E561-21FD-4161-8A8E-5EE84376D30F}" dt="2024-09-26T21:10:55.264" v="215" actId="20577"/>
        <pc:sldMkLst>
          <pc:docMk/>
          <pc:sldMk cId="94944115" sldId="546"/>
        </pc:sldMkLst>
        <pc:graphicFrameChg chg="modGraphic">
          <ac:chgData name="Taylor Davis" userId="5c9e72a0-c39f-4aa1-9d7d-64125e78cbe6" providerId="ADAL" clId="{21B6E561-21FD-4161-8A8E-5EE84376D30F}" dt="2024-09-26T21:10:55.264" v="215" actId="20577"/>
          <ac:graphicFrameMkLst>
            <pc:docMk/>
            <pc:sldMk cId="94944115" sldId="546"/>
            <ac:graphicFrameMk id="4" creationId="{3C07E302-CC45-B04C-2C2D-C436C7863084}"/>
          </ac:graphicFrameMkLst>
        </pc:graphicFrameChg>
      </pc:sldChg>
      <pc:sldChg chg="del">
        <pc:chgData name="Taylor Davis" userId="5c9e72a0-c39f-4aa1-9d7d-64125e78cbe6" providerId="ADAL" clId="{21B6E561-21FD-4161-8A8E-5EE84376D30F}" dt="2024-09-26T22:14:35.739" v="1154" actId="47"/>
        <pc:sldMkLst>
          <pc:docMk/>
          <pc:sldMk cId="315794589" sldId="548"/>
        </pc:sldMkLst>
      </pc:sldChg>
      <pc:sldChg chg="addSp delSp modSp mod">
        <pc:chgData name="Taylor Davis" userId="5c9e72a0-c39f-4aa1-9d7d-64125e78cbe6" providerId="ADAL" clId="{21B6E561-21FD-4161-8A8E-5EE84376D30F}" dt="2024-09-27T14:14:57.235" v="1337" actId="20577"/>
        <pc:sldMkLst>
          <pc:docMk/>
          <pc:sldMk cId="3470905217" sldId="558"/>
        </pc:sldMkLst>
        <pc:spChg chg="mod">
          <ac:chgData name="Taylor Davis" userId="5c9e72a0-c39f-4aa1-9d7d-64125e78cbe6" providerId="ADAL" clId="{21B6E561-21FD-4161-8A8E-5EE84376D30F}" dt="2024-09-26T21:51:47.367" v="1072" actId="6549"/>
          <ac:spMkLst>
            <pc:docMk/>
            <pc:sldMk cId="3470905217" sldId="558"/>
            <ac:spMk id="9" creationId="{025AE6BF-C458-13D4-626E-DAD4C1439055}"/>
          </ac:spMkLst>
        </pc:spChg>
        <pc:spChg chg="mod">
          <ac:chgData name="Taylor Davis" userId="5c9e72a0-c39f-4aa1-9d7d-64125e78cbe6" providerId="ADAL" clId="{21B6E561-21FD-4161-8A8E-5EE84376D30F}" dt="2024-09-27T14:14:57.235" v="1337" actId="20577"/>
          <ac:spMkLst>
            <pc:docMk/>
            <pc:sldMk cId="3470905217" sldId="558"/>
            <ac:spMk id="20" creationId="{32C9D62D-25B0-6CD9-8AD7-E6855B1B1B26}"/>
          </ac:spMkLst>
        </pc:spChg>
        <pc:spChg chg="mod">
          <ac:chgData name="Taylor Davis" userId="5c9e72a0-c39f-4aa1-9d7d-64125e78cbe6" providerId="ADAL" clId="{21B6E561-21FD-4161-8A8E-5EE84376D30F}" dt="2024-09-26T22:09:55.305" v="1134" actId="20577"/>
          <ac:spMkLst>
            <pc:docMk/>
            <pc:sldMk cId="3470905217" sldId="558"/>
            <ac:spMk id="24" creationId="{2C03026B-6D1E-F7B1-9995-7D9DC1019C60}"/>
          </ac:spMkLst>
        </pc:spChg>
        <pc:spChg chg="mod">
          <ac:chgData name="Taylor Davis" userId="5c9e72a0-c39f-4aa1-9d7d-64125e78cbe6" providerId="ADAL" clId="{21B6E561-21FD-4161-8A8E-5EE84376D30F}" dt="2024-09-26T22:10:01.217" v="1136" actId="20577"/>
          <ac:spMkLst>
            <pc:docMk/>
            <pc:sldMk cId="3470905217" sldId="558"/>
            <ac:spMk id="25" creationId="{9C64CEEB-E16A-926D-5DF0-DC8275443A40}"/>
          </ac:spMkLst>
        </pc:spChg>
        <pc:spChg chg="mod">
          <ac:chgData name="Taylor Davis" userId="5c9e72a0-c39f-4aa1-9d7d-64125e78cbe6" providerId="ADAL" clId="{21B6E561-21FD-4161-8A8E-5EE84376D30F}" dt="2024-09-26T22:10:04.616" v="1138" actId="20577"/>
          <ac:spMkLst>
            <pc:docMk/>
            <pc:sldMk cId="3470905217" sldId="558"/>
            <ac:spMk id="26" creationId="{716000A2-AFB1-117D-BFF0-2BDA3EA8A77D}"/>
          </ac:spMkLst>
        </pc:spChg>
        <pc:spChg chg="del">
          <ac:chgData name="Taylor Davis" userId="5c9e72a0-c39f-4aa1-9d7d-64125e78cbe6" providerId="ADAL" clId="{21B6E561-21FD-4161-8A8E-5EE84376D30F}" dt="2024-09-26T22:13:14.136" v="1141" actId="478"/>
          <ac:spMkLst>
            <pc:docMk/>
            <pc:sldMk cId="3470905217" sldId="558"/>
            <ac:spMk id="30" creationId="{1B80F0AE-6D54-491B-C7C0-D82CBDAD2062}"/>
          </ac:spMkLst>
        </pc:spChg>
        <pc:spChg chg="del mod">
          <ac:chgData name="Taylor Davis" userId="5c9e72a0-c39f-4aa1-9d7d-64125e78cbe6" providerId="ADAL" clId="{21B6E561-21FD-4161-8A8E-5EE84376D30F}" dt="2024-09-26T22:13:11.408" v="1140" actId="478"/>
          <ac:spMkLst>
            <pc:docMk/>
            <pc:sldMk cId="3470905217" sldId="558"/>
            <ac:spMk id="31" creationId="{9D084EF4-8DC2-6A81-A289-B3A956249DBF}"/>
          </ac:spMkLst>
        </pc:spChg>
        <pc:spChg chg="add del mod">
          <ac:chgData name="Taylor Davis" userId="5c9e72a0-c39f-4aa1-9d7d-64125e78cbe6" providerId="ADAL" clId="{21B6E561-21FD-4161-8A8E-5EE84376D30F}" dt="2024-09-26T22:09:44.305" v="1130" actId="478"/>
          <ac:spMkLst>
            <pc:docMk/>
            <pc:sldMk cId="3470905217" sldId="558"/>
            <ac:spMk id="33" creationId="{AB0C2092-A999-0CF7-D6BA-8E48F888D804}"/>
          </ac:spMkLst>
        </pc:spChg>
        <pc:picChg chg="del">
          <ac:chgData name="Taylor Davis" userId="5c9e72a0-c39f-4aa1-9d7d-64125e78cbe6" providerId="ADAL" clId="{21B6E561-21FD-4161-8A8E-5EE84376D30F}" dt="2024-09-26T22:09:41.055" v="1129" actId="478"/>
          <ac:picMkLst>
            <pc:docMk/>
            <pc:sldMk cId="3470905217" sldId="558"/>
            <ac:picMk id="29" creationId="{00000000-0000-0000-0000-000000000000}"/>
          </ac:picMkLst>
        </pc:picChg>
        <pc:picChg chg="add del mod ord">
          <ac:chgData name="Taylor Davis" userId="5c9e72a0-c39f-4aa1-9d7d-64125e78cbe6" providerId="ADAL" clId="{21B6E561-21FD-4161-8A8E-5EE84376D30F}" dt="2024-09-26T22:13:10.543" v="1139" actId="478"/>
          <ac:picMkLst>
            <pc:docMk/>
            <pc:sldMk cId="3470905217" sldId="558"/>
            <ac:picMk id="34" creationId="{9A8CA2D8-A071-5F8E-ABAD-AFCDD34ECEF3}"/>
          </ac:picMkLst>
        </pc:picChg>
        <pc:picChg chg="add mod">
          <ac:chgData name="Taylor Davis" userId="5c9e72a0-c39f-4aa1-9d7d-64125e78cbe6" providerId="ADAL" clId="{21B6E561-21FD-4161-8A8E-5EE84376D30F}" dt="2024-09-26T22:13:15.294" v="1142"/>
          <ac:picMkLst>
            <pc:docMk/>
            <pc:sldMk cId="3470905217" sldId="558"/>
            <ac:picMk id="35" creationId="{B9B77B3D-B346-2DBC-E5D4-F31793A80B0C}"/>
          </ac:picMkLst>
        </pc:picChg>
      </pc:sldChg>
      <pc:sldChg chg="modSp mod">
        <pc:chgData name="Taylor Davis" userId="5c9e72a0-c39f-4aa1-9d7d-64125e78cbe6" providerId="ADAL" clId="{21B6E561-21FD-4161-8A8E-5EE84376D30F}" dt="2024-09-26T22:17:22.635" v="1274" actId="14734"/>
        <pc:sldMkLst>
          <pc:docMk/>
          <pc:sldMk cId="0" sldId="571"/>
        </pc:sldMkLst>
        <pc:graphicFrameChg chg="mod modGraphic">
          <ac:chgData name="Taylor Davis" userId="5c9e72a0-c39f-4aa1-9d7d-64125e78cbe6" providerId="ADAL" clId="{21B6E561-21FD-4161-8A8E-5EE84376D30F}" dt="2024-09-26T22:17:22.635" v="1274" actId="14734"/>
          <ac:graphicFrameMkLst>
            <pc:docMk/>
            <pc:sldMk cId="0" sldId="571"/>
            <ac:graphicFrameMk id="2" creationId="{00000000-0000-0000-0000-000000000000}"/>
          </ac:graphicFrameMkLst>
        </pc:graphicFrameChg>
      </pc:sldChg>
      <pc:sldChg chg="modSp del mod">
        <pc:chgData name="Taylor Davis" userId="5c9e72a0-c39f-4aa1-9d7d-64125e78cbe6" providerId="ADAL" clId="{21B6E561-21FD-4161-8A8E-5EE84376D30F}" dt="2024-09-26T21:54:47.267" v="1082" actId="47"/>
        <pc:sldMkLst>
          <pc:docMk/>
          <pc:sldMk cId="0" sldId="572"/>
        </pc:sldMkLst>
        <pc:graphicFrameChg chg="modGraphic">
          <ac:chgData name="Taylor Davis" userId="5c9e72a0-c39f-4aa1-9d7d-64125e78cbe6" providerId="ADAL" clId="{21B6E561-21FD-4161-8A8E-5EE84376D30F}" dt="2024-09-26T21:11:26.386" v="218" actId="14100"/>
          <ac:graphicFrameMkLst>
            <pc:docMk/>
            <pc:sldMk cId="0" sldId="572"/>
            <ac:graphicFrameMk id="2" creationId="{00000000-0000-0000-0000-000000000000}"/>
          </ac:graphicFrameMkLst>
        </pc:graphicFrameChg>
      </pc:sldChg>
      <pc:sldChg chg="modSp del mod">
        <pc:chgData name="Taylor Davis" userId="5c9e72a0-c39f-4aa1-9d7d-64125e78cbe6" providerId="ADAL" clId="{21B6E561-21FD-4161-8A8E-5EE84376D30F}" dt="2024-09-26T21:54:47.267" v="1082" actId="47"/>
        <pc:sldMkLst>
          <pc:docMk/>
          <pc:sldMk cId="0" sldId="573"/>
        </pc:sldMkLst>
        <pc:graphicFrameChg chg="modGraphic">
          <ac:chgData name="Taylor Davis" userId="5c9e72a0-c39f-4aa1-9d7d-64125e78cbe6" providerId="ADAL" clId="{21B6E561-21FD-4161-8A8E-5EE84376D30F}" dt="2024-09-26T21:11:37.376" v="220" actId="14100"/>
          <ac:graphicFrameMkLst>
            <pc:docMk/>
            <pc:sldMk cId="0" sldId="573"/>
            <ac:graphicFrameMk id="2" creationId="{00000000-0000-0000-0000-000000000000}"/>
          </ac:graphicFrameMkLst>
        </pc:graphicFrameChg>
      </pc:sldChg>
      <pc:sldChg chg="modSp mod ord">
        <pc:chgData name="Taylor Davis" userId="5c9e72a0-c39f-4aa1-9d7d-64125e78cbe6" providerId="ADAL" clId="{21B6E561-21FD-4161-8A8E-5EE84376D30F}" dt="2024-09-26T22:17:31.297" v="1276"/>
        <pc:sldMkLst>
          <pc:docMk/>
          <pc:sldMk cId="1064222983" sldId="574"/>
        </pc:sldMkLst>
        <pc:graphicFrameChg chg="modGraphic">
          <ac:chgData name="Taylor Davis" userId="5c9e72a0-c39f-4aa1-9d7d-64125e78cbe6" providerId="ADAL" clId="{21B6E561-21FD-4161-8A8E-5EE84376D30F}" dt="2024-09-26T21:11:21.138" v="217" actId="14100"/>
          <ac:graphicFrameMkLst>
            <pc:docMk/>
            <pc:sldMk cId="1064222983" sldId="574"/>
            <ac:graphicFrameMk id="2" creationId="{00000000-0000-0000-0000-000000000000}"/>
          </ac:graphicFrameMkLst>
        </pc:graphicFrameChg>
      </pc:sldChg>
      <pc:sldChg chg="modSp del mod">
        <pc:chgData name="Taylor Davis" userId="5c9e72a0-c39f-4aa1-9d7d-64125e78cbe6" providerId="ADAL" clId="{21B6E561-21FD-4161-8A8E-5EE84376D30F}" dt="2024-09-26T21:54:47.267" v="1082" actId="47"/>
        <pc:sldMkLst>
          <pc:docMk/>
          <pc:sldMk cId="3790917938" sldId="575"/>
        </pc:sldMkLst>
        <pc:graphicFrameChg chg="modGraphic">
          <ac:chgData name="Taylor Davis" userId="5c9e72a0-c39f-4aa1-9d7d-64125e78cbe6" providerId="ADAL" clId="{21B6E561-21FD-4161-8A8E-5EE84376D30F}" dt="2024-09-26T21:11:31.401" v="219" actId="14100"/>
          <ac:graphicFrameMkLst>
            <pc:docMk/>
            <pc:sldMk cId="3790917938" sldId="575"/>
            <ac:graphicFrameMk id="2" creationId="{00000000-0000-0000-0000-000000000000}"/>
          </ac:graphicFrameMkLst>
        </pc:graphicFrameChg>
      </pc:sldChg>
      <pc:sldChg chg="modSp del mod">
        <pc:chgData name="Taylor Davis" userId="5c9e72a0-c39f-4aa1-9d7d-64125e78cbe6" providerId="ADAL" clId="{21B6E561-21FD-4161-8A8E-5EE84376D30F}" dt="2024-09-26T21:54:47.267" v="1082" actId="47"/>
        <pc:sldMkLst>
          <pc:docMk/>
          <pc:sldMk cId="250010407" sldId="576"/>
        </pc:sldMkLst>
        <pc:graphicFrameChg chg="modGraphic">
          <ac:chgData name="Taylor Davis" userId="5c9e72a0-c39f-4aa1-9d7d-64125e78cbe6" providerId="ADAL" clId="{21B6E561-21FD-4161-8A8E-5EE84376D30F}" dt="2024-09-26T21:11:42.048" v="221" actId="14100"/>
          <ac:graphicFrameMkLst>
            <pc:docMk/>
            <pc:sldMk cId="250010407" sldId="576"/>
            <ac:graphicFrameMk id="2" creationId="{00000000-0000-0000-0000-000000000000}"/>
          </ac:graphicFrameMkLst>
        </pc:graphicFrameChg>
      </pc:sldChg>
      <pc:sldChg chg="modSp mod ord">
        <pc:chgData name="Taylor Davis" userId="5c9e72a0-c39f-4aa1-9d7d-64125e78cbe6" providerId="ADAL" clId="{21B6E561-21FD-4161-8A8E-5EE84376D30F}" dt="2024-09-26T22:20:13.048" v="1335"/>
        <pc:sldMkLst>
          <pc:docMk/>
          <pc:sldMk cId="636727059" sldId="577"/>
        </pc:sldMkLst>
        <pc:spChg chg="mod">
          <ac:chgData name="Taylor Davis" userId="5c9e72a0-c39f-4aa1-9d7d-64125e78cbe6" providerId="ADAL" clId="{21B6E561-21FD-4161-8A8E-5EE84376D30F}" dt="2024-09-26T22:18:50.757" v="1314" actId="20577"/>
          <ac:spMkLst>
            <pc:docMk/>
            <pc:sldMk cId="636727059" sldId="577"/>
            <ac:spMk id="5" creationId="{B981BBA2-A3ED-6F7B-693B-880E5B031B26}"/>
          </ac:spMkLst>
        </pc:spChg>
      </pc:sldChg>
      <pc:sldChg chg="modSp mod">
        <pc:chgData name="Taylor Davis" userId="5c9e72a0-c39f-4aa1-9d7d-64125e78cbe6" providerId="ADAL" clId="{21B6E561-21FD-4161-8A8E-5EE84376D30F}" dt="2024-09-26T21:57:34.579" v="1128" actId="122"/>
        <pc:sldMkLst>
          <pc:docMk/>
          <pc:sldMk cId="1082327325" sldId="580"/>
        </pc:sldMkLst>
        <pc:spChg chg="mod">
          <ac:chgData name="Taylor Davis" userId="5c9e72a0-c39f-4aa1-9d7d-64125e78cbe6" providerId="ADAL" clId="{21B6E561-21FD-4161-8A8E-5EE84376D30F}" dt="2024-09-26T21:57:34.579" v="1128" actId="122"/>
          <ac:spMkLst>
            <pc:docMk/>
            <pc:sldMk cId="1082327325" sldId="580"/>
            <ac:spMk id="82" creationId="{D02E1E20-8538-1DEF-C5C5-5C907638937F}"/>
          </ac:spMkLst>
        </pc:spChg>
      </pc:sldChg>
      <pc:sldChg chg="del">
        <pc:chgData name="Taylor Davis" userId="5c9e72a0-c39f-4aa1-9d7d-64125e78cbe6" providerId="ADAL" clId="{21B6E561-21FD-4161-8A8E-5EE84376D30F}" dt="2024-09-26T21:05:53.298" v="184" actId="47"/>
        <pc:sldMkLst>
          <pc:docMk/>
          <pc:sldMk cId="838631500" sldId="583"/>
        </pc:sldMkLst>
      </pc:sldChg>
      <pc:sldChg chg="modSp mod">
        <pc:chgData name="Taylor Davis" userId="5c9e72a0-c39f-4aa1-9d7d-64125e78cbe6" providerId="ADAL" clId="{21B6E561-21FD-4161-8A8E-5EE84376D30F}" dt="2024-09-26T21:44:21.645" v="1011" actId="20577"/>
        <pc:sldMkLst>
          <pc:docMk/>
          <pc:sldMk cId="1660343831" sldId="587"/>
        </pc:sldMkLst>
        <pc:spChg chg="mod">
          <ac:chgData name="Taylor Davis" userId="5c9e72a0-c39f-4aa1-9d7d-64125e78cbe6" providerId="ADAL" clId="{21B6E561-21FD-4161-8A8E-5EE84376D30F}" dt="2024-09-26T21:34:39.046" v="809" actId="20577"/>
          <ac:spMkLst>
            <pc:docMk/>
            <pc:sldMk cId="1660343831" sldId="587"/>
            <ac:spMk id="8" creationId="{869C0219-52DA-48A1-B7B2-E6F8C4FBD3C3}"/>
          </ac:spMkLst>
        </pc:spChg>
        <pc:spChg chg="mod">
          <ac:chgData name="Taylor Davis" userId="5c9e72a0-c39f-4aa1-9d7d-64125e78cbe6" providerId="ADAL" clId="{21B6E561-21FD-4161-8A8E-5EE84376D30F}" dt="2024-09-26T21:36:14.041" v="925" actId="20577"/>
          <ac:spMkLst>
            <pc:docMk/>
            <pc:sldMk cId="1660343831" sldId="587"/>
            <ac:spMk id="15" creationId="{F989C271-D7A3-075D-6B5B-2EA0EF17E2C0}"/>
          </ac:spMkLst>
        </pc:spChg>
        <pc:spChg chg="mod">
          <ac:chgData name="Taylor Davis" userId="5c9e72a0-c39f-4aa1-9d7d-64125e78cbe6" providerId="ADAL" clId="{21B6E561-21FD-4161-8A8E-5EE84376D30F}" dt="2024-09-26T21:44:21.645" v="1011" actId="20577"/>
          <ac:spMkLst>
            <pc:docMk/>
            <pc:sldMk cId="1660343831" sldId="587"/>
            <ac:spMk id="17" creationId="{CF31785F-9722-0FE4-01B3-42670C2819BE}"/>
          </ac:spMkLst>
        </pc:spChg>
      </pc:sldChg>
      <pc:sldChg chg="del">
        <pc:chgData name="Taylor Davis" userId="5c9e72a0-c39f-4aa1-9d7d-64125e78cbe6" providerId="ADAL" clId="{21B6E561-21FD-4161-8A8E-5EE84376D30F}" dt="2024-09-26T21:48:22.446" v="1012" actId="47"/>
        <pc:sldMkLst>
          <pc:docMk/>
          <pc:sldMk cId="464339344" sldId="588"/>
        </pc:sldMkLst>
      </pc:sldChg>
      <pc:sldChg chg="modSp add mod">
        <pc:chgData name="Taylor Davis" userId="5c9e72a0-c39f-4aa1-9d7d-64125e78cbe6" providerId="ADAL" clId="{21B6E561-21FD-4161-8A8E-5EE84376D30F}" dt="2024-09-26T21:05:57.461" v="185" actId="20577"/>
        <pc:sldMkLst>
          <pc:docMk/>
          <pc:sldMk cId="3005607292" sldId="589"/>
        </pc:sldMkLst>
        <pc:spChg chg="mod">
          <ac:chgData name="Taylor Davis" userId="5c9e72a0-c39f-4aa1-9d7d-64125e78cbe6" providerId="ADAL" clId="{21B6E561-21FD-4161-8A8E-5EE84376D30F}" dt="2024-09-26T21:05:57.461" v="185" actId="20577"/>
          <ac:spMkLst>
            <pc:docMk/>
            <pc:sldMk cId="3005607292" sldId="589"/>
            <ac:spMk id="2" creationId="{748BE3BD-F9EE-3EE4-860C-3826F1F8465B}"/>
          </ac:spMkLst>
        </pc:spChg>
        <pc:spChg chg="mod">
          <ac:chgData name="Taylor Davis" userId="5c9e72a0-c39f-4aa1-9d7d-64125e78cbe6" providerId="ADAL" clId="{21B6E561-21FD-4161-8A8E-5EE84376D30F}" dt="2024-09-26T21:05:44.688" v="183" actId="20577"/>
          <ac:spMkLst>
            <pc:docMk/>
            <pc:sldMk cId="3005607292" sldId="589"/>
            <ac:spMk id="10" creationId="{802290A3-B694-4505-9BF2-D6CD7AF07C8B}"/>
          </ac:spMkLst>
        </pc:spChg>
        <pc:graphicFrameChg chg="modGraphic">
          <ac:chgData name="Taylor Davis" userId="5c9e72a0-c39f-4aa1-9d7d-64125e78cbe6" providerId="ADAL" clId="{21B6E561-21FD-4161-8A8E-5EE84376D30F}" dt="2024-09-26T21:04:59.062" v="13" actId="20577"/>
          <ac:graphicFrameMkLst>
            <pc:docMk/>
            <pc:sldMk cId="3005607292" sldId="589"/>
            <ac:graphicFrameMk id="5" creationId="{713AD275-CC86-F2BC-8594-AECC0B66117F}"/>
          </ac:graphicFrameMkLst>
        </pc:graphicFrameChg>
      </pc:sldChg>
      <pc:sldChg chg="addSp modSp new mod">
        <pc:chgData name="Taylor Davis" userId="5c9e72a0-c39f-4aa1-9d7d-64125e78cbe6" providerId="ADAL" clId="{21B6E561-21FD-4161-8A8E-5EE84376D30F}" dt="2024-09-26T21:53:00.320" v="1081" actId="20577"/>
        <pc:sldMkLst>
          <pc:docMk/>
          <pc:sldMk cId="3213146984" sldId="590"/>
        </pc:sldMkLst>
        <pc:spChg chg="mod">
          <ac:chgData name="Taylor Davis" userId="5c9e72a0-c39f-4aa1-9d7d-64125e78cbe6" providerId="ADAL" clId="{21B6E561-21FD-4161-8A8E-5EE84376D30F}" dt="2024-09-26T21:33:00.288" v="790" actId="14100"/>
          <ac:spMkLst>
            <pc:docMk/>
            <pc:sldMk cId="3213146984" sldId="590"/>
            <ac:spMk id="2" creationId="{7DC8D2AF-881B-5689-630C-186CF1A1A3A1}"/>
          </ac:spMkLst>
        </pc:spChg>
        <pc:spChg chg="mod">
          <ac:chgData name="Taylor Davis" userId="5c9e72a0-c39f-4aa1-9d7d-64125e78cbe6" providerId="ADAL" clId="{21B6E561-21FD-4161-8A8E-5EE84376D30F}" dt="2024-09-26T21:32:04.831" v="748" actId="20577"/>
          <ac:spMkLst>
            <pc:docMk/>
            <pc:sldMk cId="3213146984" sldId="590"/>
            <ac:spMk id="3" creationId="{006073B5-1A52-2C4F-E847-BEF98DC7A073}"/>
          </ac:spMkLst>
        </pc:spChg>
        <pc:spChg chg="add mod">
          <ac:chgData name="Taylor Davis" userId="5c9e72a0-c39f-4aa1-9d7d-64125e78cbe6" providerId="ADAL" clId="{21B6E561-21FD-4161-8A8E-5EE84376D30F}" dt="2024-09-26T21:30:50.231" v="720" actId="1076"/>
          <ac:spMkLst>
            <pc:docMk/>
            <pc:sldMk cId="3213146984" sldId="590"/>
            <ac:spMk id="7" creationId="{2446971F-CC3C-463B-B753-9F97F2C39EA2}"/>
          </ac:spMkLst>
        </pc:spChg>
        <pc:spChg chg="add mod">
          <ac:chgData name="Taylor Davis" userId="5c9e72a0-c39f-4aa1-9d7d-64125e78cbe6" providerId="ADAL" clId="{21B6E561-21FD-4161-8A8E-5EE84376D30F}" dt="2024-09-26T21:32:10.582" v="759" actId="1035"/>
          <ac:spMkLst>
            <pc:docMk/>
            <pc:sldMk cId="3213146984" sldId="590"/>
            <ac:spMk id="8" creationId="{71D1E798-0EA4-FB0C-3DE8-4148506B6447}"/>
          </ac:spMkLst>
        </pc:spChg>
        <pc:spChg chg="add mod">
          <ac:chgData name="Taylor Davis" userId="5c9e72a0-c39f-4aa1-9d7d-64125e78cbe6" providerId="ADAL" clId="{21B6E561-21FD-4161-8A8E-5EE84376D30F}" dt="2024-09-26T21:32:10.582" v="759" actId="1035"/>
          <ac:spMkLst>
            <pc:docMk/>
            <pc:sldMk cId="3213146984" sldId="590"/>
            <ac:spMk id="9" creationId="{51239ED1-A21B-6B50-9550-3D2A9F57488E}"/>
          </ac:spMkLst>
        </pc:spChg>
        <pc:graphicFrameChg chg="add mod modGraphic">
          <ac:chgData name="Taylor Davis" userId="5c9e72a0-c39f-4aa1-9d7d-64125e78cbe6" providerId="ADAL" clId="{21B6E561-21FD-4161-8A8E-5EE84376D30F}" dt="2024-09-26T21:53:00.320" v="1081" actId="20577"/>
          <ac:graphicFrameMkLst>
            <pc:docMk/>
            <pc:sldMk cId="3213146984" sldId="590"/>
            <ac:graphicFrameMk id="6" creationId="{8C3F7FC6-D0E7-9704-622A-798B855DA8EB}"/>
          </ac:graphicFrameMkLst>
        </pc:graphicFrameChg>
      </pc:sldChg>
      <pc:sldChg chg="addSp delSp modSp add mod">
        <pc:chgData name="Taylor Davis" userId="5c9e72a0-c39f-4aa1-9d7d-64125e78cbe6" providerId="ADAL" clId="{21B6E561-21FD-4161-8A8E-5EE84376D30F}" dt="2024-09-26T22:16:11.824" v="1257" actId="1076"/>
        <pc:sldMkLst>
          <pc:docMk/>
          <pc:sldMk cId="1419816550" sldId="591"/>
        </pc:sldMkLst>
        <pc:spChg chg="del">
          <ac:chgData name="Taylor Davis" userId="5c9e72a0-c39f-4aa1-9d7d-64125e78cbe6" providerId="ADAL" clId="{21B6E561-21FD-4161-8A8E-5EE84376D30F}" dt="2024-09-26T22:13:44.670" v="1144" actId="478"/>
          <ac:spMkLst>
            <pc:docMk/>
            <pc:sldMk cId="1419816550" sldId="591"/>
            <ac:spMk id="8" creationId="{60820A86-1B9D-21A4-BBB6-DDFB73605882}"/>
          </ac:spMkLst>
        </pc:spChg>
        <pc:spChg chg="del">
          <ac:chgData name="Taylor Davis" userId="5c9e72a0-c39f-4aa1-9d7d-64125e78cbe6" providerId="ADAL" clId="{21B6E561-21FD-4161-8A8E-5EE84376D30F}" dt="2024-09-26T22:13:44.670" v="1144" actId="478"/>
          <ac:spMkLst>
            <pc:docMk/>
            <pc:sldMk cId="1419816550" sldId="591"/>
            <ac:spMk id="9" creationId="{6CDBA057-BBD2-8F54-E977-26B782E37F88}"/>
          </ac:spMkLst>
        </pc:spChg>
        <pc:spChg chg="del">
          <ac:chgData name="Taylor Davis" userId="5c9e72a0-c39f-4aa1-9d7d-64125e78cbe6" providerId="ADAL" clId="{21B6E561-21FD-4161-8A8E-5EE84376D30F}" dt="2024-09-26T22:13:44.670" v="1144" actId="478"/>
          <ac:spMkLst>
            <pc:docMk/>
            <pc:sldMk cId="1419816550" sldId="591"/>
            <ac:spMk id="10" creationId="{C690F22E-C9CA-61DC-5584-149573110610}"/>
          </ac:spMkLst>
        </pc:spChg>
        <pc:spChg chg="del">
          <ac:chgData name="Taylor Davis" userId="5c9e72a0-c39f-4aa1-9d7d-64125e78cbe6" providerId="ADAL" clId="{21B6E561-21FD-4161-8A8E-5EE84376D30F}" dt="2024-09-26T22:13:44.670" v="1144" actId="478"/>
          <ac:spMkLst>
            <pc:docMk/>
            <pc:sldMk cId="1419816550" sldId="591"/>
            <ac:spMk id="11" creationId="{A897897D-C568-B204-6568-514AD4B71A5C}"/>
          </ac:spMkLst>
        </pc:spChg>
        <pc:spChg chg="add mod">
          <ac:chgData name="Taylor Davis" userId="5c9e72a0-c39f-4aa1-9d7d-64125e78cbe6" providerId="ADAL" clId="{21B6E561-21FD-4161-8A8E-5EE84376D30F}" dt="2024-09-26T22:13:51.856" v="1145"/>
          <ac:spMkLst>
            <pc:docMk/>
            <pc:sldMk cId="1419816550" sldId="591"/>
            <ac:spMk id="12" creationId="{8092AC0F-2660-E01D-E25A-75139406504B}"/>
          </ac:spMkLst>
        </pc:spChg>
        <pc:spChg chg="add mod">
          <ac:chgData name="Taylor Davis" userId="5c9e72a0-c39f-4aa1-9d7d-64125e78cbe6" providerId="ADAL" clId="{21B6E561-21FD-4161-8A8E-5EE84376D30F}" dt="2024-09-26T22:13:57.814" v="1147" actId="20577"/>
          <ac:spMkLst>
            <pc:docMk/>
            <pc:sldMk cId="1419816550" sldId="591"/>
            <ac:spMk id="13" creationId="{EB2D5D9B-9BEF-664B-808D-9BE94D7EF314}"/>
          </ac:spMkLst>
        </pc:spChg>
        <pc:spChg chg="add mod">
          <ac:chgData name="Taylor Davis" userId="5c9e72a0-c39f-4aa1-9d7d-64125e78cbe6" providerId="ADAL" clId="{21B6E561-21FD-4161-8A8E-5EE84376D30F}" dt="2024-09-26T22:16:11.824" v="1257" actId="1076"/>
          <ac:spMkLst>
            <pc:docMk/>
            <pc:sldMk cId="1419816550" sldId="591"/>
            <ac:spMk id="14" creationId="{97994E1C-53B1-444D-F271-EE16B1E08E75}"/>
          </ac:spMkLst>
        </pc:spChg>
        <pc:spChg chg="add mod">
          <ac:chgData name="Taylor Davis" userId="5c9e72a0-c39f-4aa1-9d7d-64125e78cbe6" providerId="ADAL" clId="{21B6E561-21FD-4161-8A8E-5EE84376D30F}" dt="2024-09-26T22:13:59.557" v="1149" actId="20577"/>
          <ac:spMkLst>
            <pc:docMk/>
            <pc:sldMk cId="1419816550" sldId="591"/>
            <ac:spMk id="15" creationId="{8366B7DC-1810-5C41-82B4-C4512D559AC9}"/>
          </ac:spMkLst>
        </pc:spChg>
      </pc:sldChg>
      <pc:sldChg chg="modSp add mod setBg">
        <pc:chgData name="Taylor Davis" userId="5c9e72a0-c39f-4aa1-9d7d-64125e78cbe6" providerId="ADAL" clId="{21B6E561-21FD-4161-8A8E-5EE84376D30F}" dt="2024-09-26T22:19:37.267" v="1315" actId="20577"/>
        <pc:sldMkLst>
          <pc:docMk/>
          <pc:sldMk cId="3489050545" sldId="592"/>
        </pc:sldMkLst>
        <pc:spChg chg="mod">
          <ac:chgData name="Taylor Davis" userId="5c9e72a0-c39f-4aa1-9d7d-64125e78cbe6" providerId="ADAL" clId="{21B6E561-21FD-4161-8A8E-5EE84376D30F}" dt="2024-09-26T22:19:37.267" v="1315" actId="20577"/>
          <ac:spMkLst>
            <pc:docMk/>
            <pc:sldMk cId="3489050545" sldId="592"/>
            <ac:spMk id="7" creationId="{AB8821D0-DEDE-002D-E87D-13E033D5D75F}"/>
          </ac:spMkLst>
        </pc:spChg>
        <pc:graphicFrameChg chg="modGraphic">
          <ac:chgData name="Taylor Davis" userId="5c9e72a0-c39f-4aa1-9d7d-64125e78cbe6" providerId="ADAL" clId="{21B6E561-21FD-4161-8A8E-5EE84376D30F}" dt="2024-09-26T22:18:18.643" v="1277" actId="20577"/>
          <ac:graphicFrameMkLst>
            <pc:docMk/>
            <pc:sldMk cId="3489050545" sldId="592"/>
            <ac:graphicFrameMk id="8" creationId="{00000000-0000-0000-0000-000000000000}"/>
          </ac:graphicFrameMkLst>
        </pc:graphicFrameChg>
      </pc:sldChg>
      <pc:sldChg chg="add">
        <pc:chgData name="Taylor Davis" userId="5c9e72a0-c39f-4aa1-9d7d-64125e78cbe6" providerId="ADAL" clId="{21B6E561-21FD-4161-8A8E-5EE84376D30F}" dt="2024-09-26T22:14:34.011" v="1153"/>
        <pc:sldMkLst>
          <pc:docMk/>
          <pc:sldMk cId="1839851320" sldId="593"/>
        </pc:sldMkLst>
      </pc:sldChg>
    </pc:docChg>
  </pc:docChgLst>
  <pc:docChgLst>
    <pc:chgData name="Taylor Davis" userId="5c9e72a0-c39f-4aa1-9d7d-64125e78cbe6" providerId="ADAL" clId="{4AE3CDE6-629E-4A03-BF7E-2CC3D3CF19A6}"/>
    <pc:docChg chg="custSel addSld delSld modSld">
      <pc:chgData name="Taylor Davis" userId="5c9e72a0-c39f-4aa1-9d7d-64125e78cbe6" providerId="ADAL" clId="{4AE3CDE6-629E-4A03-BF7E-2CC3D3CF19A6}" dt="2024-11-01T13:39:58.233" v="204" actId="47"/>
      <pc:docMkLst>
        <pc:docMk/>
      </pc:docMkLst>
      <pc:sldChg chg="addSp delSp modSp new del mod">
        <pc:chgData name="Taylor Davis" userId="5c9e72a0-c39f-4aa1-9d7d-64125e78cbe6" providerId="ADAL" clId="{4AE3CDE6-629E-4A03-BF7E-2CC3D3CF19A6}" dt="2024-11-01T13:39:58.233" v="204" actId="47"/>
        <pc:sldMkLst>
          <pc:docMk/>
          <pc:sldMk cId="506321289" sldId="594"/>
        </pc:sldMkLst>
        <pc:spChg chg="del">
          <ac:chgData name="Taylor Davis" userId="5c9e72a0-c39f-4aa1-9d7d-64125e78cbe6" providerId="ADAL" clId="{4AE3CDE6-629E-4A03-BF7E-2CC3D3CF19A6}" dt="2024-10-29T18:42:05.094" v="3" actId="478"/>
          <ac:spMkLst>
            <pc:docMk/>
            <pc:sldMk cId="506321289" sldId="594"/>
            <ac:spMk id="2" creationId="{DFD31CA3-0E14-C15F-6855-5CCB8E381BCC}"/>
          </ac:spMkLst>
        </pc:spChg>
        <pc:spChg chg="del mod">
          <ac:chgData name="Taylor Davis" userId="5c9e72a0-c39f-4aa1-9d7d-64125e78cbe6" providerId="ADAL" clId="{4AE3CDE6-629E-4A03-BF7E-2CC3D3CF19A6}" dt="2024-10-29T18:42:03.926" v="2" actId="478"/>
          <ac:spMkLst>
            <pc:docMk/>
            <pc:sldMk cId="506321289" sldId="594"/>
            <ac:spMk id="3" creationId="{7979501D-082A-85BC-2EF6-287652F2AB7A}"/>
          </ac:spMkLst>
        </pc:spChg>
        <pc:spChg chg="add mod">
          <ac:chgData name="Taylor Davis" userId="5c9e72a0-c39f-4aa1-9d7d-64125e78cbe6" providerId="ADAL" clId="{4AE3CDE6-629E-4A03-BF7E-2CC3D3CF19A6}" dt="2024-10-29T18:46:11.180" v="155" actId="693"/>
          <ac:spMkLst>
            <pc:docMk/>
            <pc:sldMk cId="506321289" sldId="594"/>
            <ac:spMk id="6" creationId="{5588CCFA-91B8-CD99-8F4F-2CB2B876CD2A}"/>
          </ac:spMkLst>
        </pc:spChg>
        <pc:spChg chg="add mod">
          <ac:chgData name="Taylor Davis" userId="5c9e72a0-c39f-4aa1-9d7d-64125e78cbe6" providerId="ADAL" clId="{4AE3CDE6-629E-4A03-BF7E-2CC3D3CF19A6}" dt="2024-10-29T18:47:43.672" v="161" actId="403"/>
          <ac:spMkLst>
            <pc:docMk/>
            <pc:sldMk cId="506321289" sldId="594"/>
            <ac:spMk id="7" creationId="{BFBC6BC2-5BF3-BF61-E867-814CA37C105F}"/>
          </ac:spMkLst>
        </pc:spChg>
        <pc:spChg chg="add mod">
          <ac:chgData name="Taylor Davis" userId="5c9e72a0-c39f-4aa1-9d7d-64125e78cbe6" providerId="ADAL" clId="{4AE3CDE6-629E-4A03-BF7E-2CC3D3CF19A6}" dt="2024-10-29T18:47:52.479" v="165" actId="1076"/>
          <ac:spMkLst>
            <pc:docMk/>
            <pc:sldMk cId="506321289" sldId="594"/>
            <ac:spMk id="8" creationId="{7DC7EB02-7599-2040-66BC-16C80D327D21}"/>
          </ac:spMkLst>
        </pc:spChg>
        <pc:spChg chg="add mod">
          <ac:chgData name="Taylor Davis" userId="5c9e72a0-c39f-4aa1-9d7d-64125e78cbe6" providerId="ADAL" clId="{4AE3CDE6-629E-4A03-BF7E-2CC3D3CF19A6}" dt="2024-10-29T18:47:39.992" v="159" actId="1076"/>
          <ac:spMkLst>
            <pc:docMk/>
            <pc:sldMk cId="506321289" sldId="594"/>
            <ac:spMk id="9" creationId="{0EA6335E-1796-95DE-CEAB-0C05F3B03A86}"/>
          </ac:spMkLst>
        </pc:spChg>
      </pc:sldChg>
      <pc:sldChg chg="modSp new del mod">
        <pc:chgData name="Taylor Davis" userId="5c9e72a0-c39f-4aa1-9d7d-64125e78cbe6" providerId="ADAL" clId="{4AE3CDE6-629E-4A03-BF7E-2CC3D3CF19A6}" dt="2024-10-29T18:49:24.154" v="201" actId="47"/>
        <pc:sldMkLst>
          <pc:docMk/>
          <pc:sldMk cId="1642486795" sldId="595"/>
        </pc:sldMkLst>
        <pc:spChg chg="mod">
          <ac:chgData name="Taylor Davis" userId="5c9e72a0-c39f-4aa1-9d7d-64125e78cbe6" providerId="ADAL" clId="{4AE3CDE6-629E-4A03-BF7E-2CC3D3CF19A6}" dt="2024-10-29T18:48:23.828" v="200" actId="20577"/>
          <ac:spMkLst>
            <pc:docMk/>
            <pc:sldMk cId="1642486795" sldId="595"/>
            <ac:spMk id="2" creationId="{88D06DA1-5A44-C98A-B05F-5C4D09BCE9F0}"/>
          </ac:spMkLst>
        </pc:spChg>
      </pc:sldChg>
      <pc:sldChg chg="new del">
        <pc:chgData name="Taylor Davis" userId="5c9e72a0-c39f-4aa1-9d7d-64125e78cbe6" providerId="ADAL" clId="{4AE3CDE6-629E-4A03-BF7E-2CC3D3CF19A6}" dt="2024-10-29T18:49:32.987" v="203" actId="47"/>
        <pc:sldMkLst>
          <pc:docMk/>
          <pc:sldMk cId="1687903909" sldId="595"/>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4.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image" Target="../media/image24.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a:t>
          </a:r>
          <a:r>
            <a:rPr lang="en-US" sz="1800" b="0" dirty="0" err="1"/>
            <a:t>MaineHealth</a:t>
          </a:r>
          <a:r>
            <a:rPr lang="en-US" sz="1800" b="0" dirty="0"/>
            <a:t>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a:t>
          </a:r>
          <a:r>
            <a:rPr lang="en-US" sz="1800" b="0" kern="1200" dirty="0" err="1"/>
            <a:t>MaineHealth</a:t>
          </a:r>
          <a:r>
            <a:rPr lang="en-US" sz="1800" b="0" kern="1200" dirty="0"/>
            <a:t>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11/1/2024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11/1/2024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jpeg"/><Relationship Id="rId4" Type="http://schemas.openxmlformats.org/officeDocument/2006/relationships/image" Target="../media/image29.png"/><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jpeg"/><Relationship Id="rId1" Type="http://schemas.openxmlformats.org/officeDocument/2006/relationships/slideLayout" Target="../slideLayouts/slideLayout6.xml"/><Relationship Id="rId6" Type="http://schemas.openxmlformats.org/officeDocument/2006/relationships/image" Target="../media/image42.svg"/><Relationship Id="rId11" Type="http://schemas.openxmlformats.org/officeDocument/2006/relationships/image" Target="../media/image6.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MAINEHEALTH DIRECT-TO-EMPLOYER PLAN FINANCIAL MODELING </a:t>
            </a:r>
          </a:p>
          <a:p>
            <a:r>
              <a:rPr lang="en-US" sz="2000" b="1" dirty="0">
                <a:solidFill>
                  <a:schemeClr val="bg1"/>
                </a:solidFill>
              </a:rPr>
              <a:t>September 27,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MaineHealth — JMG">
            <a:extLst>
              <a:ext uri="{FF2B5EF4-FFF2-40B4-BE49-F238E27FC236}">
                <a16:creationId xmlns:a16="http://schemas.microsoft.com/office/drawing/2014/main" id="{D0CE68AB-DCEC-5C17-2FB8-CA9ABC964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7073" y="980164"/>
            <a:ext cx="3520272" cy="4886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ine Medical Center - Wikipedia">
            <a:extLst>
              <a:ext uri="{FF2B5EF4-FFF2-40B4-BE49-F238E27FC236}">
                <a16:creationId xmlns:a16="http://schemas.microsoft.com/office/drawing/2014/main" id="{944B62C3-FE9E-5AFC-FA2A-2313E9E5F8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679" b="15836"/>
          <a:stretch/>
        </p:blipFill>
        <p:spPr bwMode="auto">
          <a:xfrm>
            <a:off x="981075" y="1741063"/>
            <a:ext cx="11210925" cy="5144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4" name="Picture 2" descr="MaineHealth — JMG">
            <a:extLst>
              <a:ext uri="{FF2B5EF4-FFF2-40B4-BE49-F238E27FC236}">
                <a16:creationId xmlns:a16="http://schemas.microsoft.com/office/drawing/2014/main" id="{8A177AF7-8134-93DA-B88A-E3E2504A7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9809" y="370564"/>
            <a:ext cx="3520272" cy="488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pPr algn="ctr"/>
            <a:r>
              <a:rPr lang="en-US" sz="2800" dirty="0">
                <a:solidFill>
                  <a:schemeClr val="tx1">
                    <a:lumMod val="75000"/>
                    <a:lumOff val="25000"/>
                  </a:schemeClr>
                </a:solidFill>
              </a:rPr>
              <a:t>Margin and Revenue Impacting Variables in Plan Design</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556378" y="2828035"/>
            <a:ext cx="2267209" cy="2434513"/>
          </a:xfrm>
          <a:prstGeom prst="rect">
            <a:avLst/>
          </a:prstGeom>
        </p:spPr>
        <p:txBody>
          <a:bodyPr wrap="square">
            <a:spAutoFit/>
          </a:bodyPr>
          <a:lstStyle/>
          <a:p>
            <a:pPr algn="ctr" defTabSz="914411">
              <a:lnSpc>
                <a:spcPct val="90000"/>
              </a:lnSpc>
              <a:spcAft>
                <a:spcPts val="1200"/>
              </a:spcAft>
              <a:buClr>
                <a:schemeClr val="tx1"/>
              </a:buClr>
            </a:pPr>
            <a:r>
              <a:rPr lang="en-US" b="1" dirty="0"/>
              <a:t>Pricing</a:t>
            </a:r>
          </a:p>
          <a:p>
            <a:pPr algn="ctr"/>
            <a:r>
              <a:rPr lang="en-US" dirty="0"/>
              <a:t>To overcome the brand recognition that carriers have built, this plan will need to be priced ~15% below current BUCAH Pricing</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3371073" y="3084934"/>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1341682" y="1862103"/>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5753100" y="1862103"/>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pic>
        <p:nvPicPr>
          <p:cNvPr id="14" name="Graphic 13" descr="Badge 3 with solid fill">
            <a:extLst>
              <a:ext uri="{FF2B5EF4-FFF2-40B4-BE49-F238E27FC236}">
                <a16:creationId xmlns:a16="http://schemas.microsoft.com/office/drawing/2014/main" id="{3B3A7C73-2205-77B8-D7D7-B0EF73E017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45377" y="1773982"/>
            <a:ext cx="850392" cy="850392"/>
          </a:xfrm>
          <a:prstGeom prst="rect">
            <a:avLst/>
          </a:prstGeom>
        </p:spPr>
      </p:pic>
      <p:sp>
        <p:nvSpPr>
          <p:cNvPr id="15" name="Rectangle 5">
            <a:extLst>
              <a:ext uri="{FF2B5EF4-FFF2-40B4-BE49-F238E27FC236}">
                <a16:creationId xmlns:a16="http://schemas.microsoft.com/office/drawing/2014/main" id="{F989C271-D7A3-075D-6B5B-2EA0EF17E2C0}"/>
              </a:ext>
            </a:extLst>
          </p:cNvPr>
          <p:cNvSpPr/>
          <p:nvPr/>
        </p:nvSpPr>
        <p:spPr>
          <a:xfrm>
            <a:off x="3565166" y="2833516"/>
            <a:ext cx="5156803" cy="2680734"/>
          </a:xfrm>
          <a:prstGeom prst="rect">
            <a:avLst/>
          </a:prstGeom>
        </p:spPr>
        <p:txBody>
          <a:bodyPr wrap="square">
            <a:spAutoFit/>
          </a:bodyPr>
          <a:lstStyle/>
          <a:p>
            <a:pPr algn="ctr" defTabSz="914411">
              <a:lnSpc>
                <a:spcPct val="90000"/>
              </a:lnSpc>
              <a:spcAft>
                <a:spcPts val="1200"/>
              </a:spcAft>
              <a:buClr>
                <a:schemeClr val="tx1"/>
              </a:buClr>
            </a:pPr>
            <a:r>
              <a:rPr lang="en-US" b="1" dirty="0"/>
              <a:t>Net Revenue</a:t>
            </a:r>
          </a:p>
          <a:p>
            <a:r>
              <a:rPr lang="en-US" dirty="0"/>
              <a:t>KBA’s unique DTE approach enables health systems to offer employers lower rates while still netting the health system with comparable-to-commercial net revenues: </a:t>
            </a:r>
          </a:p>
          <a:p>
            <a:pPr marL="742950" lvl="1" indent="-285750">
              <a:buFont typeface="Arial" panose="020B0604020202020204" pitchFamily="34" charset="0"/>
              <a:buChar char="•"/>
            </a:pPr>
            <a:r>
              <a:rPr lang="en-US" sz="1400" dirty="0"/>
              <a:t>KBA has friendly payment policies that promote higher plan collections with less churn.</a:t>
            </a:r>
          </a:p>
          <a:p>
            <a:pPr marL="742950" lvl="1" indent="-285750">
              <a:buFont typeface="Arial" panose="020B0604020202020204" pitchFamily="34" charset="0"/>
              <a:buChar char="•"/>
            </a:pPr>
            <a:r>
              <a:rPr lang="en-US" sz="1400" dirty="0"/>
              <a:t>KBA provides patient cards to members allowing for no-interest loans on the patient-responsibility portion of bills, dramatically improving self-pay collection</a:t>
            </a:r>
          </a:p>
        </p:txBody>
      </p:sp>
      <p:cxnSp>
        <p:nvCxnSpPr>
          <p:cNvPr id="16" name="Straight Connector 13">
            <a:extLst>
              <a:ext uri="{FF2B5EF4-FFF2-40B4-BE49-F238E27FC236}">
                <a16:creationId xmlns:a16="http://schemas.microsoft.com/office/drawing/2014/main" id="{3A059954-0DF7-BC75-7CC9-5DEEC9D1967E}"/>
              </a:ext>
            </a:extLst>
          </p:cNvPr>
          <p:cNvCxnSpPr/>
          <p:nvPr/>
        </p:nvCxnSpPr>
        <p:spPr>
          <a:xfrm>
            <a:off x="8817574" y="3084934"/>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7" name="Rectangle 5">
            <a:extLst>
              <a:ext uri="{FF2B5EF4-FFF2-40B4-BE49-F238E27FC236}">
                <a16:creationId xmlns:a16="http://schemas.microsoft.com/office/drawing/2014/main" id="{CF31785F-9722-0FE4-01B3-42670C2819BE}"/>
              </a:ext>
            </a:extLst>
          </p:cNvPr>
          <p:cNvSpPr/>
          <p:nvPr/>
        </p:nvSpPr>
        <p:spPr>
          <a:xfrm>
            <a:off x="9236969" y="2833516"/>
            <a:ext cx="2267209" cy="3086999"/>
          </a:xfrm>
          <a:prstGeom prst="rect">
            <a:avLst/>
          </a:prstGeom>
        </p:spPr>
        <p:txBody>
          <a:bodyPr wrap="square">
            <a:spAutoFit/>
          </a:bodyPr>
          <a:lstStyle/>
          <a:p>
            <a:pPr algn="ctr" defTabSz="914411">
              <a:lnSpc>
                <a:spcPct val="90000"/>
              </a:lnSpc>
              <a:spcAft>
                <a:spcPts val="1200"/>
              </a:spcAft>
              <a:buClr>
                <a:schemeClr val="tx1"/>
              </a:buClr>
            </a:pPr>
            <a:r>
              <a:rPr lang="en-US" b="1" dirty="0"/>
              <a:t>Patient Steerage</a:t>
            </a:r>
          </a:p>
          <a:p>
            <a:pPr algn="ctr" defTabSz="914411">
              <a:lnSpc>
                <a:spcPct val="90000"/>
              </a:lnSpc>
              <a:spcAft>
                <a:spcPts val="1200"/>
              </a:spcAft>
              <a:buClr>
                <a:schemeClr val="tx1"/>
              </a:buClr>
            </a:pPr>
            <a:r>
              <a:rPr lang="en-US" b="1" dirty="0"/>
              <a:t>(</a:t>
            </a:r>
            <a:r>
              <a:rPr lang="en-US" b="1" dirty="0" err="1"/>
              <a:t>MaineHealth</a:t>
            </a:r>
            <a:r>
              <a:rPr lang="en-US" b="1" dirty="0"/>
              <a:t> Only Plan)</a:t>
            </a:r>
          </a:p>
          <a:p>
            <a:pPr algn="ctr"/>
            <a:r>
              <a:rPr lang="en-US" dirty="0"/>
              <a:t>If this plan remains an exclusive  </a:t>
            </a:r>
            <a:r>
              <a:rPr lang="en-US" dirty="0" err="1"/>
              <a:t>MaineHealth</a:t>
            </a:r>
            <a:r>
              <a:rPr lang="en-US" dirty="0"/>
              <a:t> DTE, KBA expects improved patient steerage towards </a:t>
            </a:r>
            <a:r>
              <a:rPr lang="en-US" dirty="0" err="1"/>
              <a:t>MaineHealth</a:t>
            </a:r>
            <a:r>
              <a:rPr lang="en-US" dirty="0"/>
              <a:t> providers and care.</a:t>
            </a:r>
          </a:p>
        </p:txBody>
      </p:sp>
    </p:spTree>
    <p:extLst>
      <p:ext uri="{BB962C8B-B14F-4D97-AF65-F5344CB8AC3E}">
        <p14:creationId xmlns:p14="http://schemas.microsoft.com/office/powerpoint/2010/main" val="166034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Estimated Plan Growth Potential</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grpSp>
        <p:nvGrpSpPr>
          <p:cNvPr id="36" name="Content Placeholder 2">
            <a:extLst>
              <a:ext uri="{FF2B5EF4-FFF2-40B4-BE49-F238E27FC236}">
                <a16:creationId xmlns:a16="http://schemas.microsoft.com/office/drawing/2014/main" id="{6868A298-DFB5-7850-01FC-B8512712DE1D}"/>
              </a:ext>
            </a:extLst>
          </p:cNvPr>
          <p:cNvGrpSpPr/>
          <p:nvPr/>
        </p:nvGrpSpPr>
        <p:grpSpPr>
          <a:xfrm>
            <a:off x="-824522" y="1618465"/>
            <a:ext cx="8823010" cy="4811915"/>
            <a:chOff x="457200" y="1600200"/>
            <a:chExt cx="8229600" cy="4525962"/>
          </a:xfrm>
        </p:grpSpPr>
        <p:sp>
          <p:nvSpPr>
            <p:cNvPr id="37" name="rc3">
              <a:extLst>
                <a:ext uri="{FF2B5EF4-FFF2-40B4-BE49-F238E27FC236}">
                  <a16:creationId xmlns:a16="http://schemas.microsoft.com/office/drawing/2014/main" id="{F602C4FD-66B0-0045-21C1-4BB9DF784EE0}"/>
                </a:ext>
              </a:extLst>
            </p:cNvPr>
            <p:cNvSpPr/>
            <p:nvPr/>
          </p:nvSpPr>
          <p:spPr>
            <a:xfrm>
              <a:off x="457200" y="1600200"/>
              <a:ext cx="8229600" cy="4525962"/>
            </a:xfrm>
            <a:prstGeom prst="rect">
              <a:avLst/>
            </a:prstGeom>
            <a:noFill/>
            <a:ln w="9525" cap="rnd">
              <a:noFill/>
              <a:prstDash val="solid"/>
              <a:round/>
            </a:ln>
          </p:spPr>
          <p:txBody>
            <a:bodyPr/>
            <a:lstStyle/>
            <a:p>
              <a:endParaRPr/>
            </a:p>
          </p:txBody>
        </p:sp>
        <p:sp>
          <p:nvSpPr>
            <p:cNvPr id="38" name="pg4">
              <a:extLst>
                <a:ext uri="{FF2B5EF4-FFF2-40B4-BE49-F238E27FC236}">
                  <a16:creationId xmlns:a16="http://schemas.microsoft.com/office/drawing/2014/main" id="{1B1A27AB-6BCF-69E5-8EB0-C53F2AA7A29E}"/>
                </a:ext>
              </a:extLst>
            </p:cNvPr>
            <p:cNvSpPr/>
            <p:nvPr/>
          </p:nvSpPr>
          <p:spPr>
            <a:xfrm>
              <a:off x="3872291" y="4223939"/>
              <a:ext cx="241881" cy="392976"/>
            </a:xfrm>
            <a:custGeom>
              <a:avLst/>
              <a:gdLst/>
              <a:ahLst/>
              <a:cxnLst/>
              <a:rect l="0" t="0" r="0" b="0"/>
              <a:pathLst>
                <a:path w="241881" h="392976">
                  <a:moveTo>
                    <a:pt x="125207" y="11964"/>
                  </a:moveTo>
                  <a:lnTo>
                    <a:pt x="182125" y="0"/>
                  </a:lnTo>
                  <a:lnTo>
                    <a:pt x="196350" y="55803"/>
                  </a:lnTo>
                  <a:lnTo>
                    <a:pt x="182125" y="71730"/>
                  </a:lnTo>
                  <a:lnTo>
                    <a:pt x="207732" y="123459"/>
                  </a:lnTo>
                  <a:lnTo>
                    <a:pt x="207732" y="187036"/>
                  </a:lnTo>
                  <a:lnTo>
                    <a:pt x="241881" y="202914"/>
                  </a:lnTo>
                  <a:lnTo>
                    <a:pt x="233344" y="238619"/>
                  </a:lnTo>
                  <a:lnTo>
                    <a:pt x="241881" y="242584"/>
                  </a:lnTo>
                  <a:lnTo>
                    <a:pt x="224807" y="313892"/>
                  </a:lnTo>
                  <a:lnTo>
                    <a:pt x="224807" y="325762"/>
                  </a:lnTo>
                  <a:lnTo>
                    <a:pt x="219115" y="341587"/>
                  </a:lnTo>
                  <a:lnTo>
                    <a:pt x="224807" y="353452"/>
                  </a:lnTo>
                  <a:lnTo>
                    <a:pt x="202041" y="381122"/>
                  </a:lnTo>
                  <a:lnTo>
                    <a:pt x="196350" y="377171"/>
                  </a:lnTo>
                  <a:lnTo>
                    <a:pt x="184967" y="392976"/>
                  </a:lnTo>
                  <a:lnTo>
                    <a:pt x="139439" y="369266"/>
                  </a:lnTo>
                  <a:lnTo>
                    <a:pt x="136594" y="361359"/>
                  </a:lnTo>
                  <a:lnTo>
                    <a:pt x="85367" y="305972"/>
                  </a:lnTo>
                  <a:lnTo>
                    <a:pt x="54068" y="337631"/>
                  </a:lnTo>
                  <a:lnTo>
                    <a:pt x="45531" y="329719"/>
                  </a:lnTo>
                  <a:lnTo>
                    <a:pt x="34148" y="341587"/>
                  </a:lnTo>
                  <a:lnTo>
                    <a:pt x="17074" y="325762"/>
                  </a:lnTo>
                  <a:lnTo>
                    <a:pt x="11382" y="325762"/>
                  </a:lnTo>
                  <a:lnTo>
                    <a:pt x="2845" y="305972"/>
                  </a:lnTo>
                  <a:lnTo>
                    <a:pt x="0" y="286173"/>
                  </a:lnTo>
                  <a:lnTo>
                    <a:pt x="25611" y="251833"/>
                  </a:lnTo>
                  <a:lnTo>
                    <a:pt x="51222" y="217463"/>
                  </a:lnTo>
                  <a:lnTo>
                    <a:pt x="76834" y="183065"/>
                  </a:lnTo>
                  <a:lnTo>
                    <a:pt x="82521" y="183065"/>
                  </a:lnTo>
                  <a:lnTo>
                    <a:pt x="95327" y="135387"/>
                  </a:lnTo>
                  <a:lnTo>
                    <a:pt x="108133" y="87654"/>
                  </a:lnTo>
                  <a:lnTo>
                    <a:pt x="102441" y="51820"/>
                  </a:lnTo>
                  <a:lnTo>
                    <a:pt x="108133" y="47836"/>
                  </a:lnTo>
                  <a:lnTo>
                    <a:pt x="108133" y="31897"/>
                  </a:lnTo>
                  <a:close/>
                </a:path>
              </a:pathLst>
            </a:custGeom>
            <a:solidFill>
              <a:srgbClr val="96AED5">
                <a:alpha val="100000"/>
              </a:srgbClr>
            </a:solidFill>
            <a:ln w="13550" cap="flat">
              <a:solidFill>
                <a:srgbClr val="FFFFFF">
                  <a:alpha val="100000"/>
                </a:srgbClr>
              </a:solidFill>
              <a:prstDash val="solid"/>
              <a:round/>
            </a:ln>
          </p:spPr>
          <p:txBody>
            <a:bodyPr/>
            <a:lstStyle/>
            <a:p>
              <a:endParaRPr/>
            </a:p>
          </p:txBody>
        </p:sp>
        <p:sp>
          <p:nvSpPr>
            <p:cNvPr id="39" name="pg5">
              <a:extLst>
                <a:ext uri="{FF2B5EF4-FFF2-40B4-BE49-F238E27FC236}">
                  <a16:creationId xmlns:a16="http://schemas.microsoft.com/office/drawing/2014/main" id="{442FA4F2-5E19-7460-BBDE-A7CBAA547BEE}"/>
                </a:ext>
              </a:extLst>
            </p:cNvPr>
            <p:cNvSpPr/>
            <p:nvPr/>
          </p:nvSpPr>
          <p:spPr>
            <a:xfrm>
              <a:off x="4097099" y="2089798"/>
              <a:ext cx="1126881" cy="1365026"/>
            </a:xfrm>
            <a:custGeom>
              <a:avLst/>
              <a:gdLst/>
              <a:ahLst/>
              <a:cxnLst/>
              <a:rect l="0" t="0" r="0" b="0"/>
              <a:pathLst>
                <a:path w="1126881" h="1365026">
                  <a:moveTo>
                    <a:pt x="998828" y="1328418"/>
                  </a:moveTo>
                  <a:lnTo>
                    <a:pt x="956143" y="1335200"/>
                  </a:lnTo>
                  <a:lnTo>
                    <a:pt x="913457" y="1341980"/>
                  </a:lnTo>
                  <a:lnTo>
                    <a:pt x="870771" y="1348760"/>
                  </a:lnTo>
                  <a:lnTo>
                    <a:pt x="870771" y="1356894"/>
                  </a:lnTo>
                  <a:lnTo>
                    <a:pt x="811015" y="1365026"/>
                  </a:lnTo>
                  <a:lnTo>
                    <a:pt x="796783" y="1356894"/>
                  </a:lnTo>
                  <a:lnTo>
                    <a:pt x="796783" y="1315530"/>
                  </a:lnTo>
                  <a:lnTo>
                    <a:pt x="796783" y="1274122"/>
                  </a:lnTo>
                  <a:lnTo>
                    <a:pt x="796783" y="1232672"/>
                  </a:lnTo>
                  <a:lnTo>
                    <a:pt x="796783" y="1191178"/>
                  </a:lnTo>
                  <a:lnTo>
                    <a:pt x="796783" y="1149641"/>
                  </a:lnTo>
                  <a:lnTo>
                    <a:pt x="796783" y="1108060"/>
                  </a:lnTo>
                  <a:lnTo>
                    <a:pt x="796783" y="1099878"/>
                  </a:lnTo>
                  <a:lnTo>
                    <a:pt x="796783" y="1056001"/>
                  </a:lnTo>
                  <a:lnTo>
                    <a:pt x="796783" y="1012076"/>
                  </a:lnTo>
                  <a:lnTo>
                    <a:pt x="796783" y="968101"/>
                  </a:lnTo>
                  <a:lnTo>
                    <a:pt x="796783" y="924078"/>
                  </a:lnTo>
                  <a:lnTo>
                    <a:pt x="796783" y="880006"/>
                  </a:lnTo>
                  <a:lnTo>
                    <a:pt x="796783" y="835884"/>
                  </a:lnTo>
                  <a:lnTo>
                    <a:pt x="796783" y="791713"/>
                  </a:lnTo>
                  <a:lnTo>
                    <a:pt x="754099" y="790338"/>
                  </a:lnTo>
                  <a:lnTo>
                    <a:pt x="711414" y="788962"/>
                  </a:lnTo>
                  <a:lnTo>
                    <a:pt x="668730" y="787587"/>
                  </a:lnTo>
                  <a:lnTo>
                    <a:pt x="663038" y="783459"/>
                  </a:lnTo>
                  <a:lnTo>
                    <a:pt x="603279" y="783459"/>
                  </a:lnTo>
                  <a:lnTo>
                    <a:pt x="599484" y="740803"/>
                  </a:lnTo>
                  <a:lnTo>
                    <a:pt x="595690" y="698101"/>
                  </a:lnTo>
                  <a:lnTo>
                    <a:pt x="591896" y="655352"/>
                  </a:lnTo>
                  <a:lnTo>
                    <a:pt x="548073" y="655766"/>
                  </a:lnTo>
                  <a:lnTo>
                    <a:pt x="504249" y="656180"/>
                  </a:lnTo>
                  <a:lnTo>
                    <a:pt x="460426" y="656594"/>
                  </a:lnTo>
                  <a:lnTo>
                    <a:pt x="416603" y="657008"/>
                  </a:lnTo>
                  <a:lnTo>
                    <a:pt x="372780" y="657422"/>
                  </a:lnTo>
                  <a:lnTo>
                    <a:pt x="328957" y="657836"/>
                  </a:lnTo>
                  <a:lnTo>
                    <a:pt x="285134" y="658250"/>
                  </a:lnTo>
                  <a:lnTo>
                    <a:pt x="241310" y="658664"/>
                  </a:lnTo>
                  <a:lnTo>
                    <a:pt x="197487" y="659077"/>
                  </a:lnTo>
                  <a:lnTo>
                    <a:pt x="153664" y="659491"/>
                  </a:lnTo>
                  <a:lnTo>
                    <a:pt x="102443" y="659491"/>
                  </a:lnTo>
                  <a:lnTo>
                    <a:pt x="51221" y="659491"/>
                  </a:lnTo>
                  <a:lnTo>
                    <a:pt x="0" y="659491"/>
                  </a:lnTo>
                  <a:lnTo>
                    <a:pt x="2845" y="622223"/>
                  </a:lnTo>
                  <a:lnTo>
                    <a:pt x="19916" y="551730"/>
                  </a:lnTo>
                  <a:lnTo>
                    <a:pt x="44104" y="515744"/>
                  </a:lnTo>
                  <a:lnTo>
                    <a:pt x="68293" y="479725"/>
                  </a:lnTo>
                  <a:lnTo>
                    <a:pt x="92481" y="443672"/>
                  </a:lnTo>
                  <a:lnTo>
                    <a:pt x="116670" y="407586"/>
                  </a:lnTo>
                  <a:lnTo>
                    <a:pt x="140858" y="371467"/>
                  </a:lnTo>
                  <a:lnTo>
                    <a:pt x="165047" y="335314"/>
                  </a:lnTo>
                  <a:lnTo>
                    <a:pt x="194215" y="292514"/>
                  </a:lnTo>
                  <a:lnTo>
                    <a:pt x="223384" y="249666"/>
                  </a:lnTo>
                  <a:lnTo>
                    <a:pt x="252552" y="206771"/>
                  </a:lnTo>
                  <a:lnTo>
                    <a:pt x="281721" y="163829"/>
                  </a:lnTo>
                  <a:lnTo>
                    <a:pt x="313971" y="117690"/>
                  </a:lnTo>
                  <a:lnTo>
                    <a:pt x="346221" y="71496"/>
                  </a:lnTo>
                  <a:lnTo>
                    <a:pt x="378471" y="25247"/>
                  </a:lnTo>
                  <a:lnTo>
                    <a:pt x="392700" y="8415"/>
                  </a:lnTo>
                  <a:lnTo>
                    <a:pt x="406932" y="0"/>
                  </a:lnTo>
                  <a:lnTo>
                    <a:pt x="424003" y="0"/>
                  </a:lnTo>
                  <a:lnTo>
                    <a:pt x="441077" y="8415"/>
                  </a:lnTo>
                  <a:lnTo>
                    <a:pt x="472380" y="16832"/>
                  </a:lnTo>
                  <a:lnTo>
                    <a:pt x="486608" y="16832"/>
                  </a:lnTo>
                  <a:lnTo>
                    <a:pt x="489450" y="29456"/>
                  </a:lnTo>
                  <a:lnTo>
                    <a:pt x="480917" y="100899"/>
                  </a:lnTo>
                  <a:lnTo>
                    <a:pt x="486608" y="151251"/>
                  </a:lnTo>
                  <a:lnTo>
                    <a:pt x="509374" y="172209"/>
                  </a:lnTo>
                  <a:lnTo>
                    <a:pt x="552056" y="197347"/>
                  </a:lnTo>
                  <a:lnTo>
                    <a:pt x="577667" y="193159"/>
                  </a:lnTo>
                  <a:lnTo>
                    <a:pt x="628890" y="163829"/>
                  </a:lnTo>
                  <a:lnTo>
                    <a:pt x="671576" y="151251"/>
                  </a:lnTo>
                  <a:lnTo>
                    <a:pt x="697187" y="151251"/>
                  </a:lnTo>
                  <a:lnTo>
                    <a:pt x="722798" y="126080"/>
                  </a:lnTo>
                  <a:lnTo>
                    <a:pt x="748410" y="117690"/>
                  </a:lnTo>
                  <a:lnTo>
                    <a:pt x="805320" y="126080"/>
                  </a:lnTo>
                  <a:lnTo>
                    <a:pt x="813861" y="121884"/>
                  </a:lnTo>
                  <a:lnTo>
                    <a:pt x="816703" y="84100"/>
                  </a:lnTo>
                  <a:lnTo>
                    <a:pt x="822394" y="79899"/>
                  </a:lnTo>
                  <a:lnTo>
                    <a:pt x="873617" y="71496"/>
                  </a:lnTo>
                  <a:lnTo>
                    <a:pt x="910611" y="79899"/>
                  </a:lnTo>
                  <a:lnTo>
                    <a:pt x="930531" y="96700"/>
                  </a:lnTo>
                  <a:lnTo>
                    <a:pt x="970369" y="134473"/>
                  </a:lnTo>
                  <a:lnTo>
                    <a:pt x="1010207" y="172209"/>
                  </a:lnTo>
                  <a:lnTo>
                    <a:pt x="1038668" y="201535"/>
                  </a:lnTo>
                  <a:lnTo>
                    <a:pt x="1061434" y="243392"/>
                  </a:lnTo>
                  <a:lnTo>
                    <a:pt x="1072813" y="255940"/>
                  </a:lnTo>
                  <a:lnTo>
                    <a:pt x="1095579" y="276844"/>
                  </a:lnTo>
                  <a:lnTo>
                    <a:pt x="1112653" y="297737"/>
                  </a:lnTo>
                  <a:lnTo>
                    <a:pt x="1121190" y="335314"/>
                  </a:lnTo>
                  <a:lnTo>
                    <a:pt x="1121664" y="378416"/>
                  </a:lnTo>
                  <a:lnTo>
                    <a:pt x="1122139" y="421470"/>
                  </a:lnTo>
                  <a:lnTo>
                    <a:pt x="1122613" y="464476"/>
                  </a:lnTo>
                  <a:lnTo>
                    <a:pt x="1123087" y="507435"/>
                  </a:lnTo>
                  <a:lnTo>
                    <a:pt x="1123561" y="550347"/>
                  </a:lnTo>
                  <a:lnTo>
                    <a:pt x="1124036" y="593212"/>
                  </a:lnTo>
                  <a:lnTo>
                    <a:pt x="1123680" y="636202"/>
                  </a:lnTo>
                  <a:lnTo>
                    <a:pt x="1123324" y="679145"/>
                  </a:lnTo>
                  <a:lnTo>
                    <a:pt x="1122969" y="722041"/>
                  </a:lnTo>
                  <a:lnTo>
                    <a:pt x="1122613" y="764891"/>
                  </a:lnTo>
                  <a:lnTo>
                    <a:pt x="1122257" y="807693"/>
                  </a:lnTo>
                  <a:lnTo>
                    <a:pt x="1121901" y="850449"/>
                  </a:lnTo>
                  <a:lnTo>
                    <a:pt x="1121546" y="893159"/>
                  </a:lnTo>
                  <a:lnTo>
                    <a:pt x="1121190" y="935822"/>
                  </a:lnTo>
                  <a:lnTo>
                    <a:pt x="1123087" y="987846"/>
                  </a:lnTo>
                  <a:lnTo>
                    <a:pt x="1124984" y="1039801"/>
                  </a:lnTo>
                  <a:lnTo>
                    <a:pt x="1126881" y="1091688"/>
                  </a:lnTo>
                  <a:lnTo>
                    <a:pt x="1126881" y="1112155"/>
                  </a:lnTo>
                  <a:lnTo>
                    <a:pt x="1121190" y="1132608"/>
                  </a:lnTo>
                  <a:lnTo>
                    <a:pt x="1112653" y="1153048"/>
                  </a:lnTo>
                  <a:lnTo>
                    <a:pt x="1112653" y="1169394"/>
                  </a:lnTo>
                  <a:lnTo>
                    <a:pt x="1124036" y="1181649"/>
                  </a:lnTo>
                  <a:lnTo>
                    <a:pt x="1126881" y="1189818"/>
                  </a:lnTo>
                  <a:lnTo>
                    <a:pt x="1112653" y="1206149"/>
                  </a:lnTo>
                  <a:lnTo>
                    <a:pt x="1104116" y="1251023"/>
                  </a:lnTo>
                  <a:lnTo>
                    <a:pt x="1106961" y="1275482"/>
                  </a:lnTo>
                  <a:lnTo>
                    <a:pt x="1118344" y="1291779"/>
                  </a:lnTo>
                  <a:lnTo>
                    <a:pt x="1078506" y="1303995"/>
                  </a:lnTo>
                  <a:lnTo>
                    <a:pt x="1038667" y="1316208"/>
                  </a:lnTo>
                  <a:close/>
                </a:path>
              </a:pathLst>
            </a:custGeom>
            <a:solidFill>
              <a:srgbClr val="A4C7DF">
                <a:alpha val="100000"/>
              </a:srgbClr>
            </a:solidFill>
            <a:ln w="13550" cap="flat">
              <a:solidFill>
                <a:srgbClr val="FFFFFF">
                  <a:alpha val="100000"/>
                </a:srgbClr>
              </a:solidFill>
              <a:prstDash val="solid"/>
              <a:round/>
            </a:ln>
          </p:spPr>
          <p:txBody>
            <a:bodyPr/>
            <a:lstStyle/>
            <a:p>
              <a:endParaRPr/>
            </a:p>
          </p:txBody>
        </p:sp>
        <p:sp>
          <p:nvSpPr>
            <p:cNvPr id="40" name="pg6">
              <a:extLst>
                <a:ext uri="{FF2B5EF4-FFF2-40B4-BE49-F238E27FC236}">
                  <a16:creationId xmlns:a16="http://schemas.microsoft.com/office/drawing/2014/main" id="{DD7A4000-2342-4407-0E5E-EE1804936F5C}"/>
                </a:ext>
              </a:extLst>
            </p:cNvPr>
            <p:cNvSpPr/>
            <p:nvPr/>
          </p:nvSpPr>
          <p:spPr>
            <a:xfrm>
              <a:off x="3681633" y="4438756"/>
              <a:ext cx="503679" cy="434137"/>
            </a:xfrm>
            <a:custGeom>
              <a:avLst/>
              <a:gdLst/>
              <a:ahLst/>
              <a:cxnLst/>
              <a:rect l="0" t="0" r="0" b="0"/>
              <a:pathLst>
                <a:path w="503679" h="434137">
                  <a:moveTo>
                    <a:pt x="415465" y="138635"/>
                  </a:moveTo>
                  <a:lnTo>
                    <a:pt x="424003" y="150496"/>
                  </a:lnTo>
                  <a:lnTo>
                    <a:pt x="435382" y="158399"/>
                  </a:lnTo>
                  <a:lnTo>
                    <a:pt x="449614" y="166305"/>
                  </a:lnTo>
                  <a:lnTo>
                    <a:pt x="466688" y="170254"/>
                  </a:lnTo>
                  <a:lnTo>
                    <a:pt x="475225" y="170254"/>
                  </a:lnTo>
                  <a:lnTo>
                    <a:pt x="486608" y="158399"/>
                  </a:lnTo>
                  <a:lnTo>
                    <a:pt x="492300" y="146542"/>
                  </a:lnTo>
                  <a:lnTo>
                    <a:pt x="500833" y="150496"/>
                  </a:lnTo>
                  <a:lnTo>
                    <a:pt x="503679" y="154449"/>
                  </a:lnTo>
                  <a:lnTo>
                    <a:pt x="492300" y="182109"/>
                  </a:lnTo>
                  <a:lnTo>
                    <a:pt x="480913" y="217642"/>
                  </a:lnTo>
                  <a:lnTo>
                    <a:pt x="466688" y="221588"/>
                  </a:lnTo>
                  <a:lnTo>
                    <a:pt x="443923" y="245259"/>
                  </a:lnTo>
                  <a:lnTo>
                    <a:pt x="441077" y="225537"/>
                  </a:lnTo>
                  <a:lnTo>
                    <a:pt x="435382" y="221588"/>
                  </a:lnTo>
                  <a:lnTo>
                    <a:pt x="421157" y="225537"/>
                  </a:lnTo>
                  <a:lnTo>
                    <a:pt x="395546" y="249203"/>
                  </a:lnTo>
                  <a:lnTo>
                    <a:pt x="369934" y="257090"/>
                  </a:lnTo>
                  <a:lnTo>
                    <a:pt x="350018" y="276800"/>
                  </a:lnTo>
                  <a:lnTo>
                    <a:pt x="330098" y="284681"/>
                  </a:lnTo>
                  <a:lnTo>
                    <a:pt x="324403" y="296500"/>
                  </a:lnTo>
                  <a:lnTo>
                    <a:pt x="321557" y="308316"/>
                  </a:lnTo>
                  <a:lnTo>
                    <a:pt x="304487" y="320128"/>
                  </a:lnTo>
                  <a:lnTo>
                    <a:pt x="298791" y="339808"/>
                  </a:lnTo>
                  <a:lnTo>
                    <a:pt x="290258" y="355542"/>
                  </a:lnTo>
                  <a:lnTo>
                    <a:pt x="307332" y="375205"/>
                  </a:lnTo>
                  <a:lnTo>
                    <a:pt x="321557" y="402717"/>
                  </a:lnTo>
                  <a:lnTo>
                    <a:pt x="315866" y="418430"/>
                  </a:lnTo>
                  <a:lnTo>
                    <a:pt x="298791" y="426284"/>
                  </a:lnTo>
                  <a:lnTo>
                    <a:pt x="270338" y="430211"/>
                  </a:lnTo>
                  <a:lnTo>
                    <a:pt x="253260" y="434137"/>
                  </a:lnTo>
                  <a:lnTo>
                    <a:pt x="213424" y="410577"/>
                  </a:lnTo>
                  <a:lnTo>
                    <a:pt x="204887" y="394861"/>
                  </a:lnTo>
                  <a:lnTo>
                    <a:pt x="190658" y="383067"/>
                  </a:lnTo>
                  <a:lnTo>
                    <a:pt x="204887" y="363411"/>
                  </a:lnTo>
                  <a:lnTo>
                    <a:pt x="156510" y="312251"/>
                  </a:lnTo>
                  <a:lnTo>
                    <a:pt x="142281" y="327998"/>
                  </a:lnTo>
                  <a:lnTo>
                    <a:pt x="133744" y="324065"/>
                  </a:lnTo>
                  <a:lnTo>
                    <a:pt x="128056" y="335873"/>
                  </a:lnTo>
                  <a:lnTo>
                    <a:pt x="108133" y="316191"/>
                  </a:lnTo>
                  <a:lnTo>
                    <a:pt x="110978" y="304378"/>
                  </a:lnTo>
                  <a:lnTo>
                    <a:pt x="110978" y="276800"/>
                  </a:lnTo>
                  <a:lnTo>
                    <a:pt x="102445" y="264975"/>
                  </a:lnTo>
                  <a:lnTo>
                    <a:pt x="91058" y="257090"/>
                  </a:lnTo>
                  <a:lnTo>
                    <a:pt x="76830" y="257090"/>
                  </a:lnTo>
                  <a:lnTo>
                    <a:pt x="65451" y="257090"/>
                  </a:lnTo>
                  <a:lnTo>
                    <a:pt x="48373" y="257090"/>
                  </a:lnTo>
                  <a:lnTo>
                    <a:pt x="42685" y="257090"/>
                  </a:lnTo>
                  <a:lnTo>
                    <a:pt x="34148" y="229480"/>
                  </a:lnTo>
                  <a:lnTo>
                    <a:pt x="36994" y="217642"/>
                  </a:lnTo>
                  <a:lnTo>
                    <a:pt x="36994" y="205800"/>
                  </a:lnTo>
                  <a:lnTo>
                    <a:pt x="65451" y="190006"/>
                  </a:lnTo>
                  <a:lnTo>
                    <a:pt x="54064" y="178159"/>
                  </a:lnTo>
                  <a:lnTo>
                    <a:pt x="71138" y="150496"/>
                  </a:lnTo>
                  <a:lnTo>
                    <a:pt x="68293" y="146542"/>
                  </a:lnTo>
                  <a:lnTo>
                    <a:pt x="76830" y="138635"/>
                  </a:lnTo>
                  <a:lnTo>
                    <a:pt x="36994" y="91155"/>
                  </a:lnTo>
                  <a:lnTo>
                    <a:pt x="5687" y="79277"/>
                  </a:lnTo>
                  <a:lnTo>
                    <a:pt x="5687" y="71356"/>
                  </a:lnTo>
                  <a:lnTo>
                    <a:pt x="0" y="63434"/>
                  </a:lnTo>
                  <a:lnTo>
                    <a:pt x="5687" y="59472"/>
                  </a:lnTo>
                  <a:lnTo>
                    <a:pt x="22765" y="59472"/>
                  </a:lnTo>
                  <a:lnTo>
                    <a:pt x="85371" y="19836"/>
                  </a:lnTo>
                  <a:lnTo>
                    <a:pt x="88213" y="19836"/>
                  </a:lnTo>
                  <a:lnTo>
                    <a:pt x="122361" y="0"/>
                  </a:lnTo>
                  <a:lnTo>
                    <a:pt x="128056" y="7937"/>
                  </a:lnTo>
                  <a:lnTo>
                    <a:pt x="136590" y="3970"/>
                  </a:lnTo>
                  <a:lnTo>
                    <a:pt x="145127" y="7937"/>
                  </a:lnTo>
                  <a:lnTo>
                    <a:pt x="156510" y="7937"/>
                  </a:lnTo>
                  <a:lnTo>
                    <a:pt x="179275" y="35696"/>
                  </a:lnTo>
                  <a:lnTo>
                    <a:pt x="190658" y="71356"/>
                  </a:lnTo>
                  <a:lnTo>
                    <a:pt x="193504" y="91155"/>
                  </a:lnTo>
                  <a:lnTo>
                    <a:pt x="202041" y="110945"/>
                  </a:lnTo>
                  <a:lnTo>
                    <a:pt x="207732" y="110945"/>
                  </a:lnTo>
                  <a:lnTo>
                    <a:pt x="224807" y="126770"/>
                  </a:lnTo>
                  <a:lnTo>
                    <a:pt x="236190" y="114902"/>
                  </a:lnTo>
                  <a:lnTo>
                    <a:pt x="244727" y="122814"/>
                  </a:lnTo>
                  <a:lnTo>
                    <a:pt x="276026" y="91155"/>
                  </a:lnTo>
                  <a:lnTo>
                    <a:pt x="327252" y="146542"/>
                  </a:lnTo>
                  <a:lnTo>
                    <a:pt x="330098" y="154449"/>
                  </a:lnTo>
                  <a:lnTo>
                    <a:pt x="375626" y="178159"/>
                  </a:lnTo>
                  <a:lnTo>
                    <a:pt x="387008" y="162354"/>
                  </a:lnTo>
                  <a:lnTo>
                    <a:pt x="392700" y="166305"/>
                  </a:lnTo>
                  <a:close/>
                </a:path>
              </a:pathLst>
            </a:custGeom>
            <a:solidFill>
              <a:srgbClr val="00008B">
                <a:alpha val="100000"/>
              </a:srgbClr>
            </a:solidFill>
            <a:ln w="13550" cap="flat">
              <a:solidFill>
                <a:srgbClr val="FFFFFF">
                  <a:alpha val="100000"/>
                </a:srgbClr>
              </a:solidFill>
              <a:prstDash val="solid"/>
              <a:round/>
            </a:ln>
          </p:spPr>
          <p:txBody>
            <a:bodyPr/>
            <a:lstStyle/>
            <a:p>
              <a:endParaRPr/>
            </a:p>
          </p:txBody>
        </p:sp>
        <p:sp>
          <p:nvSpPr>
            <p:cNvPr id="41" name="pg7">
              <a:extLst>
                <a:ext uri="{FF2B5EF4-FFF2-40B4-BE49-F238E27FC236}">
                  <a16:creationId xmlns:a16="http://schemas.microsoft.com/office/drawing/2014/main" id="{0D7FAB8F-C218-7F5B-EA66-95D5CC012D46}"/>
                </a:ext>
              </a:extLst>
            </p:cNvPr>
            <p:cNvSpPr/>
            <p:nvPr/>
          </p:nvSpPr>
          <p:spPr>
            <a:xfrm>
              <a:off x="3695861" y="3393795"/>
              <a:ext cx="452460" cy="842108"/>
            </a:xfrm>
            <a:custGeom>
              <a:avLst/>
              <a:gdLst/>
              <a:ahLst/>
              <a:cxnLst/>
              <a:rect l="0" t="0" r="0" b="0"/>
              <a:pathLst>
                <a:path w="452460" h="842108">
                  <a:moveTo>
                    <a:pt x="358555" y="830144"/>
                  </a:moveTo>
                  <a:lnTo>
                    <a:pt x="301637" y="842108"/>
                  </a:lnTo>
                  <a:lnTo>
                    <a:pt x="284563" y="802213"/>
                  </a:lnTo>
                  <a:lnTo>
                    <a:pt x="278871" y="802213"/>
                  </a:lnTo>
                  <a:lnTo>
                    <a:pt x="267492" y="786247"/>
                  </a:lnTo>
                  <a:lnTo>
                    <a:pt x="264643" y="786247"/>
                  </a:lnTo>
                  <a:lnTo>
                    <a:pt x="276030" y="770272"/>
                  </a:lnTo>
                  <a:lnTo>
                    <a:pt x="232395" y="760950"/>
                  </a:lnTo>
                  <a:lnTo>
                    <a:pt x="188761" y="751626"/>
                  </a:lnTo>
                  <a:lnTo>
                    <a:pt x="145127" y="742300"/>
                  </a:lnTo>
                  <a:lnTo>
                    <a:pt x="153664" y="726307"/>
                  </a:lnTo>
                  <a:lnTo>
                    <a:pt x="130898" y="674288"/>
                  </a:lnTo>
                  <a:lnTo>
                    <a:pt x="108133" y="622201"/>
                  </a:lnTo>
                  <a:lnTo>
                    <a:pt x="39836" y="650256"/>
                  </a:lnTo>
                  <a:lnTo>
                    <a:pt x="38413" y="604155"/>
                  </a:lnTo>
                  <a:lnTo>
                    <a:pt x="36990" y="558002"/>
                  </a:lnTo>
                  <a:lnTo>
                    <a:pt x="31302" y="525867"/>
                  </a:lnTo>
                  <a:lnTo>
                    <a:pt x="22765" y="525867"/>
                  </a:lnTo>
                  <a:lnTo>
                    <a:pt x="11382" y="469567"/>
                  </a:lnTo>
                  <a:lnTo>
                    <a:pt x="11382" y="461514"/>
                  </a:lnTo>
                  <a:lnTo>
                    <a:pt x="17070" y="453466"/>
                  </a:lnTo>
                  <a:lnTo>
                    <a:pt x="31302" y="449440"/>
                  </a:lnTo>
                  <a:lnTo>
                    <a:pt x="23477" y="408147"/>
                  </a:lnTo>
                  <a:lnTo>
                    <a:pt x="15651" y="366812"/>
                  </a:lnTo>
                  <a:lnTo>
                    <a:pt x="7825" y="325435"/>
                  </a:lnTo>
                  <a:lnTo>
                    <a:pt x="0" y="284014"/>
                  </a:lnTo>
                  <a:lnTo>
                    <a:pt x="5691" y="275930"/>
                  </a:lnTo>
                  <a:lnTo>
                    <a:pt x="8537" y="235471"/>
                  </a:lnTo>
                  <a:lnTo>
                    <a:pt x="11382" y="186865"/>
                  </a:lnTo>
                  <a:lnTo>
                    <a:pt x="14224" y="174705"/>
                  </a:lnTo>
                  <a:lnTo>
                    <a:pt x="22765" y="166595"/>
                  </a:lnTo>
                  <a:lnTo>
                    <a:pt x="39836" y="174705"/>
                  </a:lnTo>
                  <a:lnTo>
                    <a:pt x="88216" y="190918"/>
                  </a:lnTo>
                  <a:lnTo>
                    <a:pt x="99596" y="186865"/>
                  </a:lnTo>
                  <a:lnTo>
                    <a:pt x="105287" y="178761"/>
                  </a:lnTo>
                  <a:lnTo>
                    <a:pt x="99596" y="174705"/>
                  </a:lnTo>
                  <a:lnTo>
                    <a:pt x="71142" y="134145"/>
                  </a:lnTo>
                  <a:lnTo>
                    <a:pt x="59756" y="101666"/>
                  </a:lnTo>
                  <a:lnTo>
                    <a:pt x="62601" y="85416"/>
                  </a:lnTo>
                  <a:lnTo>
                    <a:pt x="73984" y="69160"/>
                  </a:lnTo>
                  <a:lnTo>
                    <a:pt x="99596" y="36629"/>
                  </a:lnTo>
                  <a:lnTo>
                    <a:pt x="125207" y="4071"/>
                  </a:lnTo>
                  <a:lnTo>
                    <a:pt x="139435" y="0"/>
                  </a:lnTo>
                  <a:lnTo>
                    <a:pt x="152241" y="50865"/>
                  </a:lnTo>
                  <a:lnTo>
                    <a:pt x="165047" y="101666"/>
                  </a:lnTo>
                  <a:lnTo>
                    <a:pt x="162201" y="109785"/>
                  </a:lnTo>
                  <a:lnTo>
                    <a:pt x="170738" y="150372"/>
                  </a:lnTo>
                  <a:lnTo>
                    <a:pt x="179275" y="190917"/>
                  </a:lnTo>
                  <a:lnTo>
                    <a:pt x="187813" y="231421"/>
                  </a:lnTo>
                  <a:lnTo>
                    <a:pt x="196350" y="271884"/>
                  </a:lnTo>
                  <a:lnTo>
                    <a:pt x="204887" y="312307"/>
                  </a:lnTo>
                  <a:lnTo>
                    <a:pt x="213424" y="352688"/>
                  </a:lnTo>
                  <a:lnTo>
                    <a:pt x="230498" y="352688"/>
                  </a:lnTo>
                  <a:lnTo>
                    <a:pt x="230498" y="344615"/>
                  </a:lnTo>
                  <a:lnTo>
                    <a:pt x="267492" y="336540"/>
                  </a:lnTo>
                  <a:lnTo>
                    <a:pt x="278871" y="380931"/>
                  </a:lnTo>
                  <a:lnTo>
                    <a:pt x="335789" y="376898"/>
                  </a:lnTo>
                  <a:lnTo>
                    <a:pt x="343378" y="418557"/>
                  </a:lnTo>
                  <a:lnTo>
                    <a:pt x="350967" y="460174"/>
                  </a:lnTo>
                  <a:lnTo>
                    <a:pt x="358555" y="501747"/>
                  </a:lnTo>
                  <a:lnTo>
                    <a:pt x="344323" y="505768"/>
                  </a:lnTo>
                  <a:lnTo>
                    <a:pt x="344323" y="533904"/>
                  </a:lnTo>
                  <a:lnTo>
                    <a:pt x="341477" y="533904"/>
                  </a:lnTo>
                  <a:lnTo>
                    <a:pt x="341477" y="541939"/>
                  </a:lnTo>
                  <a:lnTo>
                    <a:pt x="347168" y="541939"/>
                  </a:lnTo>
                  <a:lnTo>
                    <a:pt x="350014" y="562020"/>
                  </a:lnTo>
                  <a:lnTo>
                    <a:pt x="395546" y="558002"/>
                  </a:lnTo>
                  <a:lnTo>
                    <a:pt x="398391" y="582091"/>
                  </a:lnTo>
                  <a:lnTo>
                    <a:pt x="395546" y="582091"/>
                  </a:lnTo>
                  <a:lnTo>
                    <a:pt x="398391" y="594129"/>
                  </a:lnTo>
                  <a:lnTo>
                    <a:pt x="406928" y="594129"/>
                  </a:lnTo>
                  <a:lnTo>
                    <a:pt x="415465" y="630219"/>
                  </a:lnTo>
                  <a:lnTo>
                    <a:pt x="406928" y="634227"/>
                  </a:lnTo>
                  <a:lnTo>
                    <a:pt x="421153" y="686298"/>
                  </a:lnTo>
                  <a:lnTo>
                    <a:pt x="432540" y="686298"/>
                  </a:lnTo>
                  <a:lnTo>
                    <a:pt x="452460" y="742300"/>
                  </a:lnTo>
                  <a:lnTo>
                    <a:pt x="452460" y="758286"/>
                  </a:lnTo>
                  <a:lnTo>
                    <a:pt x="432540" y="762279"/>
                  </a:lnTo>
                  <a:lnTo>
                    <a:pt x="404083" y="758286"/>
                  </a:lnTo>
                  <a:lnTo>
                    <a:pt x="384163" y="782254"/>
                  </a:lnTo>
                  <a:lnTo>
                    <a:pt x="378471" y="790237"/>
                  </a:lnTo>
                  <a:lnTo>
                    <a:pt x="378471" y="798224"/>
                  </a:lnTo>
                  <a:lnTo>
                    <a:pt x="395546" y="806204"/>
                  </a:lnTo>
                  <a:lnTo>
                    <a:pt x="392700" y="826155"/>
                  </a:lnTo>
                  <a:close/>
                </a:path>
              </a:pathLst>
            </a:custGeom>
            <a:solidFill>
              <a:srgbClr val="A9D0E3">
                <a:alpha val="100000"/>
              </a:srgbClr>
            </a:solidFill>
            <a:ln w="13550" cap="flat">
              <a:solidFill>
                <a:srgbClr val="FFFFFF">
                  <a:alpha val="100000"/>
                </a:srgbClr>
              </a:solidFill>
              <a:prstDash val="solid"/>
              <a:round/>
            </a:ln>
          </p:spPr>
          <p:txBody>
            <a:bodyPr/>
            <a:lstStyle/>
            <a:p>
              <a:endParaRPr/>
            </a:p>
          </p:txBody>
        </p:sp>
        <p:sp>
          <p:nvSpPr>
            <p:cNvPr id="42" name="pg8">
              <a:extLst>
                <a:ext uri="{FF2B5EF4-FFF2-40B4-BE49-F238E27FC236}">
                  <a16:creationId xmlns:a16="http://schemas.microsoft.com/office/drawing/2014/main" id="{D6957273-EF86-BFDE-BCEB-AFCF9DFB63A3}"/>
                </a:ext>
              </a:extLst>
            </p:cNvPr>
            <p:cNvSpPr/>
            <p:nvPr/>
          </p:nvSpPr>
          <p:spPr>
            <a:xfrm>
              <a:off x="4683307" y="3681852"/>
              <a:ext cx="429694" cy="701320"/>
            </a:xfrm>
            <a:custGeom>
              <a:avLst/>
              <a:gdLst/>
              <a:ahLst/>
              <a:cxnLst/>
              <a:rect l="0" t="0" r="0" b="0"/>
              <a:pathLst>
                <a:path w="429694" h="701320">
                  <a:moveTo>
                    <a:pt x="14224" y="398240"/>
                  </a:moveTo>
                  <a:lnTo>
                    <a:pt x="42681" y="398240"/>
                  </a:lnTo>
                  <a:lnTo>
                    <a:pt x="42681" y="414249"/>
                  </a:lnTo>
                  <a:lnTo>
                    <a:pt x="56910" y="414249"/>
                  </a:lnTo>
                  <a:lnTo>
                    <a:pt x="62601" y="390234"/>
                  </a:lnTo>
                  <a:lnTo>
                    <a:pt x="85367" y="374216"/>
                  </a:lnTo>
                  <a:lnTo>
                    <a:pt x="108129" y="382225"/>
                  </a:lnTo>
                  <a:lnTo>
                    <a:pt x="122361" y="354187"/>
                  </a:lnTo>
                  <a:lnTo>
                    <a:pt x="199192" y="342161"/>
                  </a:lnTo>
                  <a:lnTo>
                    <a:pt x="193501" y="294032"/>
                  </a:lnTo>
                  <a:lnTo>
                    <a:pt x="187811" y="245845"/>
                  </a:lnTo>
                  <a:lnTo>
                    <a:pt x="182121" y="197601"/>
                  </a:lnTo>
                  <a:lnTo>
                    <a:pt x="239032" y="181509"/>
                  </a:lnTo>
                  <a:lnTo>
                    <a:pt x="227652" y="121097"/>
                  </a:lnTo>
                  <a:lnTo>
                    <a:pt x="287409" y="100939"/>
                  </a:lnTo>
                  <a:lnTo>
                    <a:pt x="278871" y="32328"/>
                  </a:lnTo>
                  <a:lnTo>
                    <a:pt x="331517" y="16167"/>
                  </a:lnTo>
                  <a:lnTo>
                    <a:pt x="384163" y="0"/>
                  </a:lnTo>
                  <a:lnTo>
                    <a:pt x="390992" y="41213"/>
                  </a:lnTo>
                  <a:lnTo>
                    <a:pt x="397821" y="82384"/>
                  </a:lnTo>
                  <a:lnTo>
                    <a:pt x="404650" y="123514"/>
                  </a:lnTo>
                  <a:lnTo>
                    <a:pt x="411478" y="164601"/>
                  </a:lnTo>
                  <a:lnTo>
                    <a:pt x="418307" y="205646"/>
                  </a:lnTo>
                  <a:lnTo>
                    <a:pt x="372780" y="221731"/>
                  </a:lnTo>
                  <a:lnTo>
                    <a:pt x="379182" y="266934"/>
                  </a:lnTo>
                  <a:lnTo>
                    <a:pt x="385584" y="312088"/>
                  </a:lnTo>
                  <a:lnTo>
                    <a:pt x="391986" y="357190"/>
                  </a:lnTo>
                  <a:lnTo>
                    <a:pt x="398387" y="402243"/>
                  </a:lnTo>
                  <a:lnTo>
                    <a:pt x="412620" y="402243"/>
                  </a:lnTo>
                  <a:lnTo>
                    <a:pt x="423999" y="462236"/>
                  </a:lnTo>
                  <a:lnTo>
                    <a:pt x="418307" y="466232"/>
                  </a:lnTo>
                  <a:lnTo>
                    <a:pt x="429694" y="538097"/>
                  </a:lnTo>
                  <a:lnTo>
                    <a:pt x="421153" y="538097"/>
                  </a:lnTo>
                  <a:lnTo>
                    <a:pt x="415462" y="554050"/>
                  </a:lnTo>
                  <a:lnTo>
                    <a:pt x="423999" y="597890"/>
                  </a:lnTo>
                  <a:lnTo>
                    <a:pt x="398387" y="605855"/>
                  </a:lnTo>
                  <a:lnTo>
                    <a:pt x="398387" y="629740"/>
                  </a:lnTo>
                  <a:lnTo>
                    <a:pt x="381317" y="645658"/>
                  </a:lnTo>
                  <a:lnTo>
                    <a:pt x="378467" y="625763"/>
                  </a:lnTo>
                  <a:lnTo>
                    <a:pt x="381317" y="601870"/>
                  </a:lnTo>
                  <a:lnTo>
                    <a:pt x="358551" y="581954"/>
                  </a:lnTo>
                  <a:lnTo>
                    <a:pt x="369934" y="566011"/>
                  </a:lnTo>
                  <a:lnTo>
                    <a:pt x="358551" y="550063"/>
                  </a:lnTo>
                  <a:lnTo>
                    <a:pt x="338631" y="558038"/>
                  </a:lnTo>
                  <a:lnTo>
                    <a:pt x="327248" y="538097"/>
                  </a:lnTo>
                  <a:lnTo>
                    <a:pt x="321557" y="522137"/>
                  </a:lnTo>
                  <a:lnTo>
                    <a:pt x="307329" y="522137"/>
                  </a:lnTo>
                  <a:lnTo>
                    <a:pt x="301637" y="534108"/>
                  </a:lnTo>
                  <a:lnTo>
                    <a:pt x="301637" y="550063"/>
                  </a:lnTo>
                  <a:lnTo>
                    <a:pt x="293100" y="558038"/>
                  </a:lnTo>
                  <a:lnTo>
                    <a:pt x="284563" y="550063"/>
                  </a:lnTo>
                  <a:lnTo>
                    <a:pt x="276026" y="534108"/>
                  </a:lnTo>
                  <a:lnTo>
                    <a:pt x="267489" y="526131"/>
                  </a:lnTo>
                  <a:lnTo>
                    <a:pt x="264643" y="534108"/>
                  </a:lnTo>
                  <a:lnTo>
                    <a:pt x="267489" y="554050"/>
                  </a:lnTo>
                  <a:lnTo>
                    <a:pt x="247572" y="573983"/>
                  </a:lnTo>
                  <a:lnTo>
                    <a:pt x="236186" y="573983"/>
                  </a:lnTo>
                  <a:lnTo>
                    <a:pt x="219112" y="593906"/>
                  </a:lnTo>
                  <a:lnTo>
                    <a:pt x="210574" y="593906"/>
                  </a:lnTo>
                  <a:lnTo>
                    <a:pt x="199192" y="585935"/>
                  </a:lnTo>
                  <a:lnTo>
                    <a:pt x="196346" y="577969"/>
                  </a:lnTo>
                  <a:lnTo>
                    <a:pt x="207732" y="558038"/>
                  </a:lnTo>
                  <a:lnTo>
                    <a:pt x="196346" y="538097"/>
                  </a:lnTo>
                  <a:lnTo>
                    <a:pt x="184967" y="546074"/>
                  </a:lnTo>
                  <a:lnTo>
                    <a:pt x="182121" y="573983"/>
                  </a:lnTo>
                  <a:lnTo>
                    <a:pt x="165047" y="589922"/>
                  </a:lnTo>
                  <a:lnTo>
                    <a:pt x="153660" y="597890"/>
                  </a:lnTo>
                  <a:lnTo>
                    <a:pt x="145127" y="601870"/>
                  </a:lnTo>
                  <a:lnTo>
                    <a:pt x="128053" y="605855"/>
                  </a:lnTo>
                  <a:lnTo>
                    <a:pt x="136590" y="625763"/>
                  </a:lnTo>
                  <a:lnTo>
                    <a:pt x="128053" y="645658"/>
                  </a:lnTo>
                  <a:lnTo>
                    <a:pt x="130895" y="661569"/>
                  </a:lnTo>
                  <a:lnTo>
                    <a:pt x="142281" y="673498"/>
                  </a:lnTo>
                  <a:lnTo>
                    <a:pt x="153660" y="681449"/>
                  </a:lnTo>
                  <a:lnTo>
                    <a:pt x="145127" y="701320"/>
                  </a:lnTo>
                  <a:lnTo>
                    <a:pt x="130895" y="701320"/>
                  </a:lnTo>
                  <a:lnTo>
                    <a:pt x="99596" y="685424"/>
                  </a:lnTo>
                  <a:lnTo>
                    <a:pt x="93904" y="697346"/>
                  </a:lnTo>
                  <a:lnTo>
                    <a:pt x="82521" y="697346"/>
                  </a:lnTo>
                  <a:lnTo>
                    <a:pt x="73984" y="665546"/>
                  </a:lnTo>
                  <a:lnTo>
                    <a:pt x="59756" y="661569"/>
                  </a:lnTo>
                  <a:lnTo>
                    <a:pt x="42681" y="657592"/>
                  </a:lnTo>
                  <a:lnTo>
                    <a:pt x="14224" y="657592"/>
                  </a:lnTo>
                  <a:lnTo>
                    <a:pt x="5687" y="649636"/>
                  </a:lnTo>
                  <a:lnTo>
                    <a:pt x="5687" y="637702"/>
                  </a:lnTo>
                  <a:lnTo>
                    <a:pt x="14224" y="633720"/>
                  </a:lnTo>
                  <a:lnTo>
                    <a:pt x="28453" y="633720"/>
                  </a:lnTo>
                  <a:lnTo>
                    <a:pt x="25611" y="613817"/>
                  </a:lnTo>
                  <a:lnTo>
                    <a:pt x="34144" y="601870"/>
                  </a:lnTo>
                  <a:lnTo>
                    <a:pt x="48373" y="605855"/>
                  </a:lnTo>
                  <a:lnTo>
                    <a:pt x="73984" y="613817"/>
                  </a:lnTo>
                  <a:lnTo>
                    <a:pt x="73984" y="605855"/>
                  </a:lnTo>
                  <a:lnTo>
                    <a:pt x="62601" y="593906"/>
                  </a:lnTo>
                  <a:lnTo>
                    <a:pt x="65447" y="577969"/>
                  </a:lnTo>
                  <a:lnTo>
                    <a:pt x="54064" y="573983"/>
                  </a:lnTo>
                  <a:lnTo>
                    <a:pt x="39836" y="573983"/>
                  </a:lnTo>
                  <a:lnTo>
                    <a:pt x="25611" y="593906"/>
                  </a:lnTo>
                  <a:lnTo>
                    <a:pt x="14224" y="589922"/>
                  </a:lnTo>
                  <a:lnTo>
                    <a:pt x="19916" y="573983"/>
                  </a:lnTo>
                  <a:lnTo>
                    <a:pt x="36990" y="538097"/>
                  </a:lnTo>
                  <a:lnTo>
                    <a:pt x="36990" y="514155"/>
                  </a:lnTo>
                  <a:lnTo>
                    <a:pt x="28453" y="494196"/>
                  </a:lnTo>
                  <a:lnTo>
                    <a:pt x="22765" y="486206"/>
                  </a:lnTo>
                  <a:lnTo>
                    <a:pt x="14224" y="466232"/>
                  </a:lnTo>
                  <a:lnTo>
                    <a:pt x="2845" y="454242"/>
                  </a:lnTo>
                  <a:lnTo>
                    <a:pt x="0" y="446246"/>
                  </a:lnTo>
                  <a:lnTo>
                    <a:pt x="2845" y="434250"/>
                  </a:lnTo>
                  <a:lnTo>
                    <a:pt x="5687" y="418250"/>
                  </a:lnTo>
                  <a:lnTo>
                    <a:pt x="11379" y="406245"/>
                  </a:lnTo>
                  <a:close/>
                </a:path>
              </a:pathLst>
            </a:custGeom>
            <a:solidFill>
              <a:srgbClr val="A3C4DE">
                <a:alpha val="100000"/>
              </a:srgbClr>
            </a:solidFill>
            <a:ln w="13550" cap="flat">
              <a:solidFill>
                <a:srgbClr val="FFFFFF">
                  <a:alpha val="100000"/>
                </a:srgbClr>
              </a:solidFill>
              <a:prstDash val="solid"/>
              <a:round/>
            </a:ln>
          </p:spPr>
          <p:txBody>
            <a:bodyPr/>
            <a:lstStyle/>
            <a:p>
              <a:endParaRPr/>
            </a:p>
          </p:txBody>
        </p:sp>
        <p:sp>
          <p:nvSpPr>
            <p:cNvPr id="43" name="pg9">
              <a:extLst>
                <a:ext uri="{FF2B5EF4-FFF2-40B4-BE49-F238E27FC236}">
                  <a16:creationId xmlns:a16="http://schemas.microsoft.com/office/drawing/2014/main" id="{40780C00-E73E-3E1A-379D-E8A178D31EB2}"/>
                </a:ext>
              </a:extLst>
            </p:cNvPr>
            <p:cNvSpPr/>
            <p:nvPr/>
          </p:nvSpPr>
          <p:spPr>
            <a:xfrm>
              <a:off x="4054417" y="4056069"/>
              <a:ext cx="367088" cy="422347"/>
            </a:xfrm>
            <a:custGeom>
              <a:avLst/>
              <a:gdLst/>
              <a:ahLst/>
              <a:cxnLst/>
              <a:rect l="0" t="0" r="0" b="0"/>
              <a:pathLst>
                <a:path w="367088" h="422347">
                  <a:moveTo>
                    <a:pt x="0" y="167870"/>
                  </a:moveTo>
                  <a:lnTo>
                    <a:pt x="34144" y="163881"/>
                  </a:lnTo>
                  <a:lnTo>
                    <a:pt x="36990" y="143930"/>
                  </a:lnTo>
                  <a:lnTo>
                    <a:pt x="19916" y="135950"/>
                  </a:lnTo>
                  <a:lnTo>
                    <a:pt x="19916" y="127963"/>
                  </a:lnTo>
                  <a:lnTo>
                    <a:pt x="25607" y="119980"/>
                  </a:lnTo>
                  <a:lnTo>
                    <a:pt x="45527" y="96012"/>
                  </a:lnTo>
                  <a:lnTo>
                    <a:pt x="73984" y="100005"/>
                  </a:lnTo>
                  <a:lnTo>
                    <a:pt x="93904" y="96012"/>
                  </a:lnTo>
                  <a:lnTo>
                    <a:pt x="93904" y="80026"/>
                  </a:lnTo>
                  <a:lnTo>
                    <a:pt x="122361" y="68029"/>
                  </a:lnTo>
                  <a:lnTo>
                    <a:pt x="139435" y="72030"/>
                  </a:lnTo>
                  <a:lnTo>
                    <a:pt x="150815" y="80026"/>
                  </a:lnTo>
                  <a:lnTo>
                    <a:pt x="147969" y="92016"/>
                  </a:lnTo>
                  <a:lnTo>
                    <a:pt x="159355" y="100005"/>
                  </a:lnTo>
                  <a:lnTo>
                    <a:pt x="173580" y="80026"/>
                  </a:lnTo>
                  <a:lnTo>
                    <a:pt x="184963" y="80026"/>
                  </a:lnTo>
                  <a:lnTo>
                    <a:pt x="190654" y="84020"/>
                  </a:lnTo>
                  <a:lnTo>
                    <a:pt x="256106" y="96012"/>
                  </a:lnTo>
                  <a:lnTo>
                    <a:pt x="264643" y="88020"/>
                  </a:lnTo>
                  <a:lnTo>
                    <a:pt x="267489" y="64033"/>
                  </a:lnTo>
                  <a:lnTo>
                    <a:pt x="264643" y="48034"/>
                  </a:lnTo>
                  <a:lnTo>
                    <a:pt x="250414" y="40032"/>
                  </a:lnTo>
                  <a:lnTo>
                    <a:pt x="241877" y="24024"/>
                  </a:lnTo>
                  <a:lnTo>
                    <a:pt x="241877" y="12014"/>
                  </a:lnTo>
                  <a:lnTo>
                    <a:pt x="321557" y="0"/>
                  </a:lnTo>
                  <a:lnTo>
                    <a:pt x="330090" y="8009"/>
                  </a:lnTo>
                  <a:lnTo>
                    <a:pt x="332936" y="28027"/>
                  </a:lnTo>
                  <a:lnTo>
                    <a:pt x="327248" y="48034"/>
                  </a:lnTo>
                  <a:lnTo>
                    <a:pt x="352856" y="52035"/>
                  </a:lnTo>
                  <a:lnTo>
                    <a:pt x="347168" y="111989"/>
                  </a:lnTo>
                  <a:lnTo>
                    <a:pt x="367088" y="119980"/>
                  </a:lnTo>
                  <a:lnTo>
                    <a:pt x="352856" y="175846"/>
                  </a:lnTo>
                  <a:lnTo>
                    <a:pt x="330090" y="175846"/>
                  </a:lnTo>
                  <a:lnTo>
                    <a:pt x="317287" y="215705"/>
                  </a:lnTo>
                  <a:lnTo>
                    <a:pt x="304483" y="255524"/>
                  </a:lnTo>
                  <a:lnTo>
                    <a:pt x="290254" y="311208"/>
                  </a:lnTo>
                  <a:lnTo>
                    <a:pt x="227649" y="303258"/>
                  </a:lnTo>
                  <a:lnTo>
                    <a:pt x="221957" y="335049"/>
                  </a:lnTo>
                  <a:lnTo>
                    <a:pt x="224807" y="374753"/>
                  </a:lnTo>
                  <a:lnTo>
                    <a:pt x="230494" y="410454"/>
                  </a:lnTo>
                  <a:lnTo>
                    <a:pt x="179275" y="402523"/>
                  </a:lnTo>
                  <a:lnTo>
                    <a:pt x="176426" y="390624"/>
                  </a:lnTo>
                  <a:lnTo>
                    <a:pt x="122361" y="378721"/>
                  </a:lnTo>
                  <a:lnTo>
                    <a:pt x="108129" y="422347"/>
                  </a:lnTo>
                  <a:lnTo>
                    <a:pt x="59756" y="410454"/>
                  </a:lnTo>
                  <a:lnTo>
                    <a:pt x="51218" y="406489"/>
                  </a:lnTo>
                  <a:lnTo>
                    <a:pt x="59756" y="370784"/>
                  </a:lnTo>
                  <a:lnTo>
                    <a:pt x="25607" y="354906"/>
                  </a:lnTo>
                  <a:lnTo>
                    <a:pt x="25607" y="291329"/>
                  </a:lnTo>
                  <a:lnTo>
                    <a:pt x="0" y="239601"/>
                  </a:lnTo>
                  <a:lnTo>
                    <a:pt x="14224" y="223673"/>
                  </a:lnTo>
                  <a:close/>
                </a:path>
              </a:pathLst>
            </a:custGeom>
            <a:solidFill>
              <a:srgbClr val="92A7D2">
                <a:alpha val="100000"/>
              </a:srgbClr>
            </a:solidFill>
            <a:ln w="13550" cap="flat">
              <a:solidFill>
                <a:srgbClr val="FFFFFF">
                  <a:alpha val="100000"/>
                </a:srgbClr>
              </a:solidFill>
              <a:prstDash val="solid"/>
              <a:round/>
            </a:ln>
          </p:spPr>
          <p:txBody>
            <a:bodyPr/>
            <a:lstStyle/>
            <a:p>
              <a:endParaRPr/>
            </a:p>
          </p:txBody>
        </p:sp>
        <p:sp>
          <p:nvSpPr>
            <p:cNvPr id="44" name="pg10">
              <a:extLst>
                <a:ext uri="{FF2B5EF4-FFF2-40B4-BE49-F238E27FC236}">
                  <a16:creationId xmlns:a16="http://schemas.microsoft.com/office/drawing/2014/main" id="{DCA26924-2C17-8674-4E61-469993D56E69}"/>
                </a:ext>
              </a:extLst>
            </p:cNvPr>
            <p:cNvSpPr/>
            <p:nvPr/>
          </p:nvSpPr>
          <p:spPr>
            <a:xfrm>
              <a:off x="4384508" y="4303635"/>
              <a:ext cx="207736" cy="305375"/>
            </a:xfrm>
            <a:custGeom>
              <a:avLst/>
              <a:gdLst/>
              <a:ahLst/>
              <a:cxnLst/>
              <a:rect l="0" t="0" r="0" b="0"/>
              <a:pathLst>
                <a:path w="207736" h="305375">
                  <a:moveTo>
                    <a:pt x="17078" y="19899"/>
                  </a:moveTo>
                  <a:lnTo>
                    <a:pt x="28460" y="7958"/>
                  </a:lnTo>
                  <a:lnTo>
                    <a:pt x="51226" y="27854"/>
                  </a:lnTo>
                  <a:lnTo>
                    <a:pt x="91062" y="0"/>
                  </a:lnTo>
                  <a:lnTo>
                    <a:pt x="130902" y="37799"/>
                  </a:lnTo>
                  <a:lnTo>
                    <a:pt x="170742" y="75564"/>
                  </a:lnTo>
                  <a:lnTo>
                    <a:pt x="184971" y="75564"/>
                  </a:lnTo>
                  <a:lnTo>
                    <a:pt x="193508" y="67616"/>
                  </a:lnTo>
                  <a:lnTo>
                    <a:pt x="207736" y="75564"/>
                  </a:lnTo>
                  <a:lnTo>
                    <a:pt x="196353" y="107340"/>
                  </a:lnTo>
                  <a:lnTo>
                    <a:pt x="187816" y="119249"/>
                  </a:lnTo>
                  <a:lnTo>
                    <a:pt x="179279" y="147025"/>
                  </a:lnTo>
                  <a:lnTo>
                    <a:pt x="170742" y="158923"/>
                  </a:lnTo>
                  <a:lnTo>
                    <a:pt x="165051" y="170817"/>
                  </a:lnTo>
                  <a:lnTo>
                    <a:pt x="165051" y="182705"/>
                  </a:lnTo>
                  <a:lnTo>
                    <a:pt x="179279" y="194593"/>
                  </a:lnTo>
                  <a:lnTo>
                    <a:pt x="176433" y="218361"/>
                  </a:lnTo>
                  <a:lnTo>
                    <a:pt x="165051" y="226276"/>
                  </a:lnTo>
                  <a:lnTo>
                    <a:pt x="147976" y="234196"/>
                  </a:lnTo>
                  <a:lnTo>
                    <a:pt x="145131" y="242109"/>
                  </a:lnTo>
                  <a:lnTo>
                    <a:pt x="145131" y="250023"/>
                  </a:lnTo>
                  <a:lnTo>
                    <a:pt x="133748" y="257935"/>
                  </a:lnTo>
                  <a:lnTo>
                    <a:pt x="119523" y="265846"/>
                  </a:lnTo>
                  <a:lnTo>
                    <a:pt x="108136" y="297475"/>
                  </a:lnTo>
                  <a:lnTo>
                    <a:pt x="96757" y="305375"/>
                  </a:lnTo>
                  <a:lnTo>
                    <a:pt x="85371" y="301426"/>
                  </a:lnTo>
                  <a:lnTo>
                    <a:pt x="79679" y="281663"/>
                  </a:lnTo>
                  <a:lnTo>
                    <a:pt x="96757" y="265846"/>
                  </a:lnTo>
                  <a:lnTo>
                    <a:pt x="99603" y="257935"/>
                  </a:lnTo>
                  <a:lnTo>
                    <a:pt x="79679" y="257935"/>
                  </a:lnTo>
                  <a:lnTo>
                    <a:pt x="62605" y="257935"/>
                  </a:lnTo>
                  <a:lnTo>
                    <a:pt x="65451" y="234196"/>
                  </a:lnTo>
                  <a:lnTo>
                    <a:pt x="71142" y="218361"/>
                  </a:lnTo>
                  <a:lnTo>
                    <a:pt x="76837" y="210438"/>
                  </a:lnTo>
                  <a:lnTo>
                    <a:pt x="85371" y="194593"/>
                  </a:lnTo>
                  <a:lnTo>
                    <a:pt x="82525" y="186671"/>
                  </a:lnTo>
                  <a:lnTo>
                    <a:pt x="71142" y="178742"/>
                  </a:lnTo>
                  <a:lnTo>
                    <a:pt x="71142" y="139091"/>
                  </a:lnTo>
                  <a:lnTo>
                    <a:pt x="62605" y="123218"/>
                  </a:lnTo>
                  <a:lnTo>
                    <a:pt x="54072" y="107340"/>
                  </a:lnTo>
                  <a:lnTo>
                    <a:pt x="48377" y="107340"/>
                  </a:lnTo>
                  <a:lnTo>
                    <a:pt x="31306" y="103369"/>
                  </a:lnTo>
                  <a:lnTo>
                    <a:pt x="28460" y="95427"/>
                  </a:lnTo>
                  <a:lnTo>
                    <a:pt x="17078" y="87483"/>
                  </a:lnTo>
                  <a:lnTo>
                    <a:pt x="5695" y="75564"/>
                  </a:lnTo>
                  <a:lnTo>
                    <a:pt x="0" y="63641"/>
                  </a:lnTo>
                  <a:lnTo>
                    <a:pt x="5695" y="43763"/>
                  </a:lnTo>
                  <a:lnTo>
                    <a:pt x="0" y="35809"/>
                  </a:lnTo>
                  <a:lnTo>
                    <a:pt x="2845" y="23875"/>
                  </a:lnTo>
                  <a:close/>
                </a:path>
              </a:pathLst>
            </a:custGeom>
            <a:solidFill>
              <a:srgbClr val="A4C7DF">
                <a:alpha val="100000"/>
              </a:srgbClr>
            </a:solidFill>
            <a:ln w="13550" cap="flat">
              <a:solidFill>
                <a:srgbClr val="FFFFFF">
                  <a:alpha val="100000"/>
                </a:srgbClr>
              </a:solidFill>
              <a:prstDash val="solid"/>
              <a:round/>
            </a:ln>
          </p:spPr>
          <p:txBody>
            <a:bodyPr/>
            <a:lstStyle/>
            <a:p>
              <a:endParaRPr/>
            </a:p>
          </p:txBody>
        </p:sp>
        <p:sp>
          <p:nvSpPr>
            <p:cNvPr id="45" name="pg11">
              <a:extLst>
                <a:ext uri="{FF2B5EF4-FFF2-40B4-BE49-F238E27FC236}">
                  <a16:creationId xmlns:a16="http://schemas.microsoft.com/office/drawing/2014/main" id="{58133DBF-FCC4-5E62-60CF-C26D3BB8AAE5}"/>
                </a:ext>
              </a:extLst>
            </p:cNvPr>
            <p:cNvSpPr/>
            <p:nvPr/>
          </p:nvSpPr>
          <p:spPr>
            <a:xfrm>
              <a:off x="4208077" y="4311593"/>
              <a:ext cx="261801" cy="356643"/>
            </a:xfrm>
            <a:custGeom>
              <a:avLst/>
              <a:gdLst/>
              <a:ahLst/>
              <a:cxnLst/>
              <a:rect l="0" t="0" r="0" b="0"/>
              <a:pathLst>
                <a:path w="261801" h="356643">
                  <a:moveTo>
                    <a:pt x="150822" y="0"/>
                  </a:moveTo>
                  <a:lnTo>
                    <a:pt x="193508" y="11941"/>
                  </a:lnTo>
                  <a:lnTo>
                    <a:pt x="179275" y="15917"/>
                  </a:lnTo>
                  <a:lnTo>
                    <a:pt x="176430" y="27851"/>
                  </a:lnTo>
                  <a:lnTo>
                    <a:pt x="182125" y="35805"/>
                  </a:lnTo>
                  <a:lnTo>
                    <a:pt x="176430" y="55683"/>
                  </a:lnTo>
                  <a:lnTo>
                    <a:pt x="182125" y="67605"/>
                  </a:lnTo>
                  <a:lnTo>
                    <a:pt x="193508" y="79524"/>
                  </a:lnTo>
                  <a:lnTo>
                    <a:pt x="204891" y="87468"/>
                  </a:lnTo>
                  <a:lnTo>
                    <a:pt x="207736" y="95411"/>
                  </a:lnTo>
                  <a:lnTo>
                    <a:pt x="224807" y="99381"/>
                  </a:lnTo>
                  <a:lnTo>
                    <a:pt x="230502" y="99381"/>
                  </a:lnTo>
                  <a:lnTo>
                    <a:pt x="239035" y="115260"/>
                  </a:lnTo>
                  <a:lnTo>
                    <a:pt x="247572" y="131132"/>
                  </a:lnTo>
                  <a:lnTo>
                    <a:pt x="247572" y="170784"/>
                  </a:lnTo>
                  <a:lnTo>
                    <a:pt x="258955" y="178713"/>
                  </a:lnTo>
                  <a:lnTo>
                    <a:pt x="261801" y="186635"/>
                  </a:lnTo>
                  <a:lnTo>
                    <a:pt x="253268" y="202479"/>
                  </a:lnTo>
                  <a:lnTo>
                    <a:pt x="247572" y="210402"/>
                  </a:lnTo>
                  <a:lnTo>
                    <a:pt x="241881" y="226238"/>
                  </a:lnTo>
                  <a:lnTo>
                    <a:pt x="239035" y="249977"/>
                  </a:lnTo>
                  <a:lnTo>
                    <a:pt x="224807" y="265797"/>
                  </a:lnTo>
                  <a:lnTo>
                    <a:pt x="219115" y="265797"/>
                  </a:lnTo>
                  <a:lnTo>
                    <a:pt x="207736" y="257888"/>
                  </a:lnTo>
                  <a:lnTo>
                    <a:pt x="216270" y="230193"/>
                  </a:lnTo>
                  <a:lnTo>
                    <a:pt x="213428" y="218318"/>
                  </a:lnTo>
                  <a:lnTo>
                    <a:pt x="204891" y="218318"/>
                  </a:lnTo>
                  <a:lnTo>
                    <a:pt x="196350" y="226238"/>
                  </a:lnTo>
                  <a:lnTo>
                    <a:pt x="190662" y="253933"/>
                  </a:lnTo>
                  <a:lnTo>
                    <a:pt x="176430" y="257888"/>
                  </a:lnTo>
                  <a:lnTo>
                    <a:pt x="170742" y="305321"/>
                  </a:lnTo>
                  <a:lnTo>
                    <a:pt x="167896" y="309271"/>
                  </a:lnTo>
                  <a:lnTo>
                    <a:pt x="153664" y="321120"/>
                  </a:lnTo>
                  <a:lnTo>
                    <a:pt x="147976" y="348751"/>
                  </a:lnTo>
                  <a:lnTo>
                    <a:pt x="142285" y="352700"/>
                  </a:lnTo>
                  <a:lnTo>
                    <a:pt x="133744" y="348751"/>
                  </a:lnTo>
                  <a:lnTo>
                    <a:pt x="130902" y="321120"/>
                  </a:lnTo>
                  <a:lnTo>
                    <a:pt x="96754" y="297417"/>
                  </a:lnTo>
                  <a:lnTo>
                    <a:pt x="99599" y="344804"/>
                  </a:lnTo>
                  <a:lnTo>
                    <a:pt x="91062" y="356643"/>
                  </a:lnTo>
                  <a:lnTo>
                    <a:pt x="76834" y="356643"/>
                  </a:lnTo>
                  <a:lnTo>
                    <a:pt x="62605" y="344804"/>
                  </a:lnTo>
                  <a:lnTo>
                    <a:pt x="54068" y="329015"/>
                  </a:lnTo>
                  <a:lnTo>
                    <a:pt x="36994" y="325069"/>
                  </a:lnTo>
                  <a:lnTo>
                    <a:pt x="28460" y="325069"/>
                  </a:lnTo>
                  <a:lnTo>
                    <a:pt x="42685" y="277658"/>
                  </a:lnTo>
                  <a:lnTo>
                    <a:pt x="54068" y="242065"/>
                  </a:lnTo>
                  <a:lnTo>
                    <a:pt x="45531" y="234151"/>
                  </a:lnTo>
                  <a:lnTo>
                    <a:pt x="25615" y="230193"/>
                  </a:lnTo>
                  <a:lnTo>
                    <a:pt x="0" y="226238"/>
                  </a:lnTo>
                  <a:lnTo>
                    <a:pt x="8540" y="214359"/>
                  </a:lnTo>
                  <a:lnTo>
                    <a:pt x="14228" y="190596"/>
                  </a:lnTo>
                  <a:lnTo>
                    <a:pt x="25615" y="146999"/>
                  </a:lnTo>
                  <a:lnTo>
                    <a:pt x="76834" y="154929"/>
                  </a:lnTo>
                  <a:lnTo>
                    <a:pt x="71146" y="119229"/>
                  </a:lnTo>
                  <a:lnTo>
                    <a:pt x="68297" y="79524"/>
                  </a:lnTo>
                  <a:lnTo>
                    <a:pt x="73988" y="47733"/>
                  </a:lnTo>
                  <a:lnTo>
                    <a:pt x="136594" y="55683"/>
                  </a:lnTo>
                  <a:close/>
                </a:path>
              </a:pathLst>
            </a:custGeom>
            <a:solidFill>
              <a:srgbClr val="A8CFE2">
                <a:alpha val="100000"/>
              </a:srgbClr>
            </a:solidFill>
            <a:ln w="13550" cap="flat">
              <a:solidFill>
                <a:srgbClr val="FFFFFF">
                  <a:alpha val="100000"/>
                </a:srgbClr>
              </a:solidFill>
              <a:prstDash val="solid"/>
              <a:round/>
            </a:ln>
          </p:spPr>
          <p:txBody>
            <a:bodyPr/>
            <a:lstStyle/>
            <a:p>
              <a:endParaRPr/>
            </a:p>
          </p:txBody>
        </p:sp>
        <p:sp>
          <p:nvSpPr>
            <p:cNvPr id="46" name="pg12">
              <a:extLst>
                <a:ext uri="{FF2B5EF4-FFF2-40B4-BE49-F238E27FC236}">
                  <a16:creationId xmlns:a16="http://schemas.microsoft.com/office/drawing/2014/main" id="{24A9741D-A5DD-0B1F-5DCE-CFFABCD14CC6}"/>
                </a:ext>
              </a:extLst>
            </p:cNvPr>
            <p:cNvSpPr/>
            <p:nvPr/>
          </p:nvSpPr>
          <p:spPr>
            <a:xfrm>
              <a:off x="3579187" y="3613070"/>
              <a:ext cx="418311" cy="1090660"/>
            </a:xfrm>
            <a:custGeom>
              <a:avLst/>
              <a:gdLst/>
              <a:ahLst/>
              <a:cxnLst/>
              <a:rect l="0" t="0" r="0" b="0"/>
              <a:pathLst>
                <a:path w="418311" h="1090660">
                  <a:moveTo>
                    <a:pt x="0" y="28337"/>
                  </a:moveTo>
                  <a:lnTo>
                    <a:pt x="17074" y="24290"/>
                  </a:lnTo>
                  <a:lnTo>
                    <a:pt x="31302" y="4049"/>
                  </a:lnTo>
                  <a:lnTo>
                    <a:pt x="51222" y="0"/>
                  </a:lnTo>
                  <a:lnTo>
                    <a:pt x="68297" y="4049"/>
                  </a:lnTo>
                  <a:lnTo>
                    <a:pt x="76834" y="24290"/>
                  </a:lnTo>
                  <a:lnTo>
                    <a:pt x="85371" y="60698"/>
                  </a:lnTo>
                  <a:lnTo>
                    <a:pt x="99599" y="68781"/>
                  </a:lnTo>
                  <a:lnTo>
                    <a:pt x="116674" y="64739"/>
                  </a:lnTo>
                  <a:lnTo>
                    <a:pt x="124499" y="106159"/>
                  </a:lnTo>
                  <a:lnTo>
                    <a:pt x="132325" y="147536"/>
                  </a:lnTo>
                  <a:lnTo>
                    <a:pt x="140151" y="188871"/>
                  </a:lnTo>
                  <a:lnTo>
                    <a:pt x="147976" y="230164"/>
                  </a:lnTo>
                  <a:lnTo>
                    <a:pt x="133744" y="234190"/>
                  </a:lnTo>
                  <a:lnTo>
                    <a:pt x="128056" y="242239"/>
                  </a:lnTo>
                  <a:lnTo>
                    <a:pt x="128056" y="250291"/>
                  </a:lnTo>
                  <a:lnTo>
                    <a:pt x="139439" y="306591"/>
                  </a:lnTo>
                  <a:lnTo>
                    <a:pt x="147976" y="306591"/>
                  </a:lnTo>
                  <a:lnTo>
                    <a:pt x="153664" y="338726"/>
                  </a:lnTo>
                  <a:lnTo>
                    <a:pt x="155087" y="384880"/>
                  </a:lnTo>
                  <a:lnTo>
                    <a:pt x="156510" y="430980"/>
                  </a:lnTo>
                  <a:lnTo>
                    <a:pt x="224807" y="402925"/>
                  </a:lnTo>
                  <a:lnTo>
                    <a:pt x="247572" y="455012"/>
                  </a:lnTo>
                  <a:lnTo>
                    <a:pt x="270338" y="507031"/>
                  </a:lnTo>
                  <a:lnTo>
                    <a:pt x="261801" y="523024"/>
                  </a:lnTo>
                  <a:lnTo>
                    <a:pt x="305435" y="532350"/>
                  </a:lnTo>
                  <a:lnTo>
                    <a:pt x="349069" y="541674"/>
                  </a:lnTo>
                  <a:lnTo>
                    <a:pt x="392704" y="550996"/>
                  </a:lnTo>
                  <a:lnTo>
                    <a:pt x="381317" y="566971"/>
                  </a:lnTo>
                  <a:lnTo>
                    <a:pt x="384166" y="566971"/>
                  </a:lnTo>
                  <a:lnTo>
                    <a:pt x="395546" y="582937"/>
                  </a:lnTo>
                  <a:lnTo>
                    <a:pt x="401237" y="582937"/>
                  </a:lnTo>
                  <a:lnTo>
                    <a:pt x="418311" y="622832"/>
                  </a:lnTo>
                  <a:lnTo>
                    <a:pt x="401237" y="642765"/>
                  </a:lnTo>
                  <a:lnTo>
                    <a:pt x="401237" y="658704"/>
                  </a:lnTo>
                  <a:lnTo>
                    <a:pt x="395546" y="662688"/>
                  </a:lnTo>
                  <a:lnTo>
                    <a:pt x="401237" y="698522"/>
                  </a:lnTo>
                  <a:lnTo>
                    <a:pt x="388431" y="746256"/>
                  </a:lnTo>
                  <a:lnTo>
                    <a:pt x="375626" y="793933"/>
                  </a:lnTo>
                  <a:lnTo>
                    <a:pt x="369938" y="793933"/>
                  </a:lnTo>
                  <a:lnTo>
                    <a:pt x="344327" y="828332"/>
                  </a:lnTo>
                  <a:lnTo>
                    <a:pt x="318715" y="862701"/>
                  </a:lnTo>
                  <a:lnTo>
                    <a:pt x="293104" y="897042"/>
                  </a:lnTo>
                  <a:lnTo>
                    <a:pt x="281721" y="861381"/>
                  </a:lnTo>
                  <a:lnTo>
                    <a:pt x="258955" y="833622"/>
                  </a:lnTo>
                  <a:lnTo>
                    <a:pt x="247572" y="833622"/>
                  </a:lnTo>
                  <a:lnTo>
                    <a:pt x="239035" y="829655"/>
                  </a:lnTo>
                  <a:lnTo>
                    <a:pt x="230502" y="833622"/>
                  </a:lnTo>
                  <a:lnTo>
                    <a:pt x="224807" y="825685"/>
                  </a:lnTo>
                  <a:lnTo>
                    <a:pt x="190658" y="845521"/>
                  </a:lnTo>
                  <a:lnTo>
                    <a:pt x="187816" y="845521"/>
                  </a:lnTo>
                  <a:lnTo>
                    <a:pt x="125211" y="885157"/>
                  </a:lnTo>
                  <a:lnTo>
                    <a:pt x="108133" y="885157"/>
                  </a:lnTo>
                  <a:lnTo>
                    <a:pt x="102445" y="889119"/>
                  </a:lnTo>
                  <a:lnTo>
                    <a:pt x="108133" y="897042"/>
                  </a:lnTo>
                  <a:lnTo>
                    <a:pt x="108133" y="904962"/>
                  </a:lnTo>
                  <a:lnTo>
                    <a:pt x="139439" y="916841"/>
                  </a:lnTo>
                  <a:lnTo>
                    <a:pt x="179275" y="964320"/>
                  </a:lnTo>
                  <a:lnTo>
                    <a:pt x="170738" y="972228"/>
                  </a:lnTo>
                  <a:lnTo>
                    <a:pt x="173584" y="976181"/>
                  </a:lnTo>
                  <a:lnTo>
                    <a:pt x="156510" y="1003844"/>
                  </a:lnTo>
                  <a:lnTo>
                    <a:pt x="167896" y="1015691"/>
                  </a:lnTo>
                  <a:lnTo>
                    <a:pt x="139439" y="1031485"/>
                  </a:lnTo>
                  <a:lnTo>
                    <a:pt x="139439" y="1043327"/>
                  </a:lnTo>
                  <a:lnTo>
                    <a:pt x="136594" y="1055166"/>
                  </a:lnTo>
                  <a:lnTo>
                    <a:pt x="145131" y="1082775"/>
                  </a:lnTo>
                  <a:lnTo>
                    <a:pt x="125211" y="1074889"/>
                  </a:lnTo>
                  <a:lnTo>
                    <a:pt x="108133" y="1074889"/>
                  </a:lnTo>
                  <a:lnTo>
                    <a:pt x="76834" y="1082775"/>
                  </a:lnTo>
                  <a:lnTo>
                    <a:pt x="51222" y="1090660"/>
                  </a:lnTo>
                  <a:lnTo>
                    <a:pt x="48377" y="1047274"/>
                  </a:lnTo>
                  <a:lnTo>
                    <a:pt x="45531" y="1003843"/>
                  </a:lnTo>
                  <a:lnTo>
                    <a:pt x="42685" y="960365"/>
                  </a:lnTo>
                  <a:lnTo>
                    <a:pt x="39839" y="916841"/>
                  </a:lnTo>
                  <a:lnTo>
                    <a:pt x="36994" y="873271"/>
                  </a:lnTo>
                  <a:lnTo>
                    <a:pt x="34148" y="829654"/>
                  </a:lnTo>
                  <a:lnTo>
                    <a:pt x="31302" y="785990"/>
                  </a:lnTo>
                  <a:lnTo>
                    <a:pt x="28457" y="742280"/>
                  </a:lnTo>
                  <a:lnTo>
                    <a:pt x="26783" y="700630"/>
                  </a:lnTo>
                  <a:lnTo>
                    <a:pt x="25109" y="658938"/>
                  </a:lnTo>
                  <a:lnTo>
                    <a:pt x="23435" y="617202"/>
                  </a:lnTo>
                  <a:lnTo>
                    <a:pt x="21761" y="575424"/>
                  </a:lnTo>
                  <a:lnTo>
                    <a:pt x="20087" y="533602"/>
                  </a:lnTo>
                  <a:lnTo>
                    <a:pt x="18413" y="491738"/>
                  </a:lnTo>
                  <a:lnTo>
                    <a:pt x="16739" y="449830"/>
                  </a:lnTo>
                  <a:lnTo>
                    <a:pt x="15065" y="407878"/>
                  </a:lnTo>
                  <a:lnTo>
                    <a:pt x="13391" y="365883"/>
                  </a:lnTo>
                  <a:lnTo>
                    <a:pt x="11717" y="323845"/>
                  </a:lnTo>
                  <a:lnTo>
                    <a:pt x="10043" y="281762"/>
                  </a:lnTo>
                  <a:lnTo>
                    <a:pt x="8369" y="239635"/>
                  </a:lnTo>
                  <a:lnTo>
                    <a:pt x="6695" y="197464"/>
                  </a:lnTo>
                  <a:lnTo>
                    <a:pt x="5021" y="155249"/>
                  </a:lnTo>
                  <a:lnTo>
                    <a:pt x="3347" y="112990"/>
                  </a:lnTo>
                  <a:lnTo>
                    <a:pt x="1673" y="70686"/>
                  </a:lnTo>
                  <a:close/>
                </a:path>
              </a:pathLst>
            </a:custGeom>
            <a:solidFill>
              <a:srgbClr val="A1C2DD">
                <a:alpha val="100000"/>
              </a:srgbClr>
            </a:solidFill>
            <a:ln w="13550" cap="flat">
              <a:solidFill>
                <a:srgbClr val="FFFFFF">
                  <a:alpha val="100000"/>
                </a:srgbClr>
              </a:solidFill>
              <a:prstDash val="solid"/>
              <a:round/>
            </a:ln>
          </p:spPr>
          <p:txBody>
            <a:bodyPr/>
            <a:lstStyle/>
            <a:p>
              <a:endParaRPr/>
            </a:p>
          </p:txBody>
        </p:sp>
        <p:sp>
          <p:nvSpPr>
            <p:cNvPr id="47" name="pg13">
              <a:extLst>
                <a:ext uri="{FF2B5EF4-FFF2-40B4-BE49-F238E27FC236}">
                  <a16:creationId xmlns:a16="http://schemas.microsoft.com/office/drawing/2014/main" id="{4114EA69-4D72-BB9D-1BD9-164230BEF4A8}"/>
                </a:ext>
              </a:extLst>
            </p:cNvPr>
            <p:cNvSpPr/>
            <p:nvPr/>
          </p:nvSpPr>
          <p:spPr>
            <a:xfrm>
              <a:off x="4435734" y="2873257"/>
              <a:ext cx="685800" cy="1230846"/>
            </a:xfrm>
            <a:custGeom>
              <a:avLst/>
              <a:gdLst/>
              <a:ahLst/>
              <a:cxnLst/>
              <a:rect l="0" t="0" r="0" b="0"/>
              <a:pathLst>
                <a:path w="685800" h="1230846">
                  <a:moveTo>
                    <a:pt x="261797" y="1206835"/>
                  </a:moveTo>
                  <a:lnTo>
                    <a:pt x="253260" y="1194825"/>
                  </a:lnTo>
                  <a:lnTo>
                    <a:pt x="236186" y="1202832"/>
                  </a:lnTo>
                  <a:lnTo>
                    <a:pt x="185913" y="1212172"/>
                  </a:lnTo>
                  <a:lnTo>
                    <a:pt x="135640" y="1221510"/>
                  </a:lnTo>
                  <a:lnTo>
                    <a:pt x="85367" y="1230846"/>
                  </a:lnTo>
                  <a:lnTo>
                    <a:pt x="71138" y="1174800"/>
                  </a:lnTo>
                  <a:lnTo>
                    <a:pt x="39836" y="1182811"/>
                  </a:lnTo>
                  <a:lnTo>
                    <a:pt x="33196" y="1140735"/>
                  </a:lnTo>
                  <a:lnTo>
                    <a:pt x="26557" y="1098614"/>
                  </a:lnTo>
                  <a:lnTo>
                    <a:pt x="19918" y="1056450"/>
                  </a:lnTo>
                  <a:lnTo>
                    <a:pt x="13278" y="1014242"/>
                  </a:lnTo>
                  <a:lnTo>
                    <a:pt x="6639" y="971989"/>
                  </a:lnTo>
                  <a:lnTo>
                    <a:pt x="0" y="929692"/>
                  </a:lnTo>
                  <a:lnTo>
                    <a:pt x="39838" y="920958"/>
                  </a:lnTo>
                  <a:lnTo>
                    <a:pt x="79677" y="912223"/>
                  </a:lnTo>
                  <a:lnTo>
                    <a:pt x="119516" y="903485"/>
                  </a:lnTo>
                  <a:lnTo>
                    <a:pt x="159354" y="894746"/>
                  </a:lnTo>
                  <a:lnTo>
                    <a:pt x="199193" y="886005"/>
                  </a:lnTo>
                  <a:lnTo>
                    <a:pt x="239032" y="877261"/>
                  </a:lnTo>
                  <a:lnTo>
                    <a:pt x="233340" y="828806"/>
                  </a:lnTo>
                  <a:lnTo>
                    <a:pt x="284563" y="816682"/>
                  </a:lnTo>
                  <a:lnTo>
                    <a:pt x="276026" y="776243"/>
                  </a:lnTo>
                  <a:lnTo>
                    <a:pt x="267489" y="735763"/>
                  </a:lnTo>
                  <a:lnTo>
                    <a:pt x="258951" y="695242"/>
                  </a:lnTo>
                  <a:lnTo>
                    <a:pt x="250414" y="654680"/>
                  </a:lnTo>
                  <a:lnTo>
                    <a:pt x="241877" y="614077"/>
                  </a:lnTo>
                  <a:lnTo>
                    <a:pt x="199192" y="614077"/>
                  </a:lnTo>
                  <a:lnTo>
                    <a:pt x="202041" y="577501"/>
                  </a:lnTo>
                  <a:lnTo>
                    <a:pt x="199192" y="536821"/>
                  </a:lnTo>
                  <a:lnTo>
                    <a:pt x="196346" y="520537"/>
                  </a:lnTo>
                  <a:lnTo>
                    <a:pt x="256106" y="492023"/>
                  </a:lnTo>
                  <a:lnTo>
                    <a:pt x="256882" y="447545"/>
                  </a:lnTo>
                  <a:lnTo>
                    <a:pt x="257658" y="403018"/>
                  </a:lnTo>
                  <a:lnTo>
                    <a:pt x="258434" y="358440"/>
                  </a:lnTo>
                  <a:lnTo>
                    <a:pt x="259210" y="313813"/>
                  </a:lnTo>
                  <a:lnTo>
                    <a:pt x="259986" y="269135"/>
                  </a:lnTo>
                  <a:lnTo>
                    <a:pt x="260762" y="224406"/>
                  </a:lnTo>
                  <a:lnTo>
                    <a:pt x="261538" y="179627"/>
                  </a:lnTo>
                  <a:lnTo>
                    <a:pt x="262315" y="134797"/>
                  </a:lnTo>
                  <a:lnTo>
                    <a:pt x="263091" y="89916"/>
                  </a:lnTo>
                  <a:lnTo>
                    <a:pt x="263867" y="44983"/>
                  </a:lnTo>
                  <a:lnTo>
                    <a:pt x="264643" y="0"/>
                  </a:lnTo>
                  <a:lnTo>
                    <a:pt x="324403" y="0"/>
                  </a:lnTo>
                  <a:lnTo>
                    <a:pt x="330094" y="4128"/>
                  </a:lnTo>
                  <a:lnTo>
                    <a:pt x="372779" y="5503"/>
                  </a:lnTo>
                  <a:lnTo>
                    <a:pt x="415463" y="6878"/>
                  </a:lnTo>
                  <a:lnTo>
                    <a:pt x="458147" y="8253"/>
                  </a:lnTo>
                  <a:lnTo>
                    <a:pt x="458147" y="52425"/>
                  </a:lnTo>
                  <a:lnTo>
                    <a:pt x="458147" y="96546"/>
                  </a:lnTo>
                  <a:lnTo>
                    <a:pt x="458147" y="140619"/>
                  </a:lnTo>
                  <a:lnTo>
                    <a:pt x="458147" y="184642"/>
                  </a:lnTo>
                  <a:lnTo>
                    <a:pt x="458147" y="228616"/>
                  </a:lnTo>
                  <a:lnTo>
                    <a:pt x="458147" y="272542"/>
                  </a:lnTo>
                  <a:lnTo>
                    <a:pt x="458147" y="316418"/>
                  </a:lnTo>
                  <a:lnTo>
                    <a:pt x="458147" y="324601"/>
                  </a:lnTo>
                  <a:lnTo>
                    <a:pt x="458147" y="366181"/>
                  </a:lnTo>
                  <a:lnTo>
                    <a:pt x="458147" y="407719"/>
                  </a:lnTo>
                  <a:lnTo>
                    <a:pt x="458147" y="449212"/>
                  </a:lnTo>
                  <a:lnTo>
                    <a:pt x="458147" y="490663"/>
                  </a:lnTo>
                  <a:lnTo>
                    <a:pt x="458147" y="532070"/>
                  </a:lnTo>
                  <a:lnTo>
                    <a:pt x="458147" y="573434"/>
                  </a:lnTo>
                  <a:lnTo>
                    <a:pt x="472380" y="581567"/>
                  </a:lnTo>
                  <a:lnTo>
                    <a:pt x="532136" y="573434"/>
                  </a:lnTo>
                  <a:lnTo>
                    <a:pt x="532136" y="565301"/>
                  </a:lnTo>
                  <a:lnTo>
                    <a:pt x="574821" y="558521"/>
                  </a:lnTo>
                  <a:lnTo>
                    <a:pt x="617507" y="551740"/>
                  </a:lnTo>
                  <a:lnTo>
                    <a:pt x="660193" y="544958"/>
                  </a:lnTo>
                  <a:lnTo>
                    <a:pt x="664461" y="586987"/>
                  </a:lnTo>
                  <a:lnTo>
                    <a:pt x="668729" y="628971"/>
                  </a:lnTo>
                  <a:lnTo>
                    <a:pt x="672997" y="670911"/>
                  </a:lnTo>
                  <a:lnTo>
                    <a:pt x="677264" y="712807"/>
                  </a:lnTo>
                  <a:lnTo>
                    <a:pt x="681532" y="754659"/>
                  </a:lnTo>
                  <a:lnTo>
                    <a:pt x="685800" y="796468"/>
                  </a:lnTo>
                  <a:lnTo>
                    <a:pt x="631736" y="808595"/>
                  </a:lnTo>
                  <a:lnTo>
                    <a:pt x="579090" y="824762"/>
                  </a:lnTo>
                  <a:lnTo>
                    <a:pt x="526444" y="840923"/>
                  </a:lnTo>
                  <a:lnTo>
                    <a:pt x="534981" y="909535"/>
                  </a:lnTo>
                  <a:lnTo>
                    <a:pt x="475225" y="929692"/>
                  </a:lnTo>
                  <a:lnTo>
                    <a:pt x="486604" y="990104"/>
                  </a:lnTo>
                  <a:lnTo>
                    <a:pt x="429694" y="1006196"/>
                  </a:lnTo>
                  <a:lnTo>
                    <a:pt x="435384" y="1054440"/>
                  </a:lnTo>
                  <a:lnTo>
                    <a:pt x="441074" y="1102627"/>
                  </a:lnTo>
                  <a:lnTo>
                    <a:pt x="446765" y="1150756"/>
                  </a:lnTo>
                  <a:lnTo>
                    <a:pt x="369934" y="1162782"/>
                  </a:lnTo>
                  <a:lnTo>
                    <a:pt x="355702" y="1190821"/>
                  </a:lnTo>
                  <a:lnTo>
                    <a:pt x="332940" y="1182811"/>
                  </a:lnTo>
                  <a:lnTo>
                    <a:pt x="310174" y="1198829"/>
                  </a:lnTo>
                  <a:lnTo>
                    <a:pt x="304483" y="1222844"/>
                  </a:lnTo>
                  <a:lnTo>
                    <a:pt x="290254" y="1222844"/>
                  </a:lnTo>
                  <a:lnTo>
                    <a:pt x="290254" y="1206835"/>
                  </a:lnTo>
                  <a:close/>
                </a:path>
              </a:pathLst>
            </a:custGeom>
            <a:solidFill>
              <a:srgbClr val="8793CA">
                <a:alpha val="100000"/>
              </a:srgbClr>
            </a:solidFill>
            <a:ln w="13550" cap="flat">
              <a:solidFill>
                <a:srgbClr val="FFFFFF">
                  <a:alpha val="100000"/>
                </a:srgbClr>
              </a:solidFill>
              <a:prstDash val="solid"/>
              <a:round/>
            </a:ln>
          </p:spPr>
          <p:txBody>
            <a:bodyPr/>
            <a:lstStyle/>
            <a:p>
              <a:endParaRPr/>
            </a:p>
          </p:txBody>
        </p:sp>
        <p:sp>
          <p:nvSpPr>
            <p:cNvPr id="48" name="pg14">
              <a:extLst>
                <a:ext uri="{FF2B5EF4-FFF2-40B4-BE49-F238E27FC236}">
                  <a16:creationId xmlns:a16="http://schemas.microsoft.com/office/drawing/2014/main" id="{CF549FD2-3615-CA22-C408-D00143C06601}"/>
                </a:ext>
              </a:extLst>
            </p:cNvPr>
            <p:cNvSpPr/>
            <p:nvPr/>
          </p:nvSpPr>
          <p:spPr>
            <a:xfrm>
              <a:off x="4196698" y="2745150"/>
              <a:ext cx="523599" cy="1110159"/>
            </a:xfrm>
            <a:custGeom>
              <a:avLst/>
              <a:gdLst/>
              <a:ahLst/>
              <a:cxnLst/>
              <a:rect l="0" t="0" r="0" b="0"/>
              <a:pathLst>
                <a:path w="523599" h="1110159">
                  <a:moveTo>
                    <a:pt x="239035" y="1057799"/>
                  </a:moveTo>
                  <a:lnTo>
                    <a:pt x="165043" y="1073918"/>
                  </a:lnTo>
                  <a:lnTo>
                    <a:pt x="167889" y="1094054"/>
                  </a:lnTo>
                  <a:lnTo>
                    <a:pt x="105287" y="1110159"/>
                  </a:lnTo>
                  <a:lnTo>
                    <a:pt x="91058" y="1045706"/>
                  </a:lnTo>
                  <a:lnTo>
                    <a:pt x="85367" y="1041674"/>
                  </a:lnTo>
                  <a:lnTo>
                    <a:pt x="75881" y="997297"/>
                  </a:lnTo>
                  <a:lnTo>
                    <a:pt x="66396" y="952871"/>
                  </a:lnTo>
                  <a:lnTo>
                    <a:pt x="56910" y="908395"/>
                  </a:lnTo>
                  <a:lnTo>
                    <a:pt x="65447" y="904347"/>
                  </a:lnTo>
                  <a:lnTo>
                    <a:pt x="55487" y="860831"/>
                  </a:lnTo>
                  <a:lnTo>
                    <a:pt x="45527" y="817267"/>
                  </a:lnTo>
                  <a:lnTo>
                    <a:pt x="35567" y="773656"/>
                  </a:lnTo>
                  <a:lnTo>
                    <a:pt x="25607" y="729997"/>
                  </a:lnTo>
                  <a:lnTo>
                    <a:pt x="36994" y="721869"/>
                  </a:lnTo>
                  <a:lnTo>
                    <a:pt x="45527" y="709673"/>
                  </a:lnTo>
                  <a:lnTo>
                    <a:pt x="54064" y="693407"/>
                  </a:lnTo>
                  <a:lnTo>
                    <a:pt x="54064" y="681206"/>
                  </a:lnTo>
                  <a:lnTo>
                    <a:pt x="65447" y="668995"/>
                  </a:lnTo>
                  <a:lnTo>
                    <a:pt x="65447" y="660855"/>
                  </a:lnTo>
                  <a:lnTo>
                    <a:pt x="65447" y="652715"/>
                  </a:lnTo>
                  <a:lnTo>
                    <a:pt x="65447" y="648644"/>
                  </a:lnTo>
                  <a:lnTo>
                    <a:pt x="56910" y="648644"/>
                  </a:lnTo>
                  <a:lnTo>
                    <a:pt x="42681" y="652715"/>
                  </a:lnTo>
                  <a:lnTo>
                    <a:pt x="36994" y="648644"/>
                  </a:lnTo>
                  <a:lnTo>
                    <a:pt x="42681" y="640496"/>
                  </a:lnTo>
                  <a:lnTo>
                    <a:pt x="31299" y="636426"/>
                  </a:lnTo>
                  <a:lnTo>
                    <a:pt x="22761" y="624204"/>
                  </a:lnTo>
                  <a:lnTo>
                    <a:pt x="8533" y="595670"/>
                  </a:lnTo>
                  <a:lnTo>
                    <a:pt x="0" y="595670"/>
                  </a:lnTo>
                  <a:lnTo>
                    <a:pt x="5687" y="591595"/>
                  </a:lnTo>
                  <a:lnTo>
                    <a:pt x="14228" y="583439"/>
                  </a:lnTo>
                  <a:lnTo>
                    <a:pt x="17074" y="567121"/>
                  </a:lnTo>
                  <a:lnTo>
                    <a:pt x="19919" y="563040"/>
                  </a:lnTo>
                  <a:lnTo>
                    <a:pt x="25607" y="563040"/>
                  </a:lnTo>
                  <a:lnTo>
                    <a:pt x="34144" y="575281"/>
                  </a:lnTo>
                  <a:lnTo>
                    <a:pt x="45527" y="579360"/>
                  </a:lnTo>
                  <a:lnTo>
                    <a:pt x="51218" y="579360"/>
                  </a:lnTo>
                  <a:lnTo>
                    <a:pt x="51218" y="571201"/>
                  </a:lnTo>
                  <a:lnTo>
                    <a:pt x="45527" y="563040"/>
                  </a:lnTo>
                  <a:lnTo>
                    <a:pt x="56910" y="550796"/>
                  </a:lnTo>
                  <a:lnTo>
                    <a:pt x="62605" y="518127"/>
                  </a:lnTo>
                  <a:lnTo>
                    <a:pt x="48373" y="497695"/>
                  </a:lnTo>
                  <a:lnTo>
                    <a:pt x="65447" y="493607"/>
                  </a:lnTo>
                  <a:lnTo>
                    <a:pt x="71138" y="505872"/>
                  </a:lnTo>
                  <a:lnTo>
                    <a:pt x="99596" y="501782"/>
                  </a:lnTo>
                  <a:lnTo>
                    <a:pt x="76830" y="424055"/>
                  </a:lnTo>
                  <a:lnTo>
                    <a:pt x="54064" y="424055"/>
                  </a:lnTo>
                  <a:lnTo>
                    <a:pt x="53251" y="382498"/>
                  </a:lnTo>
                  <a:lnTo>
                    <a:pt x="52438" y="340898"/>
                  </a:lnTo>
                  <a:lnTo>
                    <a:pt x="51625" y="299253"/>
                  </a:lnTo>
                  <a:lnTo>
                    <a:pt x="50812" y="257565"/>
                  </a:lnTo>
                  <a:lnTo>
                    <a:pt x="49999" y="215833"/>
                  </a:lnTo>
                  <a:lnTo>
                    <a:pt x="49186" y="174056"/>
                  </a:lnTo>
                  <a:lnTo>
                    <a:pt x="48373" y="132235"/>
                  </a:lnTo>
                  <a:lnTo>
                    <a:pt x="51218" y="128106"/>
                  </a:lnTo>
                  <a:lnTo>
                    <a:pt x="52641" y="66171"/>
                  </a:lnTo>
                  <a:lnTo>
                    <a:pt x="54064" y="4139"/>
                  </a:lnTo>
                  <a:lnTo>
                    <a:pt x="97887" y="3725"/>
                  </a:lnTo>
                  <a:lnTo>
                    <a:pt x="141711" y="3311"/>
                  </a:lnTo>
                  <a:lnTo>
                    <a:pt x="185534" y="2897"/>
                  </a:lnTo>
                  <a:lnTo>
                    <a:pt x="229357" y="2483"/>
                  </a:lnTo>
                  <a:lnTo>
                    <a:pt x="273180" y="2069"/>
                  </a:lnTo>
                  <a:lnTo>
                    <a:pt x="317003" y="1655"/>
                  </a:lnTo>
                  <a:lnTo>
                    <a:pt x="360826" y="1241"/>
                  </a:lnTo>
                  <a:lnTo>
                    <a:pt x="404650" y="827"/>
                  </a:lnTo>
                  <a:lnTo>
                    <a:pt x="448473" y="413"/>
                  </a:lnTo>
                  <a:lnTo>
                    <a:pt x="492296" y="0"/>
                  </a:lnTo>
                  <a:lnTo>
                    <a:pt x="496090" y="42748"/>
                  </a:lnTo>
                  <a:lnTo>
                    <a:pt x="499884" y="85450"/>
                  </a:lnTo>
                  <a:lnTo>
                    <a:pt x="503679" y="128106"/>
                  </a:lnTo>
                  <a:lnTo>
                    <a:pt x="502903" y="173090"/>
                  </a:lnTo>
                  <a:lnTo>
                    <a:pt x="502126" y="218022"/>
                  </a:lnTo>
                  <a:lnTo>
                    <a:pt x="501350" y="262904"/>
                  </a:lnTo>
                  <a:lnTo>
                    <a:pt x="500574" y="307734"/>
                  </a:lnTo>
                  <a:lnTo>
                    <a:pt x="499798" y="352513"/>
                  </a:lnTo>
                  <a:lnTo>
                    <a:pt x="499022" y="397241"/>
                  </a:lnTo>
                  <a:lnTo>
                    <a:pt x="498246" y="441920"/>
                  </a:lnTo>
                  <a:lnTo>
                    <a:pt x="497470" y="486547"/>
                  </a:lnTo>
                  <a:lnTo>
                    <a:pt x="496694" y="531125"/>
                  </a:lnTo>
                  <a:lnTo>
                    <a:pt x="495918" y="575652"/>
                  </a:lnTo>
                  <a:lnTo>
                    <a:pt x="495142" y="620130"/>
                  </a:lnTo>
                  <a:lnTo>
                    <a:pt x="435382" y="648644"/>
                  </a:lnTo>
                  <a:lnTo>
                    <a:pt x="438227" y="664928"/>
                  </a:lnTo>
                  <a:lnTo>
                    <a:pt x="441077" y="705607"/>
                  </a:lnTo>
                  <a:lnTo>
                    <a:pt x="438227" y="742183"/>
                  </a:lnTo>
                  <a:lnTo>
                    <a:pt x="480913" y="742183"/>
                  </a:lnTo>
                  <a:lnTo>
                    <a:pt x="489450" y="782787"/>
                  </a:lnTo>
                  <a:lnTo>
                    <a:pt x="497987" y="823349"/>
                  </a:lnTo>
                  <a:lnTo>
                    <a:pt x="506524" y="863870"/>
                  </a:lnTo>
                  <a:lnTo>
                    <a:pt x="515062" y="904350"/>
                  </a:lnTo>
                  <a:lnTo>
                    <a:pt x="523599" y="944789"/>
                  </a:lnTo>
                  <a:lnTo>
                    <a:pt x="472376" y="956912"/>
                  </a:lnTo>
                  <a:lnTo>
                    <a:pt x="478067" y="1005368"/>
                  </a:lnTo>
                  <a:lnTo>
                    <a:pt x="438229" y="1014111"/>
                  </a:lnTo>
                  <a:lnTo>
                    <a:pt x="398390" y="1022853"/>
                  </a:lnTo>
                  <a:lnTo>
                    <a:pt x="358551" y="1031592"/>
                  </a:lnTo>
                  <a:lnTo>
                    <a:pt x="318713" y="1040330"/>
                  </a:lnTo>
                  <a:lnTo>
                    <a:pt x="278874" y="1049065"/>
                  </a:lnTo>
                  <a:close/>
                </a:path>
              </a:pathLst>
            </a:custGeom>
            <a:solidFill>
              <a:srgbClr val="ADD8E6">
                <a:alpha val="100000"/>
              </a:srgbClr>
            </a:solidFill>
            <a:ln w="13550" cap="flat">
              <a:solidFill>
                <a:srgbClr val="FFFFFF">
                  <a:alpha val="100000"/>
                </a:srgbClr>
              </a:solidFill>
              <a:prstDash val="solid"/>
              <a:round/>
            </a:ln>
          </p:spPr>
          <p:txBody>
            <a:bodyPr/>
            <a:lstStyle/>
            <a:p>
              <a:endParaRPr/>
            </a:p>
          </p:txBody>
        </p:sp>
        <p:sp>
          <p:nvSpPr>
            <p:cNvPr id="49" name="pg15">
              <a:extLst>
                <a:ext uri="{FF2B5EF4-FFF2-40B4-BE49-F238E27FC236}">
                  <a16:creationId xmlns:a16="http://schemas.microsoft.com/office/drawing/2014/main" id="{9673EFA0-5AF8-DB7B-E1F3-05E365076C91}"/>
                </a:ext>
              </a:extLst>
            </p:cNvPr>
            <p:cNvSpPr/>
            <p:nvPr/>
          </p:nvSpPr>
          <p:spPr>
            <a:xfrm>
              <a:off x="4091407" y="4434791"/>
              <a:ext cx="170738" cy="328030"/>
            </a:xfrm>
            <a:custGeom>
              <a:avLst/>
              <a:gdLst/>
              <a:ahLst/>
              <a:cxnLst/>
              <a:rect l="0" t="0" r="0" b="0"/>
              <a:pathLst>
                <a:path w="170738" h="328030">
                  <a:moveTo>
                    <a:pt x="22765" y="31732"/>
                  </a:moveTo>
                  <a:lnTo>
                    <a:pt x="71138" y="43625"/>
                  </a:lnTo>
                  <a:lnTo>
                    <a:pt x="85371" y="0"/>
                  </a:lnTo>
                  <a:lnTo>
                    <a:pt x="139435" y="11902"/>
                  </a:lnTo>
                  <a:lnTo>
                    <a:pt x="142285" y="23801"/>
                  </a:lnTo>
                  <a:lnTo>
                    <a:pt x="130898" y="67399"/>
                  </a:lnTo>
                  <a:lnTo>
                    <a:pt x="125211" y="91162"/>
                  </a:lnTo>
                  <a:lnTo>
                    <a:pt x="116670" y="103040"/>
                  </a:lnTo>
                  <a:lnTo>
                    <a:pt x="142285" y="106996"/>
                  </a:lnTo>
                  <a:lnTo>
                    <a:pt x="162201" y="110953"/>
                  </a:lnTo>
                  <a:lnTo>
                    <a:pt x="170738" y="118867"/>
                  </a:lnTo>
                  <a:lnTo>
                    <a:pt x="159355" y="154461"/>
                  </a:lnTo>
                  <a:lnTo>
                    <a:pt x="145131" y="201872"/>
                  </a:lnTo>
                  <a:lnTo>
                    <a:pt x="128053" y="205817"/>
                  </a:lnTo>
                  <a:lnTo>
                    <a:pt x="113824" y="245281"/>
                  </a:lnTo>
                  <a:lnTo>
                    <a:pt x="105291" y="261055"/>
                  </a:lnTo>
                  <a:lnTo>
                    <a:pt x="113824" y="300465"/>
                  </a:lnTo>
                  <a:lnTo>
                    <a:pt x="102445" y="328030"/>
                  </a:lnTo>
                  <a:lnTo>
                    <a:pt x="93904" y="328030"/>
                  </a:lnTo>
                  <a:lnTo>
                    <a:pt x="85371" y="320156"/>
                  </a:lnTo>
                  <a:lnTo>
                    <a:pt x="85371" y="304404"/>
                  </a:lnTo>
                  <a:lnTo>
                    <a:pt x="76834" y="288646"/>
                  </a:lnTo>
                  <a:lnTo>
                    <a:pt x="76834" y="261055"/>
                  </a:lnTo>
                  <a:lnTo>
                    <a:pt x="79679" y="233446"/>
                  </a:lnTo>
                  <a:lnTo>
                    <a:pt x="71138" y="221607"/>
                  </a:lnTo>
                  <a:lnTo>
                    <a:pt x="82525" y="186074"/>
                  </a:lnTo>
                  <a:lnTo>
                    <a:pt x="93904" y="158414"/>
                  </a:lnTo>
                  <a:lnTo>
                    <a:pt x="91058" y="154461"/>
                  </a:lnTo>
                  <a:lnTo>
                    <a:pt x="82525" y="150508"/>
                  </a:lnTo>
                  <a:lnTo>
                    <a:pt x="76834" y="162364"/>
                  </a:lnTo>
                  <a:lnTo>
                    <a:pt x="65451" y="174219"/>
                  </a:lnTo>
                  <a:lnTo>
                    <a:pt x="56914" y="174219"/>
                  </a:lnTo>
                  <a:lnTo>
                    <a:pt x="39839" y="170271"/>
                  </a:lnTo>
                  <a:lnTo>
                    <a:pt x="25607" y="162364"/>
                  </a:lnTo>
                  <a:lnTo>
                    <a:pt x="14228" y="154461"/>
                  </a:lnTo>
                  <a:lnTo>
                    <a:pt x="5691" y="142600"/>
                  </a:lnTo>
                  <a:lnTo>
                    <a:pt x="0" y="130735"/>
                  </a:lnTo>
                  <a:lnTo>
                    <a:pt x="5691" y="114910"/>
                  </a:lnTo>
                  <a:lnTo>
                    <a:pt x="5691" y="103040"/>
                  </a:lnTo>
                  <a:close/>
                </a:path>
              </a:pathLst>
            </a:custGeom>
            <a:solidFill>
              <a:srgbClr val="A5C8E0">
                <a:alpha val="100000"/>
              </a:srgbClr>
            </a:solidFill>
            <a:ln w="13550" cap="flat">
              <a:solidFill>
                <a:srgbClr val="FFFFFF">
                  <a:alpha val="100000"/>
                </a:srgbClr>
              </a:solidFill>
              <a:prstDash val="solid"/>
              <a:round/>
            </a:ln>
          </p:spPr>
          <p:txBody>
            <a:bodyPr/>
            <a:lstStyle/>
            <a:p>
              <a:endParaRPr/>
            </a:p>
          </p:txBody>
        </p:sp>
        <p:sp>
          <p:nvSpPr>
            <p:cNvPr id="50" name="pg16">
              <a:extLst>
                <a:ext uri="{FF2B5EF4-FFF2-40B4-BE49-F238E27FC236}">
                  <a16:creationId xmlns:a16="http://schemas.microsoft.com/office/drawing/2014/main" id="{C1CD8A14-136A-6768-EEC2-61B0B426A328}"/>
                </a:ext>
              </a:extLst>
            </p:cNvPr>
            <p:cNvSpPr/>
            <p:nvPr/>
          </p:nvSpPr>
          <p:spPr>
            <a:xfrm>
              <a:off x="3835297" y="2749290"/>
              <a:ext cx="640273" cy="1406784"/>
            </a:xfrm>
            <a:custGeom>
              <a:avLst/>
              <a:gdLst/>
              <a:ahLst/>
              <a:cxnLst/>
              <a:rect l="0" t="0" r="0" b="0"/>
              <a:pathLst>
                <a:path w="640273" h="1406784">
                  <a:moveTo>
                    <a:pt x="549210" y="1314788"/>
                  </a:moveTo>
                  <a:lnTo>
                    <a:pt x="540677" y="1306778"/>
                  </a:lnTo>
                  <a:lnTo>
                    <a:pt x="460997" y="1318792"/>
                  </a:lnTo>
                  <a:lnTo>
                    <a:pt x="460997" y="1330803"/>
                  </a:lnTo>
                  <a:lnTo>
                    <a:pt x="469534" y="1346811"/>
                  </a:lnTo>
                  <a:lnTo>
                    <a:pt x="483763" y="1354813"/>
                  </a:lnTo>
                  <a:lnTo>
                    <a:pt x="486608" y="1370812"/>
                  </a:lnTo>
                  <a:lnTo>
                    <a:pt x="483763" y="1394799"/>
                  </a:lnTo>
                  <a:lnTo>
                    <a:pt x="475225" y="1402791"/>
                  </a:lnTo>
                  <a:lnTo>
                    <a:pt x="409774" y="1390799"/>
                  </a:lnTo>
                  <a:lnTo>
                    <a:pt x="404083" y="1386805"/>
                  </a:lnTo>
                  <a:lnTo>
                    <a:pt x="392700" y="1386805"/>
                  </a:lnTo>
                  <a:lnTo>
                    <a:pt x="378475" y="1406784"/>
                  </a:lnTo>
                  <a:lnTo>
                    <a:pt x="367088" y="1398795"/>
                  </a:lnTo>
                  <a:lnTo>
                    <a:pt x="369934" y="1386805"/>
                  </a:lnTo>
                  <a:lnTo>
                    <a:pt x="358555" y="1378809"/>
                  </a:lnTo>
                  <a:lnTo>
                    <a:pt x="341481" y="1374808"/>
                  </a:lnTo>
                  <a:lnTo>
                    <a:pt x="313024" y="1386805"/>
                  </a:lnTo>
                  <a:lnTo>
                    <a:pt x="293104" y="1330803"/>
                  </a:lnTo>
                  <a:lnTo>
                    <a:pt x="281717" y="1330803"/>
                  </a:lnTo>
                  <a:lnTo>
                    <a:pt x="267492" y="1278732"/>
                  </a:lnTo>
                  <a:lnTo>
                    <a:pt x="276030" y="1274724"/>
                  </a:lnTo>
                  <a:lnTo>
                    <a:pt x="267492" y="1238634"/>
                  </a:lnTo>
                  <a:lnTo>
                    <a:pt x="258955" y="1238634"/>
                  </a:lnTo>
                  <a:lnTo>
                    <a:pt x="256110" y="1226596"/>
                  </a:lnTo>
                  <a:lnTo>
                    <a:pt x="258955" y="1226596"/>
                  </a:lnTo>
                  <a:lnTo>
                    <a:pt x="256110" y="1202507"/>
                  </a:lnTo>
                  <a:lnTo>
                    <a:pt x="210578" y="1206525"/>
                  </a:lnTo>
                  <a:lnTo>
                    <a:pt x="207732" y="1186444"/>
                  </a:lnTo>
                  <a:lnTo>
                    <a:pt x="202041" y="1186444"/>
                  </a:lnTo>
                  <a:lnTo>
                    <a:pt x="202041" y="1178409"/>
                  </a:lnTo>
                  <a:lnTo>
                    <a:pt x="204887" y="1178409"/>
                  </a:lnTo>
                  <a:lnTo>
                    <a:pt x="204887" y="1150273"/>
                  </a:lnTo>
                  <a:lnTo>
                    <a:pt x="219119" y="1146252"/>
                  </a:lnTo>
                  <a:lnTo>
                    <a:pt x="211531" y="1104678"/>
                  </a:lnTo>
                  <a:lnTo>
                    <a:pt x="203942" y="1063062"/>
                  </a:lnTo>
                  <a:lnTo>
                    <a:pt x="196353" y="1021403"/>
                  </a:lnTo>
                  <a:lnTo>
                    <a:pt x="139435" y="1025436"/>
                  </a:lnTo>
                  <a:lnTo>
                    <a:pt x="128056" y="981045"/>
                  </a:lnTo>
                  <a:lnTo>
                    <a:pt x="91062" y="989120"/>
                  </a:lnTo>
                  <a:lnTo>
                    <a:pt x="91062" y="997193"/>
                  </a:lnTo>
                  <a:lnTo>
                    <a:pt x="73988" y="997193"/>
                  </a:lnTo>
                  <a:lnTo>
                    <a:pt x="65451" y="956811"/>
                  </a:lnTo>
                  <a:lnTo>
                    <a:pt x="56914" y="916389"/>
                  </a:lnTo>
                  <a:lnTo>
                    <a:pt x="48377" y="875926"/>
                  </a:lnTo>
                  <a:lnTo>
                    <a:pt x="39839" y="835422"/>
                  </a:lnTo>
                  <a:lnTo>
                    <a:pt x="31302" y="794877"/>
                  </a:lnTo>
                  <a:lnTo>
                    <a:pt x="22765" y="754290"/>
                  </a:lnTo>
                  <a:lnTo>
                    <a:pt x="25611" y="746171"/>
                  </a:lnTo>
                  <a:lnTo>
                    <a:pt x="12805" y="695370"/>
                  </a:lnTo>
                  <a:lnTo>
                    <a:pt x="0" y="644504"/>
                  </a:lnTo>
                  <a:lnTo>
                    <a:pt x="8537" y="636357"/>
                  </a:lnTo>
                  <a:lnTo>
                    <a:pt x="31302" y="632287"/>
                  </a:lnTo>
                  <a:lnTo>
                    <a:pt x="42685" y="615991"/>
                  </a:lnTo>
                  <a:lnTo>
                    <a:pt x="62605" y="603764"/>
                  </a:lnTo>
                  <a:lnTo>
                    <a:pt x="79676" y="587456"/>
                  </a:lnTo>
                  <a:lnTo>
                    <a:pt x="82525" y="575221"/>
                  </a:lnTo>
                  <a:lnTo>
                    <a:pt x="73988" y="558901"/>
                  </a:lnTo>
                  <a:lnTo>
                    <a:pt x="79676" y="538492"/>
                  </a:lnTo>
                  <a:lnTo>
                    <a:pt x="85371" y="518073"/>
                  </a:lnTo>
                  <a:lnTo>
                    <a:pt x="99596" y="505816"/>
                  </a:lnTo>
                  <a:lnTo>
                    <a:pt x="125207" y="497643"/>
                  </a:lnTo>
                  <a:lnTo>
                    <a:pt x="139435" y="481291"/>
                  </a:lnTo>
                  <a:lnTo>
                    <a:pt x="147973" y="440386"/>
                  </a:lnTo>
                  <a:lnTo>
                    <a:pt x="145127" y="432196"/>
                  </a:lnTo>
                  <a:lnTo>
                    <a:pt x="128056" y="419916"/>
                  </a:lnTo>
                  <a:lnTo>
                    <a:pt x="125207" y="378944"/>
                  </a:lnTo>
                  <a:lnTo>
                    <a:pt x="142281" y="354343"/>
                  </a:lnTo>
                  <a:lnTo>
                    <a:pt x="156514" y="296875"/>
                  </a:lnTo>
                  <a:lnTo>
                    <a:pt x="150822" y="288659"/>
                  </a:lnTo>
                  <a:lnTo>
                    <a:pt x="130902" y="259887"/>
                  </a:lnTo>
                  <a:lnTo>
                    <a:pt x="145127" y="222865"/>
                  </a:lnTo>
                  <a:lnTo>
                    <a:pt x="159355" y="202281"/>
                  </a:lnTo>
                  <a:lnTo>
                    <a:pt x="170738" y="177570"/>
                  </a:lnTo>
                  <a:lnTo>
                    <a:pt x="176433" y="161085"/>
                  </a:lnTo>
                  <a:lnTo>
                    <a:pt x="184967" y="152838"/>
                  </a:lnTo>
                  <a:lnTo>
                    <a:pt x="207732" y="136343"/>
                  </a:lnTo>
                  <a:lnTo>
                    <a:pt x="230498" y="119841"/>
                  </a:lnTo>
                  <a:lnTo>
                    <a:pt x="241881" y="99206"/>
                  </a:lnTo>
                  <a:lnTo>
                    <a:pt x="253264" y="66164"/>
                  </a:lnTo>
                  <a:lnTo>
                    <a:pt x="258955" y="16549"/>
                  </a:lnTo>
                  <a:lnTo>
                    <a:pt x="261801" y="0"/>
                  </a:lnTo>
                  <a:lnTo>
                    <a:pt x="313022" y="0"/>
                  </a:lnTo>
                  <a:lnTo>
                    <a:pt x="364244" y="0"/>
                  </a:lnTo>
                  <a:lnTo>
                    <a:pt x="415465" y="0"/>
                  </a:lnTo>
                  <a:lnTo>
                    <a:pt x="414043" y="62032"/>
                  </a:lnTo>
                  <a:lnTo>
                    <a:pt x="412620" y="123967"/>
                  </a:lnTo>
                  <a:lnTo>
                    <a:pt x="409774" y="128095"/>
                  </a:lnTo>
                  <a:lnTo>
                    <a:pt x="410587" y="169917"/>
                  </a:lnTo>
                  <a:lnTo>
                    <a:pt x="411400" y="211693"/>
                  </a:lnTo>
                  <a:lnTo>
                    <a:pt x="412213" y="253426"/>
                  </a:lnTo>
                  <a:lnTo>
                    <a:pt x="413026" y="295114"/>
                  </a:lnTo>
                  <a:lnTo>
                    <a:pt x="413839" y="336758"/>
                  </a:lnTo>
                  <a:lnTo>
                    <a:pt x="414652" y="378359"/>
                  </a:lnTo>
                  <a:lnTo>
                    <a:pt x="415465" y="419916"/>
                  </a:lnTo>
                  <a:lnTo>
                    <a:pt x="438231" y="419916"/>
                  </a:lnTo>
                  <a:lnTo>
                    <a:pt x="460997" y="497643"/>
                  </a:lnTo>
                  <a:lnTo>
                    <a:pt x="432540" y="501733"/>
                  </a:lnTo>
                  <a:lnTo>
                    <a:pt x="426848" y="489468"/>
                  </a:lnTo>
                  <a:lnTo>
                    <a:pt x="409774" y="493556"/>
                  </a:lnTo>
                  <a:lnTo>
                    <a:pt x="424006" y="513988"/>
                  </a:lnTo>
                  <a:lnTo>
                    <a:pt x="418311" y="546657"/>
                  </a:lnTo>
                  <a:lnTo>
                    <a:pt x="406928" y="558901"/>
                  </a:lnTo>
                  <a:lnTo>
                    <a:pt x="412620" y="567062"/>
                  </a:lnTo>
                  <a:lnTo>
                    <a:pt x="412620" y="575221"/>
                  </a:lnTo>
                  <a:lnTo>
                    <a:pt x="406928" y="575221"/>
                  </a:lnTo>
                  <a:lnTo>
                    <a:pt x="395546" y="571142"/>
                  </a:lnTo>
                  <a:lnTo>
                    <a:pt x="387008" y="558901"/>
                  </a:lnTo>
                  <a:lnTo>
                    <a:pt x="381321" y="558901"/>
                  </a:lnTo>
                  <a:lnTo>
                    <a:pt x="378475" y="562982"/>
                  </a:lnTo>
                  <a:lnTo>
                    <a:pt x="375629" y="579300"/>
                  </a:lnTo>
                  <a:lnTo>
                    <a:pt x="367088" y="587456"/>
                  </a:lnTo>
                  <a:lnTo>
                    <a:pt x="361401" y="591531"/>
                  </a:lnTo>
                  <a:lnTo>
                    <a:pt x="369934" y="591531"/>
                  </a:lnTo>
                  <a:lnTo>
                    <a:pt x="384163" y="620065"/>
                  </a:lnTo>
                  <a:lnTo>
                    <a:pt x="392700" y="632287"/>
                  </a:lnTo>
                  <a:lnTo>
                    <a:pt x="404083" y="636357"/>
                  </a:lnTo>
                  <a:lnTo>
                    <a:pt x="398395" y="644504"/>
                  </a:lnTo>
                  <a:lnTo>
                    <a:pt x="404083" y="648576"/>
                  </a:lnTo>
                  <a:lnTo>
                    <a:pt x="418311" y="644504"/>
                  </a:lnTo>
                  <a:lnTo>
                    <a:pt x="426848" y="644504"/>
                  </a:lnTo>
                  <a:lnTo>
                    <a:pt x="426848" y="648576"/>
                  </a:lnTo>
                  <a:lnTo>
                    <a:pt x="426848" y="656716"/>
                  </a:lnTo>
                  <a:lnTo>
                    <a:pt x="426848" y="664856"/>
                  </a:lnTo>
                  <a:lnTo>
                    <a:pt x="415465" y="677067"/>
                  </a:lnTo>
                  <a:lnTo>
                    <a:pt x="415465" y="689268"/>
                  </a:lnTo>
                  <a:lnTo>
                    <a:pt x="406928" y="705534"/>
                  </a:lnTo>
                  <a:lnTo>
                    <a:pt x="398395" y="717730"/>
                  </a:lnTo>
                  <a:lnTo>
                    <a:pt x="387008" y="725858"/>
                  </a:lnTo>
                  <a:lnTo>
                    <a:pt x="396968" y="769517"/>
                  </a:lnTo>
                  <a:lnTo>
                    <a:pt x="406928" y="813128"/>
                  </a:lnTo>
                  <a:lnTo>
                    <a:pt x="416888" y="856691"/>
                  </a:lnTo>
                  <a:lnTo>
                    <a:pt x="426848" y="900208"/>
                  </a:lnTo>
                  <a:lnTo>
                    <a:pt x="418311" y="904256"/>
                  </a:lnTo>
                  <a:lnTo>
                    <a:pt x="427797" y="948731"/>
                  </a:lnTo>
                  <a:lnTo>
                    <a:pt x="437283" y="993158"/>
                  </a:lnTo>
                  <a:lnTo>
                    <a:pt x="446768" y="1037534"/>
                  </a:lnTo>
                  <a:lnTo>
                    <a:pt x="452460" y="1041566"/>
                  </a:lnTo>
                  <a:lnTo>
                    <a:pt x="466688" y="1106019"/>
                  </a:lnTo>
                  <a:lnTo>
                    <a:pt x="529290" y="1089915"/>
                  </a:lnTo>
                  <a:lnTo>
                    <a:pt x="526444" y="1069778"/>
                  </a:lnTo>
                  <a:lnTo>
                    <a:pt x="600437" y="1053660"/>
                  </a:lnTo>
                  <a:lnTo>
                    <a:pt x="607076" y="1095957"/>
                  </a:lnTo>
                  <a:lnTo>
                    <a:pt x="613715" y="1138209"/>
                  </a:lnTo>
                  <a:lnTo>
                    <a:pt x="620355" y="1180418"/>
                  </a:lnTo>
                  <a:lnTo>
                    <a:pt x="626994" y="1222582"/>
                  </a:lnTo>
                  <a:lnTo>
                    <a:pt x="633633" y="1264702"/>
                  </a:lnTo>
                  <a:lnTo>
                    <a:pt x="640273" y="1306778"/>
                  </a:lnTo>
                  <a:lnTo>
                    <a:pt x="611816" y="1306778"/>
                  </a:lnTo>
                  <a:lnTo>
                    <a:pt x="603282" y="1274724"/>
                  </a:lnTo>
                  <a:lnTo>
                    <a:pt x="580517" y="1278732"/>
                  </a:lnTo>
                  <a:lnTo>
                    <a:pt x="569130" y="1290754"/>
                  </a:lnTo>
                  <a:lnTo>
                    <a:pt x="566288" y="1310784"/>
                  </a:lnTo>
                  <a:close/>
                </a:path>
              </a:pathLst>
            </a:custGeom>
            <a:solidFill>
              <a:srgbClr val="A3C6DF">
                <a:alpha val="100000"/>
              </a:srgbClr>
            </a:solidFill>
            <a:ln w="13550" cap="flat">
              <a:solidFill>
                <a:srgbClr val="FFFFFF">
                  <a:alpha val="100000"/>
                </a:srgbClr>
              </a:solidFill>
              <a:prstDash val="solid"/>
              <a:round/>
            </a:ln>
          </p:spPr>
          <p:txBody>
            <a:bodyPr/>
            <a:lstStyle/>
            <a:p>
              <a:endParaRPr/>
            </a:p>
          </p:txBody>
        </p:sp>
        <p:sp>
          <p:nvSpPr>
            <p:cNvPr id="51" name="pg17">
              <a:extLst>
                <a:ext uri="{FF2B5EF4-FFF2-40B4-BE49-F238E27FC236}">
                  <a16:creationId xmlns:a16="http://schemas.microsoft.com/office/drawing/2014/main" id="{DAD7675B-8A83-1984-07B6-5D3DB78411B5}"/>
                </a:ext>
              </a:extLst>
            </p:cNvPr>
            <p:cNvSpPr/>
            <p:nvPr/>
          </p:nvSpPr>
          <p:spPr>
            <a:xfrm>
              <a:off x="4358900" y="4024014"/>
              <a:ext cx="347172" cy="355185"/>
            </a:xfrm>
            <a:custGeom>
              <a:avLst/>
              <a:gdLst/>
              <a:ahLst/>
              <a:cxnLst/>
              <a:rect l="0" t="0" r="0" b="0"/>
              <a:pathLst>
                <a:path w="347172" h="355185">
                  <a:moveTo>
                    <a:pt x="116670" y="32054"/>
                  </a:moveTo>
                  <a:lnTo>
                    <a:pt x="147973" y="24043"/>
                  </a:lnTo>
                  <a:lnTo>
                    <a:pt x="162201" y="80089"/>
                  </a:lnTo>
                  <a:lnTo>
                    <a:pt x="212474" y="70753"/>
                  </a:lnTo>
                  <a:lnTo>
                    <a:pt x="262747" y="61416"/>
                  </a:lnTo>
                  <a:lnTo>
                    <a:pt x="313020" y="52076"/>
                  </a:lnTo>
                  <a:lnTo>
                    <a:pt x="330094" y="44068"/>
                  </a:lnTo>
                  <a:lnTo>
                    <a:pt x="338631" y="56079"/>
                  </a:lnTo>
                  <a:lnTo>
                    <a:pt x="335786" y="64084"/>
                  </a:lnTo>
                  <a:lnTo>
                    <a:pt x="330094" y="76088"/>
                  </a:lnTo>
                  <a:lnTo>
                    <a:pt x="327252" y="92089"/>
                  </a:lnTo>
                  <a:lnTo>
                    <a:pt x="324407" y="104085"/>
                  </a:lnTo>
                  <a:lnTo>
                    <a:pt x="327252" y="112081"/>
                  </a:lnTo>
                  <a:lnTo>
                    <a:pt x="338631" y="124071"/>
                  </a:lnTo>
                  <a:lnTo>
                    <a:pt x="347172" y="144044"/>
                  </a:lnTo>
                  <a:lnTo>
                    <a:pt x="338631" y="144044"/>
                  </a:lnTo>
                  <a:lnTo>
                    <a:pt x="324407" y="211889"/>
                  </a:lnTo>
                  <a:lnTo>
                    <a:pt x="310174" y="223850"/>
                  </a:lnTo>
                  <a:lnTo>
                    <a:pt x="278875" y="223850"/>
                  </a:lnTo>
                  <a:lnTo>
                    <a:pt x="261801" y="235807"/>
                  </a:lnTo>
                  <a:lnTo>
                    <a:pt x="250414" y="247761"/>
                  </a:lnTo>
                  <a:lnTo>
                    <a:pt x="250414" y="263694"/>
                  </a:lnTo>
                  <a:lnTo>
                    <a:pt x="261801" y="283601"/>
                  </a:lnTo>
                  <a:lnTo>
                    <a:pt x="256110" y="315430"/>
                  </a:lnTo>
                  <a:lnTo>
                    <a:pt x="253260" y="331337"/>
                  </a:lnTo>
                  <a:lnTo>
                    <a:pt x="233344" y="355185"/>
                  </a:lnTo>
                  <a:lnTo>
                    <a:pt x="219115" y="347237"/>
                  </a:lnTo>
                  <a:lnTo>
                    <a:pt x="210578" y="355185"/>
                  </a:lnTo>
                  <a:lnTo>
                    <a:pt x="196350" y="355185"/>
                  </a:lnTo>
                  <a:lnTo>
                    <a:pt x="156510" y="317420"/>
                  </a:lnTo>
                  <a:lnTo>
                    <a:pt x="116670" y="279621"/>
                  </a:lnTo>
                  <a:lnTo>
                    <a:pt x="76834" y="307475"/>
                  </a:lnTo>
                  <a:lnTo>
                    <a:pt x="54068" y="287579"/>
                  </a:lnTo>
                  <a:lnTo>
                    <a:pt x="42685" y="299520"/>
                  </a:lnTo>
                  <a:lnTo>
                    <a:pt x="0" y="287579"/>
                  </a:lnTo>
                  <a:lnTo>
                    <a:pt x="12803" y="247760"/>
                  </a:lnTo>
                  <a:lnTo>
                    <a:pt x="25607" y="207901"/>
                  </a:lnTo>
                  <a:lnTo>
                    <a:pt x="48373" y="207901"/>
                  </a:lnTo>
                  <a:lnTo>
                    <a:pt x="62605" y="152034"/>
                  </a:lnTo>
                  <a:lnTo>
                    <a:pt x="42685" y="144044"/>
                  </a:lnTo>
                  <a:lnTo>
                    <a:pt x="48373" y="84089"/>
                  </a:lnTo>
                  <a:lnTo>
                    <a:pt x="22765" y="80089"/>
                  </a:lnTo>
                  <a:lnTo>
                    <a:pt x="28453" y="60082"/>
                  </a:lnTo>
                  <a:lnTo>
                    <a:pt x="25607" y="40064"/>
                  </a:lnTo>
                  <a:lnTo>
                    <a:pt x="42685" y="36059"/>
                  </a:lnTo>
                  <a:lnTo>
                    <a:pt x="45527" y="16030"/>
                  </a:lnTo>
                  <a:lnTo>
                    <a:pt x="56914" y="4008"/>
                  </a:lnTo>
                  <a:lnTo>
                    <a:pt x="79679" y="0"/>
                  </a:lnTo>
                  <a:lnTo>
                    <a:pt x="88213" y="32054"/>
                  </a:lnTo>
                  <a:close/>
                </a:path>
              </a:pathLst>
            </a:custGeom>
            <a:solidFill>
              <a:srgbClr val="ABD4E4">
                <a:alpha val="100000"/>
              </a:srgbClr>
            </a:solidFill>
            <a:ln w="13550" cap="flat">
              <a:solidFill>
                <a:srgbClr val="FFFFFF">
                  <a:alpha val="100000"/>
                </a:srgbClr>
              </a:solidFill>
              <a:prstDash val="solid"/>
              <a:round/>
            </a:ln>
          </p:spPr>
          <p:txBody>
            <a:bodyPr/>
            <a:lstStyle/>
            <a:p>
              <a:endParaRPr/>
            </a:p>
          </p:txBody>
        </p:sp>
        <p:sp>
          <p:nvSpPr>
            <p:cNvPr id="52" name="pg18">
              <a:extLst>
                <a:ext uri="{FF2B5EF4-FFF2-40B4-BE49-F238E27FC236}">
                  <a16:creationId xmlns:a16="http://schemas.microsoft.com/office/drawing/2014/main" id="{1D32CA49-9C7D-99BA-32DE-DC42B78776B3}"/>
                </a:ext>
              </a:extLst>
            </p:cNvPr>
            <p:cNvSpPr/>
            <p:nvPr/>
          </p:nvSpPr>
          <p:spPr>
            <a:xfrm>
              <a:off x="5056087" y="3377503"/>
              <a:ext cx="543519" cy="890284"/>
            </a:xfrm>
            <a:custGeom>
              <a:avLst/>
              <a:gdLst/>
              <a:ahLst/>
              <a:cxnLst/>
              <a:rect l="0" t="0" r="0" b="0"/>
              <a:pathLst>
                <a:path w="543519" h="890284">
                  <a:moveTo>
                    <a:pt x="159355" y="4073"/>
                  </a:moveTo>
                  <a:lnTo>
                    <a:pt x="170738" y="8143"/>
                  </a:lnTo>
                  <a:lnTo>
                    <a:pt x="184963" y="8143"/>
                  </a:lnTo>
                  <a:lnTo>
                    <a:pt x="202041" y="0"/>
                  </a:lnTo>
                  <a:lnTo>
                    <a:pt x="213424" y="28502"/>
                  </a:lnTo>
                  <a:lnTo>
                    <a:pt x="224807" y="40712"/>
                  </a:lnTo>
                  <a:lnTo>
                    <a:pt x="261801" y="56987"/>
                  </a:lnTo>
                  <a:lnTo>
                    <a:pt x="287409" y="69188"/>
                  </a:lnTo>
                  <a:lnTo>
                    <a:pt x="318711" y="56987"/>
                  </a:lnTo>
                  <a:lnTo>
                    <a:pt x="330094" y="61054"/>
                  </a:lnTo>
                  <a:lnTo>
                    <a:pt x="338631" y="77320"/>
                  </a:lnTo>
                  <a:lnTo>
                    <a:pt x="341477" y="117957"/>
                  </a:lnTo>
                  <a:lnTo>
                    <a:pt x="332940" y="134200"/>
                  </a:lnTo>
                  <a:lnTo>
                    <a:pt x="310174" y="138257"/>
                  </a:lnTo>
                  <a:lnTo>
                    <a:pt x="307329" y="150436"/>
                  </a:lnTo>
                  <a:lnTo>
                    <a:pt x="307329" y="158549"/>
                  </a:lnTo>
                  <a:lnTo>
                    <a:pt x="321557" y="199103"/>
                  </a:lnTo>
                  <a:lnTo>
                    <a:pt x="335786" y="215313"/>
                  </a:lnTo>
                  <a:lnTo>
                    <a:pt x="338631" y="231517"/>
                  </a:lnTo>
                  <a:lnTo>
                    <a:pt x="324403" y="284130"/>
                  </a:lnTo>
                  <a:lnTo>
                    <a:pt x="318711" y="292221"/>
                  </a:lnTo>
                  <a:lnTo>
                    <a:pt x="332940" y="316475"/>
                  </a:lnTo>
                  <a:lnTo>
                    <a:pt x="358551" y="368979"/>
                  </a:lnTo>
                  <a:lnTo>
                    <a:pt x="375626" y="381086"/>
                  </a:lnTo>
                  <a:lnTo>
                    <a:pt x="392700" y="373015"/>
                  </a:lnTo>
                  <a:lnTo>
                    <a:pt x="418311" y="344755"/>
                  </a:lnTo>
                  <a:lnTo>
                    <a:pt x="426848" y="352831"/>
                  </a:lnTo>
                  <a:lnTo>
                    <a:pt x="443923" y="360906"/>
                  </a:lnTo>
                  <a:lnTo>
                    <a:pt x="460997" y="364943"/>
                  </a:lnTo>
                  <a:lnTo>
                    <a:pt x="489454" y="397222"/>
                  </a:lnTo>
                  <a:lnTo>
                    <a:pt x="506528" y="421415"/>
                  </a:lnTo>
                  <a:lnTo>
                    <a:pt x="492296" y="441565"/>
                  </a:lnTo>
                  <a:lnTo>
                    <a:pt x="489454" y="453649"/>
                  </a:lnTo>
                  <a:lnTo>
                    <a:pt x="515062" y="493903"/>
                  </a:lnTo>
                  <a:lnTo>
                    <a:pt x="515062" y="518038"/>
                  </a:lnTo>
                  <a:lnTo>
                    <a:pt x="506528" y="534120"/>
                  </a:lnTo>
                  <a:lnTo>
                    <a:pt x="486608" y="534120"/>
                  </a:lnTo>
                  <a:lnTo>
                    <a:pt x="455302" y="534120"/>
                  </a:lnTo>
                  <a:lnTo>
                    <a:pt x="452456" y="574293"/>
                  </a:lnTo>
                  <a:lnTo>
                    <a:pt x="469534" y="578311"/>
                  </a:lnTo>
                  <a:lnTo>
                    <a:pt x="478067" y="586341"/>
                  </a:lnTo>
                  <a:lnTo>
                    <a:pt x="492296" y="574293"/>
                  </a:lnTo>
                  <a:lnTo>
                    <a:pt x="500833" y="574293"/>
                  </a:lnTo>
                  <a:lnTo>
                    <a:pt x="506528" y="586341"/>
                  </a:lnTo>
                  <a:lnTo>
                    <a:pt x="512216" y="602393"/>
                  </a:lnTo>
                  <a:lnTo>
                    <a:pt x="534981" y="598382"/>
                  </a:lnTo>
                  <a:lnTo>
                    <a:pt x="543519" y="598382"/>
                  </a:lnTo>
                  <a:lnTo>
                    <a:pt x="537827" y="614432"/>
                  </a:lnTo>
                  <a:lnTo>
                    <a:pt x="537827" y="638492"/>
                  </a:lnTo>
                  <a:lnTo>
                    <a:pt x="526444" y="646510"/>
                  </a:lnTo>
                  <a:lnTo>
                    <a:pt x="506528" y="650518"/>
                  </a:lnTo>
                  <a:lnTo>
                    <a:pt x="495142" y="662540"/>
                  </a:lnTo>
                  <a:lnTo>
                    <a:pt x="469534" y="706592"/>
                  </a:lnTo>
                  <a:lnTo>
                    <a:pt x="455302" y="722599"/>
                  </a:lnTo>
                  <a:lnTo>
                    <a:pt x="441077" y="726599"/>
                  </a:lnTo>
                  <a:lnTo>
                    <a:pt x="429694" y="742598"/>
                  </a:lnTo>
                  <a:lnTo>
                    <a:pt x="412616" y="730600"/>
                  </a:lnTo>
                  <a:lnTo>
                    <a:pt x="398391" y="734600"/>
                  </a:lnTo>
                  <a:lnTo>
                    <a:pt x="398391" y="718598"/>
                  </a:lnTo>
                  <a:lnTo>
                    <a:pt x="395546" y="702589"/>
                  </a:lnTo>
                  <a:lnTo>
                    <a:pt x="381317" y="694583"/>
                  </a:lnTo>
                  <a:lnTo>
                    <a:pt x="367088" y="694583"/>
                  </a:lnTo>
                  <a:lnTo>
                    <a:pt x="355706" y="698586"/>
                  </a:lnTo>
                  <a:lnTo>
                    <a:pt x="358551" y="722599"/>
                  </a:lnTo>
                  <a:lnTo>
                    <a:pt x="352860" y="746594"/>
                  </a:lnTo>
                  <a:lnTo>
                    <a:pt x="344323" y="762585"/>
                  </a:lnTo>
                  <a:lnTo>
                    <a:pt x="332940" y="758591"/>
                  </a:lnTo>
                  <a:lnTo>
                    <a:pt x="327252" y="758591"/>
                  </a:lnTo>
                  <a:lnTo>
                    <a:pt x="332940" y="734600"/>
                  </a:lnTo>
                  <a:lnTo>
                    <a:pt x="321557" y="730600"/>
                  </a:lnTo>
                  <a:lnTo>
                    <a:pt x="313020" y="734600"/>
                  </a:lnTo>
                  <a:lnTo>
                    <a:pt x="301637" y="758591"/>
                  </a:lnTo>
                  <a:lnTo>
                    <a:pt x="295946" y="750595"/>
                  </a:lnTo>
                  <a:lnTo>
                    <a:pt x="276026" y="742598"/>
                  </a:lnTo>
                  <a:lnTo>
                    <a:pt x="264647" y="738599"/>
                  </a:lnTo>
                  <a:lnTo>
                    <a:pt x="258955" y="758591"/>
                  </a:lnTo>
                  <a:lnTo>
                    <a:pt x="261801" y="786563"/>
                  </a:lnTo>
                  <a:lnTo>
                    <a:pt x="253260" y="806528"/>
                  </a:lnTo>
                  <a:lnTo>
                    <a:pt x="239035" y="810521"/>
                  </a:lnTo>
                  <a:lnTo>
                    <a:pt x="219115" y="798545"/>
                  </a:lnTo>
                  <a:lnTo>
                    <a:pt x="207729" y="798545"/>
                  </a:lnTo>
                  <a:lnTo>
                    <a:pt x="184963" y="826486"/>
                  </a:lnTo>
                  <a:lnTo>
                    <a:pt x="179275" y="822496"/>
                  </a:lnTo>
                  <a:lnTo>
                    <a:pt x="167893" y="814515"/>
                  </a:lnTo>
                  <a:lnTo>
                    <a:pt x="167893" y="786563"/>
                  </a:lnTo>
                  <a:lnTo>
                    <a:pt x="162201" y="782568"/>
                  </a:lnTo>
                  <a:lnTo>
                    <a:pt x="147973" y="790555"/>
                  </a:lnTo>
                  <a:lnTo>
                    <a:pt x="133744" y="790555"/>
                  </a:lnTo>
                  <a:lnTo>
                    <a:pt x="125207" y="786563"/>
                  </a:lnTo>
                  <a:lnTo>
                    <a:pt x="122365" y="802538"/>
                  </a:lnTo>
                  <a:lnTo>
                    <a:pt x="110978" y="814515"/>
                  </a:lnTo>
                  <a:lnTo>
                    <a:pt x="113824" y="838457"/>
                  </a:lnTo>
                  <a:lnTo>
                    <a:pt x="108133" y="854412"/>
                  </a:lnTo>
                  <a:lnTo>
                    <a:pt x="96750" y="870360"/>
                  </a:lnTo>
                  <a:lnTo>
                    <a:pt x="96750" y="886302"/>
                  </a:lnTo>
                  <a:lnTo>
                    <a:pt x="88213" y="890284"/>
                  </a:lnTo>
                  <a:lnTo>
                    <a:pt x="73984" y="870360"/>
                  </a:lnTo>
                  <a:lnTo>
                    <a:pt x="59759" y="866374"/>
                  </a:lnTo>
                  <a:lnTo>
                    <a:pt x="54068" y="854412"/>
                  </a:lnTo>
                  <a:lnTo>
                    <a:pt x="56914" y="842446"/>
                  </a:lnTo>
                  <a:lnTo>
                    <a:pt x="45527" y="770581"/>
                  </a:lnTo>
                  <a:lnTo>
                    <a:pt x="51218" y="766585"/>
                  </a:lnTo>
                  <a:lnTo>
                    <a:pt x="39839" y="706592"/>
                  </a:lnTo>
                  <a:lnTo>
                    <a:pt x="25607" y="706592"/>
                  </a:lnTo>
                  <a:lnTo>
                    <a:pt x="19205" y="661539"/>
                  </a:lnTo>
                  <a:lnTo>
                    <a:pt x="12803" y="616437"/>
                  </a:lnTo>
                  <a:lnTo>
                    <a:pt x="6401" y="571283"/>
                  </a:lnTo>
                  <a:lnTo>
                    <a:pt x="0" y="526080"/>
                  </a:lnTo>
                  <a:lnTo>
                    <a:pt x="45527" y="509995"/>
                  </a:lnTo>
                  <a:lnTo>
                    <a:pt x="38698" y="468950"/>
                  </a:lnTo>
                  <a:lnTo>
                    <a:pt x="31869" y="427862"/>
                  </a:lnTo>
                  <a:lnTo>
                    <a:pt x="25040" y="386733"/>
                  </a:lnTo>
                  <a:lnTo>
                    <a:pt x="18211" y="345562"/>
                  </a:lnTo>
                  <a:lnTo>
                    <a:pt x="11382" y="304348"/>
                  </a:lnTo>
                  <a:lnTo>
                    <a:pt x="65447" y="292221"/>
                  </a:lnTo>
                  <a:lnTo>
                    <a:pt x="61179" y="250413"/>
                  </a:lnTo>
                  <a:lnTo>
                    <a:pt x="56911" y="208561"/>
                  </a:lnTo>
                  <a:lnTo>
                    <a:pt x="52643" y="166665"/>
                  </a:lnTo>
                  <a:lnTo>
                    <a:pt x="48375" y="124725"/>
                  </a:lnTo>
                  <a:lnTo>
                    <a:pt x="44107" y="82741"/>
                  </a:lnTo>
                  <a:lnTo>
                    <a:pt x="39839" y="40712"/>
                  </a:lnTo>
                  <a:lnTo>
                    <a:pt x="79678" y="28503"/>
                  </a:lnTo>
                  <a:lnTo>
                    <a:pt x="119517" y="16290"/>
                  </a:lnTo>
                  <a:close/>
                </a:path>
              </a:pathLst>
            </a:custGeom>
            <a:solidFill>
              <a:srgbClr val="ACD6E5">
                <a:alpha val="100000"/>
              </a:srgbClr>
            </a:solidFill>
            <a:ln w="13550" cap="flat">
              <a:solidFill>
                <a:srgbClr val="FFFFFF">
                  <a:alpha val="100000"/>
                </a:srgbClr>
              </a:solidFill>
              <a:prstDash val="solid"/>
              <a:round/>
            </a:ln>
          </p:spPr>
          <p:txBody>
            <a:bodyPr/>
            <a:lstStyle/>
            <a:p>
              <a:endParaRPr/>
            </a:p>
          </p:txBody>
        </p:sp>
        <p:sp>
          <p:nvSpPr>
            <p:cNvPr id="53" name="pg19">
              <a:extLst>
                <a:ext uri="{FF2B5EF4-FFF2-40B4-BE49-F238E27FC236}">
                  <a16:creationId xmlns:a16="http://schemas.microsoft.com/office/drawing/2014/main" id="{7DA08C86-A6B0-628B-AF8A-37A2F1A1E637}"/>
                </a:ext>
              </a:extLst>
            </p:cNvPr>
            <p:cNvSpPr/>
            <p:nvPr/>
          </p:nvSpPr>
          <p:spPr>
            <a:xfrm>
              <a:off x="3630410" y="4687960"/>
              <a:ext cx="304483" cy="513404"/>
            </a:xfrm>
            <a:custGeom>
              <a:avLst/>
              <a:gdLst/>
              <a:ahLst/>
              <a:cxnLst/>
              <a:rect l="0" t="0" r="0" b="0"/>
              <a:pathLst>
                <a:path w="304483" h="513404">
                  <a:moveTo>
                    <a:pt x="79676" y="466640"/>
                  </a:moveTo>
                  <a:lnTo>
                    <a:pt x="73988" y="447138"/>
                  </a:lnTo>
                  <a:lnTo>
                    <a:pt x="76834" y="419820"/>
                  </a:lnTo>
                  <a:lnTo>
                    <a:pt x="76834" y="392487"/>
                  </a:lnTo>
                  <a:lnTo>
                    <a:pt x="71142" y="384674"/>
                  </a:lnTo>
                  <a:lnTo>
                    <a:pt x="56910" y="369042"/>
                  </a:lnTo>
                  <a:lnTo>
                    <a:pt x="19919" y="326026"/>
                  </a:lnTo>
                  <a:lnTo>
                    <a:pt x="2845" y="290797"/>
                  </a:lnTo>
                  <a:lnTo>
                    <a:pt x="0" y="263376"/>
                  </a:lnTo>
                  <a:lnTo>
                    <a:pt x="2845" y="224175"/>
                  </a:lnTo>
                  <a:lnTo>
                    <a:pt x="5691" y="208482"/>
                  </a:lnTo>
                  <a:lnTo>
                    <a:pt x="5691" y="173153"/>
                  </a:lnTo>
                  <a:lnTo>
                    <a:pt x="0" y="153513"/>
                  </a:lnTo>
                  <a:lnTo>
                    <a:pt x="0" y="107650"/>
                  </a:lnTo>
                  <a:lnTo>
                    <a:pt x="0" y="61736"/>
                  </a:lnTo>
                  <a:lnTo>
                    <a:pt x="0" y="15771"/>
                  </a:lnTo>
                  <a:lnTo>
                    <a:pt x="25611" y="7886"/>
                  </a:lnTo>
                  <a:lnTo>
                    <a:pt x="56910" y="0"/>
                  </a:lnTo>
                  <a:lnTo>
                    <a:pt x="73988" y="0"/>
                  </a:lnTo>
                  <a:lnTo>
                    <a:pt x="93908" y="7886"/>
                  </a:lnTo>
                  <a:lnTo>
                    <a:pt x="99596" y="7886"/>
                  </a:lnTo>
                  <a:lnTo>
                    <a:pt x="116674" y="7886"/>
                  </a:lnTo>
                  <a:lnTo>
                    <a:pt x="128053" y="7886"/>
                  </a:lnTo>
                  <a:lnTo>
                    <a:pt x="142281" y="7886"/>
                  </a:lnTo>
                  <a:lnTo>
                    <a:pt x="153668" y="15771"/>
                  </a:lnTo>
                  <a:lnTo>
                    <a:pt x="162201" y="27596"/>
                  </a:lnTo>
                  <a:lnTo>
                    <a:pt x="162201" y="55174"/>
                  </a:lnTo>
                  <a:lnTo>
                    <a:pt x="159355" y="66987"/>
                  </a:lnTo>
                  <a:lnTo>
                    <a:pt x="179279" y="86669"/>
                  </a:lnTo>
                  <a:lnTo>
                    <a:pt x="184967" y="74861"/>
                  </a:lnTo>
                  <a:lnTo>
                    <a:pt x="193504" y="78795"/>
                  </a:lnTo>
                  <a:lnTo>
                    <a:pt x="207732" y="63047"/>
                  </a:lnTo>
                  <a:lnTo>
                    <a:pt x="256110" y="114207"/>
                  </a:lnTo>
                  <a:lnTo>
                    <a:pt x="241881" y="133864"/>
                  </a:lnTo>
                  <a:lnTo>
                    <a:pt x="256110" y="145657"/>
                  </a:lnTo>
                  <a:lnTo>
                    <a:pt x="264647" y="161373"/>
                  </a:lnTo>
                  <a:lnTo>
                    <a:pt x="304483" y="184933"/>
                  </a:lnTo>
                  <a:lnTo>
                    <a:pt x="290258" y="220249"/>
                  </a:lnTo>
                  <a:lnTo>
                    <a:pt x="290258" y="232016"/>
                  </a:lnTo>
                  <a:lnTo>
                    <a:pt x="295949" y="263376"/>
                  </a:lnTo>
                  <a:lnTo>
                    <a:pt x="290258" y="275130"/>
                  </a:lnTo>
                  <a:lnTo>
                    <a:pt x="276030" y="286883"/>
                  </a:lnTo>
                  <a:lnTo>
                    <a:pt x="261797" y="310372"/>
                  </a:lnTo>
                  <a:lnTo>
                    <a:pt x="250418" y="326026"/>
                  </a:lnTo>
                  <a:lnTo>
                    <a:pt x="230498" y="326026"/>
                  </a:lnTo>
                  <a:lnTo>
                    <a:pt x="216270" y="326026"/>
                  </a:lnTo>
                  <a:lnTo>
                    <a:pt x="199199" y="357315"/>
                  </a:lnTo>
                  <a:lnTo>
                    <a:pt x="182121" y="404202"/>
                  </a:lnTo>
                  <a:lnTo>
                    <a:pt x="173584" y="443237"/>
                  </a:lnTo>
                  <a:lnTo>
                    <a:pt x="159355" y="466640"/>
                  </a:lnTo>
                  <a:lnTo>
                    <a:pt x="153668" y="490030"/>
                  </a:lnTo>
                  <a:lnTo>
                    <a:pt x="150818" y="505616"/>
                  </a:lnTo>
                  <a:lnTo>
                    <a:pt x="136594" y="513404"/>
                  </a:lnTo>
                  <a:lnTo>
                    <a:pt x="116674" y="497824"/>
                  </a:lnTo>
                  <a:lnTo>
                    <a:pt x="99596" y="486132"/>
                  </a:lnTo>
                  <a:lnTo>
                    <a:pt x="85371" y="474438"/>
                  </a:lnTo>
                  <a:close/>
                </a:path>
              </a:pathLst>
            </a:custGeom>
            <a:solidFill>
              <a:srgbClr val="8D9ECE">
                <a:alpha val="100000"/>
              </a:srgbClr>
            </a:solidFill>
            <a:ln w="13550" cap="flat">
              <a:solidFill>
                <a:srgbClr val="FFFFFF">
                  <a:alpha val="100000"/>
                </a:srgbClr>
              </a:solidFill>
              <a:prstDash val="solid"/>
              <a:round/>
            </a:ln>
          </p:spPr>
          <p:txBody>
            <a:bodyPr/>
            <a:lstStyle/>
            <a:p>
              <a:endParaRPr/>
            </a:p>
          </p:txBody>
        </p:sp>
        <p:sp>
          <p:nvSpPr>
            <p:cNvPr id="54" name="tx20">
              <a:extLst>
                <a:ext uri="{FF2B5EF4-FFF2-40B4-BE49-F238E27FC236}">
                  <a16:creationId xmlns:a16="http://schemas.microsoft.com/office/drawing/2014/main" id="{912D3E48-509D-7365-9C01-F7D2C11AFEDB}"/>
                </a:ext>
              </a:extLst>
            </p:cNvPr>
            <p:cNvSpPr/>
            <p:nvPr/>
          </p:nvSpPr>
          <p:spPr>
            <a:xfrm>
              <a:off x="3849932" y="4450828"/>
              <a:ext cx="331566" cy="93266"/>
            </a:xfrm>
            <a:prstGeom prst="rect">
              <a:avLst/>
            </a:prstGeom>
            <a:noFill/>
          </p:spPr>
          <p:txBody>
            <a:bodyPr wrap="none" lIns="0" tIns="0" rIns="0" bIns="0" anchor="ctr" anchorCtr="1"/>
            <a:lstStyle/>
            <a:p>
              <a:pPr>
                <a:lnSpc>
                  <a:spcPts val="853"/>
                </a:lnSpc>
              </a:pPr>
              <a:r>
                <a:rPr sz="853" dirty="0">
                  <a:solidFill>
                    <a:srgbClr val="FFFFFF">
                      <a:alpha val="100000"/>
                    </a:srgbClr>
                  </a:solidFill>
                  <a:latin typeface="Arial"/>
                  <a:cs typeface="Arial"/>
                </a:rPr>
                <a:t>27,425</a:t>
              </a:r>
            </a:p>
          </p:txBody>
        </p:sp>
        <p:sp>
          <p:nvSpPr>
            <p:cNvPr id="55" name="tx21">
              <a:extLst>
                <a:ext uri="{FF2B5EF4-FFF2-40B4-BE49-F238E27FC236}">
                  <a16:creationId xmlns:a16="http://schemas.microsoft.com/office/drawing/2014/main" id="{399BCB75-9706-2B0B-F9DE-4D1A398CC781}"/>
                </a:ext>
              </a:extLst>
            </p:cNvPr>
            <p:cNvSpPr/>
            <p:nvPr/>
          </p:nvSpPr>
          <p:spPr>
            <a:xfrm>
              <a:off x="4688794" y="2596917"/>
              <a:ext cx="331566"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13,550</a:t>
              </a:r>
            </a:p>
          </p:txBody>
        </p:sp>
        <p:sp>
          <p:nvSpPr>
            <p:cNvPr id="56" name="tx22">
              <a:extLst>
                <a:ext uri="{FF2B5EF4-FFF2-40B4-BE49-F238E27FC236}">
                  <a16:creationId xmlns:a16="http://schemas.microsoft.com/office/drawing/2014/main" id="{C63811D4-16BF-E27C-33A7-308E6D7F55F1}"/>
                </a:ext>
              </a:extLst>
            </p:cNvPr>
            <p:cNvSpPr/>
            <p:nvPr/>
          </p:nvSpPr>
          <p:spPr>
            <a:xfrm>
              <a:off x="4019456" y="4830406"/>
              <a:ext cx="391856" cy="93266"/>
            </a:xfrm>
            <a:prstGeom prst="rect">
              <a:avLst/>
            </a:prstGeom>
            <a:noFill/>
          </p:spPr>
          <p:txBody>
            <a:bodyPr wrap="none" lIns="0" tIns="0" rIns="0" bIns="0" anchor="ctr" anchorCtr="1"/>
            <a:lstStyle/>
            <a:p>
              <a:pPr>
                <a:lnSpc>
                  <a:spcPts val="853"/>
                </a:lnSpc>
              </a:pPr>
              <a:r>
                <a:rPr sz="853" dirty="0">
                  <a:latin typeface="Arial"/>
                  <a:cs typeface="Arial"/>
                </a:rPr>
                <a:t>124,750</a:t>
              </a:r>
            </a:p>
          </p:txBody>
        </p:sp>
        <p:sp>
          <p:nvSpPr>
            <p:cNvPr id="57" name="tx23">
              <a:extLst>
                <a:ext uri="{FF2B5EF4-FFF2-40B4-BE49-F238E27FC236}">
                  <a16:creationId xmlns:a16="http://schemas.microsoft.com/office/drawing/2014/main" id="{5B25409A-6BE2-74DE-CA7E-CD32658DE999}"/>
                </a:ext>
              </a:extLst>
            </p:cNvPr>
            <p:cNvSpPr/>
            <p:nvPr/>
          </p:nvSpPr>
          <p:spPr>
            <a:xfrm>
              <a:off x="3787462" y="3831517"/>
              <a:ext cx="271277"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8,548</a:t>
              </a:r>
            </a:p>
          </p:txBody>
        </p:sp>
        <p:sp>
          <p:nvSpPr>
            <p:cNvPr id="58" name="tx24">
              <a:extLst>
                <a:ext uri="{FF2B5EF4-FFF2-40B4-BE49-F238E27FC236}">
                  <a16:creationId xmlns:a16="http://schemas.microsoft.com/office/drawing/2014/main" id="{6985A268-B7AA-3E21-B566-195930B04FAD}"/>
                </a:ext>
              </a:extLst>
            </p:cNvPr>
            <p:cNvSpPr/>
            <p:nvPr/>
          </p:nvSpPr>
          <p:spPr>
            <a:xfrm>
              <a:off x="4696712" y="4147967"/>
              <a:ext cx="331566"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15,150</a:t>
              </a:r>
            </a:p>
          </p:txBody>
        </p:sp>
        <p:sp>
          <p:nvSpPr>
            <p:cNvPr id="59" name="tx25">
              <a:extLst>
                <a:ext uri="{FF2B5EF4-FFF2-40B4-BE49-F238E27FC236}">
                  <a16:creationId xmlns:a16="http://schemas.microsoft.com/office/drawing/2014/main" id="{81F20FC9-9A6F-AD9E-E758-5A5FC21F033C}"/>
                </a:ext>
              </a:extLst>
            </p:cNvPr>
            <p:cNvSpPr/>
            <p:nvPr/>
          </p:nvSpPr>
          <p:spPr>
            <a:xfrm>
              <a:off x="4106016" y="4250816"/>
              <a:ext cx="331566" cy="93266"/>
            </a:xfrm>
            <a:prstGeom prst="rect">
              <a:avLst/>
            </a:prstGeom>
            <a:noFill/>
          </p:spPr>
          <p:txBody>
            <a:bodyPr wrap="none" lIns="0" tIns="0" rIns="0" bIns="0" anchor="ctr" anchorCtr="1"/>
            <a:lstStyle/>
            <a:p>
              <a:pPr>
                <a:lnSpc>
                  <a:spcPts val="853"/>
                </a:lnSpc>
              </a:pPr>
              <a:r>
                <a:rPr sz="853" dirty="0">
                  <a:latin typeface="Arial"/>
                  <a:cs typeface="Arial"/>
                </a:rPr>
                <a:t>31,500</a:t>
              </a:r>
            </a:p>
          </p:txBody>
        </p:sp>
        <p:sp>
          <p:nvSpPr>
            <p:cNvPr id="60" name="tx26">
              <a:extLst>
                <a:ext uri="{FF2B5EF4-FFF2-40B4-BE49-F238E27FC236}">
                  <a16:creationId xmlns:a16="http://schemas.microsoft.com/office/drawing/2014/main" id="{16F363C3-B638-AC86-EE18-52BD7F0A0B55}"/>
                </a:ext>
              </a:extLst>
            </p:cNvPr>
            <p:cNvSpPr/>
            <p:nvPr/>
          </p:nvSpPr>
          <p:spPr>
            <a:xfrm>
              <a:off x="4470009" y="4418055"/>
              <a:ext cx="331566" cy="93266"/>
            </a:xfrm>
            <a:prstGeom prst="rect">
              <a:avLst/>
            </a:prstGeom>
            <a:noFill/>
          </p:spPr>
          <p:txBody>
            <a:bodyPr wrap="none" lIns="0" tIns="0" rIns="0" bIns="0" anchor="ctr" anchorCtr="1"/>
            <a:lstStyle/>
            <a:p>
              <a:pPr>
                <a:lnSpc>
                  <a:spcPts val="853"/>
                </a:lnSpc>
              </a:pPr>
              <a:r>
                <a:rPr sz="853" dirty="0">
                  <a:solidFill>
                    <a:srgbClr val="000000">
                      <a:alpha val="100000"/>
                    </a:srgbClr>
                  </a:solidFill>
                  <a:latin typeface="Arial"/>
                  <a:cs typeface="Arial"/>
                </a:rPr>
                <a:t>13,500</a:t>
              </a:r>
            </a:p>
          </p:txBody>
        </p:sp>
        <p:sp>
          <p:nvSpPr>
            <p:cNvPr id="61" name="tx27">
              <a:extLst>
                <a:ext uri="{FF2B5EF4-FFF2-40B4-BE49-F238E27FC236}">
                  <a16:creationId xmlns:a16="http://schemas.microsoft.com/office/drawing/2014/main" id="{5C948F96-4A07-9E32-59B5-0821EC43FE45}"/>
                </a:ext>
              </a:extLst>
            </p:cNvPr>
            <p:cNvSpPr/>
            <p:nvPr/>
          </p:nvSpPr>
          <p:spPr>
            <a:xfrm>
              <a:off x="4221187" y="4456385"/>
              <a:ext cx="271277"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9,175</a:t>
              </a:r>
            </a:p>
          </p:txBody>
        </p:sp>
        <p:sp>
          <p:nvSpPr>
            <p:cNvPr id="62" name="tx28">
              <a:extLst>
                <a:ext uri="{FF2B5EF4-FFF2-40B4-BE49-F238E27FC236}">
                  <a16:creationId xmlns:a16="http://schemas.microsoft.com/office/drawing/2014/main" id="{7D11E9F1-5C2F-0D88-8282-E7F02C25AC58}"/>
                </a:ext>
              </a:extLst>
            </p:cNvPr>
            <p:cNvSpPr/>
            <p:nvPr/>
          </p:nvSpPr>
          <p:spPr>
            <a:xfrm>
              <a:off x="3603742" y="4189153"/>
              <a:ext cx="331566"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16,525</a:t>
              </a:r>
            </a:p>
          </p:txBody>
        </p:sp>
        <p:sp>
          <p:nvSpPr>
            <p:cNvPr id="63" name="tx29">
              <a:extLst>
                <a:ext uri="{FF2B5EF4-FFF2-40B4-BE49-F238E27FC236}">
                  <a16:creationId xmlns:a16="http://schemas.microsoft.com/office/drawing/2014/main" id="{42E2F17D-EA44-A638-7CF6-BAD140123835}"/>
                </a:ext>
              </a:extLst>
            </p:cNvPr>
            <p:cNvSpPr/>
            <p:nvPr/>
          </p:nvSpPr>
          <p:spPr>
            <a:xfrm>
              <a:off x="4611361" y="3623344"/>
              <a:ext cx="331566" cy="93266"/>
            </a:xfrm>
            <a:prstGeom prst="rect">
              <a:avLst/>
            </a:prstGeom>
            <a:noFill/>
          </p:spPr>
          <p:txBody>
            <a:bodyPr wrap="none" lIns="0" tIns="0" rIns="0" bIns="0" anchor="ctr" anchorCtr="1"/>
            <a:lstStyle/>
            <a:p>
              <a:pPr>
                <a:lnSpc>
                  <a:spcPts val="853"/>
                </a:lnSpc>
              </a:pPr>
              <a:r>
                <a:rPr sz="853">
                  <a:solidFill>
                    <a:srgbClr val="FFFFFF">
                      <a:alpha val="100000"/>
                    </a:srgbClr>
                  </a:solidFill>
                  <a:latin typeface="Arial"/>
                  <a:cs typeface="Arial"/>
                </a:rPr>
                <a:t>42,475</a:t>
              </a:r>
            </a:p>
          </p:txBody>
        </p:sp>
        <p:sp>
          <p:nvSpPr>
            <p:cNvPr id="64" name="tx30">
              <a:extLst>
                <a:ext uri="{FF2B5EF4-FFF2-40B4-BE49-F238E27FC236}">
                  <a16:creationId xmlns:a16="http://schemas.microsoft.com/office/drawing/2014/main" id="{04ADEE15-2E57-9BDC-33AF-0559D4A5AF4D}"/>
                </a:ext>
              </a:extLst>
            </p:cNvPr>
            <p:cNvSpPr/>
            <p:nvPr/>
          </p:nvSpPr>
          <p:spPr>
            <a:xfrm>
              <a:off x="4201280" y="3339396"/>
              <a:ext cx="271277"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4,275</a:t>
              </a:r>
            </a:p>
          </p:txBody>
        </p:sp>
        <p:sp>
          <p:nvSpPr>
            <p:cNvPr id="65" name="tx31">
              <a:extLst>
                <a:ext uri="{FF2B5EF4-FFF2-40B4-BE49-F238E27FC236}">
                  <a16:creationId xmlns:a16="http://schemas.microsoft.com/office/drawing/2014/main" id="{6F722705-399C-BB09-3A83-97FC508F60CF}"/>
                </a:ext>
              </a:extLst>
            </p:cNvPr>
            <p:cNvSpPr/>
            <p:nvPr/>
          </p:nvSpPr>
          <p:spPr>
            <a:xfrm>
              <a:off x="4176042" y="4672849"/>
              <a:ext cx="331566" cy="93266"/>
            </a:xfrm>
            <a:prstGeom prst="rect">
              <a:avLst/>
            </a:prstGeom>
            <a:noFill/>
          </p:spPr>
          <p:txBody>
            <a:bodyPr wrap="none" lIns="0" tIns="0" rIns="0" bIns="0" anchor="ctr" anchorCtr="1"/>
            <a:lstStyle/>
            <a:p>
              <a:pPr>
                <a:lnSpc>
                  <a:spcPts val="853"/>
                </a:lnSpc>
              </a:pPr>
              <a:r>
                <a:rPr sz="853" dirty="0">
                  <a:solidFill>
                    <a:srgbClr val="000000">
                      <a:alpha val="100000"/>
                    </a:srgbClr>
                  </a:solidFill>
                  <a:latin typeface="Arial"/>
                  <a:cs typeface="Arial"/>
                </a:rPr>
                <a:t>13,000</a:t>
              </a:r>
            </a:p>
          </p:txBody>
        </p:sp>
        <p:sp>
          <p:nvSpPr>
            <p:cNvPr id="66" name="tx32">
              <a:extLst>
                <a:ext uri="{FF2B5EF4-FFF2-40B4-BE49-F238E27FC236}">
                  <a16:creationId xmlns:a16="http://schemas.microsoft.com/office/drawing/2014/main" id="{F7914872-180E-C852-2929-67589AFE6FB2}"/>
                </a:ext>
              </a:extLst>
            </p:cNvPr>
            <p:cNvSpPr/>
            <p:nvPr/>
          </p:nvSpPr>
          <p:spPr>
            <a:xfrm>
              <a:off x="3985651" y="3497047"/>
              <a:ext cx="331566"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14,325</a:t>
              </a:r>
            </a:p>
          </p:txBody>
        </p:sp>
        <p:sp>
          <p:nvSpPr>
            <p:cNvPr id="67" name="tx33">
              <a:extLst>
                <a:ext uri="{FF2B5EF4-FFF2-40B4-BE49-F238E27FC236}">
                  <a16:creationId xmlns:a16="http://schemas.microsoft.com/office/drawing/2014/main" id="{40B1EEB9-5F6A-12DE-6923-FDA5A6A68A3B}"/>
                </a:ext>
              </a:extLst>
            </p:cNvPr>
            <p:cNvSpPr/>
            <p:nvPr/>
          </p:nvSpPr>
          <p:spPr>
            <a:xfrm>
              <a:off x="4406063" y="4131822"/>
              <a:ext cx="271277"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6,625</a:t>
              </a:r>
            </a:p>
          </p:txBody>
        </p:sp>
        <p:sp>
          <p:nvSpPr>
            <p:cNvPr id="68" name="tx34">
              <a:extLst>
                <a:ext uri="{FF2B5EF4-FFF2-40B4-BE49-F238E27FC236}">
                  <a16:creationId xmlns:a16="http://schemas.microsoft.com/office/drawing/2014/main" id="{92FCF77E-6D9C-4F02-110C-B05BCAE67D8D}"/>
                </a:ext>
              </a:extLst>
            </p:cNvPr>
            <p:cNvSpPr/>
            <p:nvPr/>
          </p:nvSpPr>
          <p:spPr>
            <a:xfrm>
              <a:off x="5222191" y="3869396"/>
              <a:ext cx="271277" cy="9326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5,200</a:t>
              </a:r>
            </a:p>
          </p:txBody>
        </p:sp>
        <p:sp>
          <p:nvSpPr>
            <p:cNvPr id="69" name="tx35">
              <a:extLst>
                <a:ext uri="{FF2B5EF4-FFF2-40B4-BE49-F238E27FC236}">
                  <a16:creationId xmlns:a16="http://schemas.microsoft.com/office/drawing/2014/main" id="{A0895146-E1BD-B330-73D7-18502715D440}"/>
                </a:ext>
              </a:extLst>
            </p:cNvPr>
            <p:cNvSpPr/>
            <p:nvPr/>
          </p:nvSpPr>
          <p:spPr>
            <a:xfrm>
              <a:off x="3876511" y="5012565"/>
              <a:ext cx="331566" cy="93266"/>
            </a:xfrm>
            <a:prstGeom prst="rect">
              <a:avLst/>
            </a:prstGeom>
            <a:noFill/>
          </p:spPr>
          <p:txBody>
            <a:bodyPr wrap="none" lIns="0" tIns="0" rIns="0" bIns="0" anchor="ctr" anchorCtr="1"/>
            <a:lstStyle/>
            <a:p>
              <a:pPr>
                <a:lnSpc>
                  <a:spcPts val="853"/>
                </a:lnSpc>
              </a:pPr>
              <a:r>
                <a:rPr sz="853" dirty="0">
                  <a:latin typeface="Arial"/>
                  <a:cs typeface="Arial"/>
                </a:rPr>
                <a:t>36,500</a:t>
              </a:r>
            </a:p>
          </p:txBody>
        </p:sp>
        <p:sp>
          <p:nvSpPr>
            <p:cNvPr id="70" name="tx36">
              <a:extLst>
                <a:ext uri="{FF2B5EF4-FFF2-40B4-BE49-F238E27FC236}">
                  <a16:creationId xmlns:a16="http://schemas.microsoft.com/office/drawing/2014/main" id="{B180B0AD-30FC-9328-C47E-D99D0643C764}"/>
                </a:ext>
              </a:extLst>
            </p:cNvPr>
            <p:cNvSpPr/>
            <p:nvPr/>
          </p:nvSpPr>
          <p:spPr>
            <a:xfrm>
              <a:off x="3314932" y="5709597"/>
              <a:ext cx="1382061" cy="131105"/>
            </a:xfrm>
            <a:prstGeom prst="rect">
              <a:avLst/>
            </a:prstGeom>
            <a:noFill/>
          </p:spPr>
          <p:txBody>
            <a:bodyPr wrap="none" lIns="0" tIns="0" rIns="0" bIns="0" anchor="ctr" anchorCtr="1"/>
            <a:lstStyle/>
            <a:p>
              <a:pPr>
                <a:lnSpc>
                  <a:spcPts val="1100"/>
                </a:lnSpc>
              </a:pPr>
              <a:r>
                <a:rPr sz="1100">
                  <a:solidFill>
                    <a:srgbClr val="000000">
                      <a:alpha val="100000"/>
                    </a:srgbClr>
                  </a:solidFill>
                  <a:latin typeface="Arial"/>
                  <a:cs typeface="Arial"/>
                </a:rPr>
                <a:t>Number of Employees</a:t>
              </a:r>
            </a:p>
          </p:txBody>
        </p:sp>
        <p:pic>
          <p:nvPicPr>
            <p:cNvPr id="71" name="pic37">
              <a:extLst>
                <a:ext uri="{FF2B5EF4-FFF2-40B4-BE49-F238E27FC236}">
                  <a16:creationId xmlns:a16="http://schemas.microsoft.com/office/drawing/2014/main" id="{77BD7885-01C6-AFAB-161D-D6277E66225C}"/>
                </a:ext>
              </a:extLst>
            </p:cNvPr>
            <p:cNvPicPr/>
            <p:nvPr/>
          </p:nvPicPr>
          <p:blipFill>
            <a:blip r:embed="rId3" cstate="print"/>
            <a:stretch>
              <a:fillRect/>
            </a:stretch>
          </p:blipFill>
          <p:spPr>
            <a:xfrm>
              <a:off x="4766582" y="5594419"/>
              <a:ext cx="1097280" cy="219455"/>
            </a:xfrm>
            <a:prstGeom prst="rect">
              <a:avLst/>
            </a:prstGeom>
          </p:spPr>
        </p:pic>
        <p:sp>
          <p:nvSpPr>
            <p:cNvPr id="72" name="pl38">
              <a:extLst>
                <a:ext uri="{FF2B5EF4-FFF2-40B4-BE49-F238E27FC236}">
                  <a16:creationId xmlns:a16="http://schemas.microsoft.com/office/drawing/2014/main" id="{C5253257-FA51-1C13-3459-C860210EF9EE}"/>
                </a:ext>
              </a:extLst>
            </p:cNvPr>
            <p:cNvSpPr/>
            <p:nvPr/>
          </p:nvSpPr>
          <p:spPr>
            <a:xfrm>
              <a:off x="4956544"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73" name="pl39">
              <a:extLst>
                <a:ext uri="{FF2B5EF4-FFF2-40B4-BE49-F238E27FC236}">
                  <a16:creationId xmlns:a16="http://schemas.microsoft.com/office/drawing/2014/main" id="{1D62D5D2-25D1-DF0D-4454-394552344E67}"/>
                </a:ext>
              </a:extLst>
            </p:cNvPr>
            <p:cNvSpPr/>
            <p:nvPr/>
          </p:nvSpPr>
          <p:spPr>
            <a:xfrm>
              <a:off x="5183483"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74" name="pl40">
              <a:extLst>
                <a:ext uri="{FF2B5EF4-FFF2-40B4-BE49-F238E27FC236}">
                  <a16:creationId xmlns:a16="http://schemas.microsoft.com/office/drawing/2014/main" id="{1A9529E7-45C9-BD84-4E2B-DF44D0756D68}"/>
                </a:ext>
              </a:extLst>
            </p:cNvPr>
            <p:cNvSpPr/>
            <p:nvPr/>
          </p:nvSpPr>
          <p:spPr>
            <a:xfrm>
              <a:off x="5410423"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75" name="pl41">
              <a:extLst>
                <a:ext uri="{FF2B5EF4-FFF2-40B4-BE49-F238E27FC236}">
                  <a16:creationId xmlns:a16="http://schemas.microsoft.com/office/drawing/2014/main" id="{BFC55CFA-3D84-BB33-3A59-1B6DACB0B436}"/>
                </a:ext>
              </a:extLst>
            </p:cNvPr>
            <p:cNvSpPr/>
            <p:nvPr/>
          </p:nvSpPr>
          <p:spPr>
            <a:xfrm>
              <a:off x="5637363"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76" name="pl42">
              <a:extLst>
                <a:ext uri="{FF2B5EF4-FFF2-40B4-BE49-F238E27FC236}">
                  <a16:creationId xmlns:a16="http://schemas.microsoft.com/office/drawing/2014/main" id="{97E806DB-F083-BE59-2AB3-816618DB9FEC}"/>
                </a:ext>
              </a:extLst>
            </p:cNvPr>
            <p:cNvSpPr/>
            <p:nvPr/>
          </p:nvSpPr>
          <p:spPr>
            <a:xfrm>
              <a:off x="4956544"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77" name="pl43">
              <a:extLst>
                <a:ext uri="{FF2B5EF4-FFF2-40B4-BE49-F238E27FC236}">
                  <a16:creationId xmlns:a16="http://schemas.microsoft.com/office/drawing/2014/main" id="{1DF39450-7A19-9467-71F5-A70CEF7A3486}"/>
                </a:ext>
              </a:extLst>
            </p:cNvPr>
            <p:cNvSpPr/>
            <p:nvPr/>
          </p:nvSpPr>
          <p:spPr>
            <a:xfrm>
              <a:off x="5183483"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78" name="pl44">
              <a:extLst>
                <a:ext uri="{FF2B5EF4-FFF2-40B4-BE49-F238E27FC236}">
                  <a16:creationId xmlns:a16="http://schemas.microsoft.com/office/drawing/2014/main" id="{5C49A17A-215A-863B-D88B-CB69271F67AD}"/>
                </a:ext>
              </a:extLst>
            </p:cNvPr>
            <p:cNvSpPr/>
            <p:nvPr/>
          </p:nvSpPr>
          <p:spPr>
            <a:xfrm>
              <a:off x="5410423"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79" name="pl45">
              <a:extLst>
                <a:ext uri="{FF2B5EF4-FFF2-40B4-BE49-F238E27FC236}">
                  <a16:creationId xmlns:a16="http://schemas.microsoft.com/office/drawing/2014/main" id="{EEFBE43E-0F86-DA5C-9C31-FFB5E65C29AB}"/>
                </a:ext>
              </a:extLst>
            </p:cNvPr>
            <p:cNvSpPr/>
            <p:nvPr/>
          </p:nvSpPr>
          <p:spPr>
            <a:xfrm>
              <a:off x="5637363"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80" name="tx46">
              <a:extLst>
                <a:ext uri="{FF2B5EF4-FFF2-40B4-BE49-F238E27FC236}">
                  <a16:creationId xmlns:a16="http://schemas.microsoft.com/office/drawing/2014/main" id="{05D94C4D-D62C-DD3C-AA62-9BF7E4CEF530}"/>
                </a:ext>
              </a:extLst>
            </p:cNvPr>
            <p:cNvSpPr/>
            <p:nvPr/>
          </p:nvSpPr>
          <p:spPr>
            <a:xfrm>
              <a:off x="4785630" y="5867312"/>
              <a:ext cx="341828" cy="96152"/>
            </a:xfrm>
            <a:prstGeom prst="rect">
              <a:avLst/>
            </a:prstGeom>
            <a:noFill/>
          </p:spPr>
          <p:txBody>
            <a:bodyPr wrap="none" lIns="0" tIns="0" rIns="0" bIns="0" anchor="ctr" anchorCtr="1"/>
            <a:lstStyle/>
            <a:p>
              <a:pPr>
                <a:lnSpc>
                  <a:spcPts val="880"/>
                </a:lnSpc>
              </a:pPr>
              <a:r>
                <a:rPr sz="880" dirty="0">
                  <a:solidFill>
                    <a:srgbClr val="000000">
                      <a:alpha val="100000"/>
                    </a:srgbClr>
                  </a:solidFill>
                  <a:latin typeface="Arial"/>
                  <a:cs typeface="Arial"/>
                </a:rPr>
                <a:t>25,000</a:t>
              </a:r>
            </a:p>
          </p:txBody>
        </p:sp>
        <p:sp>
          <p:nvSpPr>
            <p:cNvPr id="81" name="tx49">
              <a:extLst>
                <a:ext uri="{FF2B5EF4-FFF2-40B4-BE49-F238E27FC236}">
                  <a16:creationId xmlns:a16="http://schemas.microsoft.com/office/drawing/2014/main" id="{C0C70910-FC5A-3E0B-F8BA-6B552DDADFA9}"/>
                </a:ext>
              </a:extLst>
            </p:cNvPr>
            <p:cNvSpPr/>
            <p:nvPr/>
          </p:nvSpPr>
          <p:spPr>
            <a:xfrm>
              <a:off x="5661869" y="5873866"/>
              <a:ext cx="403984" cy="96152"/>
            </a:xfrm>
            <a:prstGeom prst="rect">
              <a:avLst/>
            </a:prstGeom>
            <a:noFill/>
          </p:spPr>
          <p:txBody>
            <a:bodyPr wrap="none" lIns="0" tIns="0" rIns="0" bIns="0" anchor="ctr" anchorCtr="1"/>
            <a:lstStyle/>
            <a:p>
              <a:pPr>
                <a:lnSpc>
                  <a:spcPts val="880"/>
                </a:lnSpc>
              </a:pPr>
              <a:r>
                <a:rPr sz="880" dirty="0">
                  <a:solidFill>
                    <a:srgbClr val="000000">
                      <a:alpha val="100000"/>
                    </a:srgbClr>
                  </a:solidFill>
                  <a:latin typeface="Arial"/>
                  <a:cs typeface="Arial"/>
                </a:rPr>
                <a:t>100,000</a:t>
              </a:r>
            </a:p>
          </p:txBody>
        </p:sp>
        <p:sp>
          <p:nvSpPr>
            <p:cNvPr id="82" name="tx50">
              <a:extLst>
                <a:ext uri="{FF2B5EF4-FFF2-40B4-BE49-F238E27FC236}">
                  <a16:creationId xmlns:a16="http://schemas.microsoft.com/office/drawing/2014/main" id="{D02E1E20-8538-1DEF-C5C5-5C907638937F}"/>
                </a:ext>
              </a:extLst>
            </p:cNvPr>
            <p:cNvSpPr/>
            <p:nvPr/>
          </p:nvSpPr>
          <p:spPr>
            <a:xfrm>
              <a:off x="2170485" y="1757161"/>
              <a:ext cx="4996953" cy="190698"/>
            </a:xfrm>
            <a:prstGeom prst="rect">
              <a:avLst/>
            </a:prstGeom>
            <a:noFill/>
          </p:spPr>
          <p:txBody>
            <a:bodyPr wrap="none" lIns="0" tIns="0" rIns="0" bIns="0" anchor="ctr" anchorCtr="1"/>
            <a:lstStyle/>
            <a:p>
              <a:pPr algn="ctr">
                <a:lnSpc>
                  <a:spcPts val="1600"/>
                </a:lnSpc>
              </a:pPr>
              <a:r>
                <a:rPr sz="1200" dirty="0">
                  <a:solidFill>
                    <a:srgbClr val="000000">
                      <a:alpha val="100000"/>
                    </a:srgbClr>
                  </a:solidFill>
                  <a:latin typeface="Arial"/>
                  <a:cs typeface="Arial"/>
                </a:rPr>
                <a:t>Total Employees at Companies with 50+ Employees</a:t>
              </a:r>
              <a:endParaRPr lang="en-US" sz="1200" dirty="0">
                <a:solidFill>
                  <a:srgbClr val="000000">
                    <a:alpha val="100000"/>
                  </a:srgbClr>
                </a:solidFill>
                <a:latin typeface="Arial"/>
                <a:cs typeface="Arial"/>
              </a:endParaRPr>
            </a:p>
            <a:p>
              <a:pPr algn="ctr">
                <a:lnSpc>
                  <a:spcPts val="1600"/>
                </a:lnSpc>
              </a:pPr>
              <a:r>
                <a:rPr lang="en-US" sz="1200" dirty="0">
                  <a:solidFill>
                    <a:srgbClr val="000000">
                      <a:alpha val="100000"/>
                    </a:srgbClr>
                  </a:solidFill>
                  <a:latin typeface="Arial"/>
                  <a:cs typeface="Arial"/>
                </a:rPr>
                <a:t>(Excluding Health System Employees)</a:t>
              </a:r>
              <a:endParaRPr sz="1200" dirty="0">
                <a:solidFill>
                  <a:srgbClr val="000000">
                    <a:alpha val="100000"/>
                  </a:srgbClr>
                </a:solidFill>
                <a:latin typeface="Arial"/>
                <a:cs typeface="Arial"/>
              </a:endParaRPr>
            </a:p>
          </p:txBody>
        </p:sp>
      </p:grpSp>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200" b="1" dirty="0">
                <a:solidFill>
                  <a:schemeClr val="tx1">
                    <a:lumMod val="85000"/>
                    <a:lumOff val="15000"/>
                  </a:schemeClr>
                </a:solidFill>
                <a:latin typeface="Arial" panose="020B0604020202020204" pitchFamily="34" charset="0"/>
                <a:cs typeface="Arial" panose="020B0604020202020204" pitchFamily="34" charset="0"/>
              </a:rPr>
              <a:t>Modeling Assumptions for Steerage and Net Margin</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7</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MaineHealth has 77% inpatient market share, and 33% outpatient market compared to hospitals/clinics in Western Maine. We expect the percentage of new plan members who are currently not choosing </a:t>
            </a:r>
            <a:r>
              <a:rPr lang="en-US" sz="1050" dirty="0" err="1">
                <a:solidFill/>
              </a:rPr>
              <a:t>MaineHealth</a:t>
            </a:r>
            <a:r>
              <a:rPr lang="en-US" sz="1050" dirty="0">
                <a:solidFill/>
              </a:rPr>
              <a:t> to be steered to </a:t>
            </a:r>
            <a:r>
              <a:rPr lang="en-US" sz="1050" dirty="0" err="1">
                <a:solidFill/>
              </a:rPr>
              <a:t>MaineHealth</a:t>
            </a:r>
            <a:r>
              <a:rPr lang="en-US" sz="1050" dirty="0">
                <a:solidFill/>
              </a:rPr>
              <a:t> as follows:</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48810" y="3237256"/>
            <a:ext cx="583814" cy="369332"/>
          </a:xfrm>
          <a:prstGeom prst="rect">
            <a:avLst/>
          </a:prstGeom>
          <a:noFill/>
        </p:spPr>
        <p:txBody>
          <a:bodyPr wrap="none" rtlCol="0">
            <a:spAutoFit/>
          </a:bodyPr>
          <a:lstStyle/>
          <a:p>
            <a:r>
              <a:rPr lang="en-US" dirty="0">
                <a:solidFill/>
              </a:rPr>
              <a:t>40%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75871" y="3237256"/>
            <a:ext cx="583814" cy="369332"/>
          </a:xfrm>
          <a:prstGeom prst="rect">
            <a:avLst/>
          </a:prstGeom>
          <a:noFill/>
        </p:spPr>
        <p:txBody>
          <a:bodyPr wrap="none" rtlCol="0">
            <a:spAutoFit/>
          </a:bodyPr>
          <a:lstStyle/>
          <a:p>
            <a:r>
              <a:rPr lang="en-US" dirty="0">
                <a:solidFill/>
              </a:rPr>
              <a:t>60%</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13810" y="3237256"/>
            <a:ext cx="583814" cy="369332"/>
          </a:xfrm>
          <a:prstGeom prst="rect">
            <a:avLst/>
          </a:prstGeom>
          <a:noFill/>
        </p:spPr>
        <p:txBody>
          <a:bodyPr wrap="none" rtlCol="0">
            <a:spAutoFit/>
          </a:bodyPr>
          <a:lstStyle/>
          <a:p>
            <a:r>
              <a:rPr lang="en-US" dirty="0">
                <a:solidFill/>
              </a:rPr>
              <a:t>80%</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705918" cy="400110"/>
          </a:xfrm>
          <a:prstGeom prst="rect">
            <a:avLst/>
          </a:prstGeom>
          <a:noFill/>
        </p:spPr>
        <p:txBody>
          <a:bodyPr wrap="square" rtlCol="0">
            <a:spAutoFit/>
          </a:bodyPr>
          <a:lstStyle/>
          <a:p>
            <a:pPr algn="ctr"/>
            <a:r>
              <a:rPr lang="en-US" sz="2000" dirty="0">
                <a:solidFill>
                  <a:schemeClr val="bg1"/>
                </a:solidFill>
                <a:latin typeface="Arial" panose="020B0604020202020204" pitchFamily="34" charset="0"/>
                <a:cs typeface="Arial" panose="020B0604020202020204" pitchFamily="34" charset="0"/>
              </a:rPr>
              <a:t>DTE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observes that </a:t>
            </a:r>
            <a:r>
              <a:rPr lang="en-US" sz="1050" dirty="0" err="1">
                <a:solidFill/>
              </a:rPr>
              <a:t>MaineHealth</a:t>
            </a:r>
            <a:r>
              <a:rPr lang="en-US" sz="1050" dirty="0">
                <a:solidFill/>
              </a:rPr>
              <a:t> has a 15% commercial margin. We expect a similar margin for DTE members through easier billing and improved patient responsibility payments. </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583814" cy="369332"/>
          </a:xfrm>
          <a:prstGeom prst="rect">
            <a:avLst/>
          </a:prstGeom>
          <a:noFill/>
        </p:spPr>
        <p:txBody>
          <a:bodyPr wrap="none" rtlCol="0">
            <a:spAutoFit/>
          </a:bodyPr>
          <a:lstStyle/>
          <a:p>
            <a:r>
              <a:rPr lang="en-US" dirty="0">
                <a:solidFill/>
              </a:rPr>
              <a:t>10%</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583814" cy="369332"/>
          </a:xfrm>
          <a:prstGeom prst="rect">
            <a:avLst/>
          </a:prstGeom>
          <a:noFill/>
        </p:spPr>
        <p:txBody>
          <a:bodyPr wrap="none" rtlCol="0">
            <a:spAutoFit/>
          </a:bodyPr>
          <a:lstStyle/>
          <a:p>
            <a:r>
              <a:rPr lang="en-US" dirty="0">
                <a:solidFill/>
              </a:rPr>
              <a:t>15%</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389339" y="5571573"/>
            <a:ext cx="583814" cy="369332"/>
          </a:xfrm>
          <a:prstGeom prst="rect">
            <a:avLst/>
          </a:prstGeom>
          <a:noFill/>
        </p:spPr>
        <p:txBody>
          <a:bodyPr wrap="none" rtlCol="0">
            <a:spAutoFit/>
          </a:bodyPr>
          <a:lstStyle/>
          <a:p>
            <a:r>
              <a:rPr lang="en-US" dirty="0">
                <a:solidFill/>
              </a:rPr>
              <a:t>20%</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35" name="Content Placeholder 28">
            <a:extLst>
              <a:ext uri="{FF2B5EF4-FFF2-40B4-BE49-F238E27FC236}">
                <a16:creationId xmlns:a16="http://schemas.microsoft.com/office/drawing/2014/main" id="{B9B77B3D-B346-2DBC-E5D4-F31793A80B0C}"/>
              </a:ext>
            </a:extLst>
          </p:cNvPr>
          <p:cNvPicPr>
            <a:picLocks/>
          </p:cNvPicPr>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8D2AF-881B-5689-630C-186CF1A1A3A1}"/>
              </a:ext>
            </a:extLst>
          </p:cNvPr>
          <p:cNvSpPr>
            <a:spLocks noGrp="1"/>
          </p:cNvSpPr>
          <p:nvPr>
            <p:ph type="title"/>
          </p:nvPr>
        </p:nvSpPr>
        <p:spPr>
          <a:xfrm>
            <a:off x="838202" y="365126"/>
            <a:ext cx="10515600" cy="909620"/>
          </a:xfrm>
        </p:spPr>
        <p:txBody>
          <a:bodyPr>
            <a:normAutofit/>
          </a:bodyPr>
          <a:lstStyle/>
          <a:p>
            <a:r>
              <a:rPr lang="en-US" sz="3600" b="1" dirty="0">
                <a:latin typeface="+mn-lt"/>
              </a:rPr>
              <a:t>Potential for Steerage Growth of Inpatient Discharges</a:t>
            </a:r>
          </a:p>
        </p:txBody>
      </p:sp>
      <p:sp>
        <p:nvSpPr>
          <p:cNvPr id="3" name="Content Placeholder 2">
            <a:extLst>
              <a:ext uri="{FF2B5EF4-FFF2-40B4-BE49-F238E27FC236}">
                <a16:creationId xmlns:a16="http://schemas.microsoft.com/office/drawing/2014/main" id="{006073B5-1A52-2C4F-E847-BEF98DC7A073}"/>
              </a:ext>
            </a:extLst>
          </p:cNvPr>
          <p:cNvSpPr>
            <a:spLocks noGrp="1"/>
          </p:cNvSpPr>
          <p:nvPr>
            <p:ph idx="1"/>
          </p:nvPr>
        </p:nvSpPr>
        <p:spPr>
          <a:xfrm>
            <a:off x="2064659" y="1810653"/>
            <a:ext cx="3947886" cy="4351338"/>
          </a:xfrm>
        </p:spPr>
        <p:txBody>
          <a:bodyPr>
            <a:normAutofit fontScale="92500" lnSpcReduction="20000"/>
          </a:bodyPr>
          <a:lstStyle/>
          <a:p>
            <a:pPr marL="0" indent="0">
              <a:buNone/>
            </a:pPr>
            <a:r>
              <a:rPr lang="en-US" dirty="0"/>
              <a:t>Current Discharges (2022)</a:t>
            </a:r>
          </a:p>
          <a:p>
            <a:pPr marL="0" indent="0">
              <a:buNone/>
            </a:pPr>
            <a:endParaRPr lang="en-US" dirty="0"/>
          </a:p>
          <a:p>
            <a:pPr marL="0" indent="0">
              <a:buNone/>
            </a:pPr>
            <a:r>
              <a:rPr lang="en-US" dirty="0"/>
              <a:t>Current number of discharges for every 1,000 commercial healthcare members (based on KBA data warehouse)</a:t>
            </a:r>
          </a:p>
          <a:p>
            <a:pPr marL="0" indent="0">
              <a:buNone/>
            </a:pPr>
            <a:endParaRPr lang="en-US" dirty="0"/>
          </a:p>
          <a:p>
            <a:pPr marL="0" indent="0">
              <a:buNone/>
            </a:pPr>
            <a:r>
              <a:rPr lang="en-US" dirty="0"/>
              <a:t>Expected number of discharges for every 1,000 DTE members (with target patient steerage)</a:t>
            </a:r>
          </a:p>
        </p:txBody>
      </p:sp>
      <p:sp>
        <p:nvSpPr>
          <p:cNvPr id="4" name="Footer Placeholder 3">
            <a:extLst>
              <a:ext uri="{FF2B5EF4-FFF2-40B4-BE49-F238E27FC236}">
                <a16:creationId xmlns:a16="http://schemas.microsoft.com/office/drawing/2014/main" id="{07511AC2-7AB1-2BC7-DEBF-9CE65E773EC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05B4F32-A408-EDD7-E993-52B35E173FA8}"/>
              </a:ext>
            </a:extLst>
          </p:cNvPr>
          <p:cNvSpPr>
            <a:spLocks noGrp="1"/>
          </p:cNvSpPr>
          <p:nvPr>
            <p:ph type="sldNum" sz="quarter" idx="12"/>
          </p:nvPr>
        </p:nvSpPr>
        <p:spPr/>
        <p:txBody>
          <a:bodyPr/>
          <a:lstStyle/>
          <a:p>
            <a:fld id="{3AFC719D-C4A7-4544-876E-D411D11AF6C9}" type="slidenum">
              <a:rPr lang="en-US" smtClean="0"/>
              <a:t>8</a:t>
            </a:fld>
            <a:endParaRPr lang="en-US" dirty="0"/>
          </a:p>
        </p:txBody>
      </p:sp>
      <p:graphicFrame>
        <p:nvGraphicFramePr>
          <p:cNvPr id="6" name="Table 5">
            <a:extLst>
              <a:ext uri="{FF2B5EF4-FFF2-40B4-BE49-F238E27FC236}">
                <a16:creationId xmlns:a16="http://schemas.microsoft.com/office/drawing/2014/main" id="{8C3F7FC6-D0E7-9704-622A-798B855DA8EB}"/>
              </a:ext>
            </a:extLst>
          </p:cNvPr>
          <p:cNvGraphicFramePr>
            <a:graphicFrameLocks noGrp="1"/>
          </p:cNvGraphicFramePr>
          <p:nvPr>
            <p:extLst>
              <p:ext uri="{D42A27DB-BD31-4B8C-83A1-F6EECF244321}">
                <p14:modId xmlns:p14="http://schemas.microsoft.com/office/powerpoint/2010/main" val="3525268493"/>
              </p:ext>
            </p:extLst>
          </p:nvPr>
        </p:nvGraphicFramePr>
        <p:xfrm>
          <a:off x="6444342" y="1583849"/>
          <a:ext cx="5326744" cy="4221862"/>
        </p:xfrm>
        <a:graphic>
          <a:graphicData uri="http://schemas.openxmlformats.org/drawingml/2006/table">
            <a:tbl>
              <a:tblPr firstRow="1" bandRow="1">
                <a:tableStyleId>{F2DE63D5-997A-4646-A377-4702673A728D}</a:tableStyleId>
              </a:tblPr>
              <a:tblGrid>
                <a:gridCol w="1331686">
                  <a:extLst>
                    <a:ext uri="{9D8B030D-6E8A-4147-A177-3AD203B41FA5}">
                      <a16:colId xmlns:a16="http://schemas.microsoft.com/office/drawing/2014/main" val="1979749179"/>
                    </a:ext>
                  </a:extLst>
                </a:gridCol>
                <a:gridCol w="1331686">
                  <a:extLst>
                    <a:ext uri="{9D8B030D-6E8A-4147-A177-3AD203B41FA5}">
                      <a16:colId xmlns:a16="http://schemas.microsoft.com/office/drawing/2014/main" val="9787796"/>
                    </a:ext>
                  </a:extLst>
                </a:gridCol>
                <a:gridCol w="1331686">
                  <a:extLst>
                    <a:ext uri="{9D8B030D-6E8A-4147-A177-3AD203B41FA5}">
                      <a16:colId xmlns:a16="http://schemas.microsoft.com/office/drawing/2014/main" val="636744278"/>
                    </a:ext>
                  </a:extLst>
                </a:gridCol>
                <a:gridCol w="1331686">
                  <a:extLst>
                    <a:ext uri="{9D8B030D-6E8A-4147-A177-3AD203B41FA5}">
                      <a16:colId xmlns:a16="http://schemas.microsoft.com/office/drawing/2014/main" val="2331285263"/>
                    </a:ext>
                  </a:extLst>
                </a:gridCol>
              </a:tblGrid>
              <a:tr h="894942">
                <a:tc>
                  <a:txBody>
                    <a:bodyPr/>
                    <a:lstStyle/>
                    <a:p>
                      <a:pPr algn="ctr" fontAlgn="b"/>
                      <a:r>
                        <a:rPr lang="en-US" sz="1800" b="0" u="none" strike="noStrike" dirty="0">
                          <a:solidFill>
                            <a:schemeClr val="bg1"/>
                          </a:solidFill>
                          <a:effectLst/>
                        </a:rPr>
                        <a:t>Year</a:t>
                      </a:r>
                      <a:endParaRPr lang="en-US" sz="1800" b="0" i="0" u="none" strike="noStrike" dirty="0">
                        <a:solidFill>
                          <a:schemeClr val="bg1"/>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chemeClr val="bg1"/>
                          </a:solidFill>
                          <a:effectLst/>
                        </a:rPr>
                        <a:t>Employees</a:t>
                      </a:r>
                      <a:endParaRPr lang="en-US" sz="1800" b="0" i="0" u="none" strike="noStrike" dirty="0">
                        <a:solidFill>
                          <a:schemeClr val="bg1"/>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chemeClr val="bg1"/>
                          </a:solidFill>
                          <a:effectLst/>
                        </a:rPr>
                        <a:t>Members</a:t>
                      </a:r>
                      <a:endParaRPr lang="en-US" sz="1800" b="0" i="0" u="none" strike="noStrike" dirty="0">
                        <a:solidFill>
                          <a:schemeClr val="bg1"/>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chemeClr val="bg1"/>
                          </a:solidFill>
                          <a:effectLst/>
                        </a:rPr>
                        <a:t>Growth in Discharges</a:t>
                      </a:r>
                      <a:endParaRPr lang="en-US" sz="1800" b="0" i="0" u="none" strike="noStrike" dirty="0">
                        <a:solidFill>
                          <a:schemeClr val="bg1"/>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94475276"/>
                  </a:ext>
                </a:extLst>
              </a:tr>
              <a:tr h="332692">
                <a:tc>
                  <a:txBody>
                    <a:bodyPr/>
                    <a:lstStyle/>
                    <a:p>
                      <a:pPr algn="ctr" fontAlgn="b"/>
                      <a:r>
                        <a:rPr lang="en-US" sz="1800" b="0" u="none" strike="noStrike">
                          <a:solidFill>
                            <a:srgbClr val="000000"/>
                          </a:solidFill>
                          <a:effectLst/>
                        </a:rPr>
                        <a:t>1</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9,100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20,020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a:solidFill>
                            <a:srgbClr val="000000"/>
                          </a:solidFill>
                          <a:effectLst/>
                        </a:rPr>
                        <a:t>380</a:t>
                      </a:r>
                      <a:endParaRPr lang="en-US" sz="18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87519026"/>
                  </a:ext>
                </a:extLst>
              </a:tr>
              <a:tr h="332692">
                <a:tc>
                  <a:txBody>
                    <a:bodyPr/>
                    <a:lstStyle/>
                    <a:p>
                      <a:pPr algn="ctr" fontAlgn="b"/>
                      <a:r>
                        <a:rPr lang="en-US" sz="1800" b="0" u="none" strike="noStrike">
                          <a:solidFill>
                            <a:srgbClr val="000000"/>
                          </a:solidFill>
                          <a:effectLst/>
                        </a:rPr>
                        <a:t>2</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18,300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40,260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765</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13266222"/>
                  </a:ext>
                </a:extLst>
              </a:tr>
              <a:tr h="332692">
                <a:tc>
                  <a:txBody>
                    <a:bodyPr/>
                    <a:lstStyle/>
                    <a:p>
                      <a:pPr algn="ctr" fontAlgn="b"/>
                      <a:r>
                        <a:rPr lang="en-US" sz="1800" b="0" u="none" strike="noStrike">
                          <a:solidFill>
                            <a:srgbClr val="000000"/>
                          </a:solidFill>
                          <a:effectLst/>
                        </a:rPr>
                        <a:t>3</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27,600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60,720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1,154</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10363785"/>
                  </a:ext>
                </a:extLst>
              </a:tr>
              <a:tr h="332692">
                <a:tc>
                  <a:txBody>
                    <a:bodyPr/>
                    <a:lstStyle/>
                    <a:p>
                      <a:pPr algn="ctr" fontAlgn="b"/>
                      <a:r>
                        <a:rPr lang="en-US" sz="1800" b="0" u="none" strike="noStrike">
                          <a:solidFill>
                            <a:srgbClr val="000000"/>
                          </a:solidFill>
                          <a:effectLst/>
                        </a:rPr>
                        <a:t>4</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38,200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84,040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1,597</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82024924"/>
                  </a:ext>
                </a:extLst>
              </a:tr>
              <a:tr h="332692">
                <a:tc>
                  <a:txBody>
                    <a:bodyPr/>
                    <a:lstStyle/>
                    <a:p>
                      <a:pPr algn="ctr" fontAlgn="b"/>
                      <a:r>
                        <a:rPr lang="en-US" sz="1800" b="0" u="none" strike="noStrike">
                          <a:solidFill>
                            <a:srgbClr val="000000"/>
                          </a:solidFill>
                          <a:effectLst/>
                        </a:rPr>
                        <a:t>5</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49,600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109,120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2,073</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7576491"/>
                  </a:ext>
                </a:extLst>
              </a:tr>
              <a:tr h="332692">
                <a:tc>
                  <a:txBody>
                    <a:bodyPr/>
                    <a:lstStyle/>
                    <a:p>
                      <a:pPr algn="ctr" fontAlgn="b"/>
                      <a:r>
                        <a:rPr lang="en-US" sz="1800" b="0" u="none" strike="noStrike">
                          <a:solidFill>
                            <a:srgbClr val="000000"/>
                          </a:solidFill>
                          <a:effectLst/>
                        </a:rPr>
                        <a:t>6</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61,300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134,860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2,562</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1075761"/>
                  </a:ext>
                </a:extLst>
              </a:tr>
              <a:tr h="332692">
                <a:tc>
                  <a:txBody>
                    <a:bodyPr/>
                    <a:lstStyle/>
                    <a:p>
                      <a:pPr algn="ctr" fontAlgn="b"/>
                      <a:r>
                        <a:rPr lang="en-US" sz="1800" b="0" u="none" strike="noStrike">
                          <a:solidFill>
                            <a:srgbClr val="000000"/>
                          </a:solidFill>
                          <a:effectLst/>
                        </a:rPr>
                        <a:t>7</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72,900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160,380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3,047</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5689356"/>
                  </a:ext>
                </a:extLst>
              </a:tr>
              <a:tr h="332692">
                <a:tc>
                  <a:txBody>
                    <a:bodyPr/>
                    <a:lstStyle/>
                    <a:p>
                      <a:pPr algn="ctr" fontAlgn="b"/>
                      <a:r>
                        <a:rPr lang="en-US" sz="1800" b="0" u="none" strike="noStrike">
                          <a:solidFill>
                            <a:srgbClr val="000000"/>
                          </a:solidFill>
                          <a:effectLst/>
                        </a:rPr>
                        <a:t>8</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83,600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183,920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3,494</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08558532"/>
                  </a:ext>
                </a:extLst>
              </a:tr>
              <a:tr h="332692">
                <a:tc>
                  <a:txBody>
                    <a:bodyPr/>
                    <a:lstStyle/>
                    <a:p>
                      <a:pPr algn="ctr" fontAlgn="b"/>
                      <a:r>
                        <a:rPr lang="en-US" sz="1800" b="0" u="none" strike="noStrike">
                          <a:solidFill>
                            <a:srgbClr val="000000"/>
                          </a:solidFill>
                          <a:effectLst/>
                        </a:rPr>
                        <a:t>9</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93,200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205,040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3,896</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9725440"/>
                  </a:ext>
                </a:extLst>
              </a:tr>
              <a:tr h="332692">
                <a:tc>
                  <a:txBody>
                    <a:bodyPr/>
                    <a:lstStyle/>
                    <a:p>
                      <a:pPr algn="ctr" fontAlgn="b"/>
                      <a:r>
                        <a:rPr lang="en-US" sz="1800" b="0" u="none" strike="noStrike">
                          <a:solidFill>
                            <a:srgbClr val="000000"/>
                          </a:solidFill>
                          <a:effectLst/>
                        </a:rPr>
                        <a:t>10</a:t>
                      </a:r>
                      <a:endParaRPr lang="en-US" sz="18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101,400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223,080</a:t>
                      </a:r>
                      <a:endParaRPr lang="en-US" sz="18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n-US" sz="1800" b="0" u="none" strike="noStrike" dirty="0">
                          <a:solidFill>
                            <a:srgbClr val="000000"/>
                          </a:solidFill>
                          <a:effectLst/>
                        </a:rPr>
                        <a:t>4,239</a:t>
                      </a:r>
                      <a:endParaRPr lang="en-US" sz="18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56951573"/>
                  </a:ext>
                </a:extLst>
              </a:tr>
            </a:tbl>
          </a:graphicData>
        </a:graphic>
      </p:graphicFrame>
      <p:sp>
        <p:nvSpPr>
          <p:cNvPr id="7" name="TextBox 6">
            <a:extLst>
              <a:ext uri="{FF2B5EF4-FFF2-40B4-BE49-F238E27FC236}">
                <a16:creationId xmlns:a16="http://schemas.microsoft.com/office/drawing/2014/main" id="{2446971F-CC3C-463B-B753-9F97F2C39EA2}"/>
              </a:ext>
            </a:extLst>
          </p:cNvPr>
          <p:cNvSpPr txBox="1"/>
          <p:nvPr/>
        </p:nvSpPr>
        <p:spPr>
          <a:xfrm>
            <a:off x="657409" y="1810653"/>
            <a:ext cx="1191352" cy="523220"/>
          </a:xfrm>
          <a:prstGeom prst="rect">
            <a:avLst/>
          </a:prstGeom>
          <a:noFill/>
        </p:spPr>
        <p:txBody>
          <a:bodyPr wrap="none" rtlCol="0">
            <a:spAutoFit/>
          </a:bodyPr>
          <a:lstStyle/>
          <a:p>
            <a:r>
              <a:rPr lang="en-US" sz="2800" b="1" dirty="0"/>
              <a:t>53,736</a:t>
            </a:r>
          </a:p>
        </p:txBody>
      </p:sp>
      <p:sp>
        <p:nvSpPr>
          <p:cNvPr id="8" name="TextBox 7">
            <a:extLst>
              <a:ext uri="{FF2B5EF4-FFF2-40B4-BE49-F238E27FC236}">
                <a16:creationId xmlns:a16="http://schemas.microsoft.com/office/drawing/2014/main" id="{71D1E798-0EA4-FB0C-3DE8-4148506B6447}"/>
              </a:ext>
            </a:extLst>
          </p:cNvPr>
          <p:cNvSpPr txBox="1"/>
          <p:nvPr/>
        </p:nvSpPr>
        <p:spPr>
          <a:xfrm>
            <a:off x="887785" y="3005775"/>
            <a:ext cx="732893" cy="523220"/>
          </a:xfrm>
          <a:prstGeom prst="rect">
            <a:avLst/>
          </a:prstGeom>
          <a:noFill/>
        </p:spPr>
        <p:txBody>
          <a:bodyPr wrap="none" rtlCol="0">
            <a:spAutoFit/>
          </a:bodyPr>
          <a:lstStyle/>
          <a:p>
            <a:r>
              <a:rPr lang="en-US" sz="2800" b="1" dirty="0"/>
              <a:t>108</a:t>
            </a:r>
          </a:p>
        </p:txBody>
      </p:sp>
      <p:sp>
        <p:nvSpPr>
          <p:cNvPr id="9" name="TextBox 8">
            <a:extLst>
              <a:ext uri="{FF2B5EF4-FFF2-40B4-BE49-F238E27FC236}">
                <a16:creationId xmlns:a16="http://schemas.microsoft.com/office/drawing/2014/main" id="{51239ED1-A21B-6B50-9550-3D2A9F57488E}"/>
              </a:ext>
            </a:extLst>
          </p:cNvPr>
          <p:cNvSpPr txBox="1"/>
          <p:nvPr/>
        </p:nvSpPr>
        <p:spPr>
          <a:xfrm>
            <a:off x="899969" y="4776518"/>
            <a:ext cx="732893" cy="523220"/>
          </a:xfrm>
          <a:prstGeom prst="rect">
            <a:avLst/>
          </a:prstGeom>
          <a:noFill/>
        </p:spPr>
        <p:txBody>
          <a:bodyPr wrap="none" rtlCol="0">
            <a:spAutoFit/>
          </a:bodyPr>
          <a:lstStyle/>
          <a:p>
            <a:r>
              <a:rPr lang="en-US" sz="2800" b="1" dirty="0"/>
              <a:t>127</a:t>
            </a:r>
          </a:p>
        </p:txBody>
      </p:sp>
    </p:spTree>
    <p:extLst>
      <p:ext uri="{BB962C8B-B14F-4D97-AF65-F5344CB8AC3E}">
        <p14:creationId xmlns:p14="http://schemas.microsoft.com/office/powerpoint/2010/main" val="3213146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$ 10,359,758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$ 7,831,387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$ 3,657,191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$ 21,848,335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$ 1,553,964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$ 1,174,708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$ 548,578.6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$ 3,277,250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$ 2,500,684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$ 2,560,684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$ 2,230,684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$ 12,508,088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$ 17,731,170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$ 8,280,306</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$ 38,519,563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$ 1,876,213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$ 2,659,676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$ 1,242,046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$ 5,777,935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12" name="TextBox 1">
            <a:extLst>
              <a:ext uri="{FF2B5EF4-FFF2-40B4-BE49-F238E27FC236}">
                <a16:creationId xmlns:a16="http://schemas.microsoft.com/office/drawing/2014/main" id="{8092AC0F-2660-E01D-E25A-75139406504B}"/>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77% (inpatient) and 33% (outpatient)</a:t>
            </a:r>
          </a:p>
        </p:txBody>
      </p:sp>
      <p:sp>
        <p:nvSpPr>
          <p:cNvPr id="13" name="TextBox 2">
            <a:extLst>
              <a:ext uri="{FF2B5EF4-FFF2-40B4-BE49-F238E27FC236}">
                <a16:creationId xmlns:a16="http://schemas.microsoft.com/office/drawing/2014/main" id="{EB2D5D9B-9BEF-664B-808D-9BE94D7EF314}"/>
              </a:ext>
            </a:extLst>
          </p:cNvPr>
          <p:cNvSpPr txBox="1"/>
          <p:nvPr/>
        </p:nvSpPr>
        <p:spPr>
          <a:xfrm>
            <a:off x="7772646" y="1399169"/>
            <a:ext cx="4318001" cy="30777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a commercial margin of 15%</a:t>
            </a:r>
          </a:p>
        </p:txBody>
      </p:sp>
      <p:sp>
        <p:nvSpPr>
          <p:cNvPr id="14" name="TextBox 6">
            <a:extLst>
              <a:ext uri="{FF2B5EF4-FFF2-40B4-BE49-F238E27FC236}">
                <a16:creationId xmlns:a16="http://schemas.microsoft.com/office/drawing/2014/main" id="{97994E1C-53B1-444D-F271-EE16B1E08E75}"/>
              </a:ext>
            </a:extLst>
          </p:cNvPr>
          <p:cNvSpPr txBox="1"/>
          <p:nvPr/>
        </p:nvSpPr>
        <p:spPr>
          <a:xfrm>
            <a:off x="7772645" y="1753112"/>
            <a:ext cx="4318001" cy="95410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90.8% within-DTE market share for inpatient care and 70.8% for ambulatory/outpatient (60% of non-</a:t>
            </a:r>
            <a:r>
              <a:rPr lang="en-US" sz="1400" dirty="0" err="1">
                <a:solidFill/>
                <a:latin typeface="Arial" panose="020B0604020202020204" pitchFamily="34" charset="0"/>
                <a:cs typeface="Arial" panose="020B0604020202020204" pitchFamily="34" charset="0"/>
              </a:rPr>
              <a:t>MaineHealth</a:t>
            </a:r>
            <a:r>
              <a:rPr lang="en-US" sz="1400" dirty="0">
                <a:solidFill/>
                <a:latin typeface="Arial" panose="020B0604020202020204" pitchFamily="34" charset="0"/>
                <a:cs typeface="Arial" panose="020B0604020202020204" pitchFamily="34" charset="0"/>
              </a:rPr>
              <a:t> members now choosing </a:t>
            </a:r>
            <a:r>
              <a:rPr lang="en-US" sz="1400" dirty="0" err="1">
                <a:solidFill/>
                <a:latin typeface="Arial" panose="020B0604020202020204" pitchFamily="34" charset="0"/>
                <a:cs typeface="Arial" panose="020B0604020202020204" pitchFamily="34" charset="0"/>
              </a:rPr>
              <a:t>MaineHealth</a:t>
            </a:r>
            <a:r>
              <a:rPr lang="en-US" sz="1400" dirty="0">
                <a:solidFill/>
                <a:latin typeface="Arial" panose="020B0604020202020204" pitchFamily="34" charset="0"/>
                <a:cs typeface="Arial" panose="020B0604020202020204" pitchFamily="34" charset="0"/>
              </a:rPr>
              <a:t>)</a:t>
            </a:r>
          </a:p>
        </p:txBody>
      </p:sp>
      <p:sp>
        <p:nvSpPr>
          <p:cNvPr id="15" name="TextBox 7">
            <a:extLst>
              <a:ext uri="{FF2B5EF4-FFF2-40B4-BE49-F238E27FC236}">
                <a16:creationId xmlns:a16="http://schemas.microsoft.com/office/drawing/2014/main" id="{8366B7DC-1810-5C41-82B4-C4512D559AC9}"/>
              </a:ext>
            </a:extLst>
          </p:cNvPr>
          <p:cNvSpPr txBox="1"/>
          <p:nvPr/>
        </p:nvSpPr>
        <p:spPr>
          <a:xfrm>
            <a:off x="7772646" y="2690336"/>
            <a:ext cx="4318001" cy="30777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a DTE margin of 15%</a:t>
            </a:r>
          </a:p>
        </p:txBody>
      </p:sp>
    </p:spTree>
    <p:extLst>
      <p:ext uri="{BB962C8B-B14F-4D97-AF65-F5344CB8AC3E}">
        <p14:creationId xmlns:p14="http://schemas.microsoft.com/office/powerpoint/2010/main" val="1419816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21.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MaineHealth’s approved site(s) with network integration, and development of MaineHealth’s proprietary PBM program.</a:t>
            </a:r>
            <a:r>
              <a:rPr lang="en-US" sz="1600" dirty="0">
                <a:highlight>
                  <a:srgbClr val="FFFF00"/>
                </a:highlight>
              </a:rPr>
              <a:t>   </a:t>
            </a:r>
          </a:p>
        </p:txBody>
      </p:sp>
      <p:graphicFrame>
        <p:nvGraphicFramePr>
          <p:cNvPr id="8" name="Table 7"/>
          <p:cNvGraphicFramePr>
            <a:graphicFrameLocks noGrp="1"/>
          </p:cNvGraphicFramePr>
          <p:nvPr>
            <p:extLst>
              <p:ext uri="{D42A27DB-BD31-4B8C-83A1-F6EECF244321}">
                <p14:modId xmlns:p14="http://schemas.microsoft.com/office/powerpoint/2010/main" val="1188311745"/>
              </p:ext>
            </p:extLst>
          </p:nvPr>
        </p:nvGraphicFramePr>
        <p:xfrm>
          <a:off x="2176272" y="704088"/>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Target Estimate With Margins Similar to Current Commercial Margins and 60% Steerage of Current Non-</a:t>
                      </a:r>
                      <a:r>
                        <a:rPr sz="1400" b="1" i="0" u="none" cap="none" dirty="0" err="1">
                          <a:solidFill>
                            <a:srgbClr val="FFFFFF">
                              <a:alpha val="100000"/>
                            </a:srgbClr>
                          </a:solidFill>
                          <a:latin typeface="Arial"/>
                          <a:cs typeface="Arial"/>
                          <a:sym typeface="Arial"/>
                        </a:rPr>
                        <a:t>MaineHealth</a:t>
                      </a:r>
                      <a:r>
                        <a:rPr sz="1400" b="1" i="0" u="none" cap="none" dirty="0">
                          <a:solidFill>
                            <a:srgbClr val="FFFFFF">
                              <a:alpha val="100000"/>
                            </a:srgbClr>
                          </a:solidFill>
                          <a:latin typeface="Arial"/>
                          <a:cs typeface="Arial"/>
                          <a:sym typeface="Arial"/>
                        </a:rPr>
                        <a:t> Patients Towards </a:t>
                      </a:r>
                      <a:r>
                        <a:rPr sz="1400" b="1" i="0" u="none" cap="none" dirty="0" err="1">
                          <a:solidFill>
                            <a:srgbClr val="FFFFFF">
                              <a:alpha val="100000"/>
                            </a:srgbClr>
                          </a:solidFill>
                          <a:latin typeface="Arial"/>
                          <a:cs typeface="Arial"/>
                          <a:sym typeface="Arial"/>
                        </a:rPr>
                        <a:t>MaineHealth</a:t>
                      </a:r>
                      <a:endParaRPr sz="1400" b="1" i="0" u="none" cap="none" dirty="0">
                        <a:solidFill>
                          <a:srgbClr val="FFFFFF">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$10,924K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$ 19,260K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$ 2,889K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$43,697K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$ 77,039K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$33,342K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$4,791K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$87,393K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$154,078K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$23,112K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$9,913K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89050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16,849.3K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25,453.2K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35,183.8K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8,318.3K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17,064.1K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25,869.6K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35,828.2K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21,100.0K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31,854.9K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44,146.2K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10,467.2K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21,414.4K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32,421.3K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45,000.6K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6,350.5K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19,051.5K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26,272.6K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6,169.3K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12,766.2K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19,317.9K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26,708.2K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1839851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MaineHealth’s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MaineHealth’s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MaineHealth</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MaineHealth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MaineHealth — JMG">
            <a:extLst>
              <a:ext uri="{FF2B5EF4-FFF2-40B4-BE49-F238E27FC236}">
                <a16:creationId xmlns:a16="http://schemas.microsoft.com/office/drawing/2014/main" id="{DCB70F99-2838-E8AE-5DDB-E84A391CF7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64963" y="4370232"/>
            <a:ext cx="1091671" cy="151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13</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9"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MAINEHEALTH</a:t>
            </a:r>
          </a:p>
        </p:txBody>
      </p:sp>
      <p:pic>
        <p:nvPicPr>
          <p:cNvPr id="10" name="Picture 2" descr="MaineHealth — JMG">
            <a:extLst>
              <a:ext uri="{FF2B5EF4-FFF2-40B4-BE49-F238E27FC236}">
                <a16:creationId xmlns:a16="http://schemas.microsoft.com/office/drawing/2014/main" id="{96A2FED6-2A0B-8723-24DE-D67C3186A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5145" y="5274445"/>
            <a:ext cx="3520272" cy="488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14</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MaineHealth’s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MaineHealth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MaineHealth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MaineHealth’s managed care processes to KBA’s patented care management programs will turbocharge results – Positioning MaineHealth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MaineHealth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15</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MaineHealth’s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MaineHealth’s 340B drug pricing program</a:t>
            </a:r>
          </a:p>
          <a:p>
            <a:pPr marL="285753" indent="-285753">
              <a:spcBef>
                <a:spcPts val="600"/>
              </a:spcBef>
              <a:buFont typeface="Wingdings" panose="05000000000000000000" pitchFamily="2" charset="2"/>
              <a:buChar char="§"/>
            </a:pPr>
            <a:r>
              <a:rPr lang="en-US" sz="2000" dirty="0">
                <a:solidFill>
                  <a:schemeClr val="bg1"/>
                </a:solidFill>
              </a:rPr>
              <a:t>Allows MaineHealth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17</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18</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988371357"/>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19</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20</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21</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a:t>
            </a:r>
            <a:r>
              <a:rPr lang="en-US" sz="4000" b="1" dirty="0" err="1">
                <a:solidFill/>
                <a:latin typeface="+mn-lt"/>
                <a:cs typeface="Arial" panose="020B0604020202020204" pitchFamily="34" charset="0"/>
              </a:rPr>
              <a:t>MaineHealth’s</a:t>
            </a:r>
            <a:r>
              <a:rPr lang="en-US" sz="4000" b="1" dirty="0">
                <a:solidFill/>
                <a:latin typeface="+mn-lt"/>
                <a:cs typeface="Arial" panose="020B0604020202020204" pitchFamily="34" charset="0"/>
              </a:rPr>
              <a:t> 2022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2432468732"/>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MaineHealth</a:t>
                      </a:r>
                    </a:p>
                  </a:txBody>
                  <a:tcPr>
                    <a:solidFill>
                      <a:schemeClr val="accent3">
                        <a:lumMod val="20000"/>
                        <a:lumOff val="80000"/>
                      </a:schemeClr>
                    </a:solidFill>
                  </a:tcPr>
                </a:tc>
                <a:tc>
                  <a:txBody>
                    <a:bodyPr/>
                    <a:lstStyle/>
                    <a:p>
                      <a:pPr algn="ctr"/>
                      <a:r>
                        <a:rPr lang="en-US" sz="1400" dirty="0">
                          <a:solidFill>
                            <a:schemeClr val="accent1">
                              <a:lumMod val="75000"/>
                            </a:schemeClr>
                          </a:solidFill>
                        </a:rPr>
                        <a:t>241,613</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$2,910,468K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61,585</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$331,485K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20,113</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$320,820K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9%</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10,923</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($144,321K)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148,992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$2,256,634K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471922" y="5007109"/>
            <a:ext cx="5515762" cy="10945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Arial" panose="020B0604020202020204" pitchFamily="34" charset="0"/>
              <a:cs typeface="Arial" panose="020B060402020202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Does not include Franklin Memorial Hospital as patient days reporting is not included in the Medicare Cost Report</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3005607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a:t>
            </a:r>
            <a:br>
              <a:rPr lang="en-US" b="1" dirty="0">
                <a:latin typeface="+mn-lt"/>
                <a:cs typeface="Arial" panose="020B0604020202020204" pitchFamily="34" charset="0"/>
              </a:rPr>
            </a:br>
            <a:r>
              <a:rPr lang="en-US" b="1" dirty="0">
                <a:latin typeface="+mn-lt"/>
                <a:cs typeface="Arial" panose="020B0604020202020204" pitchFamily="34" charset="0"/>
              </a:rPr>
              <a:t>Commercial vs. Government Pay</a:t>
            </a:r>
          </a:p>
        </p:txBody>
      </p:sp>
      <p:sp>
        <p:nvSpPr>
          <p:cNvPr id="3"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Box 7">
            <a:extLst>
              <a:ext uri="{FF2B5EF4-FFF2-40B4-BE49-F238E27FC236}">
                <a16:creationId xmlns:a16="http://schemas.microsoft.com/office/drawing/2014/main" id="{85163DF1-EB5C-1C3C-A93D-5F16CEEC2B92}"/>
              </a:ext>
            </a:extLst>
          </p:cNvPr>
          <p:cNvSpPr txBox="1"/>
          <p:nvPr/>
        </p:nvSpPr>
        <p:spPr>
          <a:xfrm>
            <a:off x="838199" y="1933595"/>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7" name="TextBox 8">
            <a:extLst>
              <a:ext uri="{FF2B5EF4-FFF2-40B4-BE49-F238E27FC236}">
                <a16:creationId xmlns:a16="http://schemas.microsoft.com/office/drawing/2014/main" id="{020B90EA-11B9-6E81-60B7-F3AFEA7FC5A7}"/>
              </a:ext>
            </a:extLst>
          </p:cNvPr>
          <p:cNvSpPr txBox="1"/>
          <p:nvPr/>
        </p:nvSpPr>
        <p:spPr>
          <a:xfrm>
            <a:off x="6827522" y="1933595"/>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8"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964071" y="3022094"/>
          <a:ext cx="4478017" cy="2021840"/>
        </p:xfrm>
        <a:graphic>
          <a:graphicData uri="http://schemas.openxmlformats.org/drawingml/2006/table">
            <a:tbl>
              <a:tblPr bandRow="1">
                <a:tableStyleId>{2D5ABB26-0587-4C30-8999-92F81FD0307C}</a:tableStyleId>
              </a:tblPr>
              <a:tblGrid>
                <a:gridCol w="2785247">
                  <a:extLst>
                    <a:ext uri="{9D8B030D-6E8A-4147-A177-3AD203B41FA5}">
                      <a16:colId xmlns:a16="http://schemas.microsoft.com/office/drawing/2014/main" val="1477699201"/>
                    </a:ext>
                  </a:extLst>
                </a:gridCol>
                <a:gridCol w="1692770">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4,013,628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3,430,309</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$583,319K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15%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9"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827522" y="3017014"/>
          <a:ext cx="4358640" cy="2026920"/>
        </p:xfrm>
        <a:graphic>
          <a:graphicData uri="http://schemas.openxmlformats.org/drawingml/2006/table">
            <a:tbl>
              <a:tblPr bandRow="1">
                <a:tableStyleId>{2D5ABB26-0587-4C30-8999-92F81FD0307C}</a:tableStyleId>
              </a:tblPr>
              <a:tblGrid>
                <a:gridCol w="2710997">
                  <a:extLst>
                    <a:ext uri="{9D8B030D-6E8A-4147-A177-3AD203B41FA5}">
                      <a16:colId xmlns:a16="http://schemas.microsoft.com/office/drawing/2014/main" val="1477699201"/>
                    </a:ext>
                  </a:extLst>
                </a:gridCol>
                <a:gridCol w="1647643">
                  <a:extLst>
                    <a:ext uri="{9D8B030D-6E8A-4147-A177-3AD203B41FA5}">
                      <a16:colId xmlns:a16="http://schemas.microsoft.com/office/drawing/2014/main" val="3897938436"/>
                    </a:ext>
                  </a:extLst>
                </a:gridCol>
              </a:tblGrid>
              <a:tr h="370840">
                <a:tc>
                  <a:txBody>
                    <a:bodyPr/>
                    <a:lstStyle/>
                    <a:p>
                      <a:r>
                        <a:rPr lang="en-US" dirty="0">
                          <a:solidFill>
                            <a:schemeClr val="tx1"/>
                          </a:solidFill>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1,623,520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3,430,309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-1,806,789</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-111%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0" name="TextBox 12">
            <a:extLst>
              <a:ext uri="{FF2B5EF4-FFF2-40B4-BE49-F238E27FC236}">
                <a16:creationId xmlns:a16="http://schemas.microsoft.com/office/drawing/2014/main" id="{879CF531-03B5-98C7-7BF8-469C9D55F9E4}"/>
              </a:ext>
            </a:extLst>
          </p:cNvPr>
          <p:cNvSpPr txBox="1"/>
          <p:nvPr/>
        </p:nvSpPr>
        <p:spPr>
          <a:xfrm>
            <a:off x="1043940" y="5314948"/>
            <a:ext cx="4398148" cy="523220"/>
          </a:xfrm>
          <a:prstGeom prst="rect">
            <a:avLst/>
          </a:prstGeom>
          <a:noFill/>
        </p:spPr>
        <p:txBody>
          <a:bodyPr wrap="square" rtlCol="0">
            <a:spAutoFit/>
          </a:bodyPr>
          <a:lstStyle/>
          <a:p>
            <a:r>
              <a:rPr lang="en-US" sz="1400" dirty="0"/>
              <a:t>Calculated by dividing the current commercial revenue by the current commercial inpatient day payer mix.  </a:t>
            </a:r>
          </a:p>
        </p:txBody>
      </p:sp>
      <p:sp>
        <p:nvSpPr>
          <p:cNvPr id="11" name="TextBox 13">
            <a:extLst>
              <a:ext uri="{FF2B5EF4-FFF2-40B4-BE49-F238E27FC236}">
                <a16:creationId xmlns:a16="http://schemas.microsoft.com/office/drawing/2014/main" id="{5FAEC66D-2C5F-1BA4-6070-07C2BC7D18E6}"/>
              </a:ext>
            </a:extLst>
          </p:cNvPr>
          <p:cNvSpPr txBox="1"/>
          <p:nvPr/>
        </p:nvSpPr>
        <p:spPr>
          <a:xfrm>
            <a:off x="6827522" y="5314558"/>
            <a:ext cx="4114800" cy="523220"/>
          </a:xfrm>
          <a:prstGeom prst="rect">
            <a:avLst/>
          </a:prstGeom>
          <a:noFill/>
        </p:spPr>
        <p:txBody>
          <a:bodyPr wrap="square" rtlCol="0">
            <a:spAutoFit/>
          </a:bodyPr>
          <a:lstStyle/>
          <a:p>
            <a:r>
              <a:rPr lang="en-US" sz="1400" dirty="0"/>
              <a:t>Calculated by dividing the current gov-pay revenue by the current gov-pay inpatient day payer mix.  </a:t>
            </a:r>
          </a:p>
        </p:txBody>
      </p:sp>
    </p:spTree>
    <p:extLst>
      <p:ext uri="{BB962C8B-B14F-4D97-AF65-F5344CB8AC3E}">
        <p14:creationId xmlns:p14="http://schemas.microsoft.com/office/powerpoint/2010/main" val="3618341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24</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751573" y="5463518"/>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2135481081"/>
              </p:ext>
            </p:extLst>
          </p:nvPr>
        </p:nvGraphicFramePr>
        <p:xfrm>
          <a:off x="571500" y="914401"/>
          <a:ext cx="11277599" cy="4492496"/>
        </p:xfrm>
        <a:graphic>
          <a:graphicData uri="http://schemas.openxmlformats.org/drawingml/2006/table">
            <a:tbl>
              <a:tblPr/>
              <a:tblGrid>
                <a:gridCol w="3225950">
                  <a:extLst>
                    <a:ext uri="{9D8B030D-6E8A-4147-A177-3AD203B41FA5}">
                      <a16:colId xmlns:a16="http://schemas.microsoft.com/office/drawing/2014/main" val="20000"/>
                    </a:ext>
                  </a:extLst>
                </a:gridCol>
                <a:gridCol w="781137">
                  <a:extLst>
                    <a:ext uri="{9D8B030D-6E8A-4147-A177-3AD203B41FA5}">
                      <a16:colId xmlns:a16="http://schemas.microsoft.com/office/drawing/2014/main" val="20001"/>
                    </a:ext>
                  </a:extLst>
                </a:gridCol>
                <a:gridCol w="1057200">
                  <a:extLst>
                    <a:ext uri="{9D8B030D-6E8A-4147-A177-3AD203B41FA5}">
                      <a16:colId xmlns:a16="http://schemas.microsoft.com/office/drawing/2014/main" val="20002"/>
                    </a:ext>
                  </a:extLst>
                </a:gridCol>
                <a:gridCol w="1125053">
                  <a:extLst>
                    <a:ext uri="{9D8B030D-6E8A-4147-A177-3AD203B41FA5}">
                      <a16:colId xmlns:a16="http://schemas.microsoft.com/office/drawing/2014/main" val="20003"/>
                    </a:ext>
                  </a:extLst>
                </a:gridCol>
                <a:gridCol w="1414799">
                  <a:extLst>
                    <a:ext uri="{9D8B030D-6E8A-4147-A177-3AD203B41FA5}">
                      <a16:colId xmlns:a16="http://schemas.microsoft.com/office/drawing/2014/main" val="20004"/>
                    </a:ext>
                  </a:extLst>
                </a:gridCol>
                <a:gridCol w="3673460">
                  <a:extLst>
                    <a:ext uri="{9D8B030D-6E8A-4147-A177-3AD203B41FA5}">
                      <a16:colId xmlns:a16="http://schemas.microsoft.com/office/drawing/2014/main" val="20005"/>
                    </a:ext>
                  </a:extLst>
                </a:gridCol>
              </a:tblGrid>
              <a:tr h="455746">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56141">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Maine Medical Center</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679</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$2,535,572.0K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$2,033,029.6K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60%</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18%</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6141">
                <a:tc>
                  <a:txBody>
                    <a:bodyPr/>
                    <a:lstStyle/>
                    <a:p>
                      <a:pPr marL="63500" marR="63500" algn="l">
                        <a:lnSpc>
                          <a:spcPct val="100000"/>
                        </a:lnSpc>
                        <a:spcBef>
                          <a:spcPts val="500"/>
                        </a:spcBef>
                        <a:spcAft>
                          <a:spcPts val="500"/>
                        </a:spcAft>
                        <a:buNone/>
                      </a:pPr>
                      <a:r>
                        <a:rPr sz="1000" b="1" i="0" u="none" cap="none" dirty="0" err="1">
                          <a:solidFill>
                            <a:schemeClr val="accent1"/>
                          </a:solidFill>
                          <a:latin typeface="Arial"/>
                          <a:cs typeface="Arial"/>
                          <a:sym typeface="Arial"/>
                        </a:rPr>
                        <a:t>MaineHealth</a:t>
                      </a:r>
                      <a:r>
                        <a:rPr sz="1000" b="1" i="0" u="none" cap="none" dirty="0">
                          <a:solidFill>
                            <a:schemeClr val="accent1"/>
                          </a:solidFill>
                          <a:latin typeface="Arial"/>
                          <a:cs typeface="Arial"/>
                          <a:sym typeface="Arial"/>
                        </a:rPr>
                        <a:t> Maine Medical Center Biddeford</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140</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302,313.7K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656,817.3K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7%</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5643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Mid Coast Hospital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93</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dirty="0">
                          <a:solidFill>
                            <a:schemeClr val="accent1"/>
                          </a:solidFill>
                          <a:latin typeface="Arial"/>
                          <a:cs typeface="Arial"/>
                          <a:sym typeface="Arial"/>
                        </a:rPr>
                        <a:t>$  185,768.9K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440,803.6K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4%</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4%</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57444">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Pen Bay Medical Center</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81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dirty="0">
                          <a:solidFill>
                            <a:schemeClr val="accent1"/>
                          </a:solidFill>
                          <a:latin typeface="Arial"/>
                          <a:cs typeface="Arial"/>
                          <a:sym typeface="Arial"/>
                        </a:rPr>
                        <a:t>$  128,668.9K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329,158.1K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3%</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3%</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56436">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Stephens Memorial Hospital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25</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41,272.3K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dirty="0">
                          <a:solidFill>
                            <a:schemeClr val="accent1"/>
                          </a:solidFill>
                          <a:latin typeface="Arial"/>
                          <a:cs typeface="Arial"/>
                          <a:sym typeface="Arial"/>
                        </a:rPr>
                        <a:t>$  170,079.7K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56141">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Franklin Memorial Hospital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41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55,731.4K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dirty="0">
                          <a:solidFill>
                            <a:schemeClr val="accent1"/>
                          </a:solidFill>
                          <a:latin typeface="Arial"/>
                          <a:cs typeface="Arial"/>
                          <a:sym typeface="Arial"/>
                        </a:rPr>
                        <a:t>$  232,957.8K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2%</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5744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Northern Light Mercy Hospital - Fore River Campus (FKA Mercy Hospital Fore River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192,331.6K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546,549.6K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56141">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York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87,048.2K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426,184.9K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5614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Central Maine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440,788.3K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729,686.3K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574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Marys Health System (AKA St Marys Regional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188,321.5K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465,306.4K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564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Rumford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20,246.4K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95,017.3K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5639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Bridgton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20,800.2K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100,957.0K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574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Northern Light Sebasticook Valley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19,549.7K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100,158.1K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574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Redington-Fairview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28,129.0K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185,402.2K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78230238"/>
              </p:ext>
            </p:extLst>
          </p:nvPr>
        </p:nvGraphicFramePr>
        <p:xfrm>
          <a:off x="1" y="1"/>
          <a:ext cx="12192000" cy="6883400"/>
        </p:xfrm>
        <a:graphic>
          <a:graphicData uri="http://schemas.openxmlformats.org/drawingml/2006/table">
            <a:tbl>
              <a:tblPr/>
              <a:tblGrid>
                <a:gridCol w="2191289">
                  <a:extLst>
                    <a:ext uri="{9D8B030D-6E8A-4147-A177-3AD203B41FA5}">
                      <a16:colId xmlns:a16="http://schemas.microsoft.com/office/drawing/2014/main" val="20000"/>
                    </a:ext>
                  </a:extLst>
                </a:gridCol>
                <a:gridCol w="1136310">
                  <a:extLst>
                    <a:ext uri="{9D8B030D-6E8A-4147-A177-3AD203B41FA5}">
                      <a16:colId xmlns:a16="http://schemas.microsoft.com/office/drawing/2014/main" val="20001"/>
                    </a:ext>
                  </a:extLst>
                </a:gridCol>
                <a:gridCol w="1515705">
                  <a:extLst>
                    <a:ext uri="{9D8B030D-6E8A-4147-A177-3AD203B41FA5}">
                      <a16:colId xmlns:a16="http://schemas.microsoft.com/office/drawing/2014/main" val="20002"/>
                    </a:ext>
                  </a:extLst>
                </a:gridCol>
                <a:gridCol w="1497205">
                  <a:extLst>
                    <a:ext uri="{9D8B030D-6E8A-4147-A177-3AD203B41FA5}">
                      <a16:colId xmlns:a16="http://schemas.microsoft.com/office/drawing/2014/main" val="20003"/>
                    </a:ext>
                  </a:extLst>
                </a:gridCol>
                <a:gridCol w="1448459">
                  <a:extLst>
                    <a:ext uri="{9D8B030D-6E8A-4147-A177-3AD203B41FA5}">
                      <a16:colId xmlns:a16="http://schemas.microsoft.com/office/drawing/2014/main" val="20004"/>
                    </a:ext>
                  </a:extLst>
                </a:gridCol>
                <a:gridCol w="1585715">
                  <a:extLst>
                    <a:ext uri="{9D8B030D-6E8A-4147-A177-3AD203B41FA5}">
                      <a16:colId xmlns:a16="http://schemas.microsoft.com/office/drawing/2014/main" val="20005"/>
                    </a:ext>
                  </a:extLst>
                </a:gridCol>
                <a:gridCol w="1437757">
                  <a:extLst>
                    <a:ext uri="{9D8B030D-6E8A-4147-A177-3AD203B41FA5}">
                      <a16:colId xmlns:a16="http://schemas.microsoft.com/office/drawing/2014/main" val="20006"/>
                    </a:ext>
                  </a:extLst>
                </a:gridCol>
                <a:gridCol w="1379560">
                  <a:extLst>
                    <a:ext uri="{9D8B030D-6E8A-4147-A177-3AD203B41FA5}">
                      <a16:colId xmlns:a16="http://schemas.microsoft.com/office/drawing/2014/main" val="20007"/>
                    </a:ext>
                  </a:extLst>
                </a:gridCol>
              </a:tblGrid>
              <a:tr h="245336">
                <a:tc gridSpan="8">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69912">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Maine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MaineHealth Maine Medical Center Biddeford</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Mid Coast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Pen Bay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Waldo County General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Stephens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Franklin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3213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Hospital Days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175,352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31,290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5,757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18,173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6,644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4,397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Not in MCR</a:t>
                      </a:r>
                      <a:endParaRPr sz="10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3213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Days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40,809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10,109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5,043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2,426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Not in MCR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3213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13,969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1,987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Not in MCR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331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3190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$1,042,120K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$117,902.3K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$71,335.25K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$51,210.24K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$19,491.67K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$21,172.68K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$22,348.29K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322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$835,575.1K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$256,158.8K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$169,268.6K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$131,004.9K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$107,977.5K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$87,250.88K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$93,416.06K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3190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$226,733K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$33,543.65K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$26,287.89K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$21,995.4K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$14,216.63K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$8,708.829K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$9,660.452K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003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$48,951.43K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$187,340.9K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$15,113.14K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$20,137.92K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$19,489.23K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$29,787.63K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$9,773.263K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3190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$1,600,414K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$153,351.6K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$199,043.2K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$140,086.4K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$93,775K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$69,963.29K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$96,335.59K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321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$66,442.32K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$15,326.68K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$16,892.81K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$31,626.33K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$9,054.128K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$4,979.534K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$11,673.28K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321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$1,219,519K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$126,603.8K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$75,802.94K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$60,679.37K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$19,346.97K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$20,319.97K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$24,931.81K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322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$977,814.2K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$275,064K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$179,869.8K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$155,228.6K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$107,175.9K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$83,736.92K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$104,215.2K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331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$2,197,333K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$401,667.8K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$255,672.7K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$215,908K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$126,522.9K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$104,056.9K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$129,147K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3190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$-321,234.5K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$-27,431.63K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$-15,228.47K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$-33,688.23K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$957.987K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$4,402.853K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$-13,377.7K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3217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3221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3308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7312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7312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73125">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73125">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2226888840"/>
              </p:ext>
            </p:extLst>
          </p:nvPr>
        </p:nvGraphicFramePr>
        <p:xfrm>
          <a:off x="727045" y="2103813"/>
          <a:ext cx="10955969" cy="2219394"/>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Androscoggin, Cumberland, Franklin, Knox, Lincoln, Oxford, Somerset, and York Counties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$ 2755</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$ 5008</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$ 2339</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27</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54904920"/>
              </p:ext>
            </p:extLst>
          </p:nvPr>
        </p:nvGraphicFramePr>
        <p:xfrm>
          <a:off x="0" y="0"/>
          <a:ext cx="12191998" cy="685800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399592">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4989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769776">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$4,553.3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$22,766.4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$113,832.2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$10,266.4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$7,703.9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$38,519.6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$192,597.8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1318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$1,575.3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$15,753.1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$78,765.6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1318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$3,474.0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$17,370.1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1318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$284.2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$1,420.8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$7,103.8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498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49898">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$7,073.8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73300334"/>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62642">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Margins Similar to Current Commercial Margins and 60% Steerage of Current Non-MaineHealth Patients Towards MaineHealth</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5660">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74453">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$10,540.5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$52,702.7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566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566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$62,540.4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566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$9,837.7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$833.4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$8,334.0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$41,669.9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$751.6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$3,758.1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566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$88,655.9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566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$1,599.1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$46,985.9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$847.5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$4,237.6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$3,891.9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$19,459.5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$1,755.0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$8,280.3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$41,401.5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566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$4,388.4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$21,942.0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1630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$1,978.9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5660">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$-181.9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$-33.8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$1,150.8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$7,073.8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30</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46014</TotalTime>
  <Words>4056</Words>
  <Application>Microsoft Office PowerPoint</Application>
  <PresentationFormat>Widescreen</PresentationFormat>
  <Paragraphs>1167</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Margin and Revenue Impacting Variables in Plan Design</vt:lpstr>
      <vt:lpstr>Estimated Plan Growth Potential</vt:lpstr>
      <vt:lpstr>Modeling Assumptions for Steerage and Net Margin</vt:lpstr>
      <vt:lpstr>Potential for Steerage Growth of Inpatient Discharges</vt:lpstr>
      <vt:lpstr>PowerPoint Presentation</vt:lpstr>
      <vt:lpstr>SINGLE YEAR SUMMARY</vt:lpstr>
      <vt:lpstr>FOUR-YEAR PROJECTIONS</vt:lpstr>
      <vt:lpstr>MaineHealth NETWORK </vt:lpstr>
      <vt:lpstr>PowerPoint Presentation</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MaineHealth’s 2022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110</cp:revision>
  <cp:lastPrinted>2023-07-13T10:24:43Z</cp:lastPrinted>
  <dcterms:created xsi:type="dcterms:W3CDTF">2021-01-20T14:12:11Z</dcterms:created>
  <dcterms:modified xsi:type="dcterms:W3CDTF">2024-11-01T13:39:59Z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