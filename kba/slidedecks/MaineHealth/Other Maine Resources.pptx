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68" r:id="rId20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83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E422E16C-DF3B-44C1-A2DE-B74367A90758}"/>
    <pc:docChg chg="undo custSel modSld">
      <pc:chgData name="Taylor Davis" userId="5c9e72a0-c39f-4aa1-9d7d-64125e78cbe6" providerId="ADAL" clId="{E422E16C-DF3B-44C1-A2DE-B74367A90758}" dt="2024-09-26T20:25:19.961" v="13" actId="1076"/>
      <pc:docMkLst>
        <pc:docMk/>
      </pc:docMkLst>
      <pc:sldChg chg="delSp modSp mod">
        <pc:chgData name="Taylor Davis" userId="5c9e72a0-c39f-4aa1-9d7d-64125e78cbe6" providerId="ADAL" clId="{E422E16C-DF3B-44C1-A2DE-B74367A90758}" dt="2024-09-26T20:25:19.961" v="13" actId="1076"/>
        <pc:sldMkLst>
          <pc:docMk/>
          <pc:sldMk cId="0" sldId="262"/>
        </pc:sldMkLst>
        <pc:spChg chg="mod">
          <ac:chgData name="Taylor Davis" userId="5c9e72a0-c39f-4aa1-9d7d-64125e78cbe6" providerId="ADAL" clId="{E422E16C-DF3B-44C1-A2DE-B74367A90758}" dt="2024-09-26T20:24:36.735" v="5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Taylor Davis" userId="5c9e72a0-c39f-4aa1-9d7d-64125e78cbe6" providerId="ADAL" clId="{E422E16C-DF3B-44C1-A2DE-B74367A90758}" dt="2024-09-26T20:25:12.393" v="12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Taylor Davis" userId="5c9e72a0-c39f-4aa1-9d7d-64125e78cbe6" providerId="ADAL" clId="{E422E16C-DF3B-44C1-A2DE-B74367A90758}" dt="2024-09-26T20:24:49.407" v="8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Taylor Davis" userId="5c9e72a0-c39f-4aa1-9d7d-64125e78cbe6" providerId="ADAL" clId="{E422E16C-DF3B-44C1-A2DE-B74367A90758}" dt="2024-09-26T20:24:44.796" v="7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Taylor Davis" userId="5c9e72a0-c39f-4aa1-9d7d-64125e78cbe6" providerId="ADAL" clId="{E422E16C-DF3B-44C1-A2DE-B74367A90758}" dt="2024-09-26T20:24:42.143" v="6" actId="1076"/>
          <ac:spMkLst>
            <pc:docMk/>
            <pc:sldMk cId="0" sldId="262"/>
            <ac:spMk id="32" creationId="{00000000-0000-0000-0000-000000000000}"/>
          </ac:spMkLst>
        </pc:spChg>
        <pc:spChg chg="del">
          <ac:chgData name="Taylor Davis" userId="5c9e72a0-c39f-4aa1-9d7d-64125e78cbe6" providerId="ADAL" clId="{E422E16C-DF3B-44C1-A2DE-B74367A90758}" dt="2024-09-26T20:24:59.016" v="11" actId="478"/>
          <ac:spMkLst>
            <pc:docMk/>
            <pc:sldMk cId="0" sldId="262"/>
            <ac:spMk id="48" creationId="{00000000-0000-0000-0000-000000000000}"/>
          </ac:spMkLst>
        </pc:spChg>
        <pc:spChg chg="del">
          <ac:chgData name="Taylor Davis" userId="5c9e72a0-c39f-4aa1-9d7d-64125e78cbe6" providerId="ADAL" clId="{E422E16C-DF3B-44C1-A2DE-B74367A90758}" dt="2024-09-26T20:24:57.264" v="10" actId="478"/>
          <ac:spMkLst>
            <pc:docMk/>
            <pc:sldMk cId="0" sldId="262"/>
            <ac:spMk id="49" creationId="{00000000-0000-0000-0000-000000000000}"/>
          </ac:spMkLst>
        </pc:spChg>
        <pc:spChg chg="mod">
          <ac:chgData name="Taylor Davis" userId="5c9e72a0-c39f-4aa1-9d7d-64125e78cbe6" providerId="ADAL" clId="{E422E16C-DF3B-44C1-A2DE-B74367A90758}" dt="2024-09-26T20:24:53.260" v="9" actId="1076"/>
          <ac:spMkLst>
            <pc:docMk/>
            <pc:sldMk cId="0" sldId="262"/>
            <ac:spMk id="50" creationId="{00000000-0000-0000-0000-000000000000}"/>
          </ac:spMkLst>
        </pc:spChg>
        <pc:grpChg chg="mod">
          <ac:chgData name="Taylor Davis" userId="5c9e72a0-c39f-4aa1-9d7d-64125e78cbe6" providerId="ADAL" clId="{E422E16C-DF3B-44C1-A2DE-B74367A90758}" dt="2024-09-26T20:25:19.961" v="13" actId="1076"/>
          <ac:grpSpMkLst>
            <pc:docMk/>
            <pc:sldMk cId="0" sldId="262"/>
            <ac:grpSpMk id="3" creationId="{00000000-0000-0000-0000-000000000000}"/>
          </ac:grpSpMkLst>
        </pc:grpChg>
      </pc:sldChg>
    </pc:docChg>
  </pc:docChgLst>
  <pc:docChgLst>
    <pc:chgData name="Taylor Davis" userId="5c9e72a0-c39f-4aa1-9d7d-64125e78cbe6" providerId="ADAL" clId="{2710DEE0-ECC7-4097-BA62-DB587368F5BD}"/>
    <pc:docChg chg="custSel addSld modSld sldOrd modMainMaster">
      <pc:chgData name="Taylor Davis" userId="5c9e72a0-c39f-4aa1-9d7d-64125e78cbe6" providerId="ADAL" clId="{2710DEE0-ECC7-4097-BA62-DB587368F5BD}" dt="2024-09-23T14:28:47.987" v="274"/>
      <pc:docMkLst>
        <pc:docMk/>
      </pc:docMkLst>
      <pc:sldChg chg="modSp">
        <pc:chgData name="Taylor Davis" userId="5c9e72a0-c39f-4aa1-9d7d-64125e78cbe6" providerId="ADAL" clId="{2710DEE0-ECC7-4097-BA62-DB587368F5BD}" dt="2024-09-23T14:18:26.106" v="0"/>
        <pc:sldMkLst>
          <pc:docMk/>
          <pc:sldMk cId="0" sldId="256"/>
        </pc:sldMkLst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5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5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5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6"/>
            <ac:spMk id="54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56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56"/>
            <ac:picMk id="38" creationId="{00000000-0000-0000-0000-000000000000}"/>
          </ac:picMkLst>
        </pc:picChg>
      </pc:sldChg>
      <pc:sldChg chg="modSp">
        <pc:chgData name="Taylor Davis" userId="5c9e72a0-c39f-4aa1-9d7d-64125e78cbe6" providerId="ADAL" clId="{2710DEE0-ECC7-4097-BA62-DB587368F5BD}" dt="2024-09-23T14:18:26.106" v="0"/>
        <pc:sldMkLst>
          <pc:docMk/>
          <pc:sldMk cId="0" sldId="257"/>
        </pc:sldMkLst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7"/>
            <ac:spMk id="51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57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57"/>
            <ac:picMk id="38" creationId="{00000000-0000-0000-0000-000000000000}"/>
          </ac:picMkLst>
        </pc:picChg>
      </pc:sldChg>
      <pc:sldChg chg="modSp mod">
        <pc:chgData name="Taylor Davis" userId="5c9e72a0-c39f-4aa1-9d7d-64125e78cbe6" providerId="ADAL" clId="{2710DEE0-ECC7-4097-BA62-DB587368F5BD}" dt="2024-09-23T14:18:26.342" v="2" actId="27636"/>
        <pc:sldMkLst>
          <pc:docMk/>
          <pc:sldMk cId="0" sldId="258"/>
        </pc:sldMkLst>
        <pc:spChg chg="mod">
          <ac:chgData name="Taylor Davis" userId="5c9e72a0-c39f-4aa1-9d7d-64125e78cbe6" providerId="ADAL" clId="{2710DEE0-ECC7-4097-BA62-DB587368F5BD}" dt="2024-09-23T14:18:26.342" v="2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8"/>
            <ac:spMk id="51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58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58"/>
            <ac:picMk id="38" creationId="{00000000-0000-0000-0000-000000000000}"/>
          </ac:picMkLst>
        </pc:picChg>
      </pc:sldChg>
      <pc:sldChg chg="modSp mod">
        <pc:chgData name="Taylor Davis" userId="5c9e72a0-c39f-4aa1-9d7d-64125e78cbe6" providerId="ADAL" clId="{2710DEE0-ECC7-4097-BA62-DB587368F5BD}" dt="2024-09-23T14:18:26.348" v="3" actId="27636"/>
        <pc:sldMkLst>
          <pc:docMk/>
          <pc:sldMk cId="0" sldId="259"/>
        </pc:sldMkLst>
        <pc:spChg chg="mod">
          <ac:chgData name="Taylor Davis" userId="5c9e72a0-c39f-4aa1-9d7d-64125e78cbe6" providerId="ADAL" clId="{2710DEE0-ECC7-4097-BA62-DB587368F5BD}" dt="2024-09-23T14:18:26.348" v="3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59"/>
            <ac:spMk id="57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59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59"/>
            <ac:picMk id="38" creationId="{00000000-0000-0000-0000-000000000000}"/>
          </ac:picMkLst>
        </pc:picChg>
      </pc:sldChg>
      <pc:sldChg chg="modSp mod">
        <pc:chgData name="Taylor Davis" userId="5c9e72a0-c39f-4aa1-9d7d-64125e78cbe6" providerId="ADAL" clId="{2710DEE0-ECC7-4097-BA62-DB587368F5BD}" dt="2024-09-23T14:18:26.355" v="4" actId="27636"/>
        <pc:sldMkLst>
          <pc:docMk/>
          <pc:sldMk cId="0" sldId="260"/>
        </pc:sldMkLst>
        <pc:spChg chg="mod">
          <ac:chgData name="Taylor Davis" userId="5c9e72a0-c39f-4aa1-9d7d-64125e78cbe6" providerId="ADAL" clId="{2710DEE0-ECC7-4097-BA62-DB587368F5BD}" dt="2024-09-23T14:18:26.355" v="4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5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5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5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0"/>
            <ac:spMk id="54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60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60"/>
            <ac:picMk id="38" creationId="{00000000-0000-0000-0000-000000000000}"/>
          </ac:picMkLst>
        </pc:picChg>
      </pc:sldChg>
      <pc:sldChg chg="modSp">
        <pc:chgData name="Taylor Davis" userId="5c9e72a0-c39f-4aa1-9d7d-64125e78cbe6" providerId="ADAL" clId="{2710DEE0-ECC7-4097-BA62-DB587368F5BD}" dt="2024-09-23T14:18:26.106" v="0"/>
        <pc:sldMkLst>
          <pc:docMk/>
          <pc:sldMk cId="0" sldId="261"/>
        </pc:sldMkLst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1"/>
            <ac:spMk id="57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61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61"/>
            <ac:picMk id="38" creationId="{00000000-0000-0000-0000-000000000000}"/>
          </ac:picMkLst>
        </pc:picChg>
      </pc:sldChg>
      <pc:sldChg chg="modSp">
        <pc:chgData name="Taylor Davis" userId="5c9e72a0-c39f-4aa1-9d7d-64125e78cbe6" providerId="ADAL" clId="{2710DEE0-ECC7-4097-BA62-DB587368F5BD}" dt="2024-09-23T14:18:26.106" v="0"/>
        <pc:sldMkLst>
          <pc:docMk/>
          <pc:sldMk cId="0" sldId="262"/>
        </pc:sldMkLst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2"/>
            <ac:spMk id="51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62"/>
            <ac:picMk id="38" creationId="{00000000-0000-0000-0000-000000000000}"/>
          </ac:picMkLst>
        </pc:picChg>
      </pc:sldChg>
      <pc:sldChg chg="modSp mod">
        <pc:chgData name="Taylor Davis" userId="5c9e72a0-c39f-4aa1-9d7d-64125e78cbe6" providerId="ADAL" clId="{2710DEE0-ECC7-4097-BA62-DB587368F5BD}" dt="2024-09-23T14:18:26.360" v="5" actId="27636"/>
        <pc:sldMkLst>
          <pc:docMk/>
          <pc:sldMk cId="0" sldId="263"/>
        </pc:sldMkLst>
        <pc:spChg chg="mod">
          <ac:chgData name="Taylor Davis" userId="5c9e72a0-c39f-4aa1-9d7d-64125e78cbe6" providerId="ADAL" clId="{2710DEE0-ECC7-4097-BA62-DB587368F5BD}" dt="2024-09-23T14:18:26.360" v="5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5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5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5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3"/>
            <ac:spMk id="54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63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63"/>
            <ac:picMk id="38" creationId="{00000000-0000-0000-0000-000000000000}"/>
          </ac:picMkLst>
        </pc:picChg>
      </pc:sldChg>
      <pc:sldChg chg="modSp mod">
        <pc:chgData name="Taylor Davis" userId="5c9e72a0-c39f-4aa1-9d7d-64125e78cbe6" providerId="ADAL" clId="{2710DEE0-ECC7-4097-BA62-DB587368F5BD}" dt="2024-09-23T14:18:26.363" v="6" actId="27636"/>
        <pc:sldMkLst>
          <pc:docMk/>
          <pc:sldMk cId="0" sldId="264"/>
        </pc:sldMkLst>
        <pc:spChg chg="mod">
          <ac:chgData name="Taylor Davis" userId="5c9e72a0-c39f-4aa1-9d7d-64125e78cbe6" providerId="ADAL" clId="{2710DEE0-ECC7-4097-BA62-DB587368F5BD}" dt="2024-09-23T14:18:26.363" v="6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4"/>
            <ac:spMk id="48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64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64"/>
            <ac:picMk id="38" creationId="{00000000-0000-0000-0000-000000000000}"/>
          </ac:picMkLst>
        </pc:picChg>
      </pc:sldChg>
      <pc:sldChg chg="modSp mod">
        <pc:chgData name="Taylor Davis" userId="5c9e72a0-c39f-4aa1-9d7d-64125e78cbe6" providerId="ADAL" clId="{2710DEE0-ECC7-4097-BA62-DB587368F5BD}" dt="2024-09-23T14:18:26.371" v="7" actId="27636"/>
        <pc:sldMkLst>
          <pc:docMk/>
          <pc:sldMk cId="0" sldId="265"/>
        </pc:sldMkLst>
        <pc:spChg chg="mod">
          <ac:chgData name="Taylor Davis" userId="5c9e72a0-c39f-4aa1-9d7d-64125e78cbe6" providerId="ADAL" clId="{2710DEE0-ECC7-4097-BA62-DB587368F5BD}" dt="2024-09-23T14:18:26.371" v="7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5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5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5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5"/>
            <ac:spMk id="54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65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65"/>
            <ac:picMk id="38" creationId="{00000000-0000-0000-0000-000000000000}"/>
          </ac:picMkLst>
        </pc:picChg>
      </pc:sldChg>
      <pc:sldChg chg="modSp mod">
        <pc:chgData name="Taylor Davis" userId="5c9e72a0-c39f-4aa1-9d7d-64125e78cbe6" providerId="ADAL" clId="{2710DEE0-ECC7-4097-BA62-DB587368F5BD}" dt="2024-09-23T14:18:26.377" v="8" actId="27636"/>
        <pc:sldMkLst>
          <pc:docMk/>
          <pc:sldMk cId="0" sldId="266"/>
        </pc:sldMkLst>
        <pc:spChg chg="mod">
          <ac:chgData name="Taylor Davis" userId="5c9e72a0-c39f-4aa1-9d7d-64125e78cbe6" providerId="ADAL" clId="{2710DEE0-ECC7-4097-BA62-DB587368F5BD}" dt="2024-09-23T14:18:26.377" v="8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5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5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5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6"/>
            <ac:spMk id="54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66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66"/>
            <ac:picMk id="38" creationId="{00000000-0000-0000-0000-000000000000}"/>
          </ac:picMkLst>
        </pc:picChg>
      </pc:sldChg>
      <pc:sldChg chg="modSp mod">
        <pc:chgData name="Taylor Davis" userId="5c9e72a0-c39f-4aa1-9d7d-64125e78cbe6" providerId="ADAL" clId="{2710DEE0-ECC7-4097-BA62-DB587368F5BD}" dt="2024-09-23T14:18:26.155" v="1" actId="27636"/>
        <pc:sldMkLst>
          <pc:docMk/>
          <pc:sldMk cId="0" sldId="267"/>
        </pc:sldMkLst>
        <pc:spChg chg="mod">
          <ac:chgData name="Taylor Davis" userId="5c9e72a0-c39f-4aa1-9d7d-64125e78cbe6" providerId="ADAL" clId="{2710DEE0-ECC7-4097-BA62-DB587368F5BD}" dt="2024-09-23T14:18:26.155" v="1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1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2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3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1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6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7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8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49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50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k cId="0" sldId="267"/>
            <ac:spMk id="51" creationId="{00000000-0000-0000-0000-000000000000}"/>
          </ac:spMkLst>
        </pc:spChg>
        <pc:grpChg chg="mod">
          <ac:chgData name="Taylor Davis" userId="5c9e72a0-c39f-4aa1-9d7d-64125e78cbe6" providerId="ADAL" clId="{2710DEE0-ECC7-4097-BA62-DB587368F5BD}" dt="2024-09-23T14:18:26.106" v="0"/>
          <ac:grpSpMkLst>
            <pc:docMk/>
            <pc:sldMk cId="0" sldId="267"/>
            <ac:grpSpMk id="3" creationId="{00000000-0000-0000-0000-000000000000}"/>
          </ac:grpSpMkLst>
        </pc:grpChg>
        <pc:picChg chg="mod">
          <ac:chgData name="Taylor Davis" userId="5c9e72a0-c39f-4aa1-9d7d-64125e78cbe6" providerId="ADAL" clId="{2710DEE0-ECC7-4097-BA62-DB587368F5BD}" dt="2024-09-23T14:18:26.106" v="0"/>
          <ac:picMkLst>
            <pc:docMk/>
            <pc:sldMk cId="0" sldId="267"/>
            <ac:picMk id="38" creationId="{00000000-0000-0000-0000-000000000000}"/>
          </ac:picMkLst>
        </pc:picChg>
      </pc:sldChg>
      <pc:sldChg chg="addSp delSp modSp new mod ord">
        <pc:chgData name="Taylor Davis" userId="5c9e72a0-c39f-4aa1-9d7d-64125e78cbe6" providerId="ADAL" clId="{2710DEE0-ECC7-4097-BA62-DB587368F5BD}" dt="2024-09-23T14:28:47.987" v="274"/>
        <pc:sldMkLst>
          <pc:docMk/>
          <pc:sldMk cId="2044987477" sldId="268"/>
        </pc:sldMkLst>
        <pc:spChg chg="mod">
          <ac:chgData name="Taylor Davis" userId="5c9e72a0-c39f-4aa1-9d7d-64125e78cbe6" providerId="ADAL" clId="{2710DEE0-ECC7-4097-BA62-DB587368F5BD}" dt="2024-09-23T14:24:22.871" v="49" actId="20577"/>
          <ac:spMkLst>
            <pc:docMk/>
            <pc:sldMk cId="2044987477" sldId="268"/>
            <ac:spMk id="2" creationId="{3407910F-1A45-EF55-5123-54D311A122DD}"/>
          </ac:spMkLst>
        </pc:spChg>
        <pc:spChg chg="del">
          <ac:chgData name="Taylor Davis" userId="5c9e72a0-c39f-4aa1-9d7d-64125e78cbe6" providerId="ADAL" clId="{2710DEE0-ECC7-4097-BA62-DB587368F5BD}" dt="2024-09-23T14:24:25.712" v="50" actId="22"/>
          <ac:spMkLst>
            <pc:docMk/>
            <pc:sldMk cId="2044987477" sldId="268"/>
            <ac:spMk id="3" creationId="{026BFE26-6892-AE45-475A-A88E5AF5FE55}"/>
          </ac:spMkLst>
        </pc:spChg>
        <pc:picChg chg="add mod ord">
          <ac:chgData name="Taylor Davis" userId="5c9e72a0-c39f-4aa1-9d7d-64125e78cbe6" providerId="ADAL" clId="{2710DEE0-ECC7-4097-BA62-DB587368F5BD}" dt="2024-09-23T14:24:25.712" v="50" actId="22"/>
          <ac:picMkLst>
            <pc:docMk/>
            <pc:sldMk cId="2044987477" sldId="268"/>
            <ac:picMk id="5" creationId="{DBB042F8-6EE2-86D1-1806-5A7BFE0D5888}"/>
          </ac:picMkLst>
        </pc:picChg>
      </pc:sldChg>
      <pc:sldChg chg="addSp delSp modSp new mod">
        <pc:chgData name="Taylor Davis" userId="5c9e72a0-c39f-4aa1-9d7d-64125e78cbe6" providerId="ADAL" clId="{2710DEE0-ECC7-4097-BA62-DB587368F5BD}" dt="2024-09-23T14:25:02.843" v="78" actId="22"/>
        <pc:sldMkLst>
          <pc:docMk/>
          <pc:sldMk cId="3566148452" sldId="269"/>
        </pc:sldMkLst>
        <pc:spChg chg="mod">
          <ac:chgData name="Taylor Davis" userId="5c9e72a0-c39f-4aa1-9d7d-64125e78cbe6" providerId="ADAL" clId="{2710DEE0-ECC7-4097-BA62-DB587368F5BD}" dt="2024-09-23T14:25:00.285" v="77" actId="20577"/>
          <ac:spMkLst>
            <pc:docMk/>
            <pc:sldMk cId="3566148452" sldId="269"/>
            <ac:spMk id="2" creationId="{A3C6AEFD-98DB-8C1E-1912-A37BDC53C728}"/>
          </ac:spMkLst>
        </pc:spChg>
        <pc:spChg chg="del">
          <ac:chgData name="Taylor Davis" userId="5c9e72a0-c39f-4aa1-9d7d-64125e78cbe6" providerId="ADAL" clId="{2710DEE0-ECC7-4097-BA62-DB587368F5BD}" dt="2024-09-23T14:25:02.843" v="78" actId="22"/>
          <ac:spMkLst>
            <pc:docMk/>
            <pc:sldMk cId="3566148452" sldId="269"/>
            <ac:spMk id="3" creationId="{B41C8CCA-61A5-865A-52B6-6F13FAB5F5D8}"/>
          </ac:spMkLst>
        </pc:spChg>
        <pc:picChg chg="add mod ord">
          <ac:chgData name="Taylor Davis" userId="5c9e72a0-c39f-4aa1-9d7d-64125e78cbe6" providerId="ADAL" clId="{2710DEE0-ECC7-4097-BA62-DB587368F5BD}" dt="2024-09-23T14:25:02.843" v="78" actId="22"/>
          <ac:picMkLst>
            <pc:docMk/>
            <pc:sldMk cId="3566148452" sldId="269"/>
            <ac:picMk id="5" creationId="{9E09DC8C-64F6-16F6-35B5-81926CCCDBB4}"/>
          </ac:picMkLst>
        </pc:picChg>
      </pc:sldChg>
      <pc:sldChg chg="addSp delSp modSp new mod">
        <pc:chgData name="Taylor Davis" userId="5c9e72a0-c39f-4aa1-9d7d-64125e78cbe6" providerId="ADAL" clId="{2710DEE0-ECC7-4097-BA62-DB587368F5BD}" dt="2024-09-23T14:25:43.111" v="108" actId="22"/>
        <pc:sldMkLst>
          <pc:docMk/>
          <pc:sldMk cId="3117314496" sldId="270"/>
        </pc:sldMkLst>
        <pc:spChg chg="mod">
          <ac:chgData name="Taylor Davis" userId="5c9e72a0-c39f-4aa1-9d7d-64125e78cbe6" providerId="ADAL" clId="{2710DEE0-ECC7-4097-BA62-DB587368F5BD}" dt="2024-09-23T14:25:21.860" v="107" actId="20577"/>
          <ac:spMkLst>
            <pc:docMk/>
            <pc:sldMk cId="3117314496" sldId="270"/>
            <ac:spMk id="2" creationId="{41D9DA7D-714C-8201-520F-75DD364FEF51}"/>
          </ac:spMkLst>
        </pc:spChg>
        <pc:spChg chg="del">
          <ac:chgData name="Taylor Davis" userId="5c9e72a0-c39f-4aa1-9d7d-64125e78cbe6" providerId="ADAL" clId="{2710DEE0-ECC7-4097-BA62-DB587368F5BD}" dt="2024-09-23T14:25:43.111" v="108" actId="22"/>
          <ac:spMkLst>
            <pc:docMk/>
            <pc:sldMk cId="3117314496" sldId="270"/>
            <ac:spMk id="3" creationId="{5BA5133C-7E1C-C9B9-B6D6-6022EEC2D121}"/>
          </ac:spMkLst>
        </pc:spChg>
        <pc:picChg chg="add mod ord">
          <ac:chgData name="Taylor Davis" userId="5c9e72a0-c39f-4aa1-9d7d-64125e78cbe6" providerId="ADAL" clId="{2710DEE0-ECC7-4097-BA62-DB587368F5BD}" dt="2024-09-23T14:25:43.111" v="108" actId="22"/>
          <ac:picMkLst>
            <pc:docMk/>
            <pc:sldMk cId="3117314496" sldId="270"/>
            <ac:picMk id="5" creationId="{8FEDF54A-5733-8BE4-8756-C9332FA72E5D}"/>
          </ac:picMkLst>
        </pc:picChg>
      </pc:sldChg>
      <pc:sldChg chg="addSp delSp modSp new mod">
        <pc:chgData name="Taylor Davis" userId="5c9e72a0-c39f-4aa1-9d7d-64125e78cbe6" providerId="ADAL" clId="{2710DEE0-ECC7-4097-BA62-DB587368F5BD}" dt="2024-09-23T14:26:30.870" v="145" actId="22"/>
        <pc:sldMkLst>
          <pc:docMk/>
          <pc:sldMk cId="861965111" sldId="271"/>
        </pc:sldMkLst>
        <pc:spChg chg="mod">
          <ac:chgData name="Taylor Davis" userId="5c9e72a0-c39f-4aa1-9d7d-64125e78cbe6" providerId="ADAL" clId="{2710DEE0-ECC7-4097-BA62-DB587368F5BD}" dt="2024-09-23T14:26:28.853" v="144" actId="20577"/>
          <ac:spMkLst>
            <pc:docMk/>
            <pc:sldMk cId="861965111" sldId="271"/>
            <ac:spMk id="2" creationId="{BE5C4BBD-F4C9-23EC-F8EC-9075D2B01EA3}"/>
          </ac:spMkLst>
        </pc:spChg>
        <pc:spChg chg="del">
          <ac:chgData name="Taylor Davis" userId="5c9e72a0-c39f-4aa1-9d7d-64125e78cbe6" providerId="ADAL" clId="{2710DEE0-ECC7-4097-BA62-DB587368F5BD}" dt="2024-09-23T14:26:30.870" v="145" actId="22"/>
          <ac:spMkLst>
            <pc:docMk/>
            <pc:sldMk cId="861965111" sldId="271"/>
            <ac:spMk id="3" creationId="{EA452328-419E-0888-E5E3-21DB2842FA79}"/>
          </ac:spMkLst>
        </pc:spChg>
        <pc:picChg chg="add mod ord">
          <ac:chgData name="Taylor Davis" userId="5c9e72a0-c39f-4aa1-9d7d-64125e78cbe6" providerId="ADAL" clId="{2710DEE0-ECC7-4097-BA62-DB587368F5BD}" dt="2024-09-23T14:26:30.870" v="145" actId="22"/>
          <ac:picMkLst>
            <pc:docMk/>
            <pc:sldMk cId="861965111" sldId="271"/>
            <ac:picMk id="5" creationId="{92875C9E-9346-BF30-97CF-72D666BDC624}"/>
          </ac:picMkLst>
        </pc:picChg>
      </pc:sldChg>
      <pc:sldChg chg="addSp delSp modSp new mod">
        <pc:chgData name="Taylor Davis" userId="5c9e72a0-c39f-4aa1-9d7d-64125e78cbe6" providerId="ADAL" clId="{2710DEE0-ECC7-4097-BA62-DB587368F5BD}" dt="2024-09-23T14:27:19.246" v="203" actId="20577"/>
        <pc:sldMkLst>
          <pc:docMk/>
          <pc:sldMk cId="1569237220" sldId="272"/>
        </pc:sldMkLst>
        <pc:spChg chg="mod">
          <ac:chgData name="Taylor Davis" userId="5c9e72a0-c39f-4aa1-9d7d-64125e78cbe6" providerId="ADAL" clId="{2710DEE0-ECC7-4097-BA62-DB587368F5BD}" dt="2024-09-23T14:27:19.246" v="203" actId="20577"/>
          <ac:spMkLst>
            <pc:docMk/>
            <pc:sldMk cId="1569237220" sldId="272"/>
            <ac:spMk id="2" creationId="{B50E12AB-CB41-4BEE-3C84-86B257F83329}"/>
          </ac:spMkLst>
        </pc:spChg>
        <pc:spChg chg="del">
          <ac:chgData name="Taylor Davis" userId="5c9e72a0-c39f-4aa1-9d7d-64125e78cbe6" providerId="ADAL" clId="{2710DEE0-ECC7-4097-BA62-DB587368F5BD}" dt="2024-09-23T14:27:06.377" v="147" actId="22"/>
          <ac:spMkLst>
            <pc:docMk/>
            <pc:sldMk cId="1569237220" sldId="272"/>
            <ac:spMk id="3" creationId="{9BC7A09F-9851-CE1C-944D-A4CD5F0E0D2D}"/>
          </ac:spMkLst>
        </pc:spChg>
        <pc:picChg chg="add mod ord">
          <ac:chgData name="Taylor Davis" userId="5c9e72a0-c39f-4aa1-9d7d-64125e78cbe6" providerId="ADAL" clId="{2710DEE0-ECC7-4097-BA62-DB587368F5BD}" dt="2024-09-23T14:27:06.377" v="147" actId="22"/>
          <ac:picMkLst>
            <pc:docMk/>
            <pc:sldMk cId="1569237220" sldId="272"/>
            <ac:picMk id="5" creationId="{DA731D2F-9210-3733-AD64-AD266D9B35FD}"/>
          </ac:picMkLst>
        </pc:picChg>
      </pc:sldChg>
      <pc:sldChg chg="addSp delSp modSp new mod">
        <pc:chgData name="Taylor Davis" userId="5c9e72a0-c39f-4aa1-9d7d-64125e78cbe6" providerId="ADAL" clId="{2710DEE0-ECC7-4097-BA62-DB587368F5BD}" dt="2024-09-23T14:27:59.752" v="229" actId="20577"/>
        <pc:sldMkLst>
          <pc:docMk/>
          <pc:sldMk cId="3412937353" sldId="273"/>
        </pc:sldMkLst>
        <pc:spChg chg="mod">
          <ac:chgData name="Taylor Davis" userId="5c9e72a0-c39f-4aa1-9d7d-64125e78cbe6" providerId="ADAL" clId="{2710DEE0-ECC7-4097-BA62-DB587368F5BD}" dt="2024-09-23T14:27:59.752" v="229" actId="20577"/>
          <ac:spMkLst>
            <pc:docMk/>
            <pc:sldMk cId="3412937353" sldId="273"/>
            <ac:spMk id="2" creationId="{14F11AAB-9871-B821-7FAC-0EFE737A7D7A}"/>
          </ac:spMkLst>
        </pc:spChg>
        <pc:spChg chg="del">
          <ac:chgData name="Taylor Davis" userId="5c9e72a0-c39f-4aa1-9d7d-64125e78cbe6" providerId="ADAL" clId="{2710DEE0-ECC7-4097-BA62-DB587368F5BD}" dt="2024-09-23T14:27:54.869" v="205" actId="22"/>
          <ac:spMkLst>
            <pc:docMk/>
            <pc:sldMk cId="3412937353" sldId="273"/>
            <ac:spMk id="3" creationId="{B3346BBA-1821-4ED9-4147-6281D29B1B5F}"/>
          </ac:spMkLst>
        </pc:spChg>
        <pc:picChg chg="add mod ord">
          <ac:chgData name="Taylor Davis" userId="5c9e72a0-c39f-4aa1-9d7d-64125e78cbe6" providerId="ADAL" clId="{2710DEE0-ECC7-4097-BA62-DB587368F5BD}" dt="2024-09-23T14:27:54.869" v="205" actId="22"/>
          <ac:picMkLst>
            <pc:docMk/>
            <pc:sldMk cId="3412937353" sldId="273"/>
            <ac:picMk id="5" creationId="{21FBD6A9-9311-6B0E-BADC-629864B12A41}"/>
          </ac:picMkLst>
        </pc:picChg>
      </pc:sldChg>
      <pc:sldChg chg="addSp delSp modSp new mod">
        <pc:chgData name="Taylor Davis" userId="5c9e72a0-c39f-4aa1-9d7d-64125e78cbe6" providerId="ADAL" clId="{2710DEE0-ECC7-4097-BA62-DB587368F5BD}" dt="2024-09-23T14:28:40.165" v="272" actId="20577"/>
        <pc:sldMkLst>
          <pc:docMk/>
          <pc:sldMk cId="160920289" sldId="274"/>
        </pc:sldMkLst>
        <pc:spChg chg="mod">
          <ac:chgData name="Taylor Davis" userId="5c9e72a0-c39f-4aa1-9d7d-64125e78cbe6" providerId="ADAL" clId="{2710DEE0-ECC7-4097-BA62-DB587368F5BD}" dt="2024-09-23T14:28:40.165" v="272" actId="20577"/>
          <ac:spMkLst>
            <pc:docMk/>
            <pc:sldMk cId="160920289" sldId="274"/>
            <ac:spMk id="2" creationId="{56CBE1A0-7901-F20F-6B8F-38ABF1AAA7F5}"/>
          </ac:spMkLst>
        </pc:spChg>
        <pc:spChg chg="del">
          <ac:chgData name="Taylor Davis" userId="5c9e72a0-c39f-4aa1-9d7d-64125e78cbe6" providerId="ADAL" clId="{2710DEE0-ECC7-4097-BA62-DB587368F5BD}" dt="2024-09-23T14:28:32.121" v="231" actId="22"/>
          <ac:spMkLst>
            <pc:docMk/>
            <pc:sldMk cId="160920289" sldId="274"/>
            <ac:spMk id="3" creationId="{539A2690-894B-0449-EB74-22AF73BC2B64}"/>
          </ac:spMkLst>
        </pc:spChg>
        <pc:picChg chg="add mod ord">
          <ac:chgData name="Taylor Davis" userId="5c9e72a0-c39f-4aa1-9d7d-64125e78cbe6" providerId="ADAL" clId="{2710DEE0-ECC7-4097-BA62-DB587368F5BD}" dt="2024-09-23T14:28:32.121" v="231" actId="22"/>
          <ac:picMkLst>
            <pc:docMk/>
            <pc:sldMk cId="160920289" sldId="274"/>
            <ac:picMk id="5" creationId="{3A1EAEB6-5907-4019-86CA-6898E7737764}"/>
          </ac:picMkLst>
        </pc:picChg>
      </pc:sldChg>
      <pc:sldMasterChg chg="modSp modSldLayout">
        <pc:chgData name="Taylor Davis" userId="5c9e72a0-c39f-4aa1-9d7d-64125e78cbe6" providerId="ADAL" clId="{2710DEE0-ECC7-4097-BA62-DB587368F5BD}" dt="2024-09-23T14:18:26.106" v="0"/>
        <pc:sldMasterMkLst>
          <pc:docMk/>
          <pc:sldMasterMk cId="307823620" sldId="2147483648"/>
        </pc:sldMasterMkLst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asterMk cId="307823620" sldId="2147483648"/>
            <ac:spMk id="2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asterMk cId="307823620" sldId="2147483648"/>
            <ac:spMk id="3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asterMk cId="307823620" sldId="2147483648"/>
            <ac:spMk id="4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asterMk cId="307823620" sldId="2147483648"/>
            <ac:spMk id="5" creationId="{00000000-0000-0000-0000-000000000000}"/>
          </ac:spMkLst>
        </pc:spChg>
        <pc:spChg chg="mod">
          <ac:chgData name="Taylor Davis" userId="5c9e72a0-c39f-4aa1-9d7d-64125e78cbe6" providerId="ADAL" clId="{2710DEE0-ECC7-4097-BA62-DB587368F5BD}" dt="2024-09-23T14:18:26.106" v="0"/>
          <ac:spMkLst>
            <pc:docMk/>
            <pc:sldMasterMk cId="307823620" sldId="2147483648"/>
            <ac:spMk id="6" creationId="{00000000-0000-0000-0000-000000000000}"/>
          </ac:spMkLst>
        </pc:spChg>
        <pc:sldLayoutChg chg="modSp">
          <pc:chgData name="Taylor Davis" userId="5c9e72a0-c39f-4aa1-9d7d-64125e78cbe6" providerId="ADAL" clId="{2710DEE0-ECC7-4097-BA62-DB587368F5BD}" dt="2024-09-23T14:18:26.106" v="0"/>
          <pc:sldLayoutMkLst>
            <pc:docMk/>
            <pc:sldMasterMk cId="307823620" sldId="2147483648"/>
            <pc:sldLayoutMk cId="4214881138" sldId="2147483649"/>
          </pc:sldLayoutMkLst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4214881138" sldId="2147483649"/>
              <ac:spMk id="2" creationId="{00000000-0000-0000-0000-000000000000}"/>
            </ac:spMkLst>
          </pc:spChg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4214881138" sldId="2147483649"/>
              <ac:spMk id="3" creationId="{00000000-0000-0000-0000-000000000000}"/>
            </ac:spMkLst>
          </pc:spChg>
        </pc:sldLayoutChg>
        <pc:sldLayoutChg chg="modSp">
          <pc:chgData name="Taylor Davis" userId="5c9e72a0-c39f-4aa1-9d7d-64125e78cbe6" providerId="ADAL" clId="{2710DEE0-ECC7-4097-BA62-DB587368F5BD}" dt="2024-09-23T14:18:26.106" v="0"/>
          <pc:sldLayoutMkLst>
            <pc:docMk/>
            <pc:sldMasterMk cId="307823620" sldId="2147483648"/>
            <pc:sldLayoutMk cId="1431545585" sldId="2147483651"/>
          </pc:sldLayoutMkLst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1431545585" sldId="2147483651"/>
              <ac:spMk id="2" creationId="{00000000-0000-0000-0000-000000000000}"/>
            </ac:spMkLst>
          </pc:spChg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1431545585" sldId="2147483651"/>
              <ac:spMk id="3" creationId="{00000000-0000-0000-0000-000000000000}"/>
            </ac:spMkLst>
          </pc:spChg>
        </pc:sldLayoutChg>
        <pc:sldLayoutChg chg="modSp">
          <pc:chgData name="Taylor Davis" userId="5c9e72a0-c39f-4aa1-9d7d-64125e78cbe6" providerId="ADAL" clId="{2710DEE0-ECC7-4097-BA62-DB587368F5BD}" dt="2024-09-23T14:18:26.106" v="0"/>
          <pc:sldLayoutMkLst>
            <pc:docMk/>
            <pc:sldMasterMk cId="307823620" sldId="2147483648"/>
            <pc:sldLayoutMk cId="468392282" sldId="2147483652"/>
          </pc:sldLayoutMkLst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468392282" sldId="2147483652"/>
              <ac:spMk id="3" creationId="{00000000-0000-0000-0000-000000000000}"/>
            </ac:spMkLst>
          </pc:spChg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468392282" sldId="2147483652"/>
              <ac:spMk id="4" creationId="{00000000-0000-0000-0000-000000000000}"/>
            </ac:spMkLst>
          </pc:spChg>
        </pc:sldLayoutChg>
        <pc:sldLayoutChg chg="modSp">
          <pc:chgData name="Taylor Davis" userId="5c9e72a0-c39f-4aa1-9d7d-64125e78cbe6" providerId="ADAL" clId="{2710DEE0-ECC7-4097-BA62-DB587368F5BD}" dt="2024-09-23T14:18:26.106" v="0"/>
          <pc:sldLayoutMkLst>
            <pc:docMk/>
            <pc:sldMasterMk cId="307823620" sldId="2147483648"/>
            <pc:sldLayoutMk cId="2120349123" sldId="2147483653"/>
          </pc:sldLayoutMkLst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2120349123" sldId="2147483653"/>
              <ac:spMk id="3" creationId="{00000000-0000-0000-0000-000000000000}"/>
            </ac:spMkLst>
          </pc:spChg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2120349123" sldId="2147483653"/>
              <ac:spMk id="4" creationId="{00000000-0000-0000-0000-000000000000}"/>
            </ac:spMkLst>
          </pc:spChg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2120349123" sldId="2147483653"/>
              <ac:spMk id="5" creationId="{00000000-0000-0000-0000-000000000000}"/>
            </ac:spMkLst>
          </pc:spChg>
          <pc:spChg chg="mod">
            <ac:chgData name="Taylor Davis" userId="5c9e72a0-c39f-4aa1-9d7d-64125e78cbe6" providerId="ADAL" clId="{2710DEE0-ECC7-4097-BA62-DB587368F5BD}" dt="2024-09-23T14:18:26.106" v="0"/>
            <ac:spMkLst>
              <pc:docMk/>
              <pc:sldMasterMk cId="307823620" sldId="2147483648"/>
              <pc:sldLayoutMk cId="2120349123" sldId="2147483653"/>
              <ac:spMk id="6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Total Employees in Maine Counties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9B2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2C3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3A7D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6CA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A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20541" y="4405825"/>
              <a:ext cx="18086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117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2267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568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62811" y="384554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02206" y="41619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34828" y="4190805"/>
              <a:ext cx="18086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144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96535" y="447035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09236" y="4204503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86710" y="3637371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76629" y="335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16487" y="4559127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91145" y="351107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1412" y="4145796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97540" y="3883423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83138" y="488538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182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3241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3271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3301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3331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73360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93241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13271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3301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3331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73360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839185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039483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239780" y="588171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40077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40374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758041" y="1624545"/>
              <a:ext cx="5662711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Headquartered by County With 50+ Employees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Companies with 50-200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8B1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1C1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B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4AAD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3C5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F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50686" y="4404502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89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094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428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62811" y="384549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02206" y="41619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34828" y="4189482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104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96535" y="447035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37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09236" y="4203498"/>
              <a:ext cx="120579" cy="789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86710" y="3637371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119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76629" y="335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16487" y="455775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91145" y="351102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1412" y="4145796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97540" y="388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83138" y="488538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148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9704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2631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52921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79530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99704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2631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52921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79530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903807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169895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435983" y="588171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702071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901091" y="1624545"/>
              <a:ext cx="337661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50-200 Employees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201-500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AB4D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0BFD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B9AC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0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BD3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91A5D1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50686" y="4404502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089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64973" y="418942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359"/>
              <a:ext cx="6028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3180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16855" y="3637371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26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5064"/>
              <a:ext cx="60289" cy="77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6045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3721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7226"/>
              <a:ext cx="60289" cy="778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607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13283" y="4885383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503285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31183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59082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03285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31183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59082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970698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249683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528669" y="5883137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776576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844585" y="1624545"/>
              <a:ext cx="348962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201-500 Employees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501-1000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C69B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22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59942" y="4603908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27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8948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971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173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16855" y="3638694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4746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717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803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97871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1812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38375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58627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78880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497871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1812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38375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558627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578880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947632" y="5883192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119077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321599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524122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726645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2788080" y="1624545"/>
              <a:ext cx="360263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501-1000 Employees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1001-3000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7F87C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F6DB9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582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2585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55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41"/>
              <a:ext cx="6028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9080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971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173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9012"/>
              <a:ext cx="60289" cy="77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670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4959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2299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9640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4959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2299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9640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018515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291920" y="5883465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565326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838732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2731575" y="1624545"/>
              <a:ext cx="371564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1001-3000 Employees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Companies with 3001+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7C82C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3961"/>
              <a:ext cx="60289" cy="778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9080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83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41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8694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912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538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99491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21363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43236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65108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499491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21363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43236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565108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963834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182558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401283" y="5881718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620007" y="5883465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838732" y="5883192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2932096" y="1624545"/>
              <a:ext cx="3314600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3001+ Employees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Total Employees in Maine Counties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50168" y="253057"/>
            <a:ext cx="11891664" cy="6293294"/>
            <a:chOff x="457200" y="1600200"/>
            <a:chExt cx="8229600" cy="4525962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6AED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3C4D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2A7D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1C2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3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BD4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D9EC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49932" y="445082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27,425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688794" y="259691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13,550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697649" y="4622263"/>
              <a:ext cx="39185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124,750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8,548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696712" y="414796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15,150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31,500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70009" y="44180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9,175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03742" y="4189153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16,525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42,475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4,275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76042" y="4672849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985651" y="349704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14,325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6,625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5,200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07789" y="4871356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36,500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5654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8348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41042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63736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95654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18348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41042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63736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785630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661869" y="5873866"/>
              <a:ext cx="403984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090920" y="1624545"/>
              <a:ext cx="4996953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Total Employees at Companies with 50+ Employees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50-200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8B1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1C1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B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4AAD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3C5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F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45192" y="439047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11,125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7,500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53,500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2,875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4,625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5,625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14,875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2,125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4,250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4,375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4,125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2,750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07789" y="4871356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18,500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3604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4891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617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7465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7875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93604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14891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617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7465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7875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65132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97800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9087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03744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16614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822533" y="1624545"/>
              <a:ext cx="5533727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Smaller Companies with 50-200 Employees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201-500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AB4D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0BFD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B9AC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0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BD3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91A5D1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6,300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4,550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35,000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32666" y="3845544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3,150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10,500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1,050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2,100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41506" y="3623344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9,100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1,400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1,750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8,750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50649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38377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70261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0649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38377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70261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x44"/>
            <p:cNvSpPr/>
            <p:nvPr/>
          </p:nvSpPr>
          <p:spPr>
            <a:xfrm>
              <a:off x="4894018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212858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5531699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30,000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450116" y="1624545"/>
              <a:ext cx="627856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Medium-Sized Companies with 201-500 Employees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501-1000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C69B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20,250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89624" y="417545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10,500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46484" y="335342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51267" y="4145849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5,250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3844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0847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7850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485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3844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0847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7850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485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898605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3755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0758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7761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382299" y="1624545"/>
              <a:ext cx="6414194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Medium-Large Companies with 501-1000 Employees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1001-3000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7F87C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F6DB9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16,000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55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89624" y="417545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41506" y="3623344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8,000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4181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1522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886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6203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4181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1522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886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6203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901980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75386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1771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91119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743456" y="1624545"/>
              <a:ext cx="569188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Large Companies with 1001-3000 Employees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3001+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6763B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6B68B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5B52A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2585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3,473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8948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83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41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3,300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7371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6,300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538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1559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46277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80995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11559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46277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80995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975756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322938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670119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329142" y="1624545"/>
              <a:ext cx="8520509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Very Large Companies with 3001+ Employees (Excluding Health Systems)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AEFD-98DB-8C1E-1912-A37BDC53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Maine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09DC8C-64F6-16F6-35B5-81926CCCD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2906" y="1600200"/>
            <a:ext cx="5546187" cy="4525963"/>
          </a:xfrm>
        </p:spPr>
      </p:pic>
    </p:spTree>
    <p:extLst>
      <p:ext uri="{BB962C8B-B14F-4D97-AF65-F5344CB8AC3E}">
        <p14:creationId xmlns:p14="http://schemas.microsoft.com/office/powerpoint/2010/main" val="3566148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DA7D-714C-8201-520F-75DD364F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Covenant Health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EDF54A-5733-8BE4-8756-C9332FA72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0392" y="1600200"/>
            <a:ext cx="5491215" cy="4525963"/>
          </a:xfrm>
        </p:spPr>
      </p:pic>
    </p:spTree>
    <p:extLst>
      <p:ext uri="{BB962C8B-B14F-4D97-AF65-F5344CB8AC3E}">
        <p14:creationId xmlns:p14="http://schemas.microsoft.com/office/powerpoint/2010/main" val="3117314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4BBD-F4C9-23EC-F8EC-9075D2B0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DECH and CCH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875C9E-9346-BF30-97CF-72D666BDC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4864" y="1600200"/>
            <a:ext cx="6002272" cy="4525963"/>
          </a:xfrm>
        </p:spPr>
      </p:pic>
    </p:spTree>
    <p:extLst>
      <p:ext uri="{BB962C8B-B14F-4D97-AF65-F5344CB8AC3E}">
        <p14:creationId xmlns:p14="http://schemas.microsoft.com/office/powerpoint/2010/main" val="861965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12AB-CB41-4BEE-3C84-86B257F8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Maine General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731D2F-9210-3733-AD64-AD266D9B3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474" y="1600200"/>
            <a:ext cx="5343052" cy="4525963"/>
          </a:xfrm>
        </p:spPr>
      </p:pic>
    </p:spTree>
    <p:extLst>
      <p:ext uri="{BB962C8B-B14F-4D97-AF65-F5344CB8AC3E}">
        <p14:creationId xmlns:p14="http://schemas.microsoft.com/office/powerpoint/2010/main" val="1569237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1AAB-9871-B821-7FAC-0EFE737A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MaineHealth</a:t>
            </a:r>
            <a:r>
              <a:rPr lang="en-US" dirty="0"/>
              <a:t>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FBD6A9-9311-6B0E-BADC-629864B12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699" y="1600200"/>
            <a:ext cx="5418602" cy="4525963"/>
          </a:xfrm>
        </p:spPr>
      </p:pic>
    </p:spTree>
    <p:extLst>
      <p:ext uri="{BB962C8B-B14F-4D97-AF65-F5344CB8AC3E}">
        <p14:creationId xmlns:p14="http://schemas.microsoft.com/office/powerpoint/2010/main" val="3412937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E1A0-7901-F20F-6B8F-38ABF1AA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Northern Light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1EAEB6-5907-4019-86CA-6898E7737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9660" y="1600200"/>
            <a:ext cx="5132679" cy="4525963"/>
          </a:xfrm>
        </p:spPr>
      </p:pic>
    </p:spTree>
    <p:extLst>
      <p:ext uri="{BB962C8B-B14F-4D97-AF65-F5344CB8AC3E}">
        <p14:creationId xmlns:p14="http://schemas.microsoft.com/office/powerpoint/2010/main" val="160920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910F-1A45-EF55-5123-54D311A1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Unaffiliated Health Systems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B042F8-6EE2-86D1-1806-5A7BFE0D5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9698" y="1600200"/>
            <a:ext cx="4752604" cy="4525963"/>
          </a:xfrm>
        </p:spPr>
      </p:pic>
    </p:spTree>
    <p:extLst>
      <p:ext uri="{BB962C8B-B14F-4D97-AF65-F5344CB8AC3E}">
        <p14:creationId xmlns:p14="http://schemas.microsoft.com/office/powerpoint/2010/main" val="20449874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452</Words>
  <Application>Microsoft Office PowerPoint</Application>
  <PresentationFormat>Widescreen</PresentationFormat>
  <Paragraphs>289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Total Employees in Maine Counties</vt:lpstr>
      <vt:lpstr>Companies with 50-200 Employees</vt:lpstr>
      <vt:lpstr>Companies with 201-500 Employees</vt:lpstr>
      <vt:lpstr>Companies with 501-1000 Employees</vt:lpstr>
      <vt:lpstr>Companies with 1001-3000 Employees</vt:lpstr>
      <vt:lpstr>Companies with 3001+ Employees</vt:lpstr>
      <vt:lpstr>Total Employees in Maine Counties</vt:lpstr>
      <vt:lpstr>Employees in Companies with 50-200 Employees</vt:lpstr>
      <vt:lpstr>Employees in Companies with 201-500 Employees</vt:lpstr>
      <vt:lpstr>Employees in Companies with 501-1000 Employees</vt:lpstr>
      <vt:lpstr>Employees in Companies with 1001-3000 Employees</vt:lpstr>
      <vt:lpstr>Employees in Companies with 3001+ Employees</vt:lpstr>
      <vt:lpstr>Central Maine Market Share</vt:lpstr>
      <vt:lpstr>Covenant Health Market Share</vt:lpstr>
      <vt:lpstr>DECH and CCH Market Share</vt:lpstr>
      <vt:lpstr>Maine General Market Share</vt:lpstr>
      <vt:lpstr>MaineHealth Market Share</vt:lpstr>
      <vt:lpstr>Northern Light Market Share</vt:lpstr>
      <vt:lpstr>Unaffiliated Health Systems Market Share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Taylor Davis</dc:creator>
  <cp:keywords/>
  <dc:description/>
  <cp:lastModifiedBy>Taylor Davis</cp:lastModifiedBy>
  <cp:revision>3</cp:revision>
  <dcterms:created xsi:type="dcterms:W3CDTF">2017-02-13T16:18:36Z</dcterms:created>
  <dcterms:modified xsi:type="dcterms:W3CDTF">2024-09-26T20:25:23Z</dcterms:modified>
  <cp:category/>
</cp:coreProperties>
</file>