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31"/>
  </p:notesMasterIdLst>
  <p:sldIdLst>
    <p:sldId id="577" r:id="rId5"/>
    <p:sldId id="580" r:id="rId6"/>
    <p:sldId id="594" r:id="rId7"/>
    <p:sldId id="597" r:id="rId8"/>
    <p:sldId id="601" r:id="rId9"/>
    <p:sldId id="602" r:id="rId10"/>
    <p:sldId id="603" r:id="rId11"/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9" r:id="rId24"/>
    <p:sldId id="270" r:id="rId25"/>
    <p:sldId id="271" r:id="rId26"/>
    <p:sldId id="272" r:id="rId27"/>
    <p:sldId id="273" r:id="rId28"/>
    <p:sldId id="274" r:id="rId29"/>
    <p:sldId id="268" r:id="rId30"/>
  </p:sldIdLst>
  <p:sldSz cx="12192000" cy="6858000"/>
  <p:notesSz cx="7315200" cy="96012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CAE8"/>
    <a:srgbClr val="2F5597"/>
    <a:srgbClr val="6087CE"/>
    <a:srgbClr val="4468A5"/>
    <a:srgbClr val="F2F2F2"/>
    <a:srgbClr val="C55A11"/>
    <a:srgbClr val="F424AA"/>
    <a:srgbClr val="E23440"/>
    <a:srgbClr val="02758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8E26FF-1067-4E9B-9515-ECCB5D1A4C74}" v="54" dt="2024-10-29T21:57:21.037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609" autoAdjust="0"/>
  </p:normalViewPr>
  <p:slideViewPr>
    <p:cSldViewPr snapToGrid="0">
      <p:cViewPr varScale="1">
        <p:scale>
          <a:sx n="95" d="100"/>
          <a:sy n="95" d="100"/>
        </p:scale>
        <p:origin x="384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gs" Target="tags/tag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C88E26FF-1067-4E9B-9515-ECCB5D1A4C74}"/>
    <pc:docChg chg="undo custSel addSld delSld modSld sldOrd">
      <pc:chgData name="Taylor Davis" userId="5c9e72a0-c39f-4aa1-9d7d-64125e78cbe6" providerId="ADAL" clId="{C88E26FF-1067-4E9B-9515-ECCB5D1A4C74}" dt="2024-10-29T21:57:21.028" v="803"/>
      <pc:docMkLst>
        <pc:docMk/>
      </pc:docMkLst>
      <pc:sldChg chg="modSp add del mod">
        <pc:chgData name="Taylor Davis" userId="5c9e72a0-c39f-4aa1-9d7d-64125e78cbe6" providerId="ADAL" clId="{C88E26FF-1067-4E9B-9515-ECCB5D1A4C74}" dt="2024-10-29T21:57:03.913" v="801" actId="122"/>
        <pc:sldMkLst>
          <pc:docMk/>
          <pc:sldMk cId="0" sldId="256"/>
        </pc:sldMkLst>
        <pc:spChg chg="mod">
          <ac:chgData name="Taylor Davis" userId="5c9e72a0-c39f-4aa1-9d7d-64125e78cbe6" providerId="ADAL" clId="{C88E26FF-1067-4E9B-9515-ECCB5D1A4C74}" dt="2024-10-29T21:57:03.913" v="801" actId="122"/>
          <ac:spMkLst>
            <pc:docMk/>
            <pc:sldMk cId="0" sldId="256"/>
            <ac:spMk id="2" creationId="{00000000-0000-0000-0000-000000000000}"/>
          </ac:spMkLst>
        </pc:spChg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57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58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59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0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1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2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3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4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5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6"/>
        </pc:sldMkLst>
      </pc:sldChg>
      <pc:sldChg chg="add">
        <pc:chgData name="Taylor Davis" userId="5c9e72a0-c39f-4aa1-9d7d-64125e78cbe6" providerId="ADAL" clId="{C88E26FF-1067-4E9B-9515-ECCB5D1A4C74}" dt="2024-10-29T21:57:11.046" v="802"/>
        <pc:sldMkLst>
          <pc:docMk/>
          <pc:sldMk cId="0" sldId="267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2044987477" sldId="268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3566148452" sldId="269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3117314496" sldId="270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861965111" sldId="271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1569237220" sldId="272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3412937353" sldId="273"/>
        </pc:sldMkLst>
      </pc:sldChg>
      <pc:sldChg chg="add">
        <pc:chgData name="Taylor Davis" userId="5c9e72a0-c39f-4aa1-9d7d-64125e78cbe6" providerId="ADAL" clId="{C88E26FF-1067-4E9B-9515-ECCB5D1A4C74}" dt="2024-10-29T21:57:21.028" v="803"/>
        <pc:sldMkLst>
          <pc:docMk/>
          <pc:sldMk cId="160920289" sldId="274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2984433661" sldId="446"/>
        </pc:sldMkLst>
      </pc:sldChg>
      <pc:sldChg chg="del">
        <pc:chgData name="Taylor Davis" userId="5c9e72a0-c39f-4aa1-9d7d-64125e78cbe6" providerId="ADAL" clId="{C88E26FF-1067-4E9B-9515-ECCB5D1A4C74}" dt="2024-10-29T21:55:07.712" v="743" actId="47"/>
        <pc:sldMkLst>
          <pc:docMk/>
          <pc:sldMk cId="377091382" sldId="454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2317283943" sldId="472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1552833548" sldId="487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034923006" sldId="527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616502281" sldId="547"/>
        </pc:sldMkLst>
      </pc:sldChg>
      <pc:sldChg chg="del">
        <pc:chgData name="Taylor Davis" userId="5c9e72a0-c39f-4aa1-9d7d-64125e78cbe6" providerId="ADAL" clId="{C88E26FF-1067-4E9B-9515-ECCB5D1A4C74}" dt="2024-10-29T21:55:07.712" v="743" actId="47"/>
        <pc:sldMkLst>
          <pc:docMk/>
          <pc:sldMk cId="263972108" sldId="549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1064222983" sldId="574"/>
        </pc:sldMkLst>
      </pc:sldChg>
      <pc:sldChg chg="modSp mod">
        <pc:chgData name="Taylor Davis" userId="5c9e72a0-c39f-4aa1-9d7d-64125e78cbe6" providerId="ADAL" clId="{C88E26FF-1067-4E9B-9515-ECCB5D1A4C74}" dt="2024-10-29T21:55:01.012" v="742" actId="20577"/>
        <pc:sldMkLst>
          <pc:docMk/>
          <pc:sldMk cId="636727059" sldId="577"/>
        </pc:sldMkLst>
        <pc:spChg chg="mod">
          <ac:chgData name="Taylor Davis" userId="5c9e72a0-c39f-4aa1-9d7d-64125e78cbe6" providerId="ADAL" clId="{C88E26FF-1067-4E9B-9515-ECCB5D1A4C74}" dt="2024-10-29T21:55:01.012" v="742" actId="20577"/>
          <ac:spMkLst>
            <pc:docMk/>
            <pc:sldMk cId="636727059" sldId="577"/>
            <ac:spMk id="5" creationId="{B981BBA2-A3ED-6F7B-693B-880E5B031B26}"/>
          </ac:spMkLst>
        </pc:spChg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277395919" sldId="578"/>
        </pc:sldMkLst>
      </pc:sldChg>
      <pc:sldChg chg="addSp delSp modSp mod ord">
        <pc:chgData name="Taylor Davis" userId="5c9e72a0-c39f-4aa1-9d7d-64125e78cbe6" providerId="ADAL" clId="{C88E26FF-1067-4E9B-9515-ECCB5D1A4C74}" dt="2024-10-29T21:54:41.472" v="710" actId="1076"/>
        <pc:sldMkLst>
          <pc:docMk/>
          <pc:sldMk cId="1082327325" sldId="580"/>
        </pc:sldMkLst>
        <pc:spChg chg="mod">
          <ac:chgData name="Taylor Davis" userId="5c9e72a0-c39f-4aa1-9d7d-64125e78cbe6" providerId="ADAL" clId="{C88E26FF-1067-4E9B-9515-ECCB5D1A4C74}" dt="2024-10-29T21:54:33.288" v="707" actId="1076"/>
          <ac:spMkLst>
            <pc:docMk/>
            <pc:sldMk cId="1082327325" sldId="580"/>
            <ac:spMk id="2" creationId="{C03588DF-56D9-837C-AA1C-128F048C493A}"/>
          </ac:spMkLst>
        </pc:spChg>
        <pc:spChg chg="add del mod">
          <ac:chgData name="Taylor Davis" userId="5c9e72a0-c39f-4aa1-9d7d-64125e78cbe6" providerId="ADAL" clId="{C88E26FF-1067-4E9B-9515-ECCB5D1A4C74}" dt="2024-10-29T20:14:06.505" v="648" actId="478"/>
          <ac:spMkLst>
            <pc:docMk/>
            <pc:sldMk cId="1082327325" sldId="580"/>
            <ac:spMk id="8" creationId="{96DC4D8D-522A-CBE6-3736-48242A7D67F4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2" creationId="{05CFA63C-0262-040A-C52B-8FB29DC7768C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4" creationId="{B4510D74-82CD-90C5-9E8C-26C0DC86E310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5" creationId="{7045C5E6-3B31-7DB0-38B8-62A066F16252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6" creationId="{8F215C82-63E7-595E-0C50-B9EC28EC3281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7" creationId="{B6D6CDC8-3211-A73B-45D6-84D4378E7584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8" creationId="{9F25985E-997E-98EB-CC46-AB8709B73804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19" creationId="{ECD492B4-A87F-DAFC-34EF-2E890E1284C4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0" creationId="{28EDFD16-3B0A-30CE-63F8-0FFE9D26D55E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4" creationId="{AC368818-9766-BA9E-96DC-9ECAD0687A23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5" creationId="{C8AF0BA0-1553-BC27-D51E-BA9B5DB1A9B4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6" creationId="{35F21171-3D73-BC28-10AC-8E2D39DDF2DC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7" creationId="{A5B87F13-0385-E7EE-5821-DFBC61C75500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8" creationId="{5FF855E8-137E-1581-BA0A-646C36FBF3BA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29" creationId="{F5729AEB-E00F-E5A0-EEA1-A40529B759C7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30" creationId="{C89B7AFD-A399-99D7-412C-B7E9F9C79597}"/>
          </ac:spMkLst>
        </pc:spChg>
        <pc:spChg chg="mod">
          <ac:chgData name="Taylor Davis" userId="5c9e72a0-c39f-4aa1-9d7d-64125e78cbe6" providerId="ADAL" clId="{C88E26FF-1067-4E9B-9515-ECCB5D1A4C74}" dt="2024-10-29T19:50:49.429" v="645"/>
          <ac:spMkLst>
            <pc:docMk/>
            <pc:sldMk cId="1082327325" sldId="580"/>
            <ac:spMk id="31" creationId="{9D29BE6B-8315-9C7A-BD72-C104E4DEB573}"/>
          </ac:spMkLst>
        </pc:spChg>
        <pc:spChg chg="add del mod">
          <ac:chgData name="Taylor Davis" userId="5c9e72a0-c39f-4aa1-9d7d-64125e78cbe6" providerId="ADAL" clId="{C88E26FF-1067-4E9B-9515-ECCB5D1A4C74}" dt="2024-10-29T21:54:36.119" v="708" actId="478"/>
          <ac:spMkLst>
            <pc:docMk/>
            <pc:sldMk cId="1082327325" sldId="580"/>
            <ac:spMk id="32" creationId="{C119F312-C030-2CB0-D44B-588AF15F80B4}"/>
          </ac:spMkLst>
        </pc:spChg>
        <pc:spChg chg="add del mod">
          <ac:chgData name="Taylor Davis" userId="5c9e72a0-c39f-4aa1-9d7d-64125e78cbe6" providerId="ADAL" clId="{C88E26FF-1067-4E9B-9515-ECCB5D1A4C74}" dt="2024-10-29T21:54:36.119" v="708" actId="478"/>
          <ac:spMkLst>
            <pc:docMk/>
            <pc:sldMk cId="1082327325" sldId="580"/>
            <ac:spMk id="33" creationId="{D573D480-B2D0-867C-ED1B-EBBF8D44B822}"/>
          </ac:spMkLst>
        </pc:spChg>
        <pc:spChg chg="add del mod">
          <ac:chgData name="Taylor Davis" userId="5c9e72a0-c39f-4aa1-9d7d-64125e78cbe6" providerId="ADAL" clId="{C88E26FF-1067-4E9B-9515-ECCB5D1A4C74}" dt="2024-10-29T21:54:36.119" v="708" actId="478"/>
          <ac:spMkLst>
            <pc:docMk/>
            <pc:sldMk cId="1082327325" sldId="580"/>
            <ac:spMk id="34" creationId="{293A8FBF-9739-E67A-0260-FDB502327828}"/>
          </ac:spMkLst>
        </pc:spChg>
        <pc:spChg chg="mod">
          <ac:chgData name="Taylor Davis" userId="5c9e72a0-c39f-4aa1-9d7d-64125e78cbe6" providerId="ADAL" clId="{C88E26FF-1067-4E9B-9515-ECCB5D1A4C74}" dt="2024-10-29T21:50:05.150" v="702" actId="1076"/>
          <ac:spMkLst>
            <pc:docMk/>
            <pc:sldMk cId="1082327325" sldId="580"/>
            <ac:spMk id="54" creationId="{912D3E48-509D-7365-9C01-F7D2C11AFEDB}"/>
          </ac:spMkLst>
        </pc:spChg>
        <pc:spChg chg="mod">
          <ac:chgData name="Taylor Davis" userId="5c9e72a0-c39f-4aa1-9d7d-64125e78cbe6" providerId="ADAL" clId="{C88E26FF-1067-4E9B-9515-ECCB5D1A4C74}" dt="2024-10-29T21:50:09.632" v="703" actId="1076"/>
          <ac:spMkLst>
            <pc:docMk/>
            <pc:sldMk cId="1082327325" sldId="580"/>
            <ac:spMk id="63" creationId="{42E2F17D-EA44-A638-7CF6-BAD140123835}"/>
          </ac:spMkLst>
        </pc:spChg>
        <pc:spChg chg="add del mod">
          <ac:chgData name="Taylor Davis" userId="5c9e72a0-c39f-4aa1-9d7d-64125e78cbe6" providerId="ADAL" clId="{C88E26FF-1067-4E9B-9515-ECCB5D1A4C74}" dt="2024-10-29T21:54:36.119" v="708" actId="478"/>
          <ac:spMkLst>
            <pc:docMk/>
            <pc:sldMk cId="1082327325" sldId="580"/>
            <ac:spMk id="83" creationId="{11D394C6-8F7B-A730-0CE7-523B04B54B0D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87" creationId="{49B92453-23EE-91D3-5991-4EB911C010AF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89" creationId="{BEE27C82-2712-9E2B-5D95-0E5C3E2E24B1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0" creationId="{466748B4-59BC-D797-9396-F6F9FB6FFAC1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1" creationId="{865FD44F-795F-DFD2-9163-52529273D291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2" creationId="{55CD8276-1F89-26F8-8C2D-27FFCC62C9AC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3" creationId="{32B077F7-E76D-F9B2-910E-5245E864A6AF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4" creationId="{A1FB5C07-78A0-A3F6-FB6A-E49DF5E5E4D0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5" creationId="{4BA5890D-91F6-D305-1A4B-B8DA0C4CE22A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99" creationId="{FB0CA160-F9B2-35AE-54EA-9B79D04A3B0B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0" creationId="{4EF06C7F-BE16-F529-7ADD-0D5758BA7FB8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1" creationId="{D3D96B64-B074-1F70-3652-577768126858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2" creationId="{D5F8C043-1CF6-CBD8-3BAB-9EC706B369E5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3" creationId="{A8A8BEF3-43B8-271B-7BE7-1D8929C9DB4E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4" creationId="{6CFF5C8A-E563-AAC1-20CA-6AB3A5E0F502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5" creationId="{8113AEDC-8737-8ED5-B205-A33C46E87BDA}"/>
          </ac:spMkLst>
        </pc:spChg>
        <pc:spChg chg="mod">
          <ac:chgData name="Taylor Davis" userId="5c9e72a0-c39f-4aa1-9d7d-64125e78cbe6" providerId="ADAL" clId="{C88E26FF-1067-4E9B-9515-ECCB5D1A4C74}" dt="2024-10-29T21:54:37.218" v="709"/>
          <ac:spMkLst>
            <pc:docMk/>
            <pc:sldMk cId="1082327325" sldId="580"/>
            <ac:spMk id="106" creationId="{B3A2534F-FADB-72C4-53DB-DDB09C8E0B25}"/>
          </ac:spMkLst>
        </pc:spChg>
        <pc:spChg chg="add mod">
          <ac:chgData name="Taylor Davis" userId="5c9e72a0-c39f-4aa1-9d7d-64125e78cbe6" providerId="ADAL" clId="{C88E26FF-1067-4E9B-9515-ECCB5D1A4C74}" dt="2024-10-29T21:54:41.472" v="710" actId="1076"/>
          <ac:spMkLst>
            <pc:docMk/>
            <pc:sldMk cId="1082327325" sldId="580"/>
            <ac:spMk id="107" creationId="{8C5A1F4B-9C79-EEF3-81A7-56B4C271B4AB}"/>
          </ac:spMkLst>
        </pc:spChg>
        <pc:spChg chg="add mod">
          <ac:chgData name="Taylor Davis" userId="5c9e72a0-c39f-4aa1-9d7d-64125e78cbe6" providerId="ADAL" clId="{C88E26FF-1067-4E9B-9515-ECCB5D1A4C74}" dt="2024-10-29T21:54:41.472" v="710" actId="1076"/>
          <ac:spMkLst>
            <pc:docMk/>
            <pc:sldMk cId="1082327325" sldId="580"/>
            <ac:spMk id="108" creationId="{7F2065DC-17E9-123C-1811-2208689E1F04}"/>
          </ac:spMkLst>
        </pc:spChg>
        <pc:spChg chg="add mod">
          <ac:chgData name="Taylor Davis" userId="5c9e72a0-c39f-4aa1-9d7d-64125e78cbe6" providerId="ADAL" clId="{C88E26FF-1067-4E9B-9515-ECCB5D1A4C74}" dt="2024-10-29T21:54:41.472" v="710" actId="1076"/>
          <ac:spMkLst>
            <pc:docMk/>
            <pc:sldMk cId="1082327325" sldId="580"/>
            <ac:spMk id="109" creationId="{D918460D-1FBD-9FB5-065E-9F2E70CD5139}"/>
          </ac:spMkLst>
        </pc:spChg>
        <pc:spChg chg="add mod">
          <ac:chgData name="Taylor Davis" userId="5c9e72a0-c39f-4aa1-9d7d-64125e78cbe6" providerId="ADAL" clId="{C88E26FF-1067-4E9B-9515-ECCB5D1A4C74}" dt="2024-10-29T21:54:41.472" v="710" actId="1076"/>
          <ac:spMkLst>
            <pc:docMk/>
            <pc:sldMk cId="1082327325" sldId="580"/>
            <ac:spMk id="110" creationId="{9FA474D1-2E07-9491-02F2-256F07E9251B}"/>
          </ac:spMkLst>
        </pc:spChg>
        <pc:grpChg chg="add del mod">
          <ac:chgData name="Taylor Davis" userId="5c9e72a0-c39f-4aa1-9d7d-64125e78cbe6" providerId="ADAL" clId="{C88E26FF-1067-4E9B-9515-ECCB5D1A4C74}" dt="2024-10-29T21:54:30.732" v="705" actId="478"/>
          <ac:grpSpMkLst>
            <pc:docMk/>
            <pc:sldMk cId="1082327325" sldId="580"/>
            <ac:grpSpMk id="9" creationId="{0A3DD896-A765-FC41-8192-4779468D129E}"/>
          </ac:grpSpMkLst>
        </pc:grpChg>
        <pc:grpChg chg="mod">
          <ac:chgData name="Taylor Davis" userId="5c9e72a0-c39f-4aa1-9d7d-64125e78cbe6" providerId="ADAL" clId="{C88E26FF-1067-4E9B-9515-ECCB5D1A4C74}" dt="2024-10-29T19:50:49.429" v="645"/>
          <ac:grpSpMkLst>
            <pc:docMk/>
            <pc:sldMk cId="1082327325" sldId="580"/>
            <ac:grpSpMk id="10" creationId="{97E99DCB-9B31-D599-7D74-0583789BB9E4}"/>
          </ac:grpSpMkLst>
        </pc:grpChg>
        <pc:grpChg chg="mod">
          <ac:chgData name="Taylor Davis" userId="5c9e72a0-c39f-4aa1-9d7d-64125e78cbe6" providerId="ADAL" clId="{C88E26FF-1067-4E9B-9515-ECCB5D1A4C74}" dt="2024-10-29T19:50:49.429" v="645"/>
          <ac:grpSpMkLst>
            <pc:docMk/>
            <pc:sldMk cId="1082327325" sldId="580"/>
            <ac:grpSpMk id="11" creationId="{A354752C-9195-3500-0C2C-6AB4B7EBAF74}"/>
          </ac:grpSpMkLst>
        </pc:grpChg>
        <pc:grpChg chg="mod">
          <ac:chgData name="Taylor Davis" userId="5c9e72a0-c39f-4aa1-9d7d-64125e78cbe6" providerId="ADAL" clId="{C88E26FF-1067-4E9B-9515-ECCB5D1A4C74}" dt="2024-10-29T19:50:49.429" v="645"/>
          <ac:grpSpMkLst>
            <pc:docMk/>
            <pc:sldMk cId="1082327325" sldId="580"/>
            <ac:grpSpMk id="13" creationId="{C3480062-EAD8-6DC6-B2AD-96C8DF4E5A48}"/>
          </ac:grpSpMkLst>
        </pc:grpChg>
        <pc:grpChg chg="mod">
          <ac:chgData name="Taylor Davis" userId="5c9e72a0-c39f-4aa1-9d7d-64125e78cbe6" providerId="ADAL" clId="{C88E26FF-1067-4E9B-9515-ECCB5D1A4C74}" dt="2024-10-29T19:50:49.429" v="645"/>
          <ac:grpSpMkLst>
            <pc:docMk/>
            <pc:sldMk cId="1082327325" sldId="580"/>
            <ac:grpSpMk id="21" creationId="{F5C2EE9D-3E3A-4535-801C-28753131D1D1}"/>
          </ac:grpSpMkLst>
        </pc:grpChg>
        <pc:grpChg chg="mod">
          <ac:chgData name="Taylor Davis" userId="5c9e72a0-c39f-4aa1-9d7d-64125e78cbe6" providerId="ADAL" clId="{C88E26FF-1067-4E9B-9515-ECCB5D1A4C74}" dt="2024-10-29T19:50:49.429" v="645"/>
          <ac:grpSpMkLst>
            <pc:docMk/>
            <pc:sldMk cId="1082327325" sldId="580"/>
            <ac:grpSpMk id="22" creationId="{0E41DE0D-BA55-AE69-A117-8F355F5FBC69}"/>
          </ac:grpSpMkLst>
        </pc:grpChg>
        <pc:grpChg chg="mod">
          <ac:chgData name="Taylor Davis" userId="5c9e72a0-c39f-4aa1-9d7d-64125e78cbe6" providerId="ADAL" clId="{C88E26FF-1067-4E9B-9515-ECCB5D1A4C74}" dt="2024-10-29T19:50:49.429" v="645"/>
          <ac:grpSpMkLst>
            <pc:docMk/>
            <pc:sldMk cId="1082327325" sldId="580"/>
            <ac:grpSpMk id="23" creationId="{10846146-E447-AB77-CF69-9E11D293F543}"/>
          </ac:grpSpMkLst>
        </pc:grpChg>
        <pc:grpChg chg="add mod">
          <ac:chgData name="Taylor Davis" userId="5c9e72a0-c39f-4aa1-9d7d-64125e78cbe6" providerId="ADAL" clId="{C88E26FF-1067-4E9B-9515-ECCB5D1A4C74}" dt="2024-10-29T21:54:41.472" v="710" actId="1076"/>
          <ac:grpSpMkLst>
            <pc:docMk/>
            <pc:sldMk cId="1082327325" sldId="580"/>
            <ac:grpSpMk id="84" creationId="{F56A4691-D57B-93A3-EEBD-7ECEBA41F9B6}"/>
          </ac:grpSpMkLst>
        </pc:grpChg>
        <pc:grpChg chg="mod">
          <ac:chgData name="Taylor Davis" userId="5c9e72a0-c39f-4aa1-9d7d-64125e78cbe6" providerId="ADAL" clId="{C88E26FF-1067-4E9B-9515-ECCB5D1A4C74}" dt="2024-10-29T21:54:37.218" v="709"/>
          <ac:grpSpMkLst>
            <pc:docMk/>
            <pc:sldMk cId="1082327325" sldId="580"/>
            <ac:grpSpMk id="85" creationId="{853BC148-CA55-8045-C7CA-F5265438BE8D}"/>
          </ac:grpSpMkLst>
        </pc:grpChg>
        <pc:grpChg chg="mod">
          <ac:chgData name="Taylor Davis" userId="5c9e72a0-c39f-4aa1-9d7d-64125e78cbe6" providerId="ADAL" clId="{C88E26FF-1067-4E9B-9515-ECCB5D1A4C74}" dt="2024-10-29T21:54:37.218" v="709"/>
          <ac:grpSpMkLst>
            <pc:docMk/>
            <pc:sldMk cId="1082327325" sldId="580"/>
            <ac:grpSpMk id="86" creationId="{94DF976E-052F-8025-7A4D-6A7DF92D296C}"/>
          </ac:grpSpMkLst>
        </pc:grpChg>
        <pc:grpChg chg="mod">
          <ac:chgData name="Taylor Davis" userId="5c9e72a0-c39f-4aa1-9d7d-64125e78cbe6" providerId="ADAL" clId="{C88E26FF-1067-4E9B-9515-ECCB5D1A4C74}" dt="2024-10-29T21:54:37.218" v="709"/>
          <ac:grpSpMkLst>
            <pc:docMk/>
            <pc:sldMk cId="1082327325" sldId="580"/>
            <ac:grpSpMk id="88" creationId="{A7C4C6DC-C6A7-4381-C72B-A958B0A53CE5}"/>
          </ac:grpSpMkLst>
        </pc:grpChg>
        <pc:grpChg chg="mod">
          <ac:chgData name="Taylor Davis" userId="5c9e72a0-c39f-4aa1-9d7d-64125e78cbe6" providerId="ADAL" clId="{C88E26FF-1067-4E9B-9515-ECCB5D1A4C74}" dt="2024-10-29T21:54:37.218" v="709"/>
          <ac:grpSpMkLst>
            <pc:docMk/>
            <pc:sldMk cId="1082327325" sldId="580"/>
            <ac:grpSpMk id="96" creationId="{495C1129-9D60-62AF-BD5E-2E067FD28B05}"/>
          </ac:grpSpMkLst>
        </pc:grpChg>
        <pc:grpChg chg="mod">
          <ac:chgData name="Taylor Davis" userId="5c9e72a0-c39f-4aa1-9d7d-64125e78cbe6" providerId="ADAL" clId="{C88E26FF-1067-4E9B-9515-ECCB5D1A4C74}" dt="2024-10-29T21:54:37.218" v="709"/>
          <ac:grpSpMkLst>
            <pc:docMk/>
            <pc:sldMk cId="1082327325" sldId="580"/>
            <ac:grpSpMk id="97" creationId="{535AB27C-DE14-DA9A-0852-083703A3BB93}"/>
          </ac:grpSpMkLst>
        </pc:grpChg>
        <pc:grpChg chg="mod">
          <ac:chgData name="Taylor Davis" userId="5c9e72a0-c39f-4aa1-9d7d-64125e78cbe6" providerId="ADAL" clId="{C88E26FF-1067-4E9B-9515-ECCB5D1A4C74}" dt="2024-10-29T21:54:37.218" v="709"/>
          <ac:grpSpMkLst>
            <pc:docMk/>
            <pc:sldMk cId="1082327325" sldId="580"/>
            <ac:grpSpMk id="98" creationId="{05B40F6D-6490-CA6A-004B-C70C0C8A7326}"/>
          </ac:grpSpMkLst>
        </pc:grpChg>
        <pc:picChg chg="del">
          <ac:chgData name="Taylor Davis" userId="5c9e72a0-c39f-4aa1-9d7d-64125e78cbe6" providerId="ADAL" clId="{C88E26FF-1067-4E9B-9515-ECCB5D1A4C74}" dt="2024-10-29T19:50:23.645" v="643" actId="478"/>
          <ac:picMkLst>
            <pc:docMk/>
            <pc:sldMk cId="1082327325" sldId="580"/>
            <ac:picMk id="35" creationId="{00000000-0000-0000-0000-000000000000}"/>
          </ac:picMkLst>
        </pc:picChg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618341172" sldId="584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1660343831" sldId="587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005607292" sldId="589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213146984" sldId="590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1419816550" sldId="591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3489050545" sldId="592"/>
        </pc:sldMkLst>
      </pc:sldChg>
      <pc:sldChg chg="del">
        <pc:chgData name="Taylor Davis" userId="5c9e72a0-c39f-4aa1-9d7d-64125e78cbe6" providerId="ADAL" clId="{C88E26FF-1067-4E9B-9515-ECCB5D1A4C74}" dt="2024-10-29T21:55:50.422" v="745" actId="47"/>
        <pc:sldMkLst>
          <pc:docMk/>
          <pc:sldMk cId="1839851320" sldId="593"/>
        </pc:sldMkLst>
      </pc:sldChg>
      <pc:sldChg chg="addSp modSp mod modAnim">
        <pc:chgData name="Taylor Davis" userId="5c9e72a0-c39f-4aa1-9d7d-64125e78cbe6" providerId="ADAL" clId="{C88E26FF-1067-4E9B-9515-ECCB5D1A4C74}" dt="2024-10-29T20:20:45.142" v="667" actId="1076"/>
        <pc:sldMkLst>
          <pc:docMk/>
          <pc:sldMk cId="506321289" sldId="594"/>
        </pc:sldMkLst>
        <pc:spChg chg="mod">
          <ac:chgData name="Taylor Davis" userId="5c9e72a0-c39f-4aa1-9d7d-64125e78cbe6" providerId="ADAL" clId="{C88E26FF-1067-4E9B-9515-ECCB5D1A4C74}" dt="2024-10-29T19:18:27.691" v="342" actId="207"/>
          <ac:spMkLst>
            <pc:docMk/>
            <pc:sldMk cId="506321289" sldId="594"/>
            <ac:spMk id="7" creationId="{BFBC6BC2-5BF3-BF61-E867-814CA37C105F}"/>
          </ac:spMkLst>
        </pc:spChg>
        <pc:spChg chg="mod">
          <ac:chgData name="Taylor Davis" userId="5c9e72a0-c39f-4aa1-9d7d-64125e78cbe6" providerId="ADAL" clId="{C88E26FF-1067-4E9B-9515-ECCB5D1A4C74}" dt="2024-10-29T19:19:15.649" v="353" actId="1076"/>
          <ac:spMkLst>
            <pc:docMk/>
            <pc:sldMk cId="506321289" sldId="594"/>
            <ac:spMk id="9" creationId="{0EA6335E-1796-95DE-CEAB-0C05F3B03A86}"/>
          </ac:spMkLst>
        </pc:spChg>
        <pc:spChg chg="add mod">
          <ac:chgData name="Taylor Davis" userId="5c9e72a0-c39f-4aa1-9d7d-64125e78cbe6" providerId="ADAL" clId="{C88E26FF-1067-4E9B-9515-ECCB5D1A4C74}" dt="2024-10-29T18:51:26.893" v="51" actId="1076"/>
          <ac:spMkLst>
            <pc:docMk/>
            <pc:sldMk cId="506321289" sldId="594"/>
            <ac:spMk id="10" creationId="{473E28C2-5446-4C35-3ECA-D3797363348D}"/>
          </ac:spMkLst>
        </pc:spChg>
        <pc:spChg chg="add mod">
          <ac:chgData name="Taylor Davis" userId="5c9e72a0-c39f-4aa1-9d7d-64125e78cbe6" providerId="ADAL" clId="{C88E26FF-1067-4E9B-9515-ECCB5D1A4C74}" dt="2024-10-29T18:51:34.473" v="54" actId="1076"/>
          <ac:spMkLst>
            <pc:docMk/>
            <pc:sldMk cId="506321289" sldId="594"/>
            <ac:spMk id="11" creationId="{135AF12C-AD28-B523-E442-38437E646DB9}"/>
          </ac:spMkLst>
        </pc:spChg>
        <pc:spChg chg="add mod">
          <ac:chgData name="Taylor Davis" userId="5c9e72a0-c39f-4aa1-9d7d-64125e78cbe6" providerId="ADAL" clId="{C88E26FF-1067-4E9B-9515-ECCB5D1A4C74}" dt="2024-10-29T18:51:47.612" v="70" actId="1076"/>
          <ac:spMkLst>
            <pc:docMk/>
            <pc:sldMk cId="506321289" sldId="594"/>
            <ac:spMk id="12" creationId="{64BAC7F4-60C2-4B6A-B7AA-CD62BA3AF2AA}"/>
          </ac:spMkLst>
        </pc:spChg>
        <pc:spChg chg="add mod">
          <ac:chgData name="Taylor Davis" userId="5c9e72a0-c39f-4aa1-9d7d-64125e78cbe6" providerId="ADAL" clId="{C88E26FF-1067-4E9B-9515-ECCB5D1A4C74}" dt="2024-10-29T19:14:35.412" v="274" actId="14861"/>
          <ac:spMkLst>
            <pc:docMk/>
            <pc:sldMk cId="506321289" sldId="594"/>
            <ac:spMk id="13" creationId="{58DD9804-9476-00CE-F11D-E1C524E3221F}"/>
          </ac:spMkLst>
        </pc:spChg>
        <pc:spChg chg="add mod">
          <ac:chgData name="Taylor Davis" userId="5c9e72a0-c39f-4aa1-9d7d-64125e78cbe6" providerId="ADAL" clId="{C88E26FF-1067-4E9B-9515-ECCB5D1A4C74}" dt="2024-10-29T19:13:39.594" v="132" actId="1582"/>
          <ac:spMkLst>
            <pc:docMk/>
            <pc:sldMk cId="506321289" sldId="594"/>
            <ac:spMk id="14" creationId="{3920D1E6-4A78-6F6A-C3F3-8C4DC0150E38}"/>
          </ac:spMkLst>
        </pc:spChg>
        <pc:spChg chg="add mod">
          <ac:chgData name="Taylor Davis" userId="5c9e72a0-c39f-4aa1-9d7d-64125e78cbe6" providerId="ADAL" clId="{C88E26FF-1067-4E9B-9515-ECCB5D1A4C74}" dt="2024-10-29T19:14:35.412" v="274" actId="14861"/>
          <ac:spMkLst>
            <pc:docMk/>
            <pc:sldMk cId="506321289" sldId="594"/>
            <ac:spMk id="15" creationId="{EF8E3A1F-74ED-C2CE-5E31-AD23C8799D5B}"/>
          </ac:spMkLst>
        </pc:spChg>
        <pc:spChg chg="mod">
          <ac:chgData name="Taylor Davis" userId="5c9e72a0-c39f-4aa1-9d7d-64125e78cbe6" providerId="ADAL" clId="{C88E26FF-1067-4E9B-9515-ECCB5D1A4C74}" dt="2024-10-29T19:15:22.103" v="276" actId="207"/>
          <ac:spMkLst>
            <pc:docMk/>
            <pc:sldMk cId="506321289" sldId="594"/>
            <ac:spMk id="17" creationId="{A81AE90A-DB86-2337-9B66-04953506CFA0}"/>
          </ac:spMkLst>
        </pc:spChg>
        <pc:spChg chg="mod">
          <ac:chgData name="Taylor Davis" userId="5c9e72a0-c39f-4aa1-9d7d-64125e78cbe6" providerId="ADAL" clId="{C88E26FF-1067-4E9B-9515-ECCB5D1A4C74}" dt="2024-10-29T19:15:22.103" v="276" actId="207"/>
          <ac:spMkLst>
            <pc:docMk/>
            <pc:sldMk cId="506321289" sldId="594"/>
            <ac:spMk id="18" creationId="{0D39D242-8EB9-D5D5-5FB8-AFEFF3283D8B}"/>
          </ac:spMkLst>
        </pc:spChg>
        <pc:spChg chg="mod">
          <ac:chgData name="Taylor Davis" userId="5c9e72a0-c39f-4aa1-9d7d-64125e78cbe6" providerId="ADAL" clId="{C88E26FF-1067-4E9B-9515-ECCB5D1A4C74}" dt="2024-10-29T19:15:22.103" v="276" actId="207"/>
          <ac:spMkLst>
            <pc:docMk/>
            <pc:sldMk cId="506321289" sldId="594"/>
            <ac:spMk id="19" creationId="{B1DEAFF9-FEE4-F1B1-7FE1-3B635E6C1D5D}"/>
          </ac:spMkLst>
        </pc:spChg>
        <pc:spChg chg="mod">
          <ac:chgData name="Taylor Davis" userId="5c9e72a0-c39f-4aa1-9d7d-64125e78cbe6" providerId="ADAL" clId="{C88E26FF-1067-4E9B-9515-ECCB5D1A4C74}" dt="2024-10-29T19:16:41.195" v="289" actId="207"/>
          <ac:spMkLst>
            <pc:docMk/>
            <pc:sldMk cId="506321289" sldId="594"/>
            <ac:spMk id="22" creationId="{C1FE8C81-8315-C33B-7DD7-09E86EB565B2}"/>
          </ac:spMkLst>
        </pc:spChg>
        <pc:spChg chg="mod">
          <ac:chgData name="Taylor Davis" userId="5c9e72a0-c39f-4aa1-9d7d-64125e78cbe6" providerId="ADAL" clId="{C88E26FF-1067-4E9B-9515-ECCB5D1A4C74}" dt="2024-10-29T19:16:41.195" v="289" actId="207"/>
          <ac:spMkLst>
            <pc:docMk/>
            <pc:sldMk cId="506321289" sldId="594"/>
            <ac:spMk id="23" creationId="{A169EEBF-E4DA-CF14-3737-33DFF1E15E91}"/>
          </ac:spMkLst>
        </pc:spChg>
        <pc:spChg chg="mod">
          <ac:chgData name="Taylor Davis" userId="5c9e72a0-c39f-4aa1-9d7d-64125e78cbe6" providerId="ADAL" clId="{C88E26FF-1067-4E9B-9515-ECCB5D1A4C74}" dt="2024-10-29T19:16:41.195" v="289" actId="207"/>
          <ac:spMkLst>
            <pc:docMk/>
            <pc:sldMk cId="506321289" sldId="594"/>
            <ac:spMk id="24" creationId="{C39ED2F2-FA7D-48A9-D2F4-19B4F5F262FC}"/>
          </ac:spMkLst>
        </pc:spChg>
        <pc:spChg chg="mod">
          <ac:chgData name="Taylor Davis" userId="5c9e72a0-c39f-4aa1-9d7d-64125e78cbe6" providerId="ADAL" clId="{C88E26FF-1067-4E9B-9515-ECCB5D1A4C74}" dt="2024-10-29T19:16:41.195" v="289" actId="207"/>
          <ac:spMkLst>
            <pc:docMk/>
            <pc:sldMk cId="506321289" sldId="594"/>
            <ac:spMk id="25" creationId="{1521FD29-EE92-080D-AE14-EAFB7606D99B}"/>
          </ac:spMkLst>
        </pc:spChg>
        <pc:spChg chg="add mod">
          <ac:chgData name="Taylor Davis" userId="5c9e72a0-c39f-4aa1-9d7d-64125e78cbe6" providerId="ADAL" clId="{C88E26FF-1067-4E9B-9515-ECCB5D1A4C74}" dt="2024-10-29T20:20:45.142" v="667" actId="1076"/>
          <ac:spMkLst>
            <pc:docMk/>
            <pc:sldMk cId="506321289" sldId="594"/>
            <ac:spMk id="26" creationId="{14D4B05F-FA1E-D64A-D054-2B6C3F014F96}"/>
          </ac:spMkLst>
        </pc:spChg>
        <pc:spChg chg="add mod">
          <ac:chgData name="Taylor Davis" userId="5c9e72a0-c39f-4aa1-9d7d-64125e78cbe6" providerId="ADAL" clId="{C88E26FF-1067-4E9B-9515-ECCB5D1A4C74}" dt="2024-10-29T19:18:03.225" v="332" actId="1076"/>
          <ac:spMkLst>
            <pc:docMk/>
            <pc:sldMk cId="506321289" sldId="594"/>
            <ac:spMk id="27" creationId="{8EBEC1F6-6F3F-DF09-8F61-B4DFA6F2DBCF}"/>
          </ac:spMkLst>
        </pc:spChg>
        <pc:spChg chg="add mod">
          <ac:chgData name="Taylor Davis" userId="5c9e72a0-c39f-4aa1-9d7d-64125e78cbe6" providerId="ADAL" clId="{C88E26FF-1067-4E9B-9515-ECCB5D1A4C74}" dt="2024-10-29T19:18:17.125" v="340" actId="20577"/>
          <ac:spMkLst>
            <pc:docMk/>
            <pc:sldMk cId="506321289" sldId="594"/>
            <ac:spMk id="28" creationId="{64AEEA99-AABD-715D-7A92-516BA10214C5}"/>
          </ac:spMkLst>
        </pc:spChg>
        <pc:spChg chg="add mod ord">
          <ac:chgData name="Taylor Davis" userId="5c9e72a0-c39f-4aa1-9d7d-64125e78cbe6" providerId="ADAL" clId="{C88E26FF-1067-4E9B-9515-ECCB5D1A4C74}" dt="2024-10-29T19:19:04.981" v="348" actId="1076"/>
          <ac:spMkLst>
            <pc:docMk/>
            <pc:sldMk cId="506321289" sldId="594"/>
            <ac:spMk id="29" creationId="{69DD2001-FAF3-1144-8AA3-35CBB7D471F4}"/>
          </ac:spMkLst>
        </pc:spChg>
        <pc:spChg chg="add mod ord">
          <ac:chgData name="Taylor Davis" userId="5c9e72a0-c39f-4aa1-9d7d-64125e78cbe6" providerId="ADAL" clId="{C88E26FF-1067-4E9B-9515-ECCB5D1A4C74}" dt="2024-10-29T19:19:20.057" v="354" actId="1076"/>
          <ac:spMkLst>
            <pc:docMk/>
            <pc:sldMk cId="506321289" sldId="594"/>
            <ac:spMk id="30" creationId="{E33C94AB-1A39-7B6A-59A5-5537F2BE20F2}"/>
          </ac:spMkLst>
        </pc:spChg>
        <pc:spChg chg="add mod ord">
          <ac:chgData name="Taylor Davis" userId="5c9e72a0-c39f-4aa1-9d7d-64125e78cbe6" providerId="ADAL" clId="{C88E26FF-1067-4E9B-9515-ECCB5D1A4C74}" dt="2024-10-29T19:19:38.930" v="358" actId="1076"/>
          <ac:spMkLst>
            <pc:docMk/>
            <pc:sldMk cId="506321289" sldId="594"/>
            <ac:spMk id="31" creationId="{682F6D48-0B16-EB92-AEF7-375C9A44AFD5}"/>
          </ac:spMkLst>
        </pc:spChg>
        <pc:grpChg chg="add mod">
          <ac:chgData name="Taylor Davis" userId="5c9e72a0-c39f-4aa1-9d7d-64125e78cbe6" providerId="ADAL" clId="{C88E26FF-1067-4E9B-9515-ECCB5D1A4C74}" dt="2024-10-29T19:17:03.396" v="294" actId="1076"/>
          <ac:grpSpMkLst>
            <pc:docMk/>
            <pc:sldMk cId="506321289" sldId="594"/>
            <ac:grpSpMk id="16" creationId="{EC490FEB-CE0A-8E00-02F5-7C3E47E4FAEC}"/>
          </ac:grpSpMkLst>
        </pc:grpChg>
        <pc:grpChg chg="add mod">
          <ac:chgData name="Taylor Davis" userId="5c9e72a0-c39f-4aa1-9d7d-64125e78cbe6" providerId="ADAL" clId="{C88E26FF-1067-4E9B-9515-ECCB5D1A4C74}" dt="2024-10-29T19:17:08.084" v="296" actId="1076"/>
          <ac:grpSpMkLst>
            <pc:docMk/>
            <pc:sldMk cId="506321289" sldId="594"/>
            <ac:grpSpMk id="21" creationId="{C1D29A41-3E3F-C795-D7DE-B8215116A53E}"/>
          </ac:grpSpMkLst>
        </pc:grpChg>
        <pc:picChg chg="add mod">
          <ac:chgData name="Taylor Davis" userId="5c9e72a0-c39f-4aa1-9d7d-64125e78cbe6" providerId="ADAL" clId="{C88E26FF-1067-4E9B-9515-ECCB5D1A4C74}" dt="2024-10-29T19:17:14.466" v="298" actId="1076"/>
          <ac:picMkLst>
            <pc:docMk/>
            <pc:sldMk cId="506321289" sldId="594"/>
            <ac:picMk id="20" creationId="{B9BB7BE8-2BDE-9A36-90A0-B9504CE70B5B}"/>
          </ac:picMkLst>
        </pc:picChg>
      </pc:sldChg>
      <pc:sldChg chg="new del">
        <pc:chgData name="Taylor Davis" userId="5c9e72a0-c39f-4aa1-9d7d-64125e78cbe6" providerId="ADAL" clId="{C88E26FF-1067-4E9B-9515-ECCB5D1A4C74}" dt="2024-10-29T18:50:42.902" v="2" actId="47"/>
        <pc:sldMkLst>
          <pc:docMk/>
          <pc:sldMk cId="2528097395" sldId="595"/>
        </pc:sldMkLst>
      </pc:sldChg>
      <pc:sldChg chg="modSp add del mod">
        <pc:chgData name="Taylor Davis" userId="5c9e72a0-c39f-4aa1-9d7d-64125e78cbe6" providerId="ADAL" clId="{C88E26FF-1067-4E9B-9515-ECCB5D1A4C74}" dt="2024-10-29T21:55:50.422" v="745" actId="47"/>
        <pc:sldMkLst>
          <pc:docMk/>
          <pc:sldMk cId="2037917661" sldId="596"/>
        </pc:sldMkLst>
        <pc:spChg chg="mod">
          <ac:chgData name="Taylor Davis" userId="5c9e72a0-c39f-4aa1-9d7d-64125e78cbe6" providerId="ADAL" clId="{C88E26FF-1067-4E9B-9515-ECCB5D1A4C74}" dt="2024-10-29T18:50:57.368" v="38" actId="20577"/>
          <ac:spMkLst>
            <pc:docMk/>
            <pc:sldMk cId="2037917661" sldId="596"/>
            <ac:spMk id="2" creationId="{C03588DF-56D9-837C-AA1C-128F048C493A}"/>
          </ac:spMkLst>
        </pc:spChg>
        <pc:spChg chg="mod">
          <ac:chgData name="Taylor Davis" userId="5c9e72a0-c39f-4aa1-9d7d-64125e78cbe6" providerId="ADAL" clId="{C88E26FF-1067-4E9B-9515-ECCB5D1A4C74}" dt="2024-10-29T18:52:38.858" v="104" actId="20577"/>
          <ac:spMkLst>
            <pc:docMk/>
            <pc:sldMk cId="2037917661" sldId="596"/>
            <ac:spMk id="6" creationId="{93706D05-011F-D6E5-AB62-168509A0E779}"/>
          </ac:spMkLst>
        </pc:spChg>
      </pc:sldChg>
      <pc:sldChg chg="addSp delSp modSp new mod">
        <pc:chgData name="Taylor Davis" userId="5c9e72a0-c39f-4aa1-9d7d-64125e78cbe6" providerId="ADAL" clId="{C88E26FF-1067-4E9B-9515-ECCB5D1A4C74}" dt="2024-10-29T20:23:52.793" v="694" actId="1076"/>
        <pc:sldMkLst>
          <pc:docMk/>
          <pc:sldMk cId="4166728828" sldId="597"/>
        </pc:sldMkLst>
        <pc:spChg chg="del">
          <ac:chgData name="Taylor Davis" userId="5c9e72a0-c39f-4aa1-9d7d-64125e78cbe6" providerId="ADAL" clId="{C88E26FF-1067-4E9B-9515-ECCB5D1A4C74}" dt="2024-10-29T19:07:57.994" v="110" actId="478"/>
          <ac:spMkLst>
            <pc:docMk/>
            <pc:sldMk cId="4166728828" sldId="597"/>
            <ac:spMk id="2" creationId="{0B040AA8-2F5D-41B8-9667-E55C30106FB4}"/>
          </ac:spMkLst>
        </pc:spChg>
        <pc:spChg chg="del mod">
          <ac:chgData name="Taylor Davis" userId="5c9e72a0-c39f-4aa1-9d7d-64125e78cbe6" providerId="ADAL" clId="{C88E26FF-1067-4E9B-9515-ECCB5D1A4C74}" dt="2024-10-29T19:07:57.994" v="110" actId="478"/>
          <ac:spMkLst>
            <pc:docMk/>
            <pc:sldMk cId="4166728828" sldId="597"/>
            <ac:spMk id="3" creationId="{58FE37BF-0BEF-1134-6250-2080928F5543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9" creationId="{3AA1946D-2370-3937-43B6-7AAAA0156EA5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0" creationId="{C1427FCD-60BD-44A4-7EC8-0DA3A8B8AAB4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1" creationId="{8AD15935-ECCD-D33E-6374-87A76F55473C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2" creationId="{5F94E5B5-90A3-01DA-6460-61E0FBE73982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3" creationId="{81ED2F41-E94D-4EB7-140C-733A91ADF312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4" creationId="{2A316622-4106-CE16-17A4-8DC79524A1B9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5" creationId="{CB5443F6-CBCE-0B5E-95A0-4546ACCCA0A2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6" creationId="{51CA331C-EDBB-6424-3011-8BAA8071699E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7" creationId="{31855B83-A62D-B4EB-698B-7A3D235EB37F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8" creationId="{EE789833-C289-5294-8F2D-4D767E61DB81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19" creationId="{C134E2B3-DCEE-CE93-C822-3E071F419FE3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20" creationId="{3F4F68E6-2801-B9F2-EAD1-E82286699AA8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21" creationId="{BC106FB7-5807-5278-7987-C1D6F675EFB8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22" creationId="{9EBA24F1-3A8C-6150-D927-082474F79D22}"/>
          </ac:spMkLst>
        </pc:spChg>
        <pc:spChg chg="add mod">
          <ac:chgData name="Taylor Davis" userId="5c9e72a0-c39f-4aa1-9d7d-64125e78cbe6" providerId="ADAL" clId="{C88E26FF-1067-4E9B-9515-ECCB5D1A4C74}" dt="2024-10-29T19:23:56.931" v="391" actId="1076"/>
          <ac:spMkLst>
            <pc:docMk/>
            <pc:sldMk cId="4166728828" sldId="597"/>
            <ac:spMk id="23" creationId="{681ACBDE-3D92-84E0-860E-5CE53753C151}"/>
          </ac:spMkLst>
        </pc:spChg>
        <pc:spChg chg="add del mod">
          <ac:chgData name="Taylor Davis" userId="5c9e72a0-c39f-4aa1-9d7d-64125e78cbe6" providerId="ADAL" clId="{C88E26FF-1067-4E9B-9515-ECCB5D1A4C74}" dt="2024-10-29T19:24:22.086" v="396" actId="478"/>
          <ac:spMkLst>
            <pc:docMk/>
            <pc:sldMk cId="4166728828" sldId="597"/>
            <ac:spMk id="24" creationId="{201B147B-AFAD-8944-3E6F-56FA86AC609C}"/>
          </ac:spMkLst>
        </pc:spChg>
        <pc:spChg chg="add del mod">
          <ac:chgData name="Taylor Davis" userId="5c9e72a0-c39f-4aa1-9d7d-64125e78cbe6" providerId="ADAL" clId="{C88E26FF-1067-4E9B-9515-ECCB5D1A4C74}" dt="2024-10-29T19:24:37.055" v="398" actId="478"/>
          <ac:spMkLst>
            <pc:docMk/>
            <pc:sldMk cId="4166728828" sldId="597"/>
            <ac:spMk id="26" creationId="{419FCE67-A16D-388A-EB9E-8AF1B1BA5116}"/>
          </ac:spMkLst>
        </pc:spChg>
        <pc:spChg chg="add mod">
          <ac:chgData name="Taylor Davis" userId="5c9e72a0-c39f-4aa1-9d7d-64125e78cbe6" providerId="ADAL" clId="{C88E26FF-1067-4E9B-9515-ECCB5D1A4C74}" dt="2024-10-29T19:24:53.985" v="434" actId="113"/>
          <ac:spMkLst>
            <pc:docMk/>
            <pc:sldMk cId="4166728828" sldId="597"/>
            <ac:spMk id="27" creationId="{5CB06021-EBF8-C602-9396-8BD2590988EA}"/>
          </ac:spMkLst>
        </pc:spChg>
        <pc:graphicFrameChg chg="add mod modGraphic">
          <ac:chgData name="Taylor Davis" userId="5c9e72a0-c39f-4aa1-9d7d-64125e78cbe6" providerId="ADAL" clId="{C88E26FF-1067-4E9B-9515-ECCB5D1A4C74}" dt="2024-10-29T19:24:01.542" v="392" actId="1076"/>
          <ac:graphicFrameMkLst>
            <pc:docMk/>
            <pc:sldMk cId="4166728828" sldId="597"/>
            <ac:graphicFrameMk id="8" creationId="{0074741D-2B9A-0122-543B-08154EC422A8}"/>
          </ac:graphicFrameMkLst>
        </pc:graphicFrameChg>
        <pc:picChg chg="del mod">
          <ac:chgData name="Taylor Davis" userId="5c9e72a0-c39f-4aa1-9d7d-64125e78cbe6" providerId="ADAL" clId="{C88E26FF-1067-4E9B-9515-ECCB5D1A4C74}" dt="2024-10-29T19:19:47.562" v="359" actId="478"/>
          <ac:picMkLst>
            <pc:docMk/>
            <pc:sldMk cId="4166728828" sldId="597"/>
            <ac:picMk id="6" creationId="{E28499DB-F6DC-97E5-6485-121B3FC6003E}"/>
          </ac:picMkLst>
        </pc:picChg>
        <pc:picChg chg="del mod">
          <ac:chgData name="Taylor Davis" userId="5c9e72a0-c39f-4aa1-9d7d-64125e78cbe6" providerId="ADAL" clId="{C88E26FF-1067-4E9B-9515-ECCB5D1A4C74}" dt="2024-10-29T19:26:10.095" v="470" actId="478"/>
          <ac:picMkLst>
            <pc:docMk/>
            <pc:sldMk cId="4166728828" sldId="597"/>
            <ac:picMk id="7" creationId="{8EBCAF93-9B14-DAD6-632E-BEB50AAC85C9}"/>
          </ac:picMkLst>
        </pc:picChg>
        <pc:picChg chg="del mod">
          <ac:chgData name="Taylor Davis" userId="5c9e72a0-c39f-4aa1-9d7d-64125e78cbe6" providerId="ADAL" clId="{C88E26FF-1067-4E9B-9515-ECCB5D1A4C74}" dt="2024-10-29T20:22:32.185" v="682" actId="478"/>
          <ac:picMkLst>
            <pc:docMk/>
            <pc:sldMk cId="4166728828" sldId="597"/>
            <ac:picMk id="28" creationId="{629FBB9A-7D42-29ED-6662-5D4EBAEFD97C}"/>
          </ac:picMkLst>
        </pc:picChg>
        <pc:picChg chg="mod">
          <ac:chgData name="Taylor Davis" userId="5c9e72a0-c39f-4aa1-9d7d-64125e78cbe6" providerId="ADAL" clId="{C88E26FF-1067-4E9B-9515-ECCB5D1A4C74}" dt="2024-10-29T20:23:52.793" v="694" actId="1076"/>
          <ac:picMkLst>
            <pc:docMk/>
            <pc:sldMk cId="4166728828" sldId="597"/>
            <ac:picMk id="29" creationId="{A2EDBB93-332B-1AB6-EB1B-9C270F86291F}"/>
          </ac:picMkLst>
        </pc:picChg>
      </pc:sldChg>
      <pc:sldChg chg="modSp add del mod">
        <pc:chgData name="Taylor Davis" userId="5c9e72a0-c39f-4aa1-9d7d-64125e78cbe6" providerId="ADAL" clId="{C88E26FF-1067-4E9B-9515-ECCB5D1A4C74}" dt="2024-10-29T19:30:09.196" v="511" actId="47"/>
        <pc:sldMkLst>
          <pc:docMk/>
          <pc:sldMk cId="3399774998" sldId="598"/>
        </pc:sldMkLst>
        <pc:spChg chg="mod">
          <ac:chgData name="Taylor Davis" userId="5c9e72a0-c39f-4aa1-9d7d-64125e78cbe6" providerId="ADAL" clId="{C88E26FF-1067-4E9B-9515-ECCB5D1A4C74}" dt="2024-10-29T19:20:05.729" v="363" actId="207"/>
          <ac:spMkLst>
            <pc:docMk/>
            <pc:sldMk cId="3399774998" sldId="598"/>
            <ac:spMk id="14" creationId="{3920D1E6-4A78-6F6A-C3F3-8C4DC0150E38}"/>
          </ac:spMkLst>
        </pc:spChg>
        <pc:spChg chg="mod">
          <ac:chgData name="Taylor Davis" userId="5c9e72a0-c39f-4aa1-9d7d-64125e78cbe6" providerId="ADAL" clId="{C88E26FF-1067-4E9B-9515-ECCB5D1A4C74}" dt="2024-10-29T19:20:09.370" v="364" actId="207"/>
          <ac:spMkLst>
            <pc:docMk/>
            <pc:sldMk cId="3399774998" sldId="598"/>
            <ac:spMk id="29" creationId="{69DD2001-FAF3-1144-8AA3-35CBB7D471F4}"/>
          </ac:spMkLst>
        </pc:spChg>
      </pc:sldChg>
      <pc:sldChg chg="modSp add del mod">
        <pc:chgData name="Taylor Davis" userId="5c9e72a0-c39f-4aa1-9d7d-64125e78cbe6" providerId="ADAL" clId="{C88E26FF-1067-4E9B-9515-ECCB5D1A4C74}" dt="2024-10-29T19:30:09.196" v="511" actId="47"/>
        <pc:sldMkLst>
          <pc:docMk/>
          <pc:sldMk cId="326227325" sldId="599"/>
        </pc:sldMkLst>
        <pc:spChg chg="mod">
          <ac:chgData name="Taylor Davis" userId="5c9e72a0-c39f-4aa1-9d7d-64125e78cbe6" providerId="ADAL" clId="{C88E26FF-1067-4E9B-9515-ECCB5D1A4C74}" dt="2024-10-29T19:20:20.198" v="366" actId="207"/>
          <ac:spMkLst>
            <pc:docMk/>
            <pc:sldMk cId="326227325" sldId="599"/>
            <ac:spMk id="13" creationId="{58DD9804-9476-00CE-F11D-E1C524E3221F}"/>
          </ac:spMkLst>
        </pc:spChg>
        <pc:spChg chg="mod">
          <ac:chgData name="Taylor Davis" userId="5c9e72a0-c39f-4aa1-9d7d-64125e78cbe6" providerId="ADAL" clId="{C88E26FF-1067-4E9B-9515-ECCB5D1A4C74}" dt="2024-10-29T19:20:16.479" v="365" actId="207"/>
          <ac:spMkLst>
            <pc:docMk/>
            <pc:sldMk cId="326227325" sldId="599"/>
            <ac:spMk id="30" creationId="{E33C94AB-1A39-7B6A-59A5-5537F2BE20F2}"/>
          </ac:spMkLst>
        </pc:spChg>
      </pc:sldChg>
      <pc:sldChg chg="modSp add del mod">
        <pc:chgData name="Taylor Davis" userId="5c9e72a0-c39f-4aa1-9d7d-64125e78cbe6" providerId="ADAL" clId="{C88E26FF-1067-4E9B-9515-ECCB5D1A4C74}" dt="2024-10-29T19:30:09.196" v="511" actId="47"/>
        <pc:sldMkLst>
          <pc:docMk/>
          <pc:sldMk cId="707406534" sldId="600"/>
        </pc:sldMkLst>
        <pc:spChg chg="mod">
          <ac:chgData name="Taylor Davis" userId="5c9e72a0-c39f-4aa1-9d7d-64125e78cbe6" providerId="ADAL" clId="{C88E26FF-1067-4E9B-9515-ECCB5D1A4C74}" dt="2024-10-29T19:20:31.006" v="368" actId="207"/>
          <ac:spMkLst>
            <pc:docMk/>
            <pc:sldMk cId="707406534" sldId="600"/>
            <ac:spMk id="15" creationId="{EF8E3A1F-74ED-C2CE-5E31-AD23C8799D5B}"/>
          </ac:spMkLst>
        </pc:spChg>
        <pc:spChg chg="mod">
          <ac:chgData name="Taylor Davis" userId="5c9e72a0-c39f-4aa1-9d7d-64125e78cbe6" providerId="ADAL" clId="{C88E26FF-1067-4E9B-9515-ECCB5D1A4C74}" dt="2024-10-29T19:20:27.775" v="367" actId="207"/>
          <ac:spMkLst>
            <pc:docMk/>
            <pc:sldMk cId="707406534" sldId="600"/>
            <ac:spMk id="31" creationId="{682F6D48-0B16-EB92-AEF7-375C9A44AFD5}"/>
          </ac:spMkLst>
        </pc:spChg>
      </pc:sldChg>
      <pc:sldChg chg="addSp delSp modSp add mod">
        <pc:chgData name="Taylor Davis" userId="5c9e72a0-c39f-4aa1-9d7d-64125e78cbe6" providerId="ADAL" clId="{C88E26FF-1067-4E9B-9515-ECCB5D1A4C74}" dt="2024-10-29T20:24:08.327" v="697" actId="1076"/>
        <pc:sldMkLst>
          <pc:docMk/>
          <pc:sldMk cId="1902863230" sldId="601"/>
        </pc:sldMkLst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" creationId="{7C3C7598-6660-4FB4-EB3D-A0A45ADE6DD5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6" creationId="{6E4B4D13-3141-F0D2-CEE7-0A4E14B0E7E3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9" creationId="{3AA1946D-2370-3937-43B6-7AAAA0156EA5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0" creationId="{C1427FCD-60BD-44A4-7EC8-0DA3A8B8AAB4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1" creationId="{8AD15935-ECCD-D33E-6374-87A76F55473C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2" creationId="{5F94E5B5-90A3-01DA-6460-61E0FBE73982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3" creationId="{81ED2F41-E94D-4EB7-140C-733A91ADF312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4" creationId="{2A316622-4106-CE16-17A4-8DC79524A1B9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5" creationId="{CB5443F6-CBCE-0B5E-95A0-4546ACCCA0A2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6" creationId="{51CA331C-EDBB-6424-3011-8BAA8071699E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7" creationId="{31855B83-A62D-B4EB-698B-7A3D235EB37F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8" creationId="{EE789833-C289-5294-8F2D-4D767E61DB81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19" creationId="{C134E2B3-DCEE-CE93-C822-3E071F419FE3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20" creationId="{3F4F68E6-2801-B9F2-EAD1-E82286699AA8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21" creationId="{BC106FB7-5807-5278-7987-C1D6F675EFB8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22" creationId="{9EBA24F1-3A8C-6150-D927-082474F79D22}"/>
          </ac:spMkLst>
        </pc:spChg>
        <pc:spChg chg="del">
          <ac:chgData name="Taylor Davis" userId="5c9e72a0-c39f-4aa1-9d7d-64125e78cbe6" providerId="ADAL" clId="{C88E26FF-1067-4E9B-9515-ECCB5D1A4C74}" dt="2024-10-29T19:29:46.847" v="507" actId="478"/>
          <ac:spMkLst>
            <pc:docMk/>
            <pc:sldMk cId="1902863230" sldId="601"/>
            <ac:spMk id="23" creationId="{681ACBDE-3D92-84E0-860E-5CE53753C151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24" creationId="{9778C666-653F-5F1F-BF94-15501A5C22F6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25" creationId="{84C48BCB-F206-200A-4FBC-326A716E90D7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26" creationId="{4701CB32-7002-50CC-E4FD-3B2BE3DED5A3}"/>
          </ac:spMkLst>
        </pc:spChg>
        <pc:spChg chg="mod">
          <ac:chgData name="Taylor Davis" userId="5c9e72a0-c39f-4aa1-9d7d-64125e78cbe6" providerId="ADAL" clId="{C88E26FF-1067-4E9B-9515-ECCB5D1A4C74}" dt="2024-10-29T19:25:25.671" v="466" actId="20577"/>
          <ac:spMkLst>
            <pc:docMk/>
            <pc:sldMk cId="1902863230" sldId="601"/>
            <ac:spMk id="27" creationId="{5CB06021-EBF8-C602-9396-8BD2590988EA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28" creationId="{20A0EF07-55BD-5BD1-D289-D769AF292463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29" creationId="{5F35CCBE-D9AF-2C00-152C-29BC4213DD03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0" creationId="{C1D3B1A8-FAAE-0B88-C29F-E85065B280D4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1" creationId="{2874283C-CA06-5479-4602-EB0270C154E4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2" creationId="{4D69DD81-2339-406D-F79D-43DD31A624AE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3" creationId="{312B49EA-FDDE-9E1D-77A0-02F68C559BD9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4" creationId="{A1A34FF8-3080-8575-C5C5-BC34F65F6E3C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5" creationId="{B8C04B80-4154-902A-4A59-2F92CBA523E7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6" creationId="{2C44FC3C-3343-4CC8-02C5-6DCA80215658}"/>
          </ac:spMkLst>
        </pc:spChg>
        <pc:spChg chg="add mod">
          <ac:chgData name="Taylor Davis" userId="5c9e72a0-c39f-4aa1-9d7d-64125e78cbe6" providerId="ADAL" clId="{C88E26FF-1067-4E9B-9515-ECCB5D1A4C74}" dt="2024-10-29T19:33:14.574" v="551" actId="1038"/>
          <ac:spMkLst>
            <pc:docMk/>
            <pc:sldMk cId="1902863230" sldId="601"/>
            <ac:spMk id="37" creationId="{22C2A19F-FEC8-EE24-6C1A-DEC9F80CB3E3}"/>
          </ac:spMkLst>
        </pc:spChg>
        <pc:graphicFrameChg chg="mod">
          <ac:chgData name="Taylor Davis" userId="5c9e72a0-c39f-4aa1-9d7d-64125e78cbe6" providerId="ADAL" clId="{C88E26FF-1067-4E9B-9515-ECCB5D1A4C74}" dt="2024-10-29T19:30:02.086" v="510"/>
          <ac:graphicFrameMkLst>
            <pc:docMk/>
            <pc:sldMk cId="1902863230" sldId="601"/>
            <ac:graphicFrameMk id="8" creationId="{0074741D-2B9A-0122-543B-08154EC422A8}"/>
          </ac:graphicFrameMkLst>
        </pc:graphicFrameChg>
        <pc:picChg chg="del mod">
          <ac:chgData name="Taylor Davis" userId="5c9e72a0-c39f-4aa1-9d7d-64125e78cbe6" providerId="ADAL" clId="{C88E26FF-1067-4E9B-9515-ECCB5D1A4C74}" dt="2024-10-29T20:23:00.283" v="685" actId="478"/>
          <ac:picMkLst>
            <pc:docMk/>
            <pc:sldMk cId="1902863230" sldId="601"/>
            <ac:picMk id="2" creationId="{6875D5CD-8473-FBE5-550E-28C578CEC561}"/>
          </ac:picMkLst>
        </pc:picChg>
        <pc:picChg chg="del">
          <ac:chgData name="Taylor Davis" userId="5c9e72a0-c39f-4aa1-9d7d-64125e78cbe6" providerId="ADAL" clId="{C88E26FF-1067-4E9B-9515-ECCB5D1A4C74}" dt="2024-10-29T19:25:43.271" v="467" actId="478"/>
          <ac:picMkLst>
            <pc:docMk/>
            <pc:sldMk cId="1902863230" sldId="601"/>
            <ac:picMk id="7" creationId="{8EBCAF93-9B14-DAD6-632E-BEB50AAC85C9}"/>
          </ac:picMkLst>
        </pc:picChg>
        <pc:picChg chg="mod">
          <ac:chgData name="Taylor Davis" userId="5c9e72a0-c39f-4aa1-9d7d-64125e78cbe6" providerId="ADAL" clId="{C88E26FF-1067-4E9B-9515-ECCB5D1A4C74}" dt="2024-10-29T20:24:08.327" v="697" actId="1076"/>
          <ac:picMkLst>
            <pc:docMk/>
            <pc:sldMk cId="1902863230" sldId="601"/>
            <ac:picMk id="38" creationId="{66E78E96-C838-C2C3-A09C-AF8AD995CAA5}"/>
          </ac:picMkLst>
        </pc:picChg>
      </pc:sldChg>
      <pc:sldChg chg="addSp delSp modSp add mod">
        <pc:chgData name="Taylor Davis" userId="5c9e72a0-c39f-4aa1-9d7d-64125e78cbe6" providerId="ADAL" clId="{C88E26FF-1067-4E9B-9515-ECCB5D1A4C74}" dt="2024-10-29T20:24:20.585" v="701" actId="1076"/>
        <pc:sldMkLst>
          <pc:docMk/>
          <pc:sldMk cId="1149607862" sldId="602"/>
        </pc:sldMkLst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6" creationId="{49D38AC0-2859-E7CC-834E-27ADE0B444FE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7" creationId="{5B8A1CC0-9506-2888-0A5F-77AAFEE7FBF5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9" creationId="{3AA1946D-2370-3937-43B6-7AAAA0156EA5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0" creationId="{C1427FCD-60BD-44A4-7EC8-0DA3A8B8AAB4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1" creationId="{8AD15935-ECCD-D33E-6374-87A76F55473C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2" creationId="{5F94E5B5-90A3-01DA-6460-61E0FBE73982}"/>
          </ac:spMkLst>
        </pc:spChg>
        <pc:spChg chg="del">
          <ac:chgData name="Taylor Davis" userId="5c9e72a0-c39f-4aa1-9d7d-64125e78cbe6" providerId="ADAL" clId="{C88E26FF-1067-4E9B-9515-ECCB5D1A4C74}" dt="2024-10-29T19:29:25.595" v="504" actId="478"/>
          <ac:spMkLst>
            <pc:docMk/>
            <pc:sldMk cId="1149607862" sldId="602"/>
            <ac:spMk id="13" creationId="{81ED2F41-E94D-4EB7-140C-733A91ADF312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4" creationId="{2A316622-4106-CE16-17A4-8DC79524A1B9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5" creationId="{CB5443F6-CBCE-0B5E-95A0-4546ACCCA0A2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6" creationId="{51CA331C-EDBB-6424-3011-8BAA8071699E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7" creationId="{31855B83-A62D-B4EB-698B-7A3D235EB37F}"/>
          </ac:spMkLst>
        </pc:spChg>
        <pc:spChg chg="del">
          <ac:chgData name="Taylor Davis" userId="5c9e72a0-c39f-4aa1-9d7d-64125e78cbe6" providerId="ADAL" clId="{C88E26FF-1067-4E9B-9515-ECCB5D1A4C74}" dt="2024-10-29T19:29:25.595" v="504" actId="478"/>
          <ac:spMkLst>
            <pc:docMk/>
            <pc:sldMk cId="1149607862" sldId="602"/>
            <ac:spMk id="18" creationId="{EE789833-C289-5294-8F2D-4D767E61DB81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19" creationId="{C134E2B3-DCEE-CE93-C822-3E071F419FE3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20" creationId="{3F4F68E6-2801-B9F2-EAD1-E82286699AA8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21" creationId="{BC106FB7-5807-5278-7987-C1D6F675EFB8}"/>
          </ac:spMkLst>
        </pc:spChg>
        <pc:spChg chg="del">
          <ac:chgData name="Taylor Davis" userId="5c9e72a0-c39f-4aa1-9d7d-64125e78cbe6" providerId="ADAL" clId="{C88E26FF-1067-4E9B-9515-ECCB5D1A4C74}" dt="2024-10-29T19:29:21.869" v="503" actId="478"/>
          <ac:spMkLst>
            <pc:docMk/>
            <pc:sldMk cId="1149607862" sldId="602"/>
            <ac:spMk id="22" creationId="{9EBA24F1-3A8C-6150-D927-082474F79D22}"/>
          </ac:spMkLst>
        </pc:spChg>
        <pc:spChg chg="del">
          <ac:chgData name="Taylor Davis" userId="5c9e72a0-c39f-4aa1-9d7d-64125e78cbe6" providerId="ADAL" clId="{C88E26FF-1067-4E9B-9515-ECCB5D1A4C74}" dt="2024-10-29T19:29:25.595" v="504" actId="478"/>
          <ac:spMkLst>
            <pc:docMk/>
            <pc:sldMk cId="1149607862" sldId="602"/>
            <ac:spMk id="23" creationId="{681ACBDE-3D92-84E0-860E-5CE53753C151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24" creationId="{69EAEE90-C2A3-4E5F-9AA9-D3B738835903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25" creationId="{C4D067ED-E656-972A-4F4A-420BDC2BDC01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26" creationId="{7B0C9600-94BF-F12F-AAF4-96551BE90603}"/>
          </ac:spMkLst>
        </pc:spChg>
        <pc:spChg chg="mod">
          <ac:chgData name="Taylor Davis" userId="5c9e72a0-c39f-4aa1-9d7d-64125e78cbe6" providerId="ADAL" clId="{C88E26FF-1067-4E9B-9515-ECCB5D1A4C74}" dt="2024-10-29T19:26:38.414" v="489" actId="20577"/>
          <ac:spMkLst>
            <pc:docMk/>
            <pc:sldMk cId="1149607862" sldId="602"/>
            <ac:spMk id="27" creationId="{5CB06021-EBF8-C602-9396-8BD2590988EA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28" creationId="{1442AD3E-3C5F-C077-A1FA-5C96337B93C3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29" creationId="{3214B770-65BA-1074-FB36-F6AD8A9FB62C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0" creationId="{BA8B8CEC-4E66-9740-CCF3-FCC9F62C9F75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1" creationId="{24A80342-C668-589C-9614-E197B606C3FE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2" creationId="{4B7F51C8-E384-E269-59FB-18132B77494D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3" creationId="{7EA91178-1A49-C683-D9B5-DD01C73D3F8A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4" creationId="{07F38604-D9CE-2715-6DC0-E72BDD9C6DE7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5" creationId="{64732578-1668-56FF-960D-B2A2C2C9DD15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6" creationId="{B0BF1AE6-C5F8-598C-215F-3096E0DB74F1}"/>
          </ac:spMkLst>
        </pc:spChg>
        <pc:spChg chg="add del mod">
          <ac:chgData name="Taylor Davis" userId="5c9e72a0-c39f-4aa1-9d7d-64125e78cbe6" providerId="ADAL" clId="{C88E26FF-1067-4E9B-9515-ECCB5D1A4C74}" dt="2024-10-29T19:30:58.654" v="512" actId="478"/>
          <ac:spMkLst>
            <pc:docMk/>
            <pc:sldMk cId="1149607862" sldId="602"/>
            <ac:spMk id="37" creationId="{26EB1A41-6939-D46F-9B8E-3BA1594946FC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38" creationId="{B59902C4-7FD1-F4A5-BE4E-9204ED577CCA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39" creationId="{E45599C2-66D9-647F-48A6-2321DBA54CC3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40" creationId="{58CFC727-98D7-62CE-89F0-573E962A246B}"/>
          </ac:spMkLst>
        </pc:spChg>
        <pc:spChg chg="add mod">
          <ac:chgData name="Taylor Davis" userId="5c9e72a0-c39f-4aa1-9d7d-64125e78cbe6" providerId="ADAL" clId="{C88E26FF-1067-4E9B-9515-ECCB5D1A4C74}" dt="2024-10-29T19:34:50.484" v="559" actId="20577"/>
          <ac:spMkLst>
            <pc:docMk/>
            <pc:sldMk cId="1149607862" sldId="602"/>
            <ac:spMk id="41" creationId="{E4A829FD-164F-8DB7-364E-EF7312F8462E}"/>
          </ac:spMkLst>
        </pc:spChg>
        <pc:spChg chg="add mod">
          <ac:chgData name="Taylor Davis" userId="5c9e72a0-c39f-4aa1-9d7d-64125e78cbe6" providerId="ADAL" clId="{C88E26FF-1067-4E9B-9515-ECCB5D1A4C74}" dt="2024-10-29T19:34:53.123" v="560" actId="20577"/>
          <ac:spMkLst>
            <pc:docMk/>
            <pc:sldMk cId="1149607862" sldId="602"/>
            <ac:spMk id="42" creationId="{5A8A101E-3AB6-C93B-0252-9A624BE57254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43" creationId="{ED224C45-9D66-A5A0-B7E7-65E8652BEB9B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44" creationId="{23C14FE5-6236-6CF3-3013-1E0933D78809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45" creationId="{56BF6F06-2AD8-1DDA-0DDD-2B6F165F49CE}"/>
          </ac:spMkLst>
        </pc:spChg>
        <pc:spChg chg="add mod">
          <ac:chgData name="Taylor Davis" userId="5c9e72a0-c39f-4aa1-9d7d-64125e78cbe6" providerId="ADAL" clId="{C88E26FF-1067-4E9B-9515-ECCB5D1A4C74}" dt="2024-10-29T19:34:57.574" v="561" actId="20577"/>
          <ac:spMkLst>
            <pc:docMk/>
            <pc:sldMk cId="1149607862" sldId="602"/>
            <ac:spMk id="46" creationId="{2AEAF150-16D0-7903-CB63-3745FFBF619D}"/>
          </ac:spMkLst>
        </pc:spChg>
        <pc:spChg chg="add mod">
          <ac:chgData name="Taylor Davis" userId="5c9e72a0-c39f-4aa1-9d7d-64125e78cbe6" providerId="ADAL" clId="{C88E26FF-1067-4E9B-9515-ECCB5D1A4C74}" dt="2024-10-29T19:34:59.738" v="562" actId="20577"/>
          <ac:spMkLst>
            <pc:docMk/>
            <pc:sldMk cId="1149607862" sldId="602"/>
            <ac:spMk id="47" creationId="{43D38FFD-B2C4-C300-4FCA-EB94ECBDF280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48" creationId="{FAE4B28E-F4EA-A7EB-D15E-AF6466E1E0C4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49" creationId="{7BD911B9-2A59-EA60-CF23-3538655E860A}"/>
          </ac:spMkLst>
        </pc:spChg>
        <pc:spChg chg="add mod">
          <ac:chgData name="Taylor Davis" userId="5c9e72a0-c39f-4aa1-9d7d-64125e78cbe6" providerId="ADAL" clId="{C88E26FF-1067-4E9B-9515-ECCB5D1A4C74}" dt="2024-10-29T19:34:44.873" v="558" actId="1037"/>
          <ac:spMkLst>
            <pc:docMk/>
            <pc:sldMk cId="1149607862" sldId="602"/>
            <ac:spMk id="50" creationId="{4087BB16-49AE-3800-9E71-5EF2BE2A84DE}"/>
          </ac:spMkLst>
        </pc:spChg>
        <pc:spChg chg="add mod">
          <ac:chgData name="Taylor Davis" userId="5c9e72a0-c39f-4aa1-9d7d-64125e78cbe6" providerId="ADAL" clId="{C88E26FF-1067-4E9B-9515-ECCB5D1A4C74}" dt="2024-10-29T19:35:07.688" v="564" actId="20577"/>
          <ac:spMkLst>
            <pc:docMk/>
            <pc:sldMk cId="1149607862" sldId="602"/>
            <ac:spMk id="51" creationId="{56930A29-01DD-91E7-EA0B-27BE38DB5E6E}"/>
          </ac:spMkLst>
        </pc:spChg>
        <pc:spChg chg="add mod">
          <ac:chgData name="Taylor Davis" userId="5c9e72a0-c39f-4aa1-9d7d-64125e78cbe6" providerId="ADAL" clId="{C88E26FF-1067-4E9B-9515-ECCB5D1A4C74}" dt="2024-10-29T19:35:05.035" v="563" actId="20577"/>
          <ac:spMkLst>
            <pc:docMk/>
            <pc:sldMk cId="1149607862" sldId="602"/>
            <ac:spMk id="52" creationId="{9B9CAC14-29C4-08EE-9339-2B048C7F45AE}"/>
          </ac:spMkLst>
        </pc:spChg>
        <pc:spChg chg="add mod">
          <ac:chgData name="Taylor Davis" userId="5c9e72a0-c39f-4aa1-9d7d-64125e78cbe6" providerId="ADAL" clId="{C88E26FF-1067-4E9B-9515-ECCB5D1A4C74}" dt="2024-10-29T19:49:38.181" v="630" actId="1076"/>
          <ac:spMkLst>
            <pc:docMk/>
            <pc:sldMk cId="1149607862" sldId="602"/>
            <ac:spMk id="53" creationId="{83BD93A0-B825-A6F8-E887-1FAC1F00892F}"/>
          </ac:spMkLst>
        </pc:spChg>
        <pc:graphicFrameChg chg="mod modGraphic">
          <ac:chgData name="Taylor Davis" userId="5c9e72a0-c39f-4aa1-9d7d-64125e78cbe6" providerId="ADAL" clId="{C88E26FF-1067-4E9B-9515-ECCB5D1A4C74}" dt="2024-10-29T19:49:56.406" v="642" actId="1037"/>
          <ac:graphicFrameMkLst>
            <pc:docMk/>
            <pc:sldMk cId="1149607862" sldId="602"/>
            <ac:graphicFrameMk id="8" creationId="{0074741D-2B9A-0122-543B-08154EC422A8}"/>
          </ac:graphicFrameMkLst>
        </pc:graphicFrameChg>
        <pc:picChg chg="del">
          <ac:chgData name="Taylor Davis" userId="5c9e72a0-c39f-4aa1-9d7d-64125e78cbe6" providerId="ADAL" clId="{C88E26FF-1067-4E9B-9515-ECCB5D1A4C74}" dt="2024-10-29T19:27:07.696" v="490" actId="478"/>
          <ac:picMkLst>
            <pc:docMk/>
            <pc:sldMk cId="1149607862" sldId="602"/>
            <ac:picMk id="2" creationId="{6875D5CD-8473-FBE5-550E-28C578CEC561}"/>
          </ac:picMkLst>
        </pc:picChg>
        <pc:picChg chg="del mod">
          <ac:chgData name="Taylor Davis" userId="5c9e72a0-c39f-4aa1-9d7d-64125e78cbe6" providerId="ADAL" clId="{C88E26FF-1067-4E9B-9515-ECCB5D1A4C74}" dt="2024-10-29T20:23:20.616" v="688" actId="478"/>
          <ac:picMkLst>
            <pc:docMk/>
            <pc:sldMk cId="1149607862" sldId="602"/>
            <ac:picMk id="3" creationId="{F65A93D7-97DC-04E4-47E0-3762CECF5183}"/>
          </ac:picMkLst>
        </pc:picChg>
        <pc:picChg chg="mod">
          <ac:chgData name="Taylor Davis" userId="5c9e72a0-c39f-4aa1-9d7d-64125e78cbe6" providerId="ADAL" clId="{C88E26FF-1067-4E9B-9515-ECCB5D1A4C74}" dt="2024-10-29T20:24:20.585" v="701" actId="1076"/>
          <ac:picMkLst>
            <pc:docMk/>
            <pc:sldMk cId="1149607862" sldId="602"/>
            <ac:picMk id="54" creationId="{AA8C296A-0E12-DE3F-DE63-377F5BDD941C}"/>
          </ac:picMkLst>
        </pc:picChg>
      </pc:sldChg>
      <pc:sldChg chg="delSp modSp add del mod">
        <pc:chgData name="Taylor Davis" userId="5c9e72a0-c39f-4aa1-9d7d-64125e78cbe6" providerId="ADAL" clId="{C88E26FF-1067-4E9B-9515-ECCB5D1A4C74}" dt="2024-10-29T21:55:12.629" v="744" actId="47"/>
        <pc:sldMkLst>
          <pc:docMk/>
          <pc:sldMk cId="945063532" sldId="603"/>
        </pc:sldMkLst>
        <pc:spChg chg="del">
          <ac:chgData name="Taylor Davis" userId="5c9e72a0-c39f-4aa1-9d7d-64125e78cbe6" providerId="ADAL" clId="{C88E26FF-1067-4E9B-9515-ECCB5D1A4C74}" dt="2024-10-29T20:22:06.073" v="679" actId="478"/>
          <ac:spMkLst>
            <pc:docMk/>
            <pc:sldMk cId="945063532" sldId="603"/>
            <ac:spMk id="4" creationId="{765CE139-9C23-380F-F6D7-100846F86FD6}"/>
          </ac:spMkLst>
        </pc:spChg>
        <pc:spChg chg="del">
          <ac:chgData name="Taylor Davis" userId="5c9e72a0-c39f-4aa1-9d7d-64125e78cbe6" providerId="ADAL" clId="{C88E26FF-1067-4E9B-9515-ECCB5D1A4C74}" dt="2024-10-29T20:22:06.073" v="679" actId="478"/>
          <ac:spMkLst>
            <pc:docMk/>
            <pc:sldMk cId="945063532" sldId="603"/>
            <ac:spMk id="5" creationId="{683D161C-4339-416A-6237-237802E83836}"/>
          </ac:spMkLst>
        </pc:spChg>
        <pc:spChg chg="mod">
          <ac:chgData name="Taylor Davis" userId="5c9e72a0-c39f-4aa1-9d7d-64125e78cbe6" providerId="ADAL" clId="{C88E26FF-1067-4E9B-9515-ECCB5D1A4C74}" dt="2024-10-29T20:21:08.528" v="671" actId="207"/>
          <ac:spMkLst>
            <pc:docMk/>
            <pc:sldMk cId="945063532" sldId="603"/>
            <ac:spMk id="14" creationId="{3920D1E6-4A78-6F6A-C3F3-8C4DC0150E38}"/>
          </ac:spMkLst>
        </pc:spChg>
        <pc:spChg chg="mod">
          <ac:chgData name="Taylor Davis" userId="5c9e72a0-c39f-4aa1-9d7d-64125e78cbe6" providerId="ADAL" clId="{C88E26FF-1067-4E9B-9515-ECCB5D1A4C74}" dt="2024-10-29T20:21:31.630" v="674" actId="207"/>
          <ac:spMkLst>
            <pc:docMk/>
            <pc:sldMk cId="945063532" sldId="603"/>
            <ac:spMk id="29" creationId="{69DD2001-FAF3-1144-8AA3-35CBB7D471F4}"/>
          </ac:spMkLst>
        </pc:spChg>
      </pc:sldChg>
      <pc:sldChg chg="addSp delSp modSp new mod modClrScheme chgLayout">
        <pc:chgData name="Taylor Davis" userId="5c9e72a0-c39f-4aa1-9d7d-64125e78cbe6" providerId="ADAL" clId="{C88E26FF-1067-4E9B-9515-ECCB5D1A4C74}" dt="2024-10-29T21:56:29.340" v="765" actId="20577"/>
        <pc:sldMkLst>
          <pc:docMk/>
          <pc:sldMk cId="3818184213" sldId="603"/>
        </pc:sldMkLst>
        <pc:spChg chg="del mod ord">
          <ac:chgData name="Taylor Davis" userId="5c9e72a0-c39f-4aa1-9d7d-64125e78cbe6" providerId="ADAL" clId="{C88E26FF-1067-4E9B-9515-ECCB5D1A4C74}" dt="2024-10-29T21:56:24.813" v="747" actId="700"/>
          <ac:spMkLst>
            <pc:docMk/>
            <pc:sldMk cId="3818184213" sldId="603"/>
            <ac:spMk id="2" creationId="{ECAA93E0-AA0D-A79A-3F73-8EC5CC4CB416}"/>
          </ac:spMkLst>
        </pc:spChg>
        <pc:spChg chg="del mod ord">
          <ac:chgData name="Taylor Davis" userId="5c9e72a0-c39f-4aa1-9d7d-64125e78cbe6" providerId="ADAL" clId="{C88E26FF-1067-4E9B-9515-ECCB5D1A4C74}" dt="2024-10-29T21:56:24.813" v="747" actId="700"/>
          <ac:spMkLst>
            <pc:docMk/>
            <pc:sldMk cId="3818184213" sldId="603"/>
            <ac:spMk id="3" creationId="{F8623FD6-4988-2863-AD3F-B45D4C67864B}"/>
          </ac:spMkLst>
        </pc:spChg>
        <pc:spChg chg="mod ord">
          <ac:chgData name="Taylor Davis" userId="5c9e72a0-c39f-4aa1-9d7d-64125e78cbe6" providerId="ADAL" clId="{C88E26FF-1067-4E9B-9515-ECCB5D1A4C74}" dt="2024-10-29T21:56:24.813" v="747" actId="700"/>
          <ac:spMkLst>
            <pc:docMk/>
            <pc:sldMk cId="3818184213" sldId="603"/>
            <ac:spMk id="4" creationId="{94C8A3B0-E1FB-AD50-ED61-EFB87DFE0217}"/>
          </ac:spMkLst>
        </pc:spChg>
        <pc:spChg chg="mod ord">
          <ac:chgData name="Taylor Davis" userId="5c9e72a0-c39f-4aa1-9d7d-64125e78cbe6" providerId="ADAL" clId="{C88E26FF-1067-4E9B-9515-ECCB5D1A4C74}" dt="2024-10-29T21:56:24.813" v="747" actId="700"/>
          <ac:spMkLst>
            <pc:docMk/>
            <pc:sldMk cId="3818184213" sldId="603"/>
            <ac:spMk id="5" creationId="{52E1907F-5ED2-649A-743A-8A8C984AE31E}"/>
          </ac:spMkLst>
        </pc:spChg>
        <pc:spChg chg="add mod ord">
          <ac:chgData name="Taylor Davis" userId="5c9e72a0-c39f-4aa1-9d7d-64125e78cbe6" providerId="ADAL" clId="{C88E26FF-1067-4E9B-9515-ECCB5D1A4C74}" dt="2024-10-29T21:56:29.340" v="765" actId="20577"/>
          <ac:spMkLst>
            <pc:docMk/>
            <pc:sldMk cId="3818184213" sldId="603"/>
            <ac:spMk id="6" creationId="{A12E69C7-B12F-2A96-399C-CF6A1FCAD128}"/>
          </ac:spMkLst>
        </pc:spChg>
        <pc:spChg chg="add mod ord">
          <ac:chgData name="Taylor Davis" userId="5c9e72a0-c39f-4aa1-9d7d-64125e78cbe6" providerId="ADAL" clId="{C88E26FF-1067-4E9B-9515-ECCB5D1A4C74}" dt="2024-10-29T21:56:24.813" v="747" actId="700"/>
          <ac:spMkLst>
            <pc:docMk/>
            <pc:sldMk cId="3818184213" sldId="603"/>
            <ac:spMk id="7" creationId="{068BA346-D542-5D79-642B-1BC0132EF772}"/>
          </ac:spMkLst>
        </pc:spChg>
      </pc:sldChg>
      <pc:sldChg chg="delSp modSp add del mod">
        <pc:chgData name="Taylor Davis" userId="5c9e72a0-c39f-4aa1-9d7d-64125e78cbe6" providerId="ADAL" clId="{C88E26FF-1067-4E9B-9515-ECCB5D1A4C74}" dt="2024-10-29T21:55:12.629" v="744" actId="47"/>
        <pc:sldMkLst>
          <pc:docMk/>
          <pc:sldMk cId="1749336869" sldId="604"/>
        </pc:sldMkLst>
        <pc:spChg chg="del">
          <ac:chgData name="Taylor Davis" userId="5c9e72a0-c39f-4aa1-9d7d-64125e78cbe6" providerId="ADAL" clId="{C88E26FF-1067-4E9B-9515-ECCB5D1A4C74}" dt="2024-10-29T20:22:11.316" v="680" actId="478"/>
          <ac:spMkLst>
            <pc:docMk/>
            <pc:sldMk cId="1749336869" sldId="604"/>
            <ac:spMk id="4" creationId="{765CE139-9C23-380F-F6D7-100846F86FD6}"/>
          </ac:spMkLst>
        </pc:spChg>
        <pc:spChg chg="del">
          <ac:chgData name="Taylor Davis" userId="5c9e72a0-c39f-4aa1-9d7d-64125e78cbe6" providerId="ADAL" clId="{C88E26FF-1067-4E9B-9515-ECCB5D1A4C74}" dt="2024-10-29T20:22:11.316" v="680" actId="478"/>
          <ac:spMkLst>
            <pc:docMk/>
            <pc:sldMk cId="1749336869" sldId="604"/>
            <ac:spMk id="5" creationId="{683D161C-4339-416A-6237-237802E83836}"/>
          </ac:spMkLst>
        </pc:spChg>
        <pc:spChg chg="mod">
          <ac:chgData name="Taylor Davis" userId="5c9e72a0-c39f-4aa1-9d7d-64125e78cbe6" providerId="ADAL" clId="{C88E26FF-1067-4E9B-9515-ECCB5D1A4C74}" dt="2024-10-29T20:21:15.206" v="672" actId="207"/>
          <ac:spMkLst>
            <pc:docMk/>
            <pc:sldMk cId="1749336869" sldId="604"/>
            <ac:spMk id="15" creationId="{EF8E3A1F-74ED-C2CE-5E31-AD23C8799D5B}"/>
          </ac:spMkLst>
        </pc:spChg>
        <pc:spChg chg="mod">
          <ac:chgData name="Taylor Davis" userId="5c9e72a0-c39f-4aa1-9d7d-64125e78cbe6" providerId="ADAL" clId="{C88E26FF-1067-4E9B-9515-ECCB5D1A4C74}" dt="2024-10-29T20:21:37.482" v="677" actId="207"/>
          <ac:spMkLst>
            <pc:docMk/>
            <pc:sldMk cId="1749336869" sldId="604"/>
            <ac:spMk id="31" creationId="{682F6D48-0B16-EB92-AEF7-375C9A44AFD5}"/>
          </ac:spMkLst>
        </pc:spChg>
      </pc:sldChg>
      <pc:sldChg chg="delSp modSp add del mod">
        <pc:chgData name="Taylor Davis" userId="5c9e72a0-c39f-4aa1-9d7d-64125e78cbe6" providerId="ADAL" clId="{C88E26FF-1067-4E9B-9515-ECCB5D1A4C74}" dt="2024-10-29T21:55:12.629" v="744" actId="47"/>
        <pc:sldMkLst>
          <pc:docMk/>
          <pc:sldMk cId="1998629220" sldId="605"/>
        </pc:sldMkLst>
        <pc:spChg chg="del">
          <ac:chgData name="Taylor Davis" userId="5c9e72a0-c39f-4aa1-9d7d-64125e78cbe6" providerId="ADAL" clId="{C88E26FF-1067-4E9B-9515-ECCB5D1A4C74}" dt="2024-10-29T20:22:16.368" v="681" actId="478"/>
          <ac:spMkLst>
            <pc:docMk/>
            <pc:sldMk cId="1998629220" sldId="605"/>
            <ac:spMk id="4" creationId="{765CE139-9C23-380F-F6D7-100846F86FD6}"/>
          </ac:spMkLst>
        </pc:spChg>
        <pc:spChg chg="del">
          <ac:chgData name="Taylor Davis" userId="5c9e72a0-c39f-4aa1-9d7d-64125e78cbe6" providerId="ADAL" clId="{C88E26FF-1067-4E9B-9515-ECCB5D1A4C74}" dt="2024-10-29T20:22:16.368" v="681" actId="478"/>
          <ac:spMkLst>
            <pc:docMk/>
            <pc:sldMk cId="1998629220" sldId="605"/>
            <ac:spMk id="5" creationId="{683D161C-4339-416A-6237-237802E83836}"/>
          </ac:spMkLst>
        </pc:spChg>
        <pc:spChg chg="mod">
          <ac:chgData name="Taylor Davis" userId="5c9e72a0-c39f-4aa1-9d7d-64125e78cbe6" providerId="ADAL" clId="{C88E26FF-1067-4E9B-9515-ECCB5D1A4C74}" dt="2024-10-29T20:21:19.294" v="673" actId="207"/>
          <ac:spMkLst>
            <pc:docMk/>
            <pc:sldMk cId="1998629220" sldId="605"/>
            <ac:spMk id="13" creationId="{58DD9804-9476-00CE-F11D-E1C524E3221F}"/>
          </ac:spMkLst>
        </pc:spChg>
        <pc:spChg chg="mod">
          <ac:chgData name="Taylor Davis" userId="5c9e72a0-c39f-4aa1-9d7d-64125e78cbe6" providerId="ADAL" clId="{C88E26FF-1067-4E9B-9515-ECCB5D1A4C74}" dt="2024-10-29T20:21:46.532" v="678" actId="207"/>
          <ac:spMkLst>
            <pc:docMk/>
            <pc:sldMk cId="1998629220" sldId="605"/>
            <ac:spMk id="30" creationId="{E33C94AB-1A39-7B6A-59A5-5537F2BE20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10/29/2024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10/29/2024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MAINEHEALTH INSIGHT SLIDES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 descr="MaineHealth — JMG">
            <a:extLst>
              <a:ext uri="{FF2B5EF4-FFF2-40B4-BE49-F238E27FC236}">
                <a16:creationId xmlns:a16="http://schemas.microsoft.com/office/drawing/2014/main" id="{D0CE68AB-DCEC-5C17-2FB8-CA9ABC964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7073" y="980164"/>
            <a:ext cx="3520272" cy="488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ine Medical Center - Wikipedia">
            <a:extLst>
              <a:ext uri="{FF2B5EF4-FFF2-40B4-BE49-F238E27FC236}">
                <a16:creationId xmlns:a16="http://schemas.microsoft.com/office/drawing/2014/main" id="{944B62C3-FE9E-5AFC-FA2A-2313E9E5F8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9" b="15836"/>
          <a:stretch/>
        </p:blipFill>
        <p:spPr bwMode="auto">
          <a:xfrm>
            <a:off x="981075" y="1741063"/>
            <a:ext cx="11210925" cy="5144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727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dirty="0"/>
              <a:t>Estimated Plan Growth Potential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057C1-F13C-F6D8-AD44-F92FA29D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6B415-80AF-26A8-45D6-1254179BD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02BEAF-097D-41B4-20FD-56D98AD0F034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3706D05-011F-D6E5-AB62-168509A0E779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 GROWTH POTENTIAL</a:t>
            </a:r>
          </a:p>
        </p:txBody>
      </p:sp>
      <p:grpSp>
        <p:nvGrpSpPr>
          <p:cNvPr id="36" name="Content Placeholder 2">
            <a:extLst>
              <a:ext uri="{FF2B5EF4-FFF2-40B4-BE49-F238E27FC236}">
                <a16:creationId xmlns:a16="http://schemas.microsoft.com/office/drawing/2014/main" id="{6868A298-DFB5-7850-01FC-B8512712DE1D}"/>
              </a:ext>
            </a:extLst>
          </p:cNvPr>
          <p:cNvGrpSpPr/>
          <p:nvPr/>
        </p:nvGrpSpPr>
        <p:grpSpPr>
          <a:xfrm>
            <a:off x="-824522" y="1618465"/>
            <a:ext cx="8823010" cy="4811915"/>
            <a:chOff x="457200" y="1600200"/>
            <a:chExt cx="8229600" cy="4525962"/>
          </a:xfrm>
        </p:grpSpPr>
        <p:sp>
          <p:nvSpPr>
            <p:cNvPr id="37" name="rc3">
              <a:extLst>
                <a:ext uri="{FF2B5EF4-FFF2-40B4-BE49-F238E27FC236}">
                  <a16:creationId xmlns:a16="http://schemas.microsoft.com/office/drawing/2014/main" id="{F602C4FD-66B0-0045-21C1-4BB9DF784EE0}"/>
                </a:ext>
              </a:extLst>
            </p:cNvPr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noFill/>
            <a:ln w="9525" cap="rnd">
              <a:noFill/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g4">
              <a:extLst>
                <a:ext uri="{FF2B5EF4-FFF2-40B4-BE49-F238E27FC236}">
                  <a16:creationId xmlns:a16="http://schemas.microsoft.com/office/drawing/2014/main" id="{1B1A27AB-6BCF-69E5-8EB0-C53F2AA7A29E}"/>
                </a:ext>
              </a:extLst>
            </p:cNvPr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6AED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g5">
              <a:extLst>
                <a:ext uri="{FF2B5EF4-FFF2-40B4-BE49-F238E27FC236}">
                  <a16:creationId xmlns:a16="http://schemas.microsoft.com/office/drawing/2014/main" id="{442FA4F2-5E19-7460-BBDE-A7CBAA547BEE}"/>
                </a:ext>
              </a:extLst>
            </p:cNvPr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g6">
              <a:extLst>
                <a:ext uri="{FF2B5EF4-FFF2-40B4-BE49-F238E27FC236}">
                  <a16:creationId xmlns:a16="http://schemas.microsoft.com/office/drawing/2014/main" id="{DD7A4000-2342-4407-0E5E-EE1804936F5C}"/>
                </a:ext>
              </a:extLst>
            </p:cNvPr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g7">
              <a:extLst>
                <a:ext uri="{FF2B5EF4-FFF2-40B4-BE49-F238E27FC236}">
                  <a16:creationId xmlns:a16="http://schemas.microsoft.com/office/drawing/2014/main" id="{0D7FAB8F-C218-7F5B-EA66-95D5CC012D46}"/>
                </a:ext>
              </a:extLst>
            </p:cNvPr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g8">
              <a:extLst>
                <a:ext uri="{FF2B5EF4-FFF2-40B4-BE49-F238E27FC236}">
                  <a16:creationId xmlns:a16="http://schemas.microsoft.com/office/drawing/2014/main" id="{D6957273-EF86-BFDE-BCEB-AFCF9DFB63A3}"/>
                </a:ext>
              </a:extLst>
            </p:cNvPr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3C4D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g9">
              <a:extLst>
                <a:ext uri="{FF2B5EF4-FFF2-40B4-BE49-F238E27FC236}">
                  <a16:creationId xmlns:a16="http://schemas.microsoft.com/office/drawing/2014/main" id="{40780C00-E73E-3E1A-379D-E8A178D31EB2}"/>
                </a:ext>
              </a:extLst>
            </p:cNvPr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2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g10">
              <a:extLst>
                <a:ext uri="{FF2B5EF4-FFF2-40B4-BE49-F238E27FC236}">
                  <a16:creationId xmlns:a16="http://schemas.microsoft.com/office/drawing/2014/main" id="{DCA26924-2C17-8674-4E61-469993D56E69}"/>
                </a:ext>
              </a:extLst>
            </p:cNvPr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11">
              <a:extLst>
                <a:ext uri="{FF2B5EF4-FFF2-40B4-BE49-F238E27FC236}">
                  <a16:creationId xmlns:a16="http://schemas.microsoft.com/office/drawing/2014/main" id="{58133DBF-FCC4-5E62-60CF-C26D3BB8AAE5}"/>
                </a:ext>
              </a:extLst>
            </p:cNvPr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g12">
              <a:extLst>
                <a:ext uri="{FF2B5EF4-FFF2-40B4-BE49-F238E27FC236}">
                  <a16:creationId xmlns:a16="http://schemas.microsoft.com/office/drawing/2014/main" id="{24A9741D-A5DD-0B1F-5DCE-CFFABCD14CC6}"/>
                </a:ext>
              </a:extLst>
            </p:cNvPr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1C2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g13">
              <a:extLst>
                <a:ext uri="{FF2B5EF4-FFF2-40B4-BE49-F238E27FC236}">
                  <a16:creationId xmlns:a16="http://schemas.microsoft.com/office/drawing/2014/main" id="{4114EA69-4D72-BB9D-1BD9-164230BEF4A8}"/>
                </a:ext>
              </a:extLst>
            </p:cNvPr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g14">
              <a:extLst>
                <a:ext uri="{FF2B5EF4-FFF2-40B4-BE49-F238E27FC236}">
                  <a16:creationId xmlns:a16="http://schemas.microsoft.com/office/drawing/2014/main" id="{CF549FD2-3615-CA22-C408-D00143C06601}"/>
                </a:ext>
              </a:extLst>
            </p:cNvPr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g15">
              <a:extLst>
                <a:ext uri="{FF2B5EF4-FFF2-40B4-BE49-F238E27FC236}">
                  <a16:creationId xmlns:a16="http://schemas.microsoft.com/office/drawing/2014/main" id="{9673EFA0-5AF8-DB7B-E1F3-05E365076C91}"/>
                </a:ext>
              </a:extLst>
            </p:cNvPr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16">
              <a:extLst>
                <a:ext uri="{FF2B5EF4-FFF2-40B4-BE49-F238E27FC236}">
                  <a16:creationId xmlns:a16="http://schemas.microsoft.com/office/drawing/2014/main" id="{C1CD8A14-136A-6768-EEC2-61B0B426A328}"/>
                </a:ext>
              </a:extLst>
            </p:cNvPr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3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g17">
              <a:extLst>
                <a:ext uri="{FF2B5EF4-FFF2-40B4-BE49-F238E27FC236}">
                  <a16:creationId xmlns:a16="http://schemas.microsoft.com/office/drawing/2014/main" id="{DAD7675B-8A83-1984-07B6-5D3DB78411B5}"/>
                </a:ext>
              </a:extLst>
            </p:cNvPr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BD4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g18">
              <a:extLst>
                <a:ext uri="{FF2B5EF4-FFF2-40B4-BE49-F238E27FC236}">
                  <a16:creationId xmlns:a16="http://schemas.microsoft.com/office/drawing/2014/main" id="{1D32CA49-9C7D-99BA-32DE-DC42B78776B3}"/>
                </a:ext>
              </a:extLst>
            </p:cNvPr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g19">
              <a:extLst>
                <a:ext uri="{FF2B5EF4-FFF2-40B4-BE49-F238E27FC236}">
                  <a16:creationId xmlns:a16="http://schemas.microsoft.com/office/drawing/2014/main" id="{7DA08C86-A6B0-628B-AF8A-37A2F1A1E637}"/>
                </a:ext>
              </a:extLst>
            </p:cNvPr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D9EC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x20">
              <a:extLst>
                <a:ext uri="{FF2B5EF4-FFF2-40B4-BE49-F238E27FC236}">
                  <a16:creationId xmlns:a16="http://schemas.microsoft.com/office/drawing/2014/main" id="{912D3E48-509D-7365-9C01-F7D2C11AFEDB}"/>
                </a:ext>
              </a:extLst>
            </p:cNvPr>
            <p:cNvSpPr/>
            <p:nvPr/>
          </p:nvSpPr>
          <p:spPr>
            <a:xfrm>
              <a:off x="3765161" y="4630393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27,425</a:t>
              </a:r>
            </a:p>
          </p:txBody>
        </p:sp>
        <p:sp>
          <p:nvSpPr>
            <p:cNvPr id="55" name="tx21">
              <a:extLst>
                <a:ext uri="{FF2B5EF4-FFF2-40B4-BE49-F238E27FC236}">
                  <a16:creationId xmlns:a16="http://schemas.microsoft.com/office/drawing/2014/main" id="{399BCB75-9706-2B0B-F9DE-4D1A398CC781}"/>
                </a:ext>
              </a:extLst>
            </p:cNvPr>
            <p:cNvSpPr/>
            <p:nvPr/>
          </p:nvSpPr>
          <p:spPr>
            <a:xfrm>
              <a:off x="4688794" y="259691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13,550</a:t>
              </a:r>
            </a:p>
          </p:txBody>
        </p:sp>
        <p:sp>
          <p:nvSpPr>
            <p:cNvPr id="56" name="tx22">
              <a:extLst>
                <a:ext uri="{FF2B5EF4-FFF2-40B4-BE49-F238E27FC236}">
                  <a16:creationId xmlns:a16="http://schemas.microsoft.com/office/drawing/2014/main" id="{C63811D4-16BF-E27C-33A7-308E6D7F55F1}"/>
                </a:ext>
              </a:extLst>
            </p:cNvPr>
            <p:cNvSpPr/>
            <p:nvPr/>
          </p:nvSpPr>
          <p:spPr>
            <a:xfrm>
              <a:off x="4019456" y="4830406"/>
              <a:ext cx="39185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latin typeface="Arial"/>
                  <a:cs typeface="Arial"/>
                </a:rPr>
                <a:t>124,750</a:t>
              </a:r>
            </a:p>
          </p:txBody>
        </p:sp>
        <p:sp>
          <p:nvSpPr>
            <p:cNvPr id="57" name="tx23">
              <a:extLst>
                <a:ext uri="{FF2B5EF4-FFF2-40B4-BE49-F238E27FC236}">
                  <a16:creationId xmlns:a16="http://schemas.microsoft.com/office/drawing/2014/main" id="{5B25409A-6BE2-74DE-CA7E-CD32658DE999}"/>
                </a:ext>
              </a:extLst>
            </p:cNvPr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8,548</a:t>
              </a:r>
            </a:p>
          </p:txBody>
        </p:sp>
        <p:sp>
          <p:nvSpPr>
            <p:cNvPr id="58" name="tx24">
              <a:extLst>
                <a:ext uri="{FF2B5EF4-FFF2-40B4-BE49-F238E27FC236}">
                  <a16:creationId xmlns:a16="http://schemas.microsoft.com/office/drawing/2014/main" id="{6985A268-B7AA-3E21-B566-195930B04FAD}"/>
                </a:ext>
              </a:extLst>
            </p:cNvPr>
            <p:cNvSpPr/>
            <p:nvPr/>
          </p:nvSpPr>
          <p:spPr>
            <a:xfrm>
              <a:off x="4696712" y="414796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15,150</a:t>
              </a:r>
            </a:p>
          </p:txBody>
        </p:sp>
        <p:sp>
          <p:nvSpPr>
            <p:cNvPr id="59" name="tx25">
              <a:extLst>
                <a:ext uri="{FF2B5EF4-FFF2-40B4-BE49-F238E27FC236}">
                  <a16:creationId xmlns:a16="http://schemas.microsoft.com/office/drawing/2014/main" id="{81F20FC9-9A6F-AD9E-E758-5A5FC21F033C}"/>
                </a:ext>
              </a:extLst>
            </p:cNvPr>
            <p:cNvSpPr/>
            <p:nvPr/>
          </p:nvSpPr>
          <p:spPr>
            <a:xfrm>
              <a:off x="4106016" y="425081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latin typeface="Arial"/>
                  <a:cs typeface="Arial"/>
                </a:rPr>
                <a:t>31,500</a:t>
              </a:r>
            </a:p>
          </p:txBody>
        </p:sp>
        <p:sp>
          <p:nvSpPr>
            <p:cNvPr id="60" name="tx26">
              <a:extLst>
                <a:ext uri="{FF2B5EF4-FFF2-40B4-BE49-F238E27FC236}">
                  <a16:creationId xmlns:a16="http://schemas.microsoft.com/office/drawing/2014/main" id="{16F363C3-B638-AC86-EE18-52BD7F0A0B55}"/>
                </a:ext>
              </a:extLst>
            </p:cNvPr>
            <p:cNvSpPr/>
            <p:nvPr/>
          </p:nvSpPr>
          <p:spPr>
            <a:xfrm>
              <a:off x="4470009" y="44180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13,500</a:t>
              </a:r>
            </a:p>
          </p:txBody>
        </p:sp>
        <p:sp>
          <p:nvSpPr>
            <p:cNvPr id="61" name="tx27">
              <a:extLst>
                <a:ext uri="{FF2B5EF4-FFF2-40B4-BE49-F238E27FC236}">
                  <a16:creationId xmlns:a16="http://schemas.microsoft.com/office/drawing/2014/main" id="{5C948F96-4A07-9E32-59B5-0821EC43FE45}"/>
                </a:ext>
              </a:extLst>
            </p:cNvPr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9,175</a:t>
              </a:r>
            </a:p>
          </p:txBody>
        </p:sp>
        <p:sp>
          <p:nvSpPr>
            <p:cNvPr id="62" name="tx28">
              <a:extLst>
                <a:ext uri="{FF2B5EF4-FFF2-40B4-BE49-F238E27FC236}">
                  <a16:creationId xmlns:a16="http://schemas.microsoft.com/office/drawing/2014/main" id="{7D11E9F1-5C2F-0D88-8282-E7F02C25AC58}"/>
                </a:ext>
              </a:extLst>
            </p:cNvPr>
            <p:cNvSpPr/>
            <p:nvPr/>
          </p:nvSpPr>
          <p:spPr>
            <a:xfrm>
              <a:off x="3603742" y="4189153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16,525</a:t>
              </a:r>
            </a:p>
          </p:txBody>
        </p:sp>
        <p:sp>
          <p:nvSpPr>
            <p:cNvPr id="63" name="tx29">
              <a:extLst>
                <a:ext uri="{FF2B5EF4-FFF2-40B4-BE49-F238E27FC236}">
                  <a16:creationId xmlns:a16="http://schemas.microsoft.com/office/drawing/2014/main" id="{42E2F17D-EA44-A638-7CF6-BAD140123835}"/>
                </a:ext>
              </a:extLst>
            </p:cNvPr>
            <p:cNvSpPr/>
            <p:nvPr/>
          </p:nvSpPr>
          <p:spPr>
            <a:xfrm>
              <a:off x="4738746" y="3583331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42,475</a:t>
              </a:r>
            </a:p>
          </p:txBody>
        </p:sp>
        <p:sp>
          <p:nvSpPr>
            <p:cNvPr id="64" name="tx30">
              <a:extLst>
                <a:ext uri="{FF2B5EF4-FFF2-40B4-BE49-F238E27FC236}">
                  <a16:creationId xmlns:a16="http://schemas.microsoft.com/office/drawing/2014/main" id="{04ADEE15-2E57-9BDC-33AF-0559D4A5AF4D}"/>
                </a:ext>
              </a:extLst>
            </p:cNvPr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4,275</a:t>
              </a:r>
            </a:p>
          </p:txBody>
        </p:sp>
        <p:sp>
          <p:nvSpPr>
            <p:cNvPr id="65" name="tx31">
              <a:extLst>
                <a:ext uri="{FF2B5EF4-FFF2-40B4-BE49-F238E27FC236}">
                  <a16:creationId xmlns:a16="http://schemas.microsoft.com/office/drawing/2014/main" id="{6F722705-399C-BB09-3A83-97FC508F60CF}"/>
                </a:ext>
              </a:extLst>
            </p:cNvPr>
            <p:cNvSpPr/>
            <p:nvPr/>
          </p:nvSpPr>
          <p:spPr>
            <a:xfrm>
              <a:off x="4176042" y="4672849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66" name="tx32">
              <a:extLst>
                <a:ext uri="{FF2B5EF4-FFF2-40B4-BE49-F238E27FC236}">
                  <a16:creationId xmlns:a16="http://schemas.microsoft.com/office/drawing/2014/main" id="{F7914872-180E-C852-2929-67589AFE6FB2}"/>
                </a:ext>
              </a:extLst>
            </p:cNvPr>
            <p:cNvSpPr/>
            <p:nvPr/>
          </p:nvSpPr>
          <p:spPr>
            <a:xfrm>
              <a:off x="3985651" y="349704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14,325</a:t>
              </a:r>
            </a:p>
          </p:txBody>
        </p:sp>
        <p:sp>
          <p:nvSpPr>
            <p:cNvPr id="67" name="tx33">
              <a:extLst>
                <a:ext uri="{FF2B5EF4-FFF2-40B4-BE49-F238E27FC236}">
                  <a16:creationId xmlns:a16="http://schemas.microsoft.com/office/drawing/2014/main" id="{40B1EEB9-5F6A-12DE-6923-FDA5A6A68A3B}"/>
                </a:ext>
              </a:extLst>
            </p:cNvPr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6,625</a:t>
              </a:r>
            </a:p>
          </p:txBody>
        </p:sp>
        <p:sp>
          <p:nvSpPr>
            <p:cNvPr id="68" name="tx34">
              <a:extLst>
                <a:ext uri="{FF2B5EF4-FFF2-40B4-BE49-F238E27FC236}">
                  <a16:creationId xmlns:a16="http://schemas.microsoft.com/office/drawing/2014/main" id="{92FCF77E-6D9C-4F02-110C-B05BCAE67D8D}"/>
                </a:ext>
              </a:extLst>
            </p:cNvPr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5,200</a:t>
              </a:r>
            </a:p>
          </p:txBody>
        </p:sp>
        <p:sp>
          <p:nvSpPr>
            <p:cNvPr id="69" name="tx35">
              <a:extLst>
                <a:ext uri="{FF2B5EF4-FFF2-40B4-BE49-F238E27FC236}">
                  <a16:creationId xmlns:a16="http://schemas.microsoft.com/office/drawing/2014/main" id="{A0895146-E1BD-B330-73D7-18502715D440}"/>
                </a:ext>
              </a:extLst>
            </p:cNvPr>
            <p:cNvSpPr/>
            <p:nvPr/>
          </p:nvSpPr>
          <p:spPr>
            <a:xfrm>
              <a:off x="3876511" y="501256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latin typeface="Arial"/>
                  <a:cs typeface="Arial"/>
                </a:rPr>
                <a:t>36,500</a:t>
              </a:r>
            </a:p>
          </p:txBody>
        </p:sp>
        <p:sp>
          <p:nvSpPr>
            <p:cNvPr id="70" name="tx36">
              <a:extLst>
                <a:ext uri="{FF2B5EF4-FFF2-40B4-BE49-F238E27FC236}">
                  <a16:creationId xmlns:a16="http://schemas.microsoft.com/office/drawing/2014/main" id="{B180B0AD-30FC-9328-C47E-D99D0643C764}"/>
                </a:ext>
              </a:extLst>
            </p:cNvPr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71" name="pic37">
              <a:extLst>
                <a:ext uri="{FF2B5EF4-FFF2-40B4-BE49-F238E27FC236}">
                  <a16:creationId xmlns:a16="http://schemas.microsoft.com/office/drawing/2014/main" id="{77BD7885-01C6-AFAB-161D-D6277E66225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72" name="pl38">
              <a:extLst>
                <a:ext uri="{FF2B5EF4-FFF2-40B4-BE49-F238E27FC236}">
                  <a16:creationId xmlns:a16="http://schemas.microsoft.com/office/drawing/2014/main" id="{C5253257-FA51-1C13-3459-C860210EF9EE}"/>
                </a:ext>
              </a:extLst>
            </p:cNvPr>
            <p:cNvSpPr/>
            <p:nvPr/>
          </p:nvSpPr>
          <p:spPr>
            <a:xfrm>
              <a:off x="495654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39">
              <a:extLst>
                <a:ext uri="{FF2B5EF4-FFF2-40B4-BE49-F238E27FC236}">
                  <a16:creationId xmlns:a16="http://schemas.microsoft.com/office/drawing/2014/main" id="{1D62D5D2-25D1-DF0D-4454-394552344E67}"/>
                </a:ext>
              </a:extLst>
            </p:cNvPr>
            <p:cNvSpPr/>
            <p:nvPr/>
          </p:nvSpPr>
          <p:spPr>
            <a:xfrm>
              <a:off x="518348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40">
              <a:extLst>
                <a:ext uri="{FF2B5EF4-FFF2-40B4-BE49-F238E27FC236}">
                  <a16:creationId xmlns:a16="http://schemas.microsoft.com/office/drawing/2014/main" id="{1A9529E7-45C9-BD84-4E2B-DF44D0756D68}"/>
                </a:ext>
              </a:extLst>
            </p:cNvPr>
            <p:cNvSpPr/>
            <p:nvPr/>
          </p:nvSpPr>
          <p:spPr>
            <a:xfrm>
              <a:off x="541042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41">
              <a:extLst>
                <a:ext uri="{FF2B5EF4-FFF2-40B4-BE49-F238E27FC236}">
                  <a16:creationId xmlns:a16="http://schemas.microsoft.com/office/drawing/2014/main" id="{BFC55CFA-3D84-BB33-3A59-1B6DACB0B436}"/>
                </a:ext>
              </a:extLst>
            </p:cNvPr>
            <p:cNvSpPr/>
            <p:nvPr/>
          </p:nvSpPr>
          <p:spPr>
            <a:xfrm>
              <a:off x="563736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42">
              <a:extLst>
                <a:ext uri="{FF2B5EF4-FFF2-40B4-BE49-F238E27FC236}">
                  <a16:creationId xmlns:a16="http://schemas.microsoft.com/office/drawing/2014/main" id="{97E806DB-F083-BE59-2AB3-816618DB9FEC}"/>
                </a:ext>
              </a:extLst>
            </p:cNvPr>
            <p:cNvSpPr/>
            <p:nvPr/>
          </p:nvSpPr>
          <p:spPr>
            <a:xfrm>
              <a:off x="495654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43">
              <a:extLst>
                <a:ext uri="{FF2B5EF4-FFF2-40B4-BE49-F238E27FC236}">
                  <a16:creationId xmlns:a16="http://schemas.microsoft.com/office/drawing/2014/main" id="{1DF39450-7A19-9467-71F5-A70CEF7A3486}"/>
                </a:ext>
              </a:extLst>
            </p:cNvPr>
            <p:cNvSpPr/>
            <p:nvPr/>
          </p:nvSpPr>
          <p:spPr>
            <a:xfrm>
              <a:off x="518348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44">
              <a:extLst>
                <a:ext uri="{FF2B5EF4-FFF2-40B4-BE49-F238E27FC236}">
                  <a16:creationId xmlns:a16="http://schemas.microsoft.com/office/drawing/2014/main" id="{5C49A17A-215A-863B-D88B-CB69271F67AD}"/>
                </a:ext>
              </a:extLst>
            </p:cNvPr>
            <p:cNvSpPr/>
            <p:nvPr/>
          </p:nvSpPr>
          <p:spPr>
            <a:xfrm>
              <a:off x="541042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45">
              <a:extLst>
                <a:ext uri="{FF2B5EF4-FFF2-40B4-BE49-F238E27FC236}">
                  <a16:creationId xmlns:a16="http://schemas.microsoft.com/office/drawing/2014/main" id="{EEFBE43E-0F86-DA5C-9C31-FFB5E65C29AB}"/>
                </a:ext>
              </a:extLst>
            </p:cNvPr>
            <p:cNvSpPr/>
            <p:nvPr/>
          </p:nvSpPr>
          <p:spPr>
            <a:xfrm>
              <a:off x="563736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tx46">
              <a:extLst>
                <a:ext uri="{FF2B5EF4-FFF2-40B4-BE49-F238E27FC236}">
                  <a16:creationId xmlns:a16="http://schemas.microsoft.com/office/drawing/2014/main" id="{05D94C4D-D62C-DD3C-AA62-9BF7E4CEF530}"/>
                </a:ext>
              </a:extLst>
            </p:cNvPr>
            <p:cNvSpPr/>
            <p:nvPr/>
          </p:nvSpPr>
          <p:spPr>
            <a:xfrm>
              <a:off x="4785630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25,000</a:t>
              </a:r>
            </a:p>
          </p:txBody>
        </p:sp>
        <p:sp>
          <p:nvSpPr>
            <p:cNvPr id="81" name="tx49">
              <a:extLst>
                <a:ext uri="{FF2B5EF4-FFF2-40B4-BE49-F238E27FC236}">
                  <a16:creationId xmlns:a16="http://schemas.microsoft.com/office/drawing/2014/main" id="{C0C70910-FC5A-3E0B-F8BA-6B552DDADFA9}"/>
                </a:ext>
              </a:extLst>
            </p:cNvPr>
            <p:cNvSpPr/>
            <p:nvPr/>
          </p:nvSpPr>
          <p:spPr>
            <a:xfrm>
              <a:off x="5661869" y="5873866"/>
              <a:ext cx="403984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100,000</a:t>
              </a:r>
            </a:p>
          </p:txBody>
        </p:sp>
        <p:sp>
          <p:nvSpPr>
            <p:cNvPr id="82" name="tx50">
              <a:extLst>
                <a:ext uri="{FF2B5EF4-FFF2-40B4-BE49-F238E27FC236}">
                  <a16:creationId xmlns:a16="http://schemas.microsoft.com/office/drawing/2014/main" id="{D02E1E20-8538-1DEF-C5C5-5C907638937F}"/>
                </a:ext>
              </a:extLst>
            </p:cNvPr>
            <p:cNvSpPr/>
            <p:nvPr/>
          </p:nvSpPr>
          <p:spPr>
            <a:xfrm>
              <a:off x="2170485" y="1757161"/>
              <a:ext cx="4996953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algn="ctr">
                <a:lnSpc>
                  <a:spcPts val="1600"/>
                </a:lnSpc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Employees at Companies with 50+ Employees</a:t>
              </a:r>
              <a:endParaRPr lang="en-US" sz="12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algn="ctr">
                <a:lnSpc>
                  <a:spcPts val="1600"/>
                </a:lnSpc>
              </a:pPr>
              <a:r>
                <a:rPr lang="en-US" sz="12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(Excluding Health System Employees)</a:t>
              </a:r>
              <a:endParaRPr sz="12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grpSp>
        <p:nvGrpSpPr>
          <p:cNvPr id="84" name="Group 28">
            <a:extLst>
              <a:ext uri="{FF2B5EF4-FFF2-40B4-BE49-F238E27FC236}">
                <a16:creationId xmlns:a16="http://schemas.microsoft.com/office/drawing/2014/main" id="{F56A4691-D57B-93A3-EEBD-7ECEBA41F9B6}"/>
              </a:ext>
            </a:extLst>
          </p:cNvPr>
          <p:cNvGrpSpPr/>
          <p:nvPr/>
        </p:nvGrpSpPr>
        <p:grpSpPr>
          <a:xfrm>
            <a:off x="6852884" y="2007657"/>
            <a:ext cx="3960468" cy="3636786"/>
            <a:chOff x="1724978" y="2161521"/>
            <a:chExt cx="8274685" cy="4307840"/>
          </a:xfrm>
        </p:grpSpPr>
        <p:grpSp>
          <p:nvGrpSpPr>
            <p:cNvPr id="85" name="Group 29">
              <a:extLst>
                <a:ext uri="{FF2B5EF4-FFF2-40B4-BE49-F238E27FC236}">
                  <a16:creationId xmlns:a16="http://schemas.microsoft.com/office/drawing/2014/main" id="{853BC148-CA55-8045-C7CA-F5265438BE8D}"/>
                </a:ext>
              </a:extLst>
            </p:cNvPr>
            <p:cNvGrpSpPr/>
            <p:nvPr/>
          </p:nvGrpSpPr>
          <p:grpSpPr>
            <a:xfrm>
              <a:off x="1724978" y="5494001"/>
              <a:ext cx="6872605" cy="975360"/>
              <a:chOff x="1724978" y="5494001"/>
              <a:chExt cx="6872605" cy="975360"/>
            </a:xfrm>
          </p:grpSpPr>
          <p:sp>
            <p:nvSpPr>
              <p:cNvPr id="105" name="Freeform: Shape 72">
                <a:extLst>
                  <a:ext uri="{FF2B5EF4-FFF2-40B4-BE49-F238E27FC236}">
                    <a16:creationId xmlns:a16="http://schemas.microsoft.com/office/drawing/2014/main" id="{8113AEDC-8737-8ED5-B205-A33C46E87BDA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/>
              </a:p>
            </p:txBody>
          </p:sp>
          <p:sp>
            <p:nvSpPr>
              <p:cNvPr id="106" name="TextBox 73">
                <a:extLst>
                  <a:ext uri="{FF2B5EF4-FFF2-40B4-BE49-F238E27FC236}">
                    <a16:creationId xmlns:a16="http://schemas.microsoft.com/office/drawing/2014/main" id="{B3A2534F-FADB-72C4-53DB-DDB09C8E0B25}"/>
                  </a:ext>
                </a:extLst>
              </p:cNvPr>
              <p:cNvSpPr txBox="1"/>
              <p:nvPr/>
            </p:nvSpPr>
            <p:spPr>
              <a:xfrm>
                <a:off x="1724978" y="5759838"/>
                <a:ext cx="3247806" cy="443686"/>
              </a:xfrm>
              <a:prstGeom prst="roundRect">
                <a:avLst/>
              </a:prstGeom>
              <a:solidFill>
                <a:srgbClr val="4468A5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6" name="Group 30">
              <a:extLst>
                <a:ext uri="{FF2B5EF4-FFF2-40B4-BE49-F238E27FC236}">
                  <a16:creationId xmlns:a16="http://schemas.microsoft.com/office/drawing/2014/main" id="{94DF976E-052F-8025-7A4D-6A7DF92D296C}"/>
                </a:ext>
              </a:extLst>
            </p:cNvPr>
            <p:cNvGrpSpPr/>
            <p:nvPr/>
          </p:nvGrpSpPr>
          <p:grpSpPr>
            <a:xfrm>
              <a:off x="2182178" y="2161521"/>
              <a:ext cx="7817485" cy="3197014"/>
              <a:chOff x="3627756" y="1830493"/>
              <a:chExt cx="7817485" cy="3197014"/>
            </a:xfrm>
          </p:grpSpPr>
          <p:grpSp>
            <p:nvGrpSpPr>
              <p:cNvPr id="96" name="Group 58">
                <a:extLst>
                  <a:ext uri="{FF2B5EF4-FFF2-40B4-BE49-F238E27FC236}">
                    <a16:creationId xmlns:a16="http://schemas.microsoft.com/office/drawing/2014/main" id="{495C1129-9D60-62AF-BD5E-2E067FD28B05}"/>
                  </a:ext>
                </a:extLst>
              </p:cNvPr>
              <p:cNvGrpSpPr/>
              <p:nvPr/>
            </p:nvGrpSpPr>
            <p:grpSpPr>
              <a:xfrm>
                <a:off x="3627756" y="4052147"/>
                <a:ext cx="6882765" cy="975360"/>
                <a:chOff x="3627756" y="4052147"/>
                <a:chExt cx="6882765" cy="975360"/>
              </a:xfrm>
            </p:grpSpPr>
            <p:sp>
              <p:nvSpPr>
                <p:cNvPr id="103" name="Freeform: Shape 62">
                  <a:extLst>
                    <a:ext uri="{FF2B5EF4-FFF2-40B4-BE49-F238E27FC236}">
                      <a16:creationId xmlns:a16="http://schemas.microsoft.com/office/drawing/2014/main" id="{A8A8BEF3-43B8-271B-7BE7-1D8929C9DB4E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/>
                </a:p>
              </p:txBody>
            </p:sp>
            <p:sp>
              <p:nvSpPr>
                <p:cNvPr id="104" name="TextBox 63">
                  <a:extLst>
                    <a:ext uri="{FF2B5EF4-FFF2-40B4-BE49-F238E27FC236}">
                      <a16:creationId xmlns:a16="http://schemas.microsoft.com/office/drawing/2014/main" id="{6CFF5C8A-E563-AAC1-20CA-6AB3A5E0F502}"/>
                    </a:ext>
                  </a:extLst>
                </p:cNvPr>
                <p:cNvSpPr txBox="1"/>
                <p:nvPr/>
              </p:nvSpPr>
              <p:spPr>
                <a:xfrm>
                  <a:off x="3627756" y="4317984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7" name="Group 52">
                <a:extLst>
                  <a:ext uri="{FF2B5EF4-FFF2-40B4-BE49-F238E27FC236}">
                    <a16:creationId xmlns:a16="http://schemas.microsoft.com/office/drawing/2014/main" id="{535AB27C-DE14-DA9A-0852-083703A3BB93}"/>
                  </a:ext>
                </a:extLst>
              </p:cNvPr>
              <p:cNvGrpSpPr/>
              <p:nvPr/>
            </p:nvGrpSpPr>
            <p:grpSpPr>
              <a:xfrm>
                <a:off x="4069948" y="2930285"/>
                <a:ext cx="6907933" cy="975360"/>
                <a:chOff x="4069947" y="2930285"/>
                <a:chExt cx="6907933" cy="975360"/>
              </a:xfrm>
            </p:grpSpPr>
            <p:sp>
              <p:nvSpPr>
                <p:cNvPr id="101" name="Freeform: Shape 56">
                  <a:extLst>
                    <a:ext uri="{FF2B5EF4-FFF2-40B4-BE49-F238E27FC236}">
                      <a16:creationId xmlns:a16="http://schemas.microsoft.com/office/drawing/2014/main" id="{D3D96B64-B074-1F70-3652-577768126858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02" name="TextBox 57">
                  <a:extLst>
                    <a:ext uri="{FF2B5EF4-FFF2-40B4-BE49-F238E27FC236}">
                      <a16:creationId xmlns:a16="http://schemas.microsoft.com/office/drawing/2014/main" id="{D5F8C043-1CF6-CBD8-3BAB-9EC706B369E5}"/>
                    </a:ext>
                  </a:extLst>
                </p:cNvPr>
                <p:cNvSpPr txBox="1"/>
                <p:nvPr/>
              </p:nvSpPr>
              <p:spPr>
                <a:xfrm>
                  <a:off x="4069947" y="3206963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98" name="Group 46">
                <a:extLst>
                  <a:ext uri="{FF2B5EF4-FFF2-40B4-BE49-F238E27FC236}">
                    <a16:creationId xmlns:a16="http://schemas.microsoft.com/office/drawing/2014/main" id="{05B40F6D-6490-CA6A-004B-C70C0C8A7326}"/>
                  </a:ext>
                </a:extLst>
              </p:cNvPr>
              <p:cNvGrpSpPr/>
              <p:nvPr/>
            </p:nvGrpSpPr>
            <p:grpSpPr>
              <a:xfrm>
                <a:off x="4561206" y="1830493"/>
                <a:ext cx="6884035" cy="975360"/>
                <a:chOff x="4561206" y="1830493"/>
                <a:chExt cx="6884035" cy="975360"/>
              </a:xfrm>
            </p:grpSpPr>
            <p:sp>
              <p:nvSpPr>
                <p:cNvPr id="99" name="Freeform: Shape 50">
                  <a:extLst>
                    <a:ext uri="{FF2B5EF4-FFF2-40B4-BE49-F238E27FC236}">
                      <a16:creationId xmlns:a16="http://schemas.microsoft.com/office/drawing/2014/main" id="{FB0CA160-F9B2-35AE-54EA-9B79D04A3B0B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/>
                </a:p>
              </p:txBody>
            </p:sp>
            <p:sp>
              <p:nvSpPr>
                <p:cNvPr id="100" name="TextBox 51">
                  <a:extLst>
                    <a:ext uri="{FF2B5EF4-FFF2-40B4-BE49-F238E27FC236}">
                      <a16:creationId xmlns:a16="http://schemas.microsoft.com/office/drawing/2014/main" id="{4EF06C7F-BE16-F529-7ADD-0D5758BA7FB8}"/>
                    </a:ext>
                  </a:extLst>
                </p:cNvPr>
                <p:cNvSpPr txBox="1"/>
                <p:nvPr/>
              </p:nvSpPr>
              <p:spPr>
                <a:xfrm>
                  <a:off x="4561206" y="2096329"/>
                  <a:ext cx="3247806" cy="443686"/>
                </a:xfrm>
                <a:prstGeom prst="roundRect">
                  <a:avLst/>
                </a:prstGeom>
                <a:solidFill>
                  <a:srgbClr val="4468A5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87" name="Freeform: Shape 31">
              <a:extLst>
                <a:ext uri="{FF2B5EF4-FFF2-40B4-BE49-F238E27FC236}">
                  <a16:creationId xmlns:a16="http://schemas.microsoft.com/office/drawing/2014/main" id="{49B92453-23EE-91D3-5991-4EB911C010AF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grpSp>
          <p:nvGrpSpPr>
            <p:cNvPr id="88" name="Group 32">
              <a:extLst>
                <a:ext uri="{FF2B5EF4-FFF2-40B4-BE49-F238E27FC236}">
                  <a16:creationId xmlns:a16="http://schemas.microsoft.com/office/drawing/2014/main" id="{A7C4C6DC-C6A7-4381-C72B-A958B0A53CE5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91" name="Freeform: Shape 36">
                <a:extLst>
                  <a:ext uri="{FF2B5EF4-FFF2-40B4-BE49-F238E27FC236}">
                    <a16:creationId xmlns:a16="http://schemas.microsoft.com/office/drawing/2014/main" id="{865FD44F-795F-DFD2-9163-52529273D291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Freeform: Shape 37">
                <a:extLst>
                  <a:ext uri="{FF2B5EF4-FFF2-40B4-BE49-F238E27FC236}">
                    <a16:creationId xmlns:a16="http://schemas.microsoft.com/office/drawing/2014/main" id="{55CD8276-1F89-26F8-8C2D-27FFCC62C9AC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Freeform: Shape 38">
                <a:extLst>
                  <a:ext uri="{FF2B5EF4-FFF2-40B4-BE49-F238E27FC236}">
                    <a16:creationId xmlns:a16="http://schemas.microsoft.com/office/drawing/2014/main" id="{32B077F7-E76D-F9B2-910E-5245E864A6AF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Freeform: Shape 39">
                <a:extLst>
                  <a:ext uri="{FF2B5EF4-FFF2-40B4-BE49-F238E27FC236}">
                    <a16:creationId xmlns:a16="http://schemas.microsoft.com/office/drawing/2014/main" id="{A1FB5C07-78A0-A3F6-FB6A-E49DF5E5E4D0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Freeform: Shape 40">
                <a:extLst>
                  <a:ext uri="{FF2B5EF4-FFF2-40B4-BE49-F238E27FC236}">
                    <a16:creationId xmlns:a16="http://schemas.microsoft.com/office/drawing/2014/main" id="{4BA5890D-91F6-D305-1A4B-B8DA0C4CE22A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9" name="Freeform: Shape 33">
              <a:extLst>
                <a:ext uri="{FF2B5EF4-FFF2-40B4-BE49-F238E27FC236}">
                  <a16:creationId xmlns:a16="http://schemas.microsoft.com/office/drawing/2014/main" id="{BEE27C82-2712-9E2B-5D95-0E5C3E2E24B1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  <p:sp>
          <p:nvSpPr>
            <p:cNvPr id="90" name="Freeform: Shape 34">
              <a:extLst>
                <a:ext uri="{FF2B5EF4-FFF2-40B4-BE49-F238E27FC236}">
                  <a16:creationId xmlns:a16="http://schemas.microsoft.com/office/drawing/2014/main" id="{466748B4-59BC-D797-9396-F6F9FB6FFAC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/>
            </a:p>
          </p:txBody>
        </p:sp>
      </p:grpSp>
      <p:sp>
        <p:nvSpPr>
          <p:cNvPr id="107" name="TextBox 76">
            <a:extLst>
              <a:ext uri="{FF2B5EF4-FFF2-40B4-BE49-F238E27FC236}">
                <a16:creationId xmlns:a16="http://schemas.microsoft.com/office/drawing/2014/main" id="{8C5A1F4B-9C79-EEF3-81A7-56B4C271B4AB}"/>
              </a:ext>
            </a:extLst>
          </p:cNvPr>
          <p:cNvSpPr txBox="1"/>
          <p:nvPr/>
        </p:nvSpPr>
        <p:spPr>
          <a:xfrm>
            <a:off x="8790625" y="4974051"/>
            <a:ext cx="16131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1,367K</a:t>
            </a:r>
          </a:p>
        </p:txBody>
      </p:sp>
      <p:sp>
        <p:nvSpPr>
          <p:cNvPr id="108" name="TextBox 77">
            <a:extLst>
              <a:ext uri="{FF2B5EF4-FFF2-40B4-BE49-F238E27FC236}">
                <a16:creationId xmlns:a16="http://schemas.microsoft.com/office/drawing/2014/main" id="{7F2065DC-17E9-123C-1811-2208689E1F04}"/>
              </a:ext>
            </a:extLst>
          </p:cNvPr>
          <p:cNvSpPr txBox="1"/>
          <p:nvPr/>
        </p:nvSpPr>
        <p:spPr>
          <a:xfrm>
            <a:off x="9013558" y="4048996"/>
            <a:ext cx="1096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798K</a:t>
            </a:r>
          </a:p>
        </p:txBody>
      </p:sp>
      <p:sp>
        <p:nvSpPr>
          <p:cNvPr id="109" name="TextBox 78">
            <a:extLst>
              <a:ext uri="{FF2B5EF4-FFF2-40B4-BE49-F238E27FC236}">
                <a16:creationId xmlns:a16="http://schemas.microsoft.com/office/drawing/2014/main" id="{D918460D-1FBD-9FB5-065E-9F2E70CD5139}"/>
              </a:ext>
            </a:extLst>
          </p:cNvPr>
          <p:cNvSpPr txBox="1"/>
          <p:nvPr/>
        </p:nvSpPr>
        <p:spPr>
          <a:xfrm>
            <a:off x="9233014" y="3106251"/>
            <a:ext cx="1079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548K</a:t>
            </a:r>
          </a:p>
        </p:txBody>
      </p:sp>
      <p:sp>
        <p:nvSpPr>
          <p:cNvPr id="110" name="TextBox 79">
            <a:extLst>
              <a:ext uri="{FF2B5EF4-FFF2-40B4-BE49-F238E27FC236}">
                <a16:creationId xmlns:a16="http://schemas.microsoft.com/office/drawing/2014/main" id="{9FA474D1-2E07-9491-02F2-256F07E9251B}"/>
              </a:ext>
            </a:extLst>
          </p:cNvPr>
          <p:cNvSpPr txBox="1"/>
          <p:nvPr/>
        </p:nvSpPr>
        <p:spPr>
          <a:xfrm>
            <a:off x="9452470" y="2174716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/>
              </a:rPr>
              <a:t>273K</a:t>
            </a:r>
          </a:p>
        </p:txBody>
      </p:sp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82F6D48-0B16-EB92-AEF7-375C9A44AFD5}"/>
              </a:ext>
            </a:extLst>
          </p:cNvPr>
          <p:cNvSpPr/>
          <p:nvPr/>
        </p:nvSpPr>
        <p:spPr>
          <a:xfrm>
            <a:off x="8153402" y="5266132"/>
            <a:ext cx="2934676" cy="1395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33C94AB-1A39-7B6A-59A5-5537F2BE20F2}"/>
              </a:ext>
            </a:extLst>
          </p:cNvPr>
          <p:cNvSpPr/>
          <p:nvPr/>
        </p:nvSpPr>
        <p:spPr>
          <a:xfrm>
            <a:off x="4635834" y="394784"/>
            <a:ext cx="2934676" cy="1395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DD2001-FAF3-1144-8AA3-35CBB7D471F4}"/>
              </a:ext>
            </a:extLst>
          </p:cNvPr>
          <p:cNvSpPr/>
          <p:nvPr/>
        </p:nvSpPr>
        <p:spPr>
          <a:xfrm>
            <a:off x="1142723" y="5266132"/>
            <a:ext cx="2934676" cy="139568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CE139-9C23-380F-F6D7-100846F86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3D161C-4339-416A-6237-237802E8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5588CCFA-91B8-CD99-8F4F-2CB2B876CD2A}"/>
              </a:ext>
            </a:extLst>
          </p:cNvPr>
          <p:cNvSpPr/>
          <p:nvPr/>
        </p:nvSpPr>
        <p:spPr>
          <a:xfrm>
            <a:off x="3067259" y="1306287"/>
            <a:ext cx="6057481" cy="4481564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BC6BC2-5BF3-BF61-E867-814CA37C105F}"/>
              </a:ext>
            </a:extLst>
          </p:cNvPr>
          <p:cNvSpPr txBox="1"/>
          <p:nvPr/>
        </p:nvSpPr>
        <p:spPr>
          <a:xfrm>
            <a:off x="1397559" y="5700823"/>
            <a:ext cx="1929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Steerage to </a:t>
            </a:r>
            <a:r>
              <a:rPr lang="en-US" sz="2400" dirty="0" err="1"/>
              <a:t>MaineHealth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C7EB02-7599-2040-66BC-16C80D327D21}"/>
              </a:ext>
            </a:extLst>
          </p:cNvPr>
          <p:cNvSpPr txBox="1"/>
          <p:nvPr/>
        </p:nvSpPr>
        <p:spPr>
          <a:xfrm>
            <a:off x="9017559" y="5704144"/>
            <a:ext cx="1929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Beneficial Pricing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6335E-1796-95DE-CEAB-0C05F3B03A86}"/>
              </a:ext>
            </a:extLst>
          </p:cNvPr>
          <p:cNvSpPr txBox="1"/>
          <p:nvPr/>
        </p:nvSpPr>
        <p:spPr>
          <a:xfrm>
            <a:off x="4900719" y="399080"/>
            <a:ext cx="24049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State-wide Plan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E28C2-5446-4C35-3ECA-D3797363348D}"/>
              </a:ext>
            </a:extLst>
          </p:cNvPr>
          <p:cNvSpPr txBox="1"/>
          <p:nvPr/>
        </p:nvSpPr>
        <p:spPr>
          <a:xfrm>
            <a:off x="3434307" y="4973934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5AF12C-AD28-B523-E442-38437E646DB9}"/>
              </a:ext>
            </a:extLst>
          </p:cNvPr>
          <p:cNvSpPr txBox="1"/>
          <p:nvPr/>
        </p:nvSpPr>
        <p:spPr>
          <a:xfrm>
            <a:off x="8221971" y="4973934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accent6">
                    <a:lumMod val="75000"/>
                  </a:schemeClr>
                </a:solidFill>
              </a:rPr>
              <a:t>$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BAC7F4-60C2-4B6A-B7AA-CD62BA3AF2AA}"/>
              </a:ext>
            </a:extLst>
          </p:cNvPr>
          <p:cNvSpPr txBox="1"/>
          <p:nvPr/>
        </p:nvSpPr>
        <p:spPr>
          <a:xfrm>
            <a:off x="5542705" y="1969508"/>
            <a:ext cx="110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Control</a:t>
            </a: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8DD9804-9476-00CE-F11D-E1C524E3221F}"/>
              </a:ext>
            </a:extLst>
          </p:cNvPr>
          <p:cNvSpPr/>
          <p:nvPr/>
        </p:nvSpPr>
        <p:spPr>
          <a:xfrm>
            <a:off x="4581627" y="1306287"/>
            <a:ext cx="3028734" cy="2240280"/>
          </a:xfrm>
          <a:prstGeom prst="triangl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920D1E6-4A78-6F6A-C3F3-8C4DC0150E38}"/>
              </a:ext>
            </a:extLst>
          </p:cNvPr>
          <p:cNvSpPr/>
          <p:nvPr/>
        </p:nvSpPr>
        <p:spPr>
          <a:xfrm>
            <a:off x="3067260" y="3547571"/>
            <a:ext cx="3028734" cy="2240280"/>
          </a:xfrm>
          <a:prstGeom prst="triangl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EF8E3A1F-74ED-C2CE-5E31-AD23C8799D5B}"/>
              </a:ext>
            </a:extLst>
          </p:cNvPr>
          <p:cNvSpPr/>
          <p:nvPr/>
        </p:nvSpPr>
        <p:spPr>
          <a:xfrm>
            <a:off x="6106042" y="3562413"/>
            <a:ext cx="3028734" cy="2240280"/>
          </a:xfrm>
          <a:prstGeom prst="triangl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19">
            <a:extLst>
              <a:ext uri="{FF2B5EF4-FFF2-40B4-BE49-F238E27FC236}">
                <a16:creationId xmlns:a16="http://schemas.microsoft.com/office/drawing/2014/main" id="{EC490FEB-CE0A-8E00-02F5-7C3E47E4FAEC}"/>
              </a:ext>
            </a:extLst>
          </p:cNvPr>
          <p:cNvGrpSpPr/>
          <p:nvPr/>
        </p:nvGrpSpPr>
        <p:grpSpPr>
          <a:xfrm>
            <a:off x="7298450" y="4300222"/>
            <a:ext cx="785041" cy="764662"/>
            <a:chOff x="5389573" y="2759251"/>
            <a:chExt cx="1412519" cy="1320857"/>
          </a:xfrm>
          <a:solidFill>
            <a:schemeClr val="bg1"/>
          </a:solidFill>
        </p:grpSpPr>
        <p:sp>
          <p:nvSpPr>
            <p:cNvPr id="17" name="Freeform: Shape 194">
              <a:extLst>
                <a:ext uri="{FF2B5EF4-FFF2-40B4-BE49-F238E27FC236}">
                  <a16:creationId xmlns:a16="http://schemas.microsoft.com/office/drawing/2014/main" id="{A81AE90A-DB86-2337-9B66-04953506CFA0}"/>
                </a:ext>
              </a:extLst>
            </p:cNvPr>
            <p:cNvSpPr/>
            <p:nvPr/>
          </p:nvSpPr>
          <p:spPr>
            <a:xfrm>
              <a:off x="5660635" y="3560751"/>
              <a:ext cx="1141457" cy="519357"/>
            </a:xfrm>
            <a:custGeom>
              <a:avLst/>
              <a:gdLst>
                <a:gd name="connsiteX0" fmla="*/ 1112781 w 1141457"/>
                <a:gd name="connsiteY0" fmla="*/ 168578 h 519357"/>
                <a:gd name="connsiteX1" fmla="*/ 830852 w 1141457"/>
                <a:gd name="connsiteY1" fmla="*/ 293357 h 519357"/>
                <a:gd name="connsiteX2" fmla="*/ 628850 w 1141457"/>
                <a:gd name="connsiteY2" fmla="*/ 336262 h 519357"/>
                <a:gd name="connsiteX3" fmla="*/ 293405 w 1141457"/>
                <a:gd name="connsiteY3" fmla="*/ 336262 h 519357"/>
                <a:gd name="connsiteX4" fmla="*/ 248946 w 1141457"/>
                <a:gd name="connsiteY4" fmla="*/ 291727 h 519357"/>
                <a:gd name="connsiteX5" fmla="*/ 293405 w 1141457"/>
                <a:gd name="connsiteY5" fmla="*/ 247181 h 519357"/>
                <a:gd name="connsiteX6" fmla="*/ 624433 w 1141457"/>
                <a:gd name="connsiteY6" fmla="*/ 247181 h 519357"/>
                <a:gd name="connsiteX7" fmla="*/ 546588 w 1141457"/>
                <a:gd name="connsiteY7" fmla="*/ 110532 h 519357"/>
                <a:gd name="connsiteX8" fmla="*/ 398466 w 1141457"/>
                <a:gd name="connsiteY8" fmla="*/ 110532 h 519357"/>
                <a:gd name="connsiteX9" fmla="*/ 312846 w 1141457"/>
                <a:gd name="connsiteY9" fmla="*/ 61088 h 519357"/>
                <a:gd name="connsiteX10" fmla="*/ 177820 w 1141457"/>
                <a:gd name="connsiteY10" fmla="*/ 657 h 519357"/>
                <a:gd name="connsiteX11" fmla="*/ 598 w 1141457"/>
                <a:gd name="connsiteY11" fmla="*/ 31985 h 519357"/>
                <a:gd name="connsiteX12" fmla="*/ 598 w 1141457"/>
                <a:gd name="connsiteY12" fmla="*/ 518979 h 519357"/>
                <a:gd name="connsiteX13" fmla="*/ 602572 w 1141457"/>
                <a:gd name="connsiteY13" fmla="*/ 518979 h 519357"/>
                <a:gd name="connsiteX14" fmla="*/ 830833 w 1141457"/>
                <a:gd name="connsiteY14" fmla="*/ 457208 h 519357"/>
                <a:gd name="connsiteX15" fmla="*/ 1101463 w 1141457"/>
                <a:gd name="connsiteY15" fmla="*/ 299238 h 519357"/>
                <a:gd name="connsiteX16" fmla="*/ 1112781 w 1141457"/>
                <a:gd name="connsiteY16" fmla="*/ 168578 h 51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41457" h="519357">
                  <a:moveTo>
                    <a:pt x="1112781" y="168578"/>
                  </a:moveTo>
                  <a:lnTo>
                    <a:pt x="830852" y="293357"/>
                  </a:lnTo>
                  <a:cubicBezTo>
                    <a:pt x="766900" y="321833"/>
                    <a:pt x="698920" y="336262"/>
                    <a:pt x="628850" y="336262"/>
                  </a:cubicBezTo>
                  <a:lnTo>
                    <a:pt x="293405" y="336262"/>
                  </a:lnTo>
                  <a:cubicBezTo>
                    <a:pt x="268858" y="336262"/>
                    <a:pt x="248946" y="316341"/>
                    <a:pt x="248946" y="291727"/>
                  </a:cubicBezTo>
                  <a:cubicBezTo>
                    <a:pt x="248946" y="267135"/>
                    <a:pt x="268858" y="247181"/>
                    <a:pt x="293405" y="247181"/>
                  </a:cubicBezTo>
                  <a:lnTo>
                    <a:pt x="624433" y="247181"/>
                  </a:lnTo>
                  <a:cubicBezTo>
                    <a:pt x="659782" y="187645"/>
                    <a:pt x="616991" y="110532"/>
                    <a:pt x="546588" y="110532"/>
                  </a:cubicBezTo>
                  <a:lnTo>
                    <a:pt x="398466" y="110532"/>
                  </a:lnTo>
                  <a:cubicBezTo>
                    <a:pt x="363163" y="110532"/>
                    <a:pt x="331131" y="91313"/>
                    <a:pt x="312846" y="61088"/>
                  </a:cubicBezTo>
                  <a:cubicBezTo>
                    <a:pt x="287676" y="19423"/>
                    <a:pt x="236646" y="657"/>
                    <a:pt x="177820" y="657"/>
                  </a:cubicBezTo>
                  <a:cubicBezTo>
                    <a:pt x="133521" y="472"/>
                    <a:pt x="57691" y="-939"/>
                    <a:pt x="598" y="31985"/>
                  </a:cubicBezTo>
                  <a:lnTo>
                    <a:pt x="598" y="518979"/>
                  </a:lnTo>
                  <a:lnTo>
                    <a:pt x="602572" y="518979"/>
                  </a:lnTo>
                  <a:cubicBezTo>
                    <a:pt x="682763" y="518979"/>
                    <a:pt x="761504" y="497655"/>
                    <a:pt x="830833" y="457208"/>
                  </a:cubicBezTo>
                  <a:lnTo>
                    <a:pt x="1101463" y="299238"/>
                  </a:lnTo>
                  <a:cubicBezTo>
                    <a:pt x="1149153" y="271417"/>
                    <a:pt x="1155120" y="204480"/>
                    <a:pt x="1112781" y="168578"/>
                  </a:cubicBezTo>
                  <a:close/>
                </a:path>
              </a:pathLst>
            </a:custGeom>
            <a:grpFill/>
            <a:ln w="27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8" name="Freeform: Shape 195">
              <a:extLst>
                <a:ext uri="{FF2B5EF4-FFF2-40B4-BE49-F238E27FC236}">
                  <a16:creationId xmlns:a16="http://schemas.microsoft.com/office/drawing/2014/main" id="{0D39D242-8EB9-D5D5-5FB8-AFEFF3283D8B}"/>
                </a:ext>
              </a:extLst>
            </p:cNvPr>
            <p:cNvSpPr/>
            <p:nvPr/>
          </p:nvSpPr>
          <p:spPr>
            <a:xfrm>
              <a:off x="5389573" y="3686535"/>
              <a:ext cx="181971" cy="392280"/>
            </a:xfrm>
            <a:custGeom>
              <a:avLst/>
              <a:gdLst>
                <a:gd name="connsiteX0" fmla="*/ 598 w 181971"/>
                <a:gd name="connsiteY0" fmla="*/ 599 h 392280"/>
                <a:gd name="connsiteX1" fmla="*/ 182741 w 181971"/>
                <a:gd name="connsiteY1" fmla="*/ 599 h 392280"/>
                <a:gd name="connsiteX2" fmla="*/ 182741 w 181971"/>
                <a:gd name="connsiteY2" fmla="*/ 393128 h 392280"/>
                <a:gd name="connsiteX3" fmla="*/ 598 w 181971"/>
                <a:gd name="connsiteY3" fmla="*/ 393128 h 39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1971" h="392280">
                  <a:moveTo>
                    <a:pt x="598" y="599"/>
                  </a:moveTo>
                  <a:lnTo>
                    <a:pt x="182741" y="599"/>
                  </a:lnTo>
                  <a:lnTo>
                    <a:pt x="182741" y="393128"/>
                  </a:lnTo>
                  <a:lnTo>
                    <a:pt x="598" y="393128"/>
                  </a:lnTo>
                  <a:close/>
                </a:path>
              </a:pathLst>
            </a:custGeom>
            <a:grpFill/>
            <a:ln w="27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  <p:sp>
          <p:nvSpPr>
            <p:cNvPr id="19" name="Freeform: Shape 196">
              <a:extLst>
                <a:ext uri="{FF2B5EF4-FFF2-40B4-BE49-F238E27FC236}">
                  <a16:creationId xmlns:a16="http://schemas.microsoft.com/office/drawing/2014/main" id="{B1DEAFF9-FEE4-F1B1-7FE1-3B635E6C1D5D}"/>
                </a:ext>
              </a:extLst>
            </p:cNvPr>
            <p:cNvSpPr/>
            <p:nvPr/>
          </p:nvSpPr>
          <p:spPr>
            <a:xfrm>
              <a:off x="5724340" y="2759251"/>
              <a:ext cx="741671" cy="743123"/>
            </a:xfrm>
            <a:custGeom>
              <a:avLst/>
              <a:gdLst>
                <a:gd name="connsiteX0" fmla="*/ 371660 w 741671"/>
                <a:gd name="connsiteY0" fmla="*/ 744166 h 743122"/>
                <a:gd name="connsiteX1" fmla="*/ 742710 w 741671"/>
                <a:gd name="connsiteY1" fmla="*/ 372386 h 743122"/>
                <a:gd name="connsiteX2" fmla="*/ 371660 w 741671"/>
                <a:gd name="connsiteY2" fmla="*/ 599 h 743122"/>
                <a:gd name="connsiteX3" fmla="*/ 598 w 741671"/>
                <a:gd name="connsiteY3" fmla="*/ 372386 h 743122"/>
                <a:gd name="connsiteX4" fmla="*/ 371660 w 741671"/>
                <a:gd name="connsiteY4" fmla="*/ 744166 h 743122"/>
                <a:gd name="connsiteX5" fmla="*/ 336194 w 741671"/>
                <a:gd name="connsiteY5" fmla="*/ 222271 h 743122"/>
                <a:gd name="connsiteX6" fmla="*/ 340997 w 741671"/>
                <a:gd name="connsiteY6" fmla="*/ 222271 h 743122"/>
                <a:gd name="connsiteX7" fmla="*/ 340997 w 741671"/>
                <a:gd name="connsiteY7" fmla="*/ 200268 h 743122"/>
                <a:gd name="connsiteX8" fmla="*/ 382851 w 741671"/>
                <a:gd name="connsiteY8" fmla="*/ 158344 h 743122"/>
                <a:gd name="connsiteX9" fmla="*/ 424690 w 741671"/>
                <a:gd name="connsiteY9" fmla="*/ 200268 h 743122"/>
                <a:gd name="connsiteX10" fmla="*/ 424690 w 741671"/>
                <a:gd name="connsiteY10" fmla="*/ 222271 h 743122"/>
                <a:gd name="connsiteX11" fmla="*/ 463754 w 741671"/>
                <a:gd name="connsiteY11" fmla="*/ 222271 h 743122"/>
                <a:gd name="connsiteX12" fmla="*/ 505596 w 741671"/>
                <a:gd name="connsiteY12" fmla="*/ 264205 h 743122"/>
                <a:gd name="connsiteX13" fmla="*/ 463754 w 741671"/>
                <a:gd name="connsiteY13" fmla="*/ 306129 h 743122"/>
                <a:gd name="connsiteX14" fmla="*/ 336194 w 741671"/>
                <a:gd name="connsiteY14" fmla="*/ 306129 h 743122"/>
                <a:gd name="connsiteX15" fmla="*/ 321416 w 741671"/>
                <a:gd name="connsiteY15" fmla="*/ 320923 h 743122"/>
                <a:gd name="connsiteX16" fmla="*/ 336194 w 741671"/>
                <a:gd name="connsiteY16" fmla="*/ 335730 h 743122"/>
                <a:gd name="connsiteX17" fmla="*/ 407147 w 741671"/>
                <a:gd name="connsiteY17" fmla="*/ 335730 h 743122"/>
                <a:gd name="connsiteX18" fmla="*/ 505596 w 741671"/>
                <a:gd name="connsiteY18" fmla="*/ 434383 h 743122"/>
                <a:gd name="connsiteX19" fmla="*/ 424690 w 741671"/>
                <a:gd name="connsiteY19" fmla="*/ 531439 h 743122"/>
                <a:gd name="connsiteX20" fmla="*/ 424690 w 741671"/>
                <a:gd name="connsiteY20" fmla="*/ 555028 h 743122"/>
                <a:gd name="connsiteX21" fmla="*/ 382851 w 741671"/>
                <a:gd name="connsiteY21" fmla="*/ 596961 h 743122"/>
                <a:gd name="connsiteX22" fmla="*/ 340997 w 741671"/>
                <a:gd name="connsiteY22" fmla="*/ 555028 h 743122"/>
                <a:gd name="connsiteX23" fmla="*/ 340997 w 741671"/>
                <a:gd name="connsiteY23" fmla="*/ 533036 h 743122"/>
                <a:gd name="connsiteX24" fmla="*/ 280566 w 741671"/>
                <a:gd name="connsiteY24" fmla="*/ 533036 h 743122"/>
                <a:gd name="connsiteX25" fmla="*/ 238724 w 741671"/>
                <a:gd name="connsiteY25" fmla="*/ 491101 h 743122"/>
                <a:gd name="connsiteX26" fmla="*/ 280566 w 741671"/>
                <a:gd name="connsiteY26" fmla="*/ 449165 h 743122"/>
                <a:gd name="connsiteX27" fmla="*/ 407147 w 741671"/>
                <a:gd name="connsiteY27" fmla="*/ 449165 h 743122"/>
                <a:gd name="connsiteX28" fmla="*/ 421903 w 741671"/>
                <a:gd name="connsiteY28" fmla="*/ 434383 h 743122"/>
                <a:gd name="connsiteX29" fmla="*/ 407147 w 741671"/>
                <a:gd name="connsiteY29" fmla="*/ 419598 h 743122"/>
                <a:gd name="connsiteX30" fmla="*/ 336194 w 741671"/>
                <a:gd name="connsiteY30" fmla="*/ 419598 h 743122"/>
                <a:gd name="connsiteX31" fmla="*/ 237712 w 741671"/>
                <a:gd name="connsiteY31" fmla="*/ 320923 h 743122"/>
                <a:gd name="connsiteX32" fmla="*/ 336194 w 741671"/>
                <a:gd name="connsiteY32" fmla="*/ 222271 h 743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741671" h="743122">
                  <a:moveTo>
                    <a:pt x="371660" y="744166"/>
                  </a:moveTo>
                  <a:cubicBezTo>
                    <a:pt x="576270" y="744166"/>
                    <a:pt x="742710" y="577397"/>
                    <a:pt x="742710" y="372386"/>
                  </a:cubicBezTo>
                  <a:cubicBezTo>
                    <a:pt x="742710" y="167376"/>
                    <a:pt x="576270" y="599"/>
                    <a:pt x="371660" y="599"/>
                  </a:cubicBezTo>
                  <a:cubicBezTo>
                    <a:pt x="167071" y="599"/>
                    <a:pt x="598" y="167376"/>
                    <a:pt x="598" y="372386"/>
                  </a:cubicBezTo>
                  <a:cubicBezTo>
                    <a:pt x="598" y="577397"/>
                    <a:pt x="167071" y="744166"/>
                    <a:pt x="371660" y="744166"/>
                  </a:cubicBezTo>
                  <a:close/>
                  <a:moveTo>
                    <a:pt x="336194" y="222271"/>
                  </a:moveTo>
                  <a:lnTo>
                    <a:pt x="340997" y="222271"/>
                  </a:lnTo>
                  <a:lnTo>
                    <a:pt x="340997" y="200268"/>
                  </a:lnTo>
                  <a:cubicBezTo>
                    <a:pt x="340997" y="177121"/>
                    <a:pt x="359749" y="158344"/>
                    <a:pt x="382851" y="158344"/>
                  </a:cubicBezTo>
                  <a:cubicBezTo>
                    <a:pt x="405972" y="158344"/>
                    <a:pt x="424690" y="177121"/>
                    <a:pt x="424690" y="200268"/>
                  </a:cubicBezTo>
                  <a:lnTo>
                    <a:pt x="424690" y="222271"/>
                  </a:lnTo>
                  <a:lnTo>
                    <a:pt x="463754" y="222271"/>
                  </a:lnTo>
                  <a:cubicBezTo>
                    <a:pt x="486878" y="222271"/>
                    <a:pt x="505596" y="241027"/>
                    <a:pt x="505596" y="264205"/>
                  </a:cubicBezTo>
                  <a:cubicBezTo>
                    <a:pt x="505596" y="287341"/>
                    <a:pt x="486878" y="306129"/>
                    <a:pt x="463754" y="306129"/>
                  </a:cubicBezTo>
                  <a:lnTo>
                    <a:pt x="336194" y="306129"/>
                  </a:lnTo>
                  <a:cubicBezTo>
                    <a:pt x="328053" y="306129"/>
                    <a:pt x="321416" y="312754"/>
                    <a:pt x="321416" y="320923"/>
                  </a:cubicBezTo>
                  <a:cubicBezTo>
                    <a:pt x="321416" y="329083"/>
                    <a:pt x="328053" y="335730"/>
                    <a:pt x="336194" y="335730"/>
                  </a:cubicBezTo>
                  <a:lnTo>
                    <a:pt x="407147" y="335730"/>
                  </a:lnTo>
                  <a:cubicBezTo>
                    <a:pt x="461440" y="335730"/>
                    <a:pt x="505596" y="379983"/>
                    <a:pt x="505596" y="434383"/>
                  </a:cubicBezTo>
                  <a:cubicBezTo>
                    <a:pt x="505596" y="482769"/>
                    <a:pt x="470646" y="523107"/>
                    <a:pt x="424690" y="531439"/>
                  </a:cubicBezTo>
                  <a:lnTo>
                    <a:pt x="424690" y="555028"/>
                  </a:lnTo>
                  <a:cubicBezTo>
                    <a:pt x="424690" y="578176"/>
                    <a:pt x="405972" y="596961"/>
                    <a:pt x="382851" y="596961"/>
                  </a:cubicBezTo>
                  <a:cubicBezTo>
                    <a:pt x="359749" y="596961"/>
                    <a:pt x="340997" y="578176"/>
                    <a:pt x="340997" y="555028"/>
                  </a:cubicBezTo>
                  <a:lnTo>
                    <a:pt x="340997" y="533036"/>
                  </a:lnTo>
                  <a:lnTo>
                    <a:pt x="280566" y="533036"/>
                  </a:lnTo>
                  <a:cubicBezTo>
                    <a:pt x="257442" y="533036"/>
                    <a:pt x="238724" y="514270"/>
                    <a:pt x="238724" y="491101"/>
                  </a:cubicBezTo>
                  <a:cubicBezTo>
                    <a:pt x="238724" y="467953"/>
                    <a:pt x="257442" y="449165"/>
                    <a:pt x="280566" y="449165"/>
                  </a:cubicBezTo>
                  <a:lnTo>
                    <a:pt x="407147" y="449165"/>
                  </a:lnTo>
                  <a:cubicBezTo>
                    <a:pt x="415289" y="449165"/>
                    <a:pt x="421903" y="442541"/>
                    <a:pt x="421903" y="434383"/>
                  </a:cubicBezTo>
                  <a:cubicBezTo>
                    <a:pt x="421903" y="426225"/>
                    <a:pt x="415289" y="419598"/>
                    <a:pt x="407147" y="419598"/>
                  </a:cubicBezTo>
                  <a:lnTo>
                    <a:pt x="336194" y="419598"/>
                  </a:lnTo>
                  <a:cubicBezTo>
                    <a:pt x="281901" y="419598"/>
                    <a:pt x="237712" y="375323"/>
                    <a:pt x="237712" y="320923"/>
                  </a:cubicBezTo>
                  <a:cubicBezTo>
                    <a:pt x="237712" y="266526"/>
                    <a:pt x="281901" y="222271"/>
                    <a:pt x="336194" y="222271"/>
                  </a:cubicBezTo>
                  <a:close/>
                </a:path>
              </a:pathLst>
            </a:custGeom>
            <a:grpFill/>
            <a:ln w="27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endParaRPr>
            </a:p>
          </p:txBody>
        </p:sp>
      </p:grpSp>
      <p:pic>
        <p:nvPicPr>
          <p:cNvPr id="20" name="Graphic 309">
            <a:extLst>
              <a:ext uri="{FF2B5EF4-FFF2-40B4-BE49-F238E27FC236}">
                <a16:creationId xmlns:a16="http://schemas.microsoft.com/office/drawing/2014/main" id="{B9BB7BE8-2BDE-9A36-90A0-B9504CE70B5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5150" y="4334971"/>
            <a:ext cx="790913" cy="79091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C1D29A41-3E3F-C795-D7DE-B8215116A53E}"/>
              </a:ext>
            </a:extLst>
          </p:cNvPr>
          <p:cNvGrpSpPr/>
          <p:nvPr/>
        </p:nvGrpSpPr>
        <p:grpSpPr>
          <a:xfrm>
            <a:off x="5706650" y="2065526"/>
            <a:ext cx="798783" cy="699848"/>
            <a:chOff x="5636339" y="2862738"/>
            <a:chExt cx="917337" cy="888629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FE8C81-8315-C33B-7DD7-09E86EB565B2}"/>
                </a:ext>
              </a:extLst>
            </p:cNvPr>
            <p:cNvSpPr/>
            <p:nvPr/>
          </p:nvSpPr>
          <p:spPr>
            <a:xfrm>
              <a:off x="5932646" y="2862738"/>
              <a:ext cx="323850" cy="447675"/>
            </a:xfrm>
            <a:custGeom>
              <a:avLst/>
              <a:gdLst>
                <a:gd name="connsiteX0" fmla="*/ 33814 w 323850"/>
                <a:gd name="connsiteY0" fmla="*/ 448151 h 447675"/>
                <a:gd name="connsiteX1" fmla="*/ 291941 w 323850"/>
                <a:gd name="connsiteY1" fmla="*/ 448151 h 447675"/>
                <a:gd name="connsiteX2" fmla="*/ 318611 w 323850"/>
                <a:gd name="connsiteY2" fmla="*/ 421481 h 447675"/>
                <a:gd name="connsiteX3" fmla="*/ 318611 w 323850"/>
                <a:gd name="connsiteY3" fmla="*/ 240506 h 447675"/>
                <a:gd name="connsiteX4" fmla="*/ 214789 w 323850"/>
                <a:gd name="connsiteY4" fmla="*/ 115729 h 447675"/>
                <a:gd name="connsiteX5" fmla="*/ 214789 w 323850"/>
                <a:gd name="connsiteY5" fmla="*/ 74771 h 447675"/>
                <a:gd name="connsiteX6" fmla="*/ 216694 w 323850"/>
                <a:gd name="connsiteY6" fmla="*/ 74771 h 447675"/>
                <a:gd name="connsiteX7" fmla="*/ 244316 w 323850"/>
                <a:gd name="connsiteY7" fmla="*/ 47149 h 447675"/>
                <a:gd name="connsiteX8" fmla="*/ 244316 w 323850"/>
                <a:gd name="connsiteY8" fmla="*/ 34766 h 447675"/>
                <a:gd name="connsiteX9" fmla="*/ 216694 w 323850"/>
                <a:gd name="connsiteY9" fmla="*/ 7144 h 447675"/>
                <a:gd name="connsiteX10" fmla="*/ 109061 w 323850"/>
                <a:gd name="connsiteY10" fmla="*/ 7144 h 447675"/>
                <a:gd name="connsiteX11" fmla="*/ 81439 w 323850"/>
                <a:gd name="connsiteY11" fmla="*/ 34766 h 447675"/>
                <a:gd name="connsiteX12" fmla="*/ 81439 w 323850"/>
                <a:gd name="connsiteY12" fmla="*/ 47149 h 447675"/>
                <a:gd name="connsiteX13" fmla="*/ 109061 w 323850"/>
                <a:gd name="connsiteY13" fmla="*/ 74771 h 447675"/>
                <a:gd name="connsiteX14" fmla="*/ 110966 w 323850"/>
                <a:gd name="connsiteY14" fmla="*/ 74771 h 447675"/>
                <a:gd name="connsiteX15" fmla="*/ 110966 w 323850"/>
                <a:gd name="connsiteY15" fmla="*/ 115729 h 447675"/>
                <a:gd name="connsiteX16" fmla="*/ 7144 w 323850"/>
                <a:gd name="connsiteY16" fmla="*/ 240506 h 447675"/>
                <a:gd name="connsiteX17" fmla="*/ 7144 w 323850"/>
                <a:gd name="connsiteY17" fmla="*/ 421481 h 447675"/>
                <a:gd name="connsiteX18" fmla="*/ 33814 w 323850"/>
                <a:gd name="connsiteY18" fmla="*/ 448151 h 447675"/>
                <a:gd name="connsiteX19" fmla="*/ 89059 w 323850"/>
                <a:gd name="connsiteY19" fmla="*/ 214789 h 447675"/>
                <a:gd name="connsiteX20" fmla="*/ 237649 w 323850"/>
                <a:gd name="connsiteY20" fmla="*/ 214789 h 447675"/>
                <a:gd name="connsiteX21" fmla="*/ 237649 w 323850"/>
                <a:gd name="connsiteY21" fmla="*/ 363379 h 447675"/>
                <a:gd name="connsiteX22" fmla="*/ 89059 w 323850"/>
                <a:gd name="connsiteY22" fmla="*/ 363379 h 447675"/>
                <a:gd name="connsiteX23" fmla="*/ 89059 w 323850"/>
                <a:gd name="connsiteY23" fmla="*/ 214789 h 447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23850" h="447675">
                  <a:moveTo>
                    <a:pt x="33814" y="448151"/>
                  </a:moveTo>
                  <a:lnTo>
                    <a:pt x="291941" y="448151"/>
                  </a:lnTo>
                  <a:cubicBezTo>
                    <a:pt x="307181" y="448151"/>
                    <a:pt x="318611" y="435769"/>
                    <a:pt x="318611" y="421481"/>
                  </a:cubicBezTo>
                  <a:lnTo>
                    <a:pt x="318611" y="240506"/>
                  </a:lnTo>
                  <a:cubicBezTo>
                    <a:pt x="318611" y="178594"/>
                    <a:pt x="273844" y="127159"/>
                    <a:pt x="214789" y="115729"/>
                  </a:cubicBezTo>
                  <a:lnTo>
                    <a:pt x="214789" y="74771"/>
                  </a:lnTo>
                  <a:lnTo>
                    <a:pt x="216694" y="74771"/>
                  </a:lnTo>
                  <a:cubicBezTo>
                    <a:pt x="231934" y="74771"/>
                    <a:pt x="244316" y="62389"/>
                    <a:pt x="244316" y="47149"/>
                  </a:cubicBezTo>
                  <a:lnTo>
                    <a:pt x="244316" y="34766"/>
                  </a:lnTo>
                  <a:cubicBezTo>
                    <a:pt x="244316" y="19526"/>
                    <a:pt x="231934" y="7144"/>
                    <a:pt x="216694" y="7144"/>
                  </a:cubicBezTo>
                  <a:lnTo>
                    <a:pt x="109061" y="7144"/>
                  </a:lnTo>
                  <a:cubicBezTo>
                    <a:pt x="93821" y="7144"/>
                    <a:pt x="81439" y="19526"/>
                    <a:pt x="81439" y="34766"/>
                  </a:cubicBezTo>
                  <a:lnTo>
                    <a:pt x="81439" y="47149"/>
                  </a:lnTo>
                  <a:cubicBezTo>
                    <a:pt x="81439" y="62389"/>
                    <a:pt x="93821" y="74771"/>
                    <a:pt x="109061" y="74771"/>
                  </a:cubicBezTo>
                  <a:lnTo>
                    <a:pt x="110966" y="74771"/>
                  </a:lnTo>
                  <a:lnTo>
                    <a:pt x="110966" y="115729"/>
                  </a:lnTo>
                  <a:cubicBezTo>
                    <a:pt x="51911" y="126206"/>
                    <a:pt x="7144" y="178594"/>
                    <a:pt x="7144" y="240506"/>
                  </a:cubicBezTo>
                  <a:lnTo>
                    <a:pt x="7144" y="421481"/>
                  </a:lnTo>
                  <a:cubicBezTo>
                    <a:pt x="7144" y="435769"/>
                    <a:pt x="19526" y="448151"/>
                    <a:pt x="33814" y="448151"/>
                  </a:cubicBezTo>
                  <a:close/>
                  <a:moveTo>
                    <a:pt x="89059" y="214789"/>
                  </a:moveTo>
                  <a:lnTo>
                    <a:pt x="237649" y="214789"/>
                  </a:lnTo>
                  <a:lnTo>
                    <a:pt x="237649" y="363379"/>
                  </a:lnTo>
                  <a:lnTo>
                    <a:pt x="89059" y="363379"/>
                  </a:lnTo>
                  <a:lnTo>
                    <a:pt x="89059" y="2147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69EEBF-E4DA-CF14-3737-33DFF1E15E91}"/>
                </a:ext>
              </a:extLst>
            </p:cNvPr>
            <p:cNvSpPr/>
            <p:nvPr/>
          </p:nvSpPr>
          <p:spPr>
            <a:xfrm>
              <a:off x="6039326" y="3095148"/>
              <a:ext cx="104775" cy="104775"/>
            </a:xfrm>
            <a:custGeom>
              <a:avLst/>
              <a:gdLst>
                <a:gd name="connsiteX0" fmla="*/ 75724 w 104775"/>
                <a:gd name="connsiteY0" fmla="*/ 7144 h 104775"/>
                <a:gd name="connsiteX1" fmla="*/ 37624 w 104775"/>
                <a:gd name="connsiteY1" fmla="*/ 7144 h 104775"/>
                <a:gd name="connsiteX2" fmla="*/ 37624 w 104775"/>
                <a:gd name="connsiteY2" fmla="*/ 37624 h 104775"/>
                <a:gd name="connsiteX3" fmla="*/ 7144 w 104775"/>
                <a:gd name="connsiteY3" fmla="*/ 37624 h 104775"/>
                <a:gd name="connsiteX4" fmla="*/ 7144 w 104775"/>
                <a:gd name="connsiteY4" fmla="*/ 76676 h 104775"/>
                <a:gd name="connsiteX5" fmla="*/ 37624 w 104775"/>
                <a:gd name="connsiteY5" fmla="*/ 76676 h 104775"/>
                <a:gd name="connsiteX6" fmla="*/ 37624 w 104775"/>
                <a:gd name="connsiteY6" fmla="*/ 106204 h 104775"/>
                <a:gd name="connsiteX7" fmla="*/ 75724 w 104775"/>
                <a:gd name="connsiteY7" fmla="*/ 106204 h 104775"/>
                <a:gd name="connsiteX8" fmla="*/ 75724 w 104775"/>
                <a:gd name="connsiteY8" fmla="*/ 76676 h 104775"/>
                <a:gd name="connsiteX9" fmla="*/ 106204 w 104775"/>
                <a:gd name="connsiteY9" fmla="*/ 76676 h 104775"/>
                <a:gd name="connsiteX10" fmla="*/ 106204 w 104775"/>
                <a:gd name="connsiteY10" fmla="*/ 37624 h 104775"/>
                <a:gd name="connsiteX11" fmla="*/ 75724 w 104775"/>
                <a:gd name="connsiteY11" fmla="*/ 37624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775" h="104775">
                  <a:moveTo>
                    <a:pt x="75724" y="7144"/>
                  </a:moveTo>
                  <a:lnTo>
                    <a:pt x="37624" y="7144"/>
                  </a:lnTo>
                  <a:lnTo>
                    <a:pt x="37624" y="37624"/>
                  </a:lnTo>
                  <a:lnTo>
                    <a:pt x="7144" y="37624"/>
                  </a:lnTo>
                  <a:lnTo>
                    <a:pt x="7144" y="76676"/>
                  </a:lnTo>
                  <a:lnTo>
                    <a:pt x="37624" y="76676"/>
                  </a:lnTo>
                  <a:lnTo>
                    <a:pt x="37624" y="106204"/>
                  </a:lnTo>
                  <a:lnTo>
                    <a:pt x="75724" y="106204"/>
                  </a:lnTo>
                  <a:lnTo>
                    <a:pt x="75724" y="76676"/>
                  </a:lnTo>
                  <a:lnTo>
                    <a:pt x="106204" y="76676"/>
                  </a:lnTo>
                  <a:lnTo>
                    <a:pt x="106204" y="37624"/>
                  </a:lnTo>
                  <a:lnTo>
                    <a:pt x="75724" y="3762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9ED2F2-FA7D-48A9-D2F4-19B4F5F262FC}"/>
                </a:ext>
              </a:extLst>
            </p:cNvPr>
            <p:cNvSpPr/>
            <p:nvPr/>
          </p:nvSpPr>
          <p:spPr>
            <a:xfrm>
              <a:off x="5636339" y="3179692"/>
              <a:ext cx="409575" cy="571500"/>
            </a:xfrm>
            <a:custGeom>
              <a:avLst/>
              <a:gdLst>
                <a:gd name="connsiteX0" fmla="*/ 358697 w 409575"/>
                <a:gd name="connsiteY0" fmla="*/ 283597 h 571500"/>
                <a:gd name="connsiteX1" fmla="*/ 290117 w 409575"/>
                <a:gd name="connsiteY1" fmla="*/ 195967 h 571500"/>
                <a:gd name="connsiteX2" fmla="*/ 225346 w 409575"/>
                <a:gd name="connsiteY2" fmla="*/ 116910 h 571500"/>
                <a:gd name="connsiteX3" fmla="*/ 175817 w 409575"/>
                <a:gd name="connsiteY3" fmla="*/ 108337 h 571500"/>
                <a:gd name="connsiteX4" fmla="*/ 163434 w 409575"/>
                <a:gd name="connsiteY4" fmla="*/ 185490 h 571500"/>
                <a:gd name="connsiteX5" fmla="*/ 226299 w 409575"/>
                <a:gd name="connsiteY5" fmla="*/ 263595 h 571500"/>
                <a:gd name="connsiteX6" fmla="*/ 231062 w 409575"/>
                <a:gd name="connsiteY6" fmla="*/ 269310 h 571500"/>
                <a:gd name="connsiteX7" fmla="*/ 228204 w 409575"/>
                <a:gd name="connsiteY7" fmla="*/ 292170 h 571500"/>
                <a:gd name="connsiteX8" fmla="*/ 208202 w 409575"/>
                <a:gd name="connsiteY8" fmla="*/ 289312 h 571500"/>
                <a:gd name="connsiteX9" fmla="*/ 204392 w 409575"/>
                <a:gd name="connsiteY9" fmla="*/ 284550 h 571500"/>
                <a:gd name="connsiteX10" fmla="*/ 151052 w 409575"/>
                <a:gd name="connsiteY10" fmla="*/ 221685 h 571500"/>
                <a:gd name="connsiteX11" fmla="*/ 136764 w 409575"/>
                <a:gd name="connsiteY11" fmla="*/ 198825 h 571500"/>
                <a:gd name="connsiteX12" fmla="*/ 129144 w 409575"/>
                <a:gd name="connsiteY12" fmla="*/ 119767 h 571500"/>
                <a:gd name="connsiteX13" fmla="*/ 96759 w 409575"/>
                <a:gd name="connsiteY13" fmla="*/ 40710 h 571500"/>
                <a:gd name="connsiteX14" fmla="*/ 7224 w 409575"/>
                <a:gd name="connsiteY14" fmla="*/ 58807 h 571500"/>
                <a:gd name="connsiteX15" fmla="*/ 88186 w 409575"/>
                <a:gd name="connsiteY15" fmla="*/ 379800 h 571500"/>
                <a:gd name="connsiteX16" fmla="*/ 210106 w 409575"/>
                <a:gd name="connsiteY16" fmla="*/ 485527 h 571500"/>
                <a:gd name="connsiteX17" fmla="*/ 222489 w 409575"/>
                <a:gd name="connsiteY17" fmla="*/ 509340 h 571500"/>
                <a:gd name="connsiteX18" fmla="*/ 222489 w 409575"/>
                <a:gd name="connsiteY18" fmla="*/ 549345 h 571500"/>
                <a:gd name="connsiteX19" fmla="*/ 244396 w 409575"/>
                <a:gd name="connsiteY19" fmla="*/ 571252 h 571500"/>
                <a:gd name="connsiteX20" fmla="*/ 383462 w 409575"/>
                <a:gd name="connsiteY20" fmla="*/ 571252 h 571500"/>
                <a:gd name="connsiteX21" fmla="*/ 405369 w 409575"/>
                <a:gd name="connsiteY21" fmla="*/ 549345 h 571500"/>
                <a:gd name="connsiteX22" fmla="*/ 401559 w 409575"/>
                <a:gd name="connsiteY22" fmla="*/ 451237 h 571500"/>
                <a:gd name="connsiteX23" fmla="*/ 358697 w 409575"/>
                <a:gd name="connsiteY23" fmla="*/ 283597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9575" h="571500">
                  <a:moveTo>
                    <a:pt x="358697" y="283597"/>
                  </a:moveTo>
                  <a:cubicBezTo>
                    <a:pt x="343457" y="257880"/>
                    <a:pt x="316787" y="226447"/>
                    <a:pt x="290117" y="195967"/>
                  </a:cubicBezTo>
                  <a:cubicBezTo>
                    <a:pt x="267257" y="169297"/>
                    <a:pt x="242492" y="142627"/>
                    <a:pt x="225346" y="116910"/>
                  </a:cubicBezTo>
                  <a:cubicBezTo>
                    <a:pt x="212964" y="98812"/>
                    <a:pt x="191056" y="98812"/>
                    <a:pt x="175817" y="108337"/>
                  </a:cubicBezTo>
                  <a:cubicBezTo>
                    <a:pt x="156767" y="119767"/>
                    <a:pt x="142479" y="145485"/>
                    <a:pt x="163434" y="185490"/>
                  </a:cubicBezTo>
                  <a:cubicBezTo>
                    <a:pt x="173912" y="206445"/>
                    <a:pt x="199629" y="235020"/>
                    <a:pt x="226299" y="263595"/>
                  </a:cubicBezTo>
                  <a:cubicBezTo>
                    <a:pt x="228204" y="265500"/>
                    <a:pt x="229156" y="267405"/>
                    <a:pt x="231062" y="269310"/>
                  </a:cubicBezTo>
                  <a:cubicBezTo>
                    <a:pt x="237729" y="275977"/>
                    <a:pt x="235824" y="287407"/>
                    <a:pt x="228204" y="292170"/>
                  </a:cubicBezTo>
                  <a:cubicBezTo>
                    <a:pt x="221537" y="295980"/>
                    <a:pt x="213917" y="294075"/>
                    <a:pt x="208202" y="289312"/>
                  </a:cubicBezTo>
                  <a:cubicBezTo>
                    <a:pt x="206296" y="287407"/>
                    <a:pt x="205344" y="286455"/>
                    <a:pt x="204392" y="284550"/>
                  </a:cubicBezTo>
                  <a:cubicBezTo>
                    <a:pt x="183437" y="261690"/>
                    <a:pt x="164387" y="240735"/>
                    <a:pt x="151052" y="221685"/>
                  </a:cubicBezTo>
                  <a:cubicBezTo>
                    <a:pt x="145337" y="214065"/>
                    <a:pt x="140574" y="206445"/>
                    <a:pt x="136764" y="198825"/>
                  </a:cubicBezTo>
                  <a:cubicBezTo>
                    <a:pt x="120571" y="168345"/>
                    <a:pt x="120571" y="140722"/>
                    <a:pt x="129144" y="119767"/>
                  </a:cubicBezTo>
                  <a:cubicBezTo>
                    <a:pt x="114856" y="89287"/>
                    <a:pt x="102474" y="59760"/>
                    <a:pt x="96759" y="40710"/>
                  </a:cubicBezTo>
                  <a:cubicBezTo>
                    <a:pt x="78661" y="-12630"/>
                    <a:pt x="4366" y="705"/>
                    <a:pt x="7224" y="58807"/>
                  </a:cubicBezTo>
                  <a:cubicBezTo>
                    <a:pt x="10081" y="117862"/>
                    <a:pt x="31036" y="313125"/>
                    <a:pt x="88186" y="379800"/>
                  </a:cubicBezTo>
                  <a:cubicBezTo>
                    <a:pt x="113904" y="410280"/>
                    <a:pt x="160577" y="451237"/>
                    <a:pt x="210106" y="485527"/>
                  </a:cubicBezTo>
                  <a:cubicBezTo>
                    <a:pt x="217727" y="491242"/>
                    <a:pt x="222489" y="499815"/>
                    <a:pt x="222489" y="509340"/>
                  </a:cubicBezTo>
                  <a:lnTo>
                    <a:pt x="222489" y="549345"/>
                  </a:lnTo>
                  <a:cubicBezTo>
                    <a:pt x="222489" y="561727"/>
                    <a:pt x="232014" y="571252"/>
                    <a:pt x="244396" y="571252"/>
                  </a:cubicBezTo>
                  <a:lnTo>
                    <a:pt x="383462" y="571252"/>
                  </a:lnTo>
                  <a:cubicBezTo>
                    <a:pt x="395844" y="571252"/>
                    <a:pt x="405369" y="561727"/>
                    <a:pt x="405369" y="549345"/>
                  </a:cubicBezTo>
                  <a:cubicBezTo>
                    <a:pt x="404417" y="525532"/>
                    <a:pt x="403464" y="485527"/>
                    <a:pt x="401559" y="451237"/>
                  </a:cubicBezTo>
                  <a:cubicBezTo>
                    <a:pt x="396797" y="378847"/>
                    <a:pt x="374889" y="312172"/>
                    <a:pt x="358697" y="2835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521FD29-EE92-080D-AE14-EAFB7606D99B}"/>
                </a:ext>
              </a:extLst>
            </p:cNvPr>
            <p:cNvSpPr/>
            <p:nvPr/>
          </p:nvSpPr>
          <p:spPr>
            <a:xfrm>
              <a:off x="6144101" y="3179867"/>
              <a:ext cx="409575" cy="571500"/>
            </a:xfrm>
            <a:custGeom>
              <a:avLst/>
              <a:gdLst>
                <a:gd name="connsiteX0" fmla="*/ 315754 w 409575"/>
                <a:gd name="connsiteY0" fmla="*/ 41487 h 571500"/>
                <a:gd name="connsiteX1" fmla="*/ 283369 w 409575"/>
                <a:gd name="connsiteY1" fmla="*/ 120545 h 571500"/>
                <a:gd name="connsiteX2" fmla="*/ 275749 w 409575"/>
                <a:gd name="connsiteY2" fmla="*/ 199602 h 571500"/>
                <a:gd name="connsiteX3" fmla="*/ 261461 w 409575"/>
                <a:gd name="connsiteY3" fmla="*/ 222462 h 571500"/>
                <a:gd name="connsiteX4" fmla="*/ 208121 w 409575"/>
                <a:gd name="connsiteY4" fmla="*/ 285327 h 571500"/>
                <a:gd name="connsiteX5" fmla="*/ 204311 w 409575"/>
                <a:gd name="connsiteY5" fmla="*/ 290090 h 571500"/>
                <a:gd name="connsiteX6" fmla="*/ 184309 w 409575"/>
                <a:gd name="connsiteY6" fmla="*/ 292947 h 571500"/>
                <a:gd name="connsiteX7" fmla="*/ 181451 w 409575"/>
                <a:gd name="connsiteY7" fmla="*/ 270087 h 571500"/>
                <a:gd name="connsiteX8" fmla="*/ 186214 w 409575"/>
                <a:gd name="connsiteY8" fmla="*/ 264372 h 571500"/>
                <a:gd name="connsiteX9" fmla="*/ 249079 w 409575"/>
                <a:gd name="connsiteY9" fmla="*/ 186267 h 571500"/>
                <a:gd name="connsiteX10" fmla="*/ 236696 w 409575"/>
                <a:gd name="connsiteY10" fmla="*/ 109115 h 571500"/>
                <a:gd name="connsiteX11" fmla="*/ 187166 w 409575"/>
                <a:gd name="connsiteY11" fmla="*/ 117687 h 571500"/>
                <a:gd name="connsiteX12" fmla="*/ 122396 w 409575"/>
                <a:gd name="connsiteY12" fmla="*/ 196745 h 571500"/>
                <a:gd name="connsiteX13" fmla="*/ 53816 w 409575"/>
                <a:gd name="connsiteY13" fmla="*/ 284375 h 571500"/>
                <a:gd name="connsiteX14" fmla="*/ 10954 w 409575"/>
                <a:gd name="connsiteY14" fmla="*/ 450110 h 571500"/>
                <a:gd name="connsiteX15" fmla="*/ 7144 w 409575"/>
                <a:gd name="connsiteY15" fmla="*/ 548217 h 571500"/>
                <a:gd name="connsiteX16" fmla="*/ 29051 w 409575"/>
                <a:gd name="connsiteY16" fmla="*/ 570125 h 571500"/>
                <a:gd name="connsiteX17" fmla="*/ 168116 w 409575"/>
                <a:gd name="connsiteY17" fmla="*/ 570125 h 571500"/>
                <a:gd name="connsiteX18" fmla="*/ 190024 w 409575"/>
                <a:gd name="connsiteY18" fmla="*/ 548217 h 571500"/>
                <a:gd name="connsiteX19" fmla="*/ 190024 w 409575"/>
                <a:gd name="connsiteY19" fmla="*/ 508212 h 571500"/>
                <a:gd name="connsiteX20" fmla="*/ 202406 w 409575"/>
                <a:gd name="connsiteY20" fmla="*/ 484400 h 571500"/>
                <a:gd name="connsiteX21" fmla="*/ 324326 w 409575"/>
                <a:gd name="connsiteY21" fmla="*/ 378672 h 571500"/>
                <a:gd name="connsiteX22" fmla="*/ 405289 w 409575"/>
                <a:gd name="connsiteY22" fmla="*/ 58632 h 571500"/>
                <a:gd name="connsiteX23" fmla="*/ 315754 w 409575"/>
                <a:gd name="connsiteY23" fmla="*/ 41487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09575" h="571500">
                  <a:moveTo>
                    <a:pt x="315754" y="41487"/>
                  </a:moveTo>
                  <a:cubicBezTo>
                    <a:pt x="310039" y="60537"/>
                    <a:pt x="297656" y="89112"/>
                    <a:pt x="283369" y="120545"/>
                  </a:cubicBezTo>
                  <a:cubicBezTo>
                    <a:pt x="291941" y="141500"/>
                    <a:pt x="290989" y="169122"/>
                    <a:pt x="275749" y="199602"/>
                  </a:cubicBezTo>
                  <a:cubicBezTo>
                    <a:pt x="271939" y="207222"/>
                    <a:pt x="267176" y="213890"/>
                    <a:pt x="261461" y="222462"/>
                  </a:cubicBezTo>
                  <a:cubicBezTo>
                    <a:pt x="247174" y="241512"/>
                    <a:pt x="229076" y="262467"/>
                    <a:pt x="208121" y="285327"/>
                  </a:cubicBezTo>
                  <a:cubicBezTo>
                    <a:pt x="207169" y="287232"/>
                    <a:pt x="205264" y="288185"/>
                    <a:pt x="204311" y="290090"/>
                  </a:cubicBezTo>
                  <a:cubicBezTo>
                    <a:pt x="199549" y="295805"/>
                    <a:pt x="190976" y="297710"/>
                    <a:pt x="184309" y="292947"/>
                  </a:cubicBezTo>
                  <a:cubicBezTo>
                    <a:pt x="176689" y="288185"/>
                    <a:pt x="174784" y="276755"/>
                    <a:pt x="181451" y="270087"/>
                  </a:cubicBezTo>
                  <a:cubicBezTo>
                    <a:pt x="183356" y="268182"/>
                    <a:pt x="184309" y="266277"/>
                    <a:pt x="186214" y="264372"/>
                  </a:cubicBezTo>
                  <a:cubicBezTo>
                    <a:pt x="212884" y="234845"/>
                    <a:pt x="238601" y="207222"/>
                    <a:pt x="249079" y="186267"/>
                  </a:cubicBezTo>
                  <a:cubicBezTo>
                    <a:pt x="269081" y="147215"/>
                    <a:pt x="255746" y="120545"/>
                    <a:pt x="236696" y="109115"/>
                  </a:cubicBezTo>
                  <a:cubicBezTo>
                    <a:pt x="220504" y="99590"/>
                    <a:pt x="198596" y="99590"/>
                    <a:pt x="187166" y="117687"/>
                  </a:cubicBezTo>
                  <a:cubicBezTo>
                    <a:pt x="170021" y="143405"/>
                    <a:pt x="146209" y="171027"/>
                    <a:pt x="122396" y="196745"/>
                  </a:cubicBezTo>
                  <a:cubicBezTo>
                    <a:pt x="95726" y="227225"/>
                    <a:pt x="69056" y="258657"/>
                    <a:pt x="53816" y="284375"/>
                  </a:cubicBezTo>
                  <a:cubicBezTo>
                    <a:pt x="36671" y="312950"/>
                    <a:pt x="15716" y="379625"/>
                    <a:pt x="10954" y="450110"/>
                  </a:cubicBezTo>
                  <a:cubicBezTo>
                    <a:pt x="9049" y="484400"/>
                    <a:pt x="8096" y="524405"/>
                    <a:pt x="7144" y="548217"/>
                  </a:cubicBezTo>
                  <a:cubicBezTo>
                    <a:pt x="7144" y="560600"/>
                    <a:pt x="16669" y="570125"/>
                    <a:pt x="29051" y="570125"/>
                  </a:cubicBezTo>
                  <a:lnTo>
                    <a:pt x="168116" y="570125"/>
                  </a:lnTo>
                  <a:cubicBezTo>
                    <a:pt x="180499" y="570125"/>
                    <a:pt x="190024" y="560600"/>
                    <a:pt x="190024" y="548217"/>
                  </a:cubicBezTo>
                  <a:lnTo>
                    <a:pt x="190024" y="508212"/>
                  </a:lnTo>
                  <a:cubicBezTo>
                    <a:pt x="190024" y="498687"/>
                    <a:pt x="194786" y="490115"/>
                    <a:pt x="202406" y="484400"/>
                  </a:cubicBezTo>
                  <a:cubicBezTo>
                    <a:pt x="251936" y="450110"/>
                    <a:pt x="298609" y="409152"/>
                    <a:pt x="324326" y="378672"/>
                  </a:cubicBezTo>
                  <a:cubicBezTo>
                    <a:pt x="381476" y="311997"/>
                    <a:pt x="401479" y="116735"/>
                    <a:pt x="405289" y="58632"/>
                  </a:cubicBezTo>
                  <a:cubicBezTo>
                    <a:pt x="407194" y="530"/>
                    <a:pt x="332899" y="-12805"/>
                    <a:pt x="315754" y="414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4D4B05F-FA1E-D64A-D054-2B6C3F014F96}"/>
              </a:ext>
            </a:extLst>
          </p:cNvPr>
          <p:cNvSpPr txBox="1"/>
          <p:nvPr/>
        </p:nvSpPr>
        <p:spPr>
          <a:xfrm>
            <a:off x="5032494" y="2893831"/>
            <a:ext cx="2141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Transformation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BEC1F6-6F3F-DF09-8F61-B4DFA6F2DBCF}"/>
              </a:ext>
            </a:extLst>
          </p:cNvPr>
          <p:cNvSpPr txBox="1"/>
          <p:nvPr/>
        </p:nvSpPr>
        <p:spPr>
          <a:xfrm>
            <a:off x="3472762" y="5150060"/>
            <a:ext cx="2011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Volume/Profit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AEEA99-AABD-715D-7A92-516BA10214C5}"/>
              </a:ext>
            </a:extLst>
          </p:cNvPr>
          <p:cNvSpPr txBox="1"/>
          <p:nvPr/>
        </p:nvSpPr>
        <p:spPr>
          <a:xfrm>
            <a:off x="7151215" y="5094954"/>
            <a:ext cx="10979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Margin</a:t>
            </a:r>
          </a:p>
        </p:txBody>
      </p:sp>
    </p:spTree>
    <p:extLst>
      <p:ext uri="{BB962C8B-B14F-4D97-AF65-F5344CB8AC3E}">
        <p14:creationId xmlns:p14="http://schemas.microsoft.com/office/powerpoint/2010/main" val="50632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246-09CA-D159-F7C1-8770296C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B7911-4429-5620-651D-8CF02A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74741D-2B9A-0122-543B-08154EC4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7254028"/>
              </p:ext>
            </p:extLst>
          </p:nvPr>
        </p:nvGraphicFramePr>
        <p:xfrm>
          <a:off x="8710838" y="338214"/>
          <a:ext cx="3228870" cy="5755496"/>
        </p:xfrm>
        <a:graphic>
          <a:graphicData uri="http://schemas.openxmlformats.org/drawingml/2006/table">
            <a:tbl>
              <a:tblPr/>
              <a:tblGrid>
                <a:gridCol w="1076290">
                  <a:extLst>
                    <a:ext uri="{9D8B030D-6E8A-4147-A177-3AD203B41FA5}">
                      <a16:colId xmlns:a16="http://schemas.microsoft.com/office/drawing/2014/main" val="74733390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342169736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1427849391"/>
                    </a:ext>
                  </a:extLst>
                </a:gridCol>
              </a:tblGrid>
              <a:tr h="604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073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2066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6312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4358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855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5888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8954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144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58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378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9006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236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00249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5357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359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41,700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91875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693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3124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487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3865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53,600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44598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54,600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368928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3356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6749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101,500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9002"/>
                  </a:ext>
                </a:extLst>
              </a:tr>
            </a:tbl>
          </a:graphicData>
        </a:graphic>
      </p:graphicFrame>
      <p:sp>
        <p:nvSpPr>
          <p:cNvPr id="9" name="TextBox 13">
            <a:extLst>
              <a:ext uri="{FF2B5EF4-FFF2-40B4-BE49-F238E27FC236}">
                <a16:creationId xmlns:a16="http://schemas.microsoft.com/office/drawing/2014/main" id="{3AA1946D-2370-3937-43B6-7AAAA0156EA5}"/>
              </a:ext>
            </a:extLst>
          </p:cNvPr>
          <p:cNvSpPr txBox="1"/>
          <p:nvPr/>
        </p:nvSpPr>
        <p:spPr>
          <a:xfrm>
            <a:off x="5585070" y="1224971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1427FCD-60BD-44A4-7EC8-0DA3A8B8AAB4}"/>
              </a:ext>
            </a:extLst>
          </p:cNvPr>
          <p:cNvSpPr txBox="1"/>
          <p:nvPr/>
        </p:nvSpPr>
        <p:spPr>
          <a:xfrm>
            <a:off x="5147926" y="1881897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8AD15935-ECCD-D33E-6374-87A76F55473C}"/>
              </a:ext>
            </a:extLst>
          </p:cNvPr>
          <p:cNvSpPr txBox="1"/>
          <p:nvPr/>
        </p:nvSpPr>
        <p:spPr>
          <a:xfrm>
            <a:off x="7232150" y="1881897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12" name="TextBox 9">
            <a:extLst>
              <a:ext uri="{FF2B5EF4-FFF2-40B4-BE49-F238E27FC236}">
                <a16:creationId xmlns:a16="http://schemas.microsoft.com/office/drawing/2014/main" id="{5F94E5B5-90A3-01DA-6460-61E0FBE73982}"/>
              </a:ext>
            </a:extLst>
          </p:cNvPr>
          <p:cNvSpPr txBox="1"/>
          <p:nvPr/>
        </p:nvSpPr>
        <p:spPr>
          <a:xfrm>
            <a:off x="5141641" y="212762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$15.31M</a:t>
            </a:r>
            <a:endParaRPr lang="en-US" sz="2000" dirty="0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81ED2F41-E94D-4EB7-140C-733A91ADF312}"/>
              </a:ext>
            </a:extLst>
          </p:cNvPr>
          <p:cNvSpPr txBox="1"/>
          <p:nvPr/>
        </p:nvSpPr>
        <p:spPr>
          <a:xfrm>
            <a:off x="6935190" y="2127622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$1.73M</a:t>
            </a:r>
            <a:endParaRPr lang="en-US" sz="2000" dirty="0"/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2A316622-4106-CE16-17A4-8DC79524A1B9}"/>
              </a:ext>
            </a:extLst>
          </p:cNvPr>
          <p:cNvSpPr txBox="1"/>
          <p:nvPr/>
        </p:nvSpPr>
        <p:spPr>
          <a:xfrm>
            <a:off x="5794071" y="2739387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CB5443F6-CBCE-0B5E-95A0-4546ACCCA0A2}"/>
              </a:ext>
            </a:extLst>
          </p:cNvPr>
          <p:cNvSpPr txBox="1"/>
          <p:nvPr/>
        </p:nvSpPr>
        <p:spPr>
          <a:xfrm>
            <a:off x="5138917" y="339631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51CA331C-EDBB-6424-3011-8BAA8071699E}"/>
              </a:ext>
            </a:extLst>
          </p:cNvPr>
          <p:cNvSpPr txBox="1"/>
          <p:nvPr/>
        </p:nvSpPr>
        <p:spPr>
          <a:xfrm>
            <a:off x="7223141" y="339631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31855B83-A62D-B4EB-698B-7A3D235EB37F}"/>
              </a:ext>
            </a:extLst>
          </p:cNvPr>
          <p:cNvSpPr txBox="1"/>
          <p:nvPr/>
        </p:nvSpPr>
        <p:spPr>
          <a:xfrm>
            <a:off x="5132632" y="364203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$106.68M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EE789833-C289-5294-8F2D-4D767E61DB81}"/>
              </a:ext>
            </a:extLst>
          </p:cNvPr>
          <p:cNvSpPr txBox="1"/>
          <p:nvPr/>
        </p:nvSpPr>
        <p:spPr>
          <a:xfrm>
            <a:off x="6926181" y="364203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$13.26M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C134E2B3-DCEE-CE93-C822-3E071F419FE3}"/>
              </a:ext>
            </a:extLst>
          </p:cNvPr>
          <p:cNvSpPr txBox="1"/>
          <p:nvPr/>
        </p:nvSpPr>
        <p:spPr>
          <a:xfrm>
            <a:off x="5742165" y="4359954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3F4F68E6-2801-B9F2-EAD1-E82286699AA8}"/>
              </a:ext>
            </a:extLst>
          </p:cNvPr>
          <p:cNvSpPr txBox="1"/>
          <p:nvPr/>
        </p:nvSpPr>
        <p:spPr>
          <a:xfrm>
            <a:off x="5147926" y="5016880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BC106FB7-5807-5278-7987-C1D6F675EFB8}"/>
              </a:ext>
            </a:extLst>
          </p:cNvPr>
          <p:cNvSpPr txBox="1"/>
          <p:nvPr/>
        </p:nvSpPr>
        <p:spPr>
          <a:xfrm>
            <a:off x="7232150" y="5016880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22" name="TextBox 25">
            <a:extLst>
              <a:ext uri="{FF2B5EF4-FFF2-40B4-BE49-F238E27FC236}">
                <a16:creationId xmlns:a16="http://schemas.microsoft.com/office/drawing/2014/main" id="{9EBA24F1-3A8C-6150-D927-082474F79D22}"/>
              </a:ext>
            </a:extLst>
          </p:cNvPr>
          <p:cNvSpPr txBox="1"/>
          <p:nvPr/>
        </p:nvSpPr>
        <p:spPr>
          <a:xfrm>
            <a:off x="5141641" y="5262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$212.54M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3" name="TextBox 26">
            <a:extLst>
              <a:ext uri="{FF2B5EF4-FFF2-40B4-BE49-F238E27FC236}">
                <a16:creationId xmlns:a16="http://schemas.microsoft.com/office/drawing/2014/main" id="{681ACBDE-3D92-84E0-860E-5CE53753C151}"/>
              </a:ext>
            </a:extLst>
          </p:cNvPr>
          <p:cNvSpPr txBox="1"/>
          <p:nvPr/>
        </p:nvSpPr>
        <p:spPr>
          <a:xfrm>
            <a:off x="6935190" y="5262605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$26.58M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5CB06021-EBF8-C602-9396-8BD2590988EA}"/>
              </a:ext>
            </a:extLst>
          </p:cNvPr>
          <p:cNvSpPr txBox="1">
            <a:spLocks/>
          </p:cNvSpPr>
          <p:nvPr/>
        </p:nvSpPr>
        <p:spPr>
          <a:xfrm>
            <a:off x="327270" y="74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Traditional Volume-Based DTE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EDBB93-332B-1AB6-EB1B-9C270F862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431310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72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246-09CA-D159-F7C1-8770296C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B7911-4429-5620-651D-8CF02A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74741D-2B9A-0122-543B-08154EC4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4134252"/>
              </p:ext>
            </p:extLst>
          </p:nvPr>
        </p:nvGraphicFramePr>
        <p:xfrm>
          <a:off x="8710838" y="338214"/>
          <a:ext cx="3228870" cy="5755496"/>
        </p:xfrm>
        <a:graphic>
          <a:graphicData uri="http://schemas.openxmlformats.org/drawingml/2006/table">
            <a:tbl>
              <a:tblPr/>
              <a:tblGrid>
                <a:gridCol w="1076290">
                  <a:extLst>
                    <a:ext uri="{9D8B030D-6E8A-4147-A177-3AD203B41FA5}">
                      <a16:colId xmlns:a16="http://schemas.microsoft.com/office/drawing/2014/main" val="74733390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342169736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1427849391"/>
                    </a:ext>
                  </a:extLst>
                </a:gridCol>
              </a:tblGrid>
              <a:tr h="604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Target</a:t>
                      </a:r>
                    </a:p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073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2066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6312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4358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855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5888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8954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144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58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378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590060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236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00249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55357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9359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12,400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91875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13,500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8693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3124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0487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38655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445984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368928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33567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966749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9002"/>
                  </a:ext>
                </a:extLst>
              </a:tr>
            </a:tbl>
          </a:graphicData>
        </a:graphic>
      </p:graphicFrame>
      <p:sp>
        <p:nvSpPr>
          <p:cNvPr id="27" name="Title 1">
            <a:extLst>
              <a:ext uri="{FF2B5EF4-FFF2-40B4-BE49-F238E27FC236}">
                <a16:creationId xmlns:a16="http://schemas.microsoft.com/office/drawing/2014/main" id="{5CB06021-EBF8-C602-9396-8BD2590988EA}"/>
              </a:ext>
            </a:extLst>
          </p:cNvPr>
          <p:cNvSpPr txBox="1">
            <a:spLocks/>
          </p:cNvSpPr>
          <p:nvPr/>
        </p:nvSpPr>
        <p:spPr>
          <a:xfrm>
            <a:off x="327270" y="74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Margin-Focused DTE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7C3C7598-6660-4FB4-EB3D-A0A45ADE6DD5}"/>
              </a:ext>
            </a:extLst>
          </p:cNvPr>
          <p:cNvSpPr txBox="1"/>
          <p:nvPr/>
        </p:nvSpPr>
        <p:spPr>
          <a:xfrm>
            <a:off x="5586890" y="1216553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E4B4D13-3141-F0D2-CEE7-0A4E14B0E7E3}"/>
              </a:ext>
            </a:extLst>
          </p:cNvPr>
          <p:cNvSpPr txBox="1"/>
          <p:nvPr/>
        </p:nvSpPr>
        <p:spPr>
          <a:xfrm>
            <a:off x="5149746" y="1873479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9778C666-653F-5F1F-BF94-15501A5C22F6}"/>
              </a:ext>
            </a:extLst>
          </p:cNvPr>
          <p:cNvSpPr txBox="1"/>
          <p:nvPr/>
        </p:nvSpPr>
        <p:spPr>
          <a:xfrm>
            <a:off x="7233970" y="1873479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84C48BCB-F206-200A-4FBC-326A716E90D7}"/>
              </a:ext>
            </a:extLst>
          </p:cNvPr>
          <p:cNvSpPr txBox="1"/>
          <p:nvPr/>
        </p:nvSpPr>
        <p:spPr>
          <a:xfrm>
            <a:off x="5143461" y="211920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$2.55M</a:t>
            </a:r>
            <a:endParaRPr lang="en-US" sz="2000" dirty="0"/>
          </a:p>
        </p:txBody>
      </p:sp>
      <p:sp>
        <p:nvSpPr>
          <p:cNvPr id="26" name="TextBox 14">
            <a:extLst>
              <a:ext uri="{FF2B5EF4-FFF2-40B4-BE49-F238E27FC236}">
                <a16:creationId xmlns:a16="http://schemas.microsoft.com/office/drawing/2014/main" id="{4701CB32-7002-50CC-E4FD-3B2BE3DED5A3}"/>
              </a:ext>
            </a:extLst>
          </p:cNvPr>
          <p:cNvSpPr txBox="1"/>
          <p:nvPr/>
        </p:nvSpPr>
        <p:spPr>
          <a:xfrm>
            <a:off x="6937010" y="211920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$0.37M</a:t>
            </a:r>
            <a:endParaRPr lang="en-US" sz="2000" dirty="0"/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20A0EF07-55BD-5BD1-D289-D769AF292463}"/>
              </a:ext>
            </a:extLst>
          </p:cNvPr>
          <p:cNvSpPr txBox="1"/>
          <p:nvPr/>
        </p:nvSpPr>
        <p:spPr>
          <a:xfrm>
            <a:off x="5795891" y="2730969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5F35CCBE-D9AF-2C00-152C-29BC4213DD03}"/>
              </a:ext>
            </a:extLst>
          </p:cNvPr>
          <p:cNvSpPr txBox="1"/>
          <p:nvPr/>
        </p:nvSpPr>
        <p:spPr>
          <a:xfrm>
            <a:off x="5140737" y="338789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C1D3B1A8-FAAE-0B88-C29F-E85065B280D4}"/>
              </a:ext>
            </a:extLst>
          </p:cNvPr>
          <p:cNvSpPr txBox="1"/>
          <p:nvPr/>
        </p:nvSpPr>
        <p:spPr>
          <a:xfrm>
            <a:off x="7224961" y="3387895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31" name="TextBox 20">
            <a:extLst>
              <a:ext uri="{FF2B5EF4-FFF2-40B4-BE49-F238E27FC236}">
                <a16:creationId xmlns:a16="http://schemas.microsoft.com/office/drawing/2014/main" id="{2874283C-CA06-5479-4602-EB0270C154E4}"/>
              </a:ext>
            </a:extLst>
          </p:cNvPr>
          <p:cNvSpPr txBox="1"/>
          <p:nvPr/>
        </p:nvSpPr>
        <p:spPr>
          <a:xfrm>
            <a:off x="5134452" y="363362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$17.78M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32" name="TextBox 21">
            <a:extLst>
              <a:ext uri="{FF2B5EF4-FFF2-40B4-BE49-F238E27FC236}">
                <a16:creationId xmlns:a16="http://schemas.microsoft.com/office/drawing/2014/main" id="{4D69DD81-2339-406D-F79D-43DD31A624AE}"/>
              </a:ext>
            </a:extLst>
          </p:cNvPr>
          <p:cNvSpPr txBox="1"/>
          <p:nvPr/>
        </p:nvSpPr>
        <p:spPr>
          <a:xfrm>
            <a:off x="6928001" y="363362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$3.75M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312B49EA-FDDE-9E1D-77A0-02F68C559BD9}"/>
              </a:ext>
            </a:extLst>
          </p:cNvPr>
          <p:cNvSpPr txBox="1"/>
          <p:nvPr/>
        </p:nvSpPr>
        <p:spPr>
          <a:xfrm>
            <a:off x="5743985" y="4351536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34" name="TextBox 23">
            <a:extLst>
              <a:ext uri="{FF2B5EF4-FFF2-40B4-BE49-F238E27FC236}">
                <a16:creationId xmlns:a16="http://schemas.microsoft.com/office/drawing/2014/main" id="{A1A34FF8-3080-8575-C5C5-BC34F65F6E3C}"/>
              </a:ext>
            </a:extLst>
          </p:cNvPr>
          <p:cNvSpPr txBox="1"/>
          <p:nvPr/>
        </p:nvSpPr>
        <p:spPr>
          <a:xfrm>
            <a:off x="5149746" y="5008462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B8C04B80-4154-902A-4A59-2F92CBA523E7}"/>
              </a:ext>
            </a:extLst>
          </p:cNvPr>
          <p:cNvSpPr txBox="1"/>
          <p:nvPr/>
        </p:nvSpPr>
        <p:spPr>
          <a:xfrm>
            <a:off x="7233970" y="5008462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36" name="TextBox 25">
            <a:extLst>
              <a:ext uri="{FF2B5EF4-FFF2-40B4-BE49-F238E27FC236}">
                <a16:creationId xmlns:a16="http://schemas.microsoft.com/office/drawing/2014/main" id="{2C44FC3C-3343-4CC8-02C5-6DCA80215658}"/>
              </a:ext>
            </a:extLst>
          </p:cNvPr>
          <p:cNvSpPr txBox="1"/>
          <p:nvPr/>
        </p:nvSpPr>
        <p:spPr>
          <a:xfrm>
            <a:off x="5143461" y="5254187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$35.42M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37" name="TextBox 26">
            <a:extLst>
              <a:ext uri="{FF2B5EF4-FFF2-40B4-BE49-F238E27FC236}">
                <a16:creationId xmlns:a16="http://schemas.microsoft.com/office/drawing/2014/main" id="{22C2A19F-FEC8-EE24-6C1A-DEC9F80CB3E3}"/>
              </a:ext>
            </a:extLst>
          </p:cNvPr>
          <p:cNvSpPr txBox="1"/>
          <p:nvPr/>
        </p:nvSpPr>
        <p:spPr>
          <a:xfrm>
            <a:off x="6937010" y="5254187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$7.63M</a:t>
            </a:r>
            <a:endParaRPr lang="en-US" sz="2000" dirty="0">
              <a:solidFill>
                <a:srgbClr val="2F5597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6E78E96-C838-C2C3-A09C-AF8AD995C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43131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63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5DF246-09CA-D159-F7C1-8770296C5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3B7911-4429-5620-651D-8CF02A22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74741D-2B9A-0122-543B-08154EC42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639798"/>
              </p:ext>
            </p:extLst>
          </p:nvPr>
        </p:nvGraphicFramePr>
        <p:xfrm>
          <a:off x="8700415" y="1712788"/>
          <a:ext cx="3228870" cy="2664836"/>
        </p:xfrm>
        <a:graphic>
          <a:graphicData uri="http://schemas.openxmlformats.org/drawingml/2006/table">
            <a:tbl>
              <a:tblPr/>
              <a:tblGrid>
                <a:gridCol w="1076290">
                  <a:extLst>
                    <a:ext uri="{9D8B030D-6E8A-4147-A177-3AD203B41FA5}">
                      <a16:colId xmlns:a16="http://schemas.microsoft.com/office/drawing/2014/main" val="74733390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3421697369"/>
                    </a:ext>
                  </a:extLst>
                </a:gridCol>
                <a:gridCol w="1076290">
                  <a:extLst>
                    <a:ext uri="{9D8B030D-6E8A-4147-A177-3AD203B41FA5}">
                      <a16:colId xmlns:a16="http://schemas.microsoft.com/office/drawing/2014/main" val="1427849391"/>
                    </a:ext>
                  </a:extLst>
                </a:gridCol>
              </a:tblGrid>
              <a:tr h="6043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57073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9,100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20,020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22066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18,300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40,260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6312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27,600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60,720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43589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38,200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84,040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13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49,600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109,120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085520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61,300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134,860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458886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72,900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160,380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589541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83,600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183,920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91442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93,200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205,040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558393"/>
                  </a:ext>
                </a:extLst>
              </a:tr>
              <a:tr h="206044"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kern="1200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101,400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11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kern="1200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+mn-ea"/>
                          <a:cs typeface="Arial"/>
                        </a:rPr>
                        <a:t>223,080</a:t>
                      </a:r>
                    </a:p>
                  </a:txBody>
                  <a:tcPr marL="9525" marR="9525" marT="9525" marB="0" anchor="b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837802"/>
                  </a:ext>
                </a:extLst>
              </a:tr>
            </a:tbl>
          </a:graphicData>
        </a:graphic>
      </p:graphicFrame>
      <p:sp>
        <p:nvSpPr>
          <p:cNvPr id="27" name="Title 1">
            <a:extLst>
              <a:ext uri="{FF2B5EF4-FFF2-40B4-BE49-F238E27FC236}">
                <a16:creationId xmlns:a16="http://schemas.microsoft.com/office/drawing/2014/main" id="{5CB06021-EBF8-C602-9396-8BD2590988EA}"/>
              </a:ext>
            </a:extLst>
          </p:cNvPr>
          <p:cNvSpPr txBox="1">
            <a:spLocks/>
          </p:cNvSpPr>
          <p:nvPr/>
        </p:nvSpPr>
        <p:spPr>
          <a:xfrm>
            <a:off x="327270" y="748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State-Wide DTE</a:t>
            </a:r>
          </a:p>
        </p:txBody>
      </p:sp>
      <p:sp>
        <p:nvSpPr>
          <p:cNvPr id="38" name="TextBox 13">
            <a:extLst>
              <a:ext uri="{FF2B5EF4-FFF2-40B4-BE49-F238E27FC236}">
                <a16:creationId xmlns:a16="http://schemas.microsoft.com/office/drawing/2014/main" id="{B59902C4-7FD1-F4A5-BE4E-9204ED577CCA}"/>
              </a:ext>
            </a:extLst>
          </p:cNvPr>
          <p:cNvSpPr txBox="1"/>
          <p:nvPr/>
        </p:nvSpPr>
        <p:spPr>
          <a:xfrm>
            <a:off x="5576842" y="1196457"/>
            <a:ext cx="256833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</a:rPr>
              <a:t>Gaining Name Recognition, Early Growth</a:t>
            </a:r>
          </a:p>
        </p:txBody>
      </p:sp>
      <p:sp>
        <p:nvSpPr>
          <p:cNvPr id="39" name="TextBox 6">
            <a:extLst>
              <a:ext uri="{FF2B5EF4-FFF2-40B4-BE49-F238E27FC236}">
                <a16:creationId xmlns:a16="http://schemas.microsoft.com/office/drawing/2014/main" id="{E45599C2-66D9-647F-48A6-2321DBA54CC3}"/>
              </a:ext>
            </a:extLst>
          </p:cNvPr>
          <p:cNvSpPr txBox="1"/>
          <p:nvPr/>
        </p:nvSpPr>
        <p:spPr>
          <a:xfrm>
            <a:off x="5139698" y="1853383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Revenue: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58CFC727-98D7-62CE-89F0-573E962A246B}"/>
              </a:ext>
            </a:extLst>
          </p:cNvPr>
          <p:cNvSpPr txBox="1"/>
          <p:nvPr/>
        </p:nvSpPr>
        <p:spPr>
          <a:xfrm>
            <a:off x="7223922" y="1853383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</a:rPr>
              <a:t>New Profit:</a:t>
            </a:r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E4A829FD-164F-8DB7-364E-EF7312F8462E}"/>
              </a:ext>
            </a:extLst>
          </p:cNvPr>
          <p:cNvSpPr txBox="1"/>
          <p:nvPr/>
        </p:nvSpPr>
        <p:spPr>
          <a:xfrm>
            <a:off x="5133413" y="209910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$0M</a:t>
            </a:r>
            <a:endParaRPr lang="en-US" sz="2000" dirty="0"/>
          </a:p>
        </p:txBody>
      </p:sp>
      <p:sp>
        <p:nvSpPr>
          <p:cNvPr id="42" name="TextBox 14">
            <a:extLst>
              <a:ext uri="{FF2B5EF4-FFF2-40B4-BE49-F238E27FC236}">
                <a16:creationId xmlns:a16="http://schemas.microsoft.com/office/drawing/2014/main" id="{5A8A101E-3AB6-C93B-0252-9A624BE57254}"/>
              </a:ext>
            </a:extLst>
          </p:cNvPr>
          <p:cNvSpPr txBox="1"/>
          <p:nvPr/>
        </p:nvSpPr>
        <p:spPr>
          <a:xfrm>
            <a:off x="6926962" y="2099108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</a:rPr>
              <a:t>$0M</a:t>
            </a:r>
            <a:endParaRPr lang="en-US" sz="2000" dirty="0"/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ED224C45-9D66-A5A0-B7E7-65E8652BEB9B}"/>
              </a:ext>
            </a:extLst>
          </p:cNvPr>
          <p:cNvSpPr txBox="1"/>
          <p:nvPr/>
        </p:nvSpPr>
        <p:spPr>
          <a:xfrm>
            <a:off x="5785843" y="2710873"/>
            <a:ext cx="2132315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Strong Reputation, Strong Growth</a:t>
            </a:r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23C14FE5-6236-6CF3-3013-1E0933D78809}"/>
              </a:ext>
            </a:extLst>
          </p:cNvPr>
          <p:cNvSpPr txBox="1"/>
          <p:nvPr/>
        </p:nvSpPr>
        <p:spPr>
          <a:xfrm>
            <a:off x="5130689" y="3367799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45" name="TextBox 17">
            <a:extLst>
              <a:ext uri="{FF2B5EF4-FFF2-40B4-BE49-F238E27FC236}">
                <a16:creationId xmlns:a16="http://schemas.microsoft.com/office/drawing/2014/main" id="{56BF6F06-2AD8-1DDA-0DDD-2B6F165F49CE}"/>
              </a:ext>
            </a:extLst>
          </p:cNvPr>
          <p:cNvSpPr txBox="1"/>
          <p:nvPr/>
        </p:nvSpPr>
        <p:spPr>
          <a:xfrm>
            <a:off x="7214913" y="3367799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2AEAF150-16D0-7903-CB63-3745FFBF619D}"/>
              </a:ext>
            </a:extLst>
          </p:cNvPr>
          <p:cNvSpPr txBox="1"/>
          <p:nvPr/>
        </p:nvSpPr>
        <p:spPr>
          <a:xfrm>
            <a:off x="5124404" y="361352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43D38FFD-B2C4-C300-4FCA-EB94ECBDF280}"/>
              </a:ext>
            </a:extLst>
          </p:cNvPr>
          <p:cNvSpPr txBox="1"/>
          <p:nvPr/>
        </p:nvSpPr>
        <p:spPr>
          <a:xfrm>
            <a:off x="6917953" y="3613524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48" name="TextBox 22">
            <a:extLst>
              <a:ext uri="{FF2B5EF4-FFF2-40B4-BE49-F238E27FC236}">
                <a16:creationId xmlns:a16="http://schemas.microsoft.com/office/drawing/2014/main" id="{FAE4B28E-F4EA-A7EB-D15E-AF6466E1E0C4}"/>
              </a:ext>
            </a:extLst>
          </p:cNvPr>
          <p:cNvSpPr txBox="1"/>
          <p:nvPr/>
        </p:nvSpPr>
        <p:spPr>
          <a:xfrm>
            <a:off x="5733937" y="4331440"/>
            <a:ext cx="2254143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</a:rPr>
              <a:t>High Profitability, Market Saturation</a:t>
            </a:r>
          </a:p>
        </p:txBody>
      </p:sp>
      <p:sp>
        <p:nvSpPr>
          <p:cNvPr id="49" name="TextBox 23">
            <a:extLst>
              <a:ext uri="{FF2B5EF4-FFF2-40B4-BE49-F238E27FC236}">
                <a16:creationId xmlns:a16="http://schemas.microsoft.com/office/drawing/2014/main" id="{7BD911B9-2A59-EA60-CF23-3538655E860A}"/>
              </a:ext>
            </a:extLst>
          </p:cNvPr>
          <p:cNvSpPr txBox="1"/>
          <p:nvPr/>
        </p:nvSpPr>
        <p:spPr>
          <a:xfrm>
            <a:off x="5139698" y="4988366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Revenue:</a:t>
            </a:r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4087BB16-49AE-3800-9E71-5EF2BE2A84DE}"/>
              </a:ext>
            </a:extLst>
          </p:cNvPr>
          <p:cNvSpPr txBox="1"/>
          <p:nvPr/>
        </p:nvSpPr>
        <p:spPr>
          <a:xfrm>
            <a:off x="7223922" y="4988366"/>
            <a:ext cx="11180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</a:rPr>
              <a:t>New Profit:</a:t>
            </a:r>
          </a:p>
        </p:txBody>
      </p:sp>
      <p:sp>
        <p:nvSpPr>
          <p:cNvPr id="51" name="TextBox 25">
            <a:extLst>
              <a:ext uri="{FF2B5EF4-FFF2-40B4-BE49-F238E27FC236}">
                <a16:creationId xmlns:a16="http://schemas.microsoft.com/office/drawing/2014/main" id="{56930A29-01DD-91E7-EA0B-27BE38DB5E6E}"/>
              </a:ext>
            </a:extLst>
          </p:cNvPr>
          <p:cNvSpPr txBox="1"/>
          <p:nvPr/>
        </p:nvSpPr>
        <p:spPr>
          <a:xfrm>
            <a:off x="5133413" y="523409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52" name="TextBox 26">
            <a:extLst>
              <a:ext uri="{FF2B5EF4-FFF2-40B4-BE49-F238E27FC236}">
                <a16:creationId xmlns:a16="http://schemas.microsoft.com/office/drawing/2014/main" id="{9B9CAC14-29C4-08EE-9339-2B048C7F45AE}"/>
              </a:ext>
            </a:extLst>
          </p:cNvPr>
          <p:cNvSpPr txBox="1"/>
          <p:nvPr/>
        </p:nvSpPr>
        <p:spPr>
          <a:xfrm>
            <a:off x="6926962" y="5234091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</a:rPr>
              <a:t>$0M</a:t>
            </a:r>
            <a:endParaRPr lang="en-US" sz="2000" dirty="0">
              <a:solidFill>
                <a:srgbClr val="2F5597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BD93A0-B825-A6F8-E887-1FAC1F00892F}"/>
              </a:ext>
            </a:extLst>
          </p:cNvPr>
          <p:cNvSpPr/>
          <p:nvPr/>
        </p:nvSpPr>
        <p:spPr>
          <a:xfrm>
            <a:off x="8699557" y="4394054"/>
            <a:ext cx="3228870" cy="109234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Target of reaching 20% of the population in 10 years.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A8C296A-0E12-DE3F-DE63-377F5BDD9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0"/>
            <a:ext cx="431310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607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2E69C7-B12F-2A96-399C-CF6A1FCAD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Insights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68BA346-D542-5D79-642B-1BC0132EF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C8A3B0-E1FB-AD50-ED61-EFB87DFE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1907F-5ED2-649A-743A-8A8C984A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184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pPr algn="ctr"/>
            <a:r>
              <a:rPr lang="en-US" b="1" dirty="0"/>
              <a:t>Companies by County</a:t>
            </a:r>
            <a:endParaRPr b="1" dirty="0"/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9B2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2C3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3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6CA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A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20541" y="440582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117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226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568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62811" y="38455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34828" y="4190805"/>
              <a:ext cx="18086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144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65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09236" y="4204503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16487" y="4559127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42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91145" y="351107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97540" y="388342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182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3241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327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330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333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73360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93241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1327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330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333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73360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83918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039483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239780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4007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40374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758041" y="1624545"/>
              <a:ext cx="566271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Headquartered by County With 50+ Employees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Companies with 50-200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8B1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1C1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B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4AAD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3C5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F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50686" y="4404502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89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094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62811" y="384549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02206" y="41619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34828" y="4189482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104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96535" y="447035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37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09236" y="4203498"/>
              <a:ext cx="120579" cy="789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86710" y="3637371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119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76629" y="335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16487" y="455775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91145" y="351102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81412" y="4145796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97540" y="3884746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22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83138" y="488538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148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9704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2631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52921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79530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99704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2631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52921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79530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903807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169895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435983" y="588171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702071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901091" y="1624545"/>
              <a:ext cx="337661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50-200 Employees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201-500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AB4D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0BFD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B9AC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0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BD3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91A5D1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50686" y="4404502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94288" y="2610891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29798" y="4602585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64973" y="4189429"/>
              <a:ext cx="12057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20683" y="4418394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359"/>
              <a:ext cx="6028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3180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16855" y="3637371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26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5064"/>
              <a:ext cx="60289" cy="77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6045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3721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7226"/>
              <a:ext cx="60289" cy="778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607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13283" y="4885383"/>
              <a:ext cx="12057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503285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31183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59082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03285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31183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59082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970698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5249683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528669" y="5883137"/>
              <a:ext cx="12431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776576" y="588177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844585" y="1624545"/>
              <a:ext cx="348962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201-500 Employees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501-1000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C69B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22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59942" y="4603908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8948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971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173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16855" y="3638694"/>
              <a:ext cx="12057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4746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717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8030"/>
              <a:ext cx="60289" cy="765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97871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1812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38375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58627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78880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497871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1812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38375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558627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578880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947632" y="5883192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119077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321599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524122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726645" y="5881773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788080" y="1624545"/>
              <a:ext cx="360263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501-1000 Employees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Companies with 1001-3000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7F87C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F6DB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582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2585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55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41"/>
              <a:ext cx="60289" cy="7929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9080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971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173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9012"/>
              <a:ext cx="60289" cy="775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670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4959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2299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9640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4959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2299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9640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018515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291920" y="5883465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565326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838732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2731575" y="1624545"/>
              <a:ext cx="371564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1001-3000 Employees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Companies with 3001+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7C82C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5ACD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3961"/>
              <a:ext cx="60289" cy="778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686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90805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83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41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739381" y="4204503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8694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9127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121290" y="3512398"/>
              <a:ext cx="60289" cy="779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538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07155" y="5711234"/>
              <a:ext cx="1397613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Companies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4358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761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499491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21363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432360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651085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869809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47761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499491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21363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432360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8"/>
            <p:cNvSpPr/>
            <p:nvPr/>
          </p:nvSpPr>
          <p:spPr>
            <a:xfrm>
              <a:off x="5651085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49"/>
            <p:cNvSpPr/>
            <p:nvPr/>
          </p:nvSpPr>
          <p:spPr>
            <a:xfrm>
              <a:off x="5869809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x50"/>
            <p:cNvSpPr/>
            <p:nvPr/>
          </p:nvSpPr>
          <p:spPr>
            <a:xfrm>
              <a:off x="4745109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4963834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182558" y="5883137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401283" y="5881718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620007" y="5883465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838732" y="5883192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2932096" y="1624545"/>
              <a:ext cx="331460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Companies with 3001+ Employees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t>Total Employees in Maine Counties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50168" y="253057"/>
            <a:ext cx="11891664" cy="6293294"/>
            <a:chOff x="457200" y="1600200"/>
            <a:chExt cx="8229600" cy="4525962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6AED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3C4D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2A7D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1C2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3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BD4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D9EC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49932" y="445082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27,425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688794" y="259691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13,550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697649" y="4622263"/>
              <a:ext cx="39185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124,750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8,548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696712" y="414796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15,150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31,500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70009" y="44180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9,175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03742" y="4189153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16,525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42,475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4,275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76042" y="4672849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985651" y="3497047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14,325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6,625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5,200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07789" y="487135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36,500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5654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8348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41042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63736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95654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18348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41042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63736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785630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25,000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661869" y="5873866"/>
              <a:ext cx="403984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2090920" y="1624545"/>
              <a:ext cx="4996953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Total Employees at Companies with 50+ Employees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50-200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8B1D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1C1D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B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4C7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4AAD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3C5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5C9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8F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8CE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CF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CD5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793CA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45192" y="439047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11,125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7,500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53,500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2,875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13,000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4,625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5,625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14,875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2,125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4,250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4,375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4,125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2,750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07789" y="4871356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18,500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93604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4891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61787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7465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7875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93604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14891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61787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7465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7875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65132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97800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9087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03744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16614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822533" y="1624545"/>
              <a:ext cx="5533727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Smaller Companies with 50-200 Employees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201-500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9AB4D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0BFD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5C8E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B9AC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6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CD6E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8CF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90A2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BD3E4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1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7CDE2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91A5D1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6,300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4,550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35,000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32666" y="3845544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3,150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59479" y="4175455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10,500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1,050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2,100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41506" y="3623344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9,100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01280" y="333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1,400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06063" y="4131822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1,750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222191" y="386939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2,450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8,750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50649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38377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70261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0649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38377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70261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x44"/>
            <p:cNvSpPr/>
            <p:nvPr/>
          </p:nvSpPr>
          <p:spPr>
            <a:xfrm>
              <a:off x="4894018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5212858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5531699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30,000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450116" y="1624545"/>
              <a:ext cx="627856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Medium-Sized Companies with 201-500 Employees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501-1000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8998C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C69B8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A4C8D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9D0E3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E9FCF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718939" y="25969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20,250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89624" y="417545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11361" y="3623344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10,500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246484" y="3353423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1,500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451267" y="4145849"/>
              <a:ext cx="18086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5,250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3844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0847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7850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4853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3844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0847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7850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4853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898605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3755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0758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77617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382299" y="1624545"/>
              <a:ext cx="6414194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Medium-Large Companies with 501-1000 Employees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1001-3000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7F87C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6F6DB9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9EBCD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8FA1D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875337" y="439047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754449" y="4588558"/>
              <a:ext cx="331566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16,000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892956" y="38455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726857" y="41479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089624" y="417545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345334" y="440436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221187" y="4456385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641506" y="3623344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8,000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146632" y="455780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637934" y="4871356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04181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31522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588628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5862033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04181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31522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6"/>
            <p:cNvSpPr/>
            <p:nvPr/>
          </p:nvSpPr>
          <p:spPr>
            <a:xfrm>
              <a:off x="5588628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7"/>
            <p:cNvSpPr/>
            <p:nvPr/>
          </p:nvSpPr>
          <p:spPr>
            <a:xfrm>
              <a:off x="5862033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tx48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4901980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5175386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8,000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417713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12,000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5691119" y="5867312"/>
              <a:ext cx="341828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16,000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1743456" y="1624545"/>
              <a:ext cx="5691882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Large Companies with 1001-3000 Employees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t>Employees in Companies with 3001+ Employees</a:t>
            </a:r>
          </a:p>
        </p:txBody>
      </p:sp>
      <p:grpSp>
        <p:nvGrpSpPr>
          <p:cNvPr id="3" name="Content Placeholder 2"/>
          <p:cNvGrpSpPr/>
          <p:nvPr/>
        </p:nvGrpSpPr>
        <p:grpSpPr>
          <a:xfrm>
            <a:off x="1981200" y="1600201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4"/>
            <p:cNvSpPr/>
            <p:nvPr/>
          </p:nvSpPr>
          <p:spPr>
            <a:xfrm>
              <a:off x="3872291" y="4223939"/>
              <a:ext cx="241881" cy="392976"/>
            </a:xfrm>
            <a:custGeom>
              <a:avLst/>
              <a:gdLst/>
              <a:ahLst/>
              <a:cxnLst/>
              <a:rect l="0" t="0" r="0" b="0"/>
              <a:pathLst>
                <a:path w="241881" h="392976">
                  <a:moveTo>
                    <a:pt x="125207" y="11964"/>
                  </a:moveTo>
                  <a:lnTo>
                    <a:pt x="182125" y="0"/>
                  </a:lnTo>
                  <a:lnTo>
                    <a:pt x="196350" y="55803"/>
                  </a:lnTo>
                  <a:lnTo>
                    <a:pt x="182125" y="71730"/>
                  </a:lnTo>
                  <a:lnTo>
                    <a:pt x="207732" y="123459"/>
                  </a:lnTo>
                  <a:lnTo>
                    <a:pt x="207732" y="187036"/>
                  </a:lnTo>
                  <a:lnTo>
                    <a:pt x="241881" y="202914"/>
                  </a:lnTo>
                  <a:lnTo>
                    <a:pt x="233344" y="238619"/>
                  </a:lnTo>
                  <a:lnTo>
                    <a:pt x="241881" y="242584"/>
                  </a:lnTo>
                  <a:lnTo>
                    <a:pt x="224807" y="313892"/>
                  </a:lnTo>
                  <a:lnTo>
                    <a:pt x="224807" y="325762"/>
                  </a:lnTo>
                  <a:lnTo>
                    <a:pt x="219115" y="341587"/>
                  </a:lnTo>
                  <a:lnTo>
                    <a:pt x="224807" y="353452"/>
                  </a:lnTo>
                  <a:lnTo>
                    <a:pt x="202041" y="381122"/>
                  </a:lnTo>
                  <a:lnTo>
                    <a:pt x="196350" y="377171"/>
                  </a:lnTo>
                  <a:lnTo>
                    <a:pt x="184967" y="392976"/>
                  </a:lnTo>
                  <a:lnTo>
                    <a:pt x="139439" y="369266"/>
                  </a:lnTo>
                  <a:lnTo>
                    <a:pt x="136594" y="361359"/>
                  </a:lnTo>
                  <a:lnTo>
                    <a:pt x="85367" y="305972"/>
                  </a:lnTo>
                  <a:lnTo>
                    <a:pt x="54068" y="337631"/>
                  </a:lnTo>
                  <a:lnTo>
                    <a:pt x="45531" y="329719"/>
                  </a:lnTo>
                  <a:lnTo>
                    <a:pt x="34148" y="341587"/>
                  </a:lnTo>
                  <a:lnTo>
                    <a:pt x="17074" y="325762"/>
                  </a:lnTo>
                  <a:lnTo>
                    <a:pt x="11382" y="325762"/>
                  </a:lnTo>
                  <a:lnTo>
                    <a:pt x="2845" y="305972"/>
                  </a:lnTo>
                  <a:lnTo>
                    <a:pt x="0" y="286173"/>
                  </a:lnTo>
                  <a:lnTo>
                    <a:pt x="25611" y="251833"/>
                  </a:lnTo>
                  <a:lnTo>
                    <a:pt x="51222" y="217463"/>
                  </a:lnTo>
                  <a:lnTo>
                    <a:pt x="76834" y="183065"/>
                  </a:lnTo>
                  <a:lnTo>
                    <a:pt x="82521" y="183065"/>
                  </a:lnTo>
                  <a:lnTo>
                    <a:pt x="95327" y="135387"/>
                  </a:lnTo>
                  <a:lnTo>
                    <a:pt x="108133" y="87654"/>
                  </a:lnTo>
                  <a:lnTo>
                    <a:pt x="102441" y="51820"/>
                  </a:lnTo>
                  <a:lnTo>
                    <a:pt x="108133" y="47836"/>
                  </a:lnTo>
                  <a:lnTo>
                    <a:pt x="108133" y="31897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g5"/>
            <p:cNvSpPr/>
            <p:nvPr/>
          </p:nvSpPr>
          <p:spPr>
            <a:xfrm>
              <a:off x="4097099" y="2089798"/>
              <a:ext cx="1126881" cy="1365026"/>
            </a:xfrm>
            <a:custGeom>
              <a:avLst/>
              <a:gdLst/>
              <a:ahLst/>
              <a:cxnLst/>
              <a:rect l="0" t="0" r="0" b="0"/>
              <a:pathLst>
                <a:path w="1126881" h="1365026">
                  <a:moveTo>
                    <a:pt x="998828" y="1328418"/>
                  </a:moveTo>
                  <a:lnTo>
                    <a:pt x="956143" y="1335200"/>
                  </a:lnTo>
                  <a:lnTo>
                    <a:pt x="913457" y="1341980"/>
                  </a:lnTo>
                  <a:lnTo>
                    <a:pt x="870771" y="1348760"/>
                  </a:lnTo>
                  <a:lnTo>
                    <a:pt x="870771" y="1356894"/>
                  </a:lnTo>
                  <a:lnTo>
                    <a:pt x="811015" y="1365026"/>
                  </a:lnTo>
                  <a:lnTo>
                    <a:pt x="796783" y="1356894"/>
                  </a:lnTo>
                  <a:lnTo>
                    <a:pt x="796783" y="1315530"/>
                  </a:lnTo>
                  <a:lnTo>
                    <a:pt x="796783" y="1274122"/>
                  </a:lnTo>
                  <a:lnTo>
                    <a:pt x="796783" y="1232672"/>
                  </a:lnTo>
                  <a:lnTo>
                    <a:pt x="796783" y="1191178"/>
                  </a:lnTo>
                  <a:lnTo>
                    <a:pt x="796783" y="1149641"/>
                  </a:lnTo>
                  <a:lnTo>
                    <a:pt x="796783" y="1108060"/>
                  </a:lnTo>
                  <a:lnTo>
                    <a:pt x="796783" y="1099878"/>
                  </a:lnTo>
                  <a:lnTo>
                    <a:pt x="796783" y="1056001"/>
                  </a:lnTo>
                  <a:lnTo>
                    <a:pt x="796783" y="1012076"/>
                  </a:lnTo>
                  <a:lnTo>
                    <a:pt x="796783" y="968101"/>
                  </a:lnTo>
                  <a:lnTo>
                    <a:pt x="796783" y="924078"/>
                  </a:lnTo>
                  <a:lnTo>
                    <a:pt x="796783" y="880006"/>
                  </a:lnTo>
                  <a:lnTo>
                    <a:pt x="796783" y="835884"/>
                  </a:lnTo>
                  <a:lnTo>
                    <a:pt x="796783" y="791713"/>
                  </a:lnTo>
                  <a:lnTo>
                    <a:pt x="754099" y="790338"/>
                  </a:lnTo>
                  <a:lnTo>
                    <a:pt x="711414" y="788962"/>
                  </a:lnTo>
                  <a:lnTo>
                    <a:pt x="668730" y="787587"/>
                  </a:lnTo>
                  <a:lnTo>
                    <a:pt x="663038" y="783459"/>
                  </a:lnTo>
                  <a:lnTo>
                    <a:pt x="603279" y="783459"/>
                  </a:lnTo>
                  <a:lnTo>
                    <a:pt x="599484" y="740803"/>
                  </a:lnTo>
                  <a:lnTo>
                    <a:pt x="595690" y="698101"/>
                  </a:lnTo>
                  <a:lnTo>
                    <a:pt x="591896" y="655352"/>
                  </a:lnTo>
                  <a:lnTo>
                    <a:pt x="548073" y="655766"/>
                  </a:lnTo>
                  <a:lnTo>
                    <a:pt x="504249" y="656180"/>
                  </a:lnTo>
                  <a:lnTo>
                    <a:pt x="460426" y="656594"/>
                  </a:lnTo>
                  <a:lnTo>
                    <a:pt x="416603" y="657008"/>
                  </a:lnTo>
                  <a:lnTo>
                    <a:pt x="372780" y="657422"/>
                  </a:lnTo>
                  <a:lnTo>
                    <a:pt x="328957" y="657836"/>
                  </a:lnTo>
                  <a:lnTo>
                    <a:pt x="285134" y="658250"/>
                  </a:lnTo>
                  <a:lnTo>
                    <a:pt x="241310" y="658664"/>
                  </a:lnTo>
                  <a:lnTo>
                    <a:pt x="197487" y="659077"/>
                  </a:lnTo>
                  <a:lnTo>
                    <a:pt x="153664" y="659491"/>
                  </a:lnTo>
                  <a:lnTo>
                    <a:pt x="102443" y="659491"/>
                  </a:lnTo>
                  <a:lnTo>
                    <a:pt x="51221" y="659491"/>
                  </a:lnTo>
                  <a:lnTo>
                    <a:pt x="0" y="659491"/>
                  </a:lnTo>
                  <a:lnTo>
                    <a:pt x="2845" y="622223"/>
                  </a:lnTo>
                  <a:lnTo>
                    <a:pt x="19916" y="551730"/>
                  </a:lnTo>
                  <a:lnTo>
                    <a:pt x="44104" y="515744"/>
                  </a:lnTo>
                  <a:lnTo>
                    <a:pt x="68293" y="479725"/>
                  </a:lnTo>
                  <a:lnTo>
                    <a:pt x="92481" y="443672"/>
                  </a:lnTo>
                  <a:lnTo>
                    <a:pt x="116670" y="407586"/>
                  </a:lnTo>
                  <a:lnTo>
                    <a:pt x="140858" y="371467"/>
                  </a:lnTo>
                  <a:lnTo>
                    <a:pt x="165047" y="335314"/>
                  </a:lnTo>
                  <a:lnTo>
                    <a:pt x="194215" y="292514"/>
                  </a:lnTo>
                  <a:lnTo>
                    <a:pt x="223384" y="249666"/>
                  </a:lnTo>
                  <a:lnTo>
                    <a:pt x="252552" y="206771"/>
                  </a:lnTo>
                  <a:lnTo>
                    <a:pt x="281721" y="163829"/>
                  </a:lnTo>
                  <a:lnTo>
                    <a:pt x="313971" y="117690"/>
                  </a:lnTo>
                  <a:lnTo>
                    <a:pt x="346221" y="71496"/>
                  </a:lnTo>
                  <a:lnTo>
                    <a:pt x="378471" y="25247"/>
                  </a:lnTo>
                  <a:lnTo>
                    <a:pt x="392700" y="8415"/>
                  </a:lnTo>
                  <a:lnTo>
                    <a:pt x="406932" y="0"/>
                  </a:lnTo>
                  <a:lnTo>
                    <a:pt x="424003" y="0"/>
                  </a:lnTo>
                  <a:lnTo>
                    <a:pt x="441077" y="8415"/>
                  </a:lnTo>
                  <a:lnTo>
                    <a:pt x="472380" y="16832"/>
                  </a:lnTo>
                  <a:lnTo>
                    <a:pt x="486608" y="16832"/>
                  </a:lnTo>
                  <a:lnTo>
                    <a:pt x="489450" y="29456"/>
                  </a:lnTo>
                  <a:lnTo>
                    <a:pt x="480917" y="100899"/>
                  </a:lnTo>
                  <a:lnTo>
                    <a:pt x="486608" y="151251"/>
                  </a:lnTo>
                  <a:lnTo>
                    <a:pt x="509374" y="172209"/>
                  </a:lnTo>
                  <a:lnTo>
                    <a:pt x="552056" y="197347"/>
                  </a:lnTo>
                  <a:lnTo>
                    <a:pt x="577667" y="193159"/>
                  </a:lnTo>
                  <a:lnTo>
                    <a:pt x="628890" y="163829"/>
                  </a:lnTo>
                  <a:lnTo>
                    <a:pt x="671576" y="151251"/>
                  </a:lnTo>
                  <a:lnTo>
                    <a:pt x="697187" y="151251"/>
                  </a:lnTo>
                  <a:lnTo>
                    <a:pt x="722798" y="126080"/>
                  </a:lnTo>
                  <a:lnTo>
                    <a:pt x="748410" y="117690"/>
                  </a:lnTo>
                  <a:lnTo>
                    <a:pt x="805320" y="126080"/>
                  </a:lnTo>
                  <a:lnTo>
                    <a:pt x="813861" y="121884"/>
                  </a:lnTo>
                  <a:lnTo>
                    <a:pt x="816703" y="84100"/>
                  </a:lnTo>
                  <a:lnTo>
                    <a:pt x="822394" y="79899"/>
                  </a:lnTo>
                  <a:lnTo>
                    <a:pt x="873617" y="71496"/>
                  </a:lnTo>
                  <a:lnTo>
                    <a:pt x="910611" y="79899"/>
                  </a:lnTo>
                  <a:lnTo>
                    <a:pt x="930531" y="96700"/>
                  </a:lnTo>
                  <a:lnTo>
                    <a:pt x="970369" y="134473"/>
                  </a:lnTo>
                  <a:lnTo>
                    <a:pt x="1010207" y="172209"/>
                  </a:lnTo>
                  <a:lnTo>
                    <a:pt x="1038668" y="201535"/>
                  </a:lnTo>
                  <a:lnTo>
                    <a:pt x="1061434" y="243392"/>
                  </a:lnTo>
                  <a:lnTo>
                    <a:pt x="1072813" y="255940"/>
                  </a:lnTo>
                  <a:lnTo>
                    <a:pt x="1095579" y="276844"/>
                  </a:lnTo>
                  <a:lnTo>
                    <a:pt x="1112653" y="297737"/>
                  </a:lnTo>
                  <a:lnTo>
                    <a:pt x="1121190" y="335314"/>
                  </a:lnTo>
                  <a:lnTo>
                    <a:pt x="1121664" y="378416"/>
                  </a:lnTo>
                  <a:lnTo>
                    <a:pt x="1122139" y="421470"/>
                  </a:lnTo>
                  <a:lnTo>
                    <a:pt x="1122613" y="464476"/>
                  </a:lnTo>
                  <a:lnTo>
                    <a:pt x="1123087" y="507435"/>
                  </a:lnTo>
                  <a:lnTo>
                    <a:pt x="1123561" y="550347"/>
                  </a:lnTo>
                  <a:lnTo>
                    <a:pt x="1124036" y="593212"/>
                  </a:lnTo>
                  <a:lnTo>
                    <a:pt x="1123680" y="636202"/>
                  </a:lnTo>
                  <a:lnTo>
                    <a:pt x="1123324" y="679145"/>
                  </a:lnTo>
                  <a:lnTo>
                    <a:pt x="1122969" y="722041"/>
                  </a:lnTo>
                  <a:lnTo>
                    <a:pt x="1122613" y="764891"/>
                  </a:lnTo>
                  <a:lnTo>
                    <a:pt x="1122257" y="807693"/>
                  </a:lnTo>
                  <a:lnTo>
                    <a:pt x="1121901" y="850449"/>
                  </a:lnTo>
                  <a:lnTo>
                    <a:pt x="1121546" y="893159"/>
                  </a:lnTo>
                  <a:lnTo>
                    <a:pt x="1121190" y="935822"/>
                  </a:lnTo>
                  <a:lnTo>
                    <a:pt x="1123087" y="987846"/>
                  </a:lnTo>
                  <a:lnTo>
                    <a:pt x="1124984" y="1039801"/>
                  </a:lnTo>
                  <a:lnTo>
                    <a:pt x="1126881" y="1091688"/>
                  </a:lnTo>
                  <a:lnTo>
                    <a:pt x="1126881" y="1112155"/>
                  </a:lnTo>
                  <a:lnTo>
                    <a:pt x="1121190" y="1132608"/>
                  </a:lnTo>
                  <a:lnTo>
                    <a:pt x="1112653" y="1153048"/>
                  </a:lnTo>
                  <a:lnTo>
                    <a:pt x="1112653" y="1169394"/>
                  </a:lnTo>
                  <a:lnTo>
                    <a:pt x="1124036" y="1181649"/>
                  </a:lnTo>
                  <a:lnTo>
                    <a:pt x="1126881" y="1189818"/>
                  </a:lnTo>
                  <a:lnTo>
                    <a:pt x="1112653" y="1206149"/>
                  </a:lnTo>
                  <a:lnTo>
                    <a:pt x="1104116" y="1251023"/>
                  </a:lnTo>
                  <a:lnTo>
                    <a:pt x="1106961" y="1275482"/>
                  </a:lnTo>
                  <a:lnTo>
                    <a:pt x="1118344" y="1291779"/>
                  </a:lnTo>
                  <a:lnTo>
                    <a:pt x="1078506" y="1303995"/>
                  </a:lnTo>
                  <a:lnTo>
                    <a:pt x="1038667" y="131620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g6"/>
            <p:cNvSpPr/>
            <p:nvPr/>
          </p:nvSpPr>
          <p:spPr>
            <a:xfrm>
              <a:off x="3681633" y="4438756"/>
              <a:ext cx="503679" cy="434137"/>
            </a:xfrm>
            <a:custGeom>
              <a:avLst/>
              <a:gdLst/>
              <a:ahLst/>
              <a:cxnLst/>
              <a:rect l="0" t="0" r="0" b="0"/>
              <a:pathLst>
                <a:path w="503679" h="434137">
                  <a:moveTo>
                    <a:pt x="415465" y="138635"/>
                  </a:moveTo>
                  <a:lnTo>
                    <a:pt x="424003" y="150496"/>
                  </a:lnTo>
                  <a:lnTo>
                    <a:pt x="435382" y="158399"/>
                  </a:lnTo>
                  <a:lnTo>
                    <a:pt x="449614" y="166305"/>
                  </a:lnTo>
                  <a:lnTo>
                    <a:pt x="466688" y="170254"/>
                  </a:lnTo>
                  <a:lnTo>
                    <a:pt x="475225" y="170254"/>
                  </a:lnTo>
                  <a:lnTo>
                    <a:pt x="486608" y="158399"/>
                  </a:lnTo>
                  <a:lnTo>
                    <a:pt x="492300" y="146542"/>
                  </a:lnTo>
                  <a:lnTo>
                    <a:pt x="500833" y="150496"/>
                  </a:lnTo>
                  <a:lnTo>
                    <a:pt x="503679" y="154449"/>
                  </a:lnTo>
                  <a:lnTo>
                    <a:pt x="492300" y="182109"/>
                  </a:lnTo>
                  <a:lnTo>
                    <a:pt x="480913" y="217642"/>
                  </a:lnTo>
                  <a:lnTo>
                    <a:pt x="466688" y="221588"/>
                  </a:lnTo>
                  <a:lnTo>
                    <a:pt x="443923" y="245259"/>
                  </a:lnTo>
                  <a:lnTo>
                    <a:pt x="441077" y="225537"/>
                  </a:lnTo>
                  <a:lnTo>
                    <a:pt x="435382" y="221588"/>
                  </a:lnTo>
                  <a:lnTo>
                    <a:pt x="421157" y="225537"/>
                  </a:lnTo>
                  <a:lnTo>
                    <a:pt x="395546" y="249203"/>
                  </a:lnTo>
                  <a:lnTo>
                    <a:pt x="369934" y="257090"/>
                  </a:lnTo>
                  <a:lnTo>
                    <a:pt x="350018" y="276800"/>
                  </a:lnTo>
                  <a:lnTo>
                    <a:pt x="330098" y="284681"/>
                  </a:lnTo>
                  <a:lnTo>
                    <a:pt x="324403" y="296500"/>
                  </a:lnTo>
                  <a:lnTo>
                    <a:pt x="321557" y="308316"/>
                  </a:lnTo>
                  <a:lnTo>
                    <a:pt x="304487" y="320128"/>
                  </a:lnTo>
                  <a:lnTo>
                    <a:pt x="298791" y="339808"/>
                  </a:lnTo>
                  <a:lnTo>
                    <a:pt x="290258" y="355542"/>
                  </a:lnTo>
                  <a:lnTo>
                    <a:pt x="307332" y="375205"/>
                  </a:lnTo>
                  <a:lnTo>
                    <a:pt x="321557" y="402717"/>
                  </a:lnTo>
                  <a:lnTo>
                    <a:pt x="315866" y="418430"/>
                  </a:lnTo>
                  <a:lnTo>
                    <a:pt x="298791" y="426284"/>
                  </a:lnTo>
                  <a:lnTo>
                    <a:pt x="270338" y="430211"/>
                  </a:lnTo>
                  <a:lnTo>
                    <a:pt x="253260" y="434137"/>
                  </a:lnTo>
                  <a:lnTo>
                    <a:pt x="213424" y="410577"/>
                  </a:lnTo>
                  <a:lnTo>
                    <a:pt x="204887" y="394861"/>
                  </a:lnTo>
                  <a:lnTo>
                    <a:pt x="190658" y="383067"/>
                  </a:lnTo>
                  <a:lnTo>
                    <a:pt x="204887" y="363411"/>
                  </a:lnTo>
                  <a:lnTo>
                    <a:pt x="156510" y="312251"/>
                  </a:lnTo>
                  <a:lnTo>
                    <a:pt x="142281" y="327998"/>
                  </a:lnTo>
                  <a:lnTo>
                    <a:pt x="133744" y="324065"/>
                  </a:lnTo>
                  <a:lnTo>
                    <a:pt x="128056" y="335873"/>
                  </a:lnTo>
                  <a:lnTo>
                    <a:pt x="108133" y="316191"/>
                  </a:lnTo>
                  <a:lnTo>
                    <a:pt x="110978" y="304378"/>
                  </a:lnTo>
                  <a:lnTo>
                    <a:pt x="110978" y="276800"/>
                  </a:lnTo>
                  <a:lnTo>
                    <a:pt x="102445" y="264975"/>
                  </a:lnTo>
                  <a:lnTo>
                    <a:pt x="91058" y="257090"/>
                  </a:lnTo>
                  <a:lnTo>
                    <a:pt x="76830" y="257090"/>
                  </a:lnTo>
                  <a:lnTo>
                    <a:pt x="65451" y="257090"/>
                  </a:lnTo>
                  <a:lnTo>
                    <a:pt x="48373" y="257090"/>
                  </a:lnTo>
                  <a:lnTo>
                    <a:pt x="42685" y="257090"/>
                  </a:lnTo>
                  <a:lnTo>
                    <a:pt x="34148" y="229480"/>
                  </a:lnTo>
                  <a:lnTo>
                    <a:pt x="36994" y="217642"/>
                  </a:lnTo>
                  <a:lnTo>
                    <a:pt x="36994" y="205800"/>
                  </a:lnTo>
                  <a:lnTo>
                    <a:pt x="65451" y="190006"/>
                  </a:lnTo>
                  <a:lnTo>
                    <a:pt x="54064" y="178159"/>
                  </a:lnTo>
                  <a:lnTo>
                    <a:pt x="71138" y="150496"/>
                  </a:lnTo>
                  <a:lnTo>
                    <a:pt x="68293" y="146542"/>
                  </a:lnTo>
                  <a:lnTo>
                    <a:pt x="76830" y="138635"/>
                  </a:lnTo>
                  <a:lnTo>
                    <a:pt x="36994" y="91155"/>
                  </a:lnTo>
                  <a:lnTo>
                    <a:pt x="5687" y="79277"/>
                  </a:lnTo>
                  <a:lnTo>
                    <a:pt x="5687" y="71356"/>
                  </a:lnTo>
                  <a:lnTo>
                    <a:pt x="0" y="63434"/>
                  </a:lnTo>
                  <a:lnTo>
                    <a:pt x="5687" y="59472"/>
                  </a:lnTo>
                  <a:lnTo>
                    <a:pt x="22765" y="59472"/>
                  </a:lnTo>
                  <a:lnTo>
                    <a:pt x="85371" y="19836"/>
                  </a:lnTo>
                  <a:lnTo>
                    <a:pt x="88213" y="19836"/>
                  </a:lnTo>
                  <a:lnTo>
                    <a:pt x="122361" y="0"/>
                  </a:lnTo>
                  <a:lnTo>
                    <a:pt x="128056" y="7937"/>
                  </a:lnTo>
                  <a:lnTo>
                    <a:pt x="136590" y="3970"/>
                  </a:lnTo>
                  <a:lnTo>
                    <a:pt x="145127" y="7937"/>
                  </a:lnTo>
                  <a:lnTo>
                    <a:pt x="156510" y="7937"/>
                  </a:lnTo>
                  <a:lnTo>
                    <a:pt x="179275" y="35696"/>
                  </a:lnTo>
                  <a:lnTo>
                    <a:pt x="190658" y="71356"/>
                  </a:lnTo>
                  <a:lnTo>
                    <a:pt x="193504" y="91155"/>
                  </a:lnTo>
                  <a:lnTo>
                    <a:pt x="202041" y="110945"/>
                  </a:lnTo>
                  <a:lnTo>
                    <a:pt x="207732" y="110945"/>
                  </a:lnTo>
                  <a:lnTo>
                    <a:pt x="224807" y="126770"/>
                  </a:lnTo>
                  <a:lnTo>
                    <a:pt x="236190" y="114902"/>
                  </a:lnTo>
                  <a:lnTo>
                    <a:pt x="244727" y="122814"/>
                  </a:lnTo>
                  <a:lnTo>
                    <a:pt x="276026" y="91155"/>
                  </a:lnTo>
                  <a:lnTo>
                    <a:pt x="327252" y="146542"/>
                  </a:lnTo>
                  <a:lnTo>
                    <a:pt x="330098" y="154449"/>
                  </a:lnTo>
                  <a:lnTo>
                    <a:pt x="375626" y="178159"/>
                  </a:lnTo>
                  <a:lnTo>
                    <a:pt x="387008" y="162354"/>
                  </a:lnTo>
                  <a:lnTo>
                    <a:pt x="392700" y="16630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7"/>
            <p:cNvSpPr/>
            <p:nvPr/>
          </p:nvSpPr>
          <p:spPr>
            <a:xfrm>
              <a:off x="3695861" y="3393795"/>
              <a:ext cx="452460" cy="842108"/>
            </a:xfrm>
            <a:custGeom>
              <a:avLst/>
              <a:gdLst/>
              <a:ahLst/>
              <a:cxnLst/>
              <a:rect l="0" t="0" r="0" b="0"/>
              <a:pathLst>
                <a:path w="452460" h="842108">
                  <a:moveTo>
                    <a:pt x="358555" y="830144"/>
                  </a:moveTo>
                  <a:lnTo>
                    <a:pt x="301637" y="842108"/>
                  </a:lnTo>
                  <a:lnTo>
                    <a:pt x="284563" y="802213"/>
                  </a:lnTo>
                  <a:lnTo>
                    <a:pt x="278871" y="802213"/>
                  </a:lnTo>
                  <a:lnTo>
                    <a:pt x="267492" y="786247"/>
                  </a:lnTo>
                  <a:lnTo>
                    <a:pt x="264643" y="786247"/>
                  </a:lnTo>
                  <a:lnTo>
                    <a:pt x="276030" y="770272"/>
                  </a:lnTo>
                  <a:lnTo>
                    <a:pt x="232395" y="760950"/>
                  </a:lnTo>
                  <a:lnTo>
                    <a:pt x="188761" y="751626"/>
                  </a:lnTo>
                  <a:lnTo>
                    <a:pt x="145127" y="742300"/>
                  </a:lnTo>
                  <a:lnTo>
                    <a:pt x="153664" y="726307"/>
                  </a:lnTo>
                  <a:lnTo>
                    <a:pt x="130898" y="674288"/>
                  </a:lnTo>
                  <a:lnTo>
                    <a:pt x="108133" y="622201"/>
                  </a:lnTo>
                  <a:lnTo>
                    <a:pt x="39836" y="650256"/>
                  </a:lnTo>
                  <a:lnTo>
                    <a:pt x="38413" y="604155"/>
                  </a:lnTo>
                  <a:lnTo>
                    <a:pt x="36990" y="558002"/>
                  </a:lnTo>
                  <a:lnTo>
                    <a:pt x="31302" y="525867"/>
                  </a:lnTo>
                  <a:lnTo>
                    <a:pt x="22765" y="525867"/>
                  </a:lnTo>
                  <a:lnTo>
                    <a:pt x="11382" y="469567"/>
                  </a:lnTo>
                  <a:lnTo>
                    <a:pt x="11382" y="461514"/>
                  </a:lnTo>
                  <a:lnTo>
                    <a:pt x="17070" y="453466"/>
                  </a:lnTo>
                  <a:lnTo>
                    <a:pt x="31302" y="449440"/>
                  </a:lnTo>
                  <a:lnTo>
                    <a:pt x="23477" y="408147"/>
                  </a:lnTo>
                  <a:lnTo>
                    <a:pt x="15651" y="366812"/>
                  </a:lnTo>
                  <a:lnTo>
                    <a:pt x="7825" y="325435"/>
                  </a:lnTo>
                  <a:lnTo>
                    <a:pt x="0" y="284014"/>
                  </a:lnTo>
                  <a:lnTo>
                    <a:pt x="5691" y="275930"/>
                  </a:lnTo>
                  <a:lnTo>
                    <a:pt x="8537" y="235471"/>
                  </a:lnTo>
                  <a:lnTo>
                    <a:pt x="11382" y="186865"/>
                  </a:lnTo>
                  <a:lnTo>
                    <a:pt x="14224" y="174705"/>
                  </a:lnTo>
                  <a:lnTo>
                    <a:pt x="22765" y="166595"/>
                  </a:lnTo>
                  <a:lnTo>
                    <a:pt x="39836" y="174705"/>
                  </a:lnTo>
                  <a:lnTo>
                    <a:pt x="88216" y="190918"/>
                  </a:lnTo>
                  <a:lnTo>
                    <a:pt x="99596" y="186865"/>
                  </a:lnTo>
                  <a:lnTo>
                    <a:pt x="105287" y="178761"/>
                  </a:lnTo>
                  <a:lnTo>
                    <a:pt x="99596" y="174705"/>
                  </a:lnTo>
                  <a:lnTo>
                    <a:pt x="71142" y="134145"/>
                  </a:lnTo>
                  <a:lnTo>
                    <a:pt x="59756" y="101666"/>
                  </a:lnTo>
                  <a:lnTo>
                    <a:pt x="62601" y="85416"/>
                  </a:lnTo>
                  <a:lnTo>
                    <a:pt x="73984" y="69160"/>
                  </a:lnTo>
                  <a:lnTo>
                    <a:pt x="99596" y="36629"/>
                  </a:lnTo>
                  <a:lnTo>
                    <a:pt x="125207" y="4071"/>
                  </a:lnTo>
                  <a:lnTo>
                    <a:pt x="139435" y="0"/>
                  </a:lnTo>
                  <a:lnTo>
                    <a:pt x="152241" y="50865"/>
                  </a:lnTo>
                  <a:lnTo>
                    <a:pt x="165047" y="101666"/>
                  </a:lnTo>
                  <a:lnTo>
                    <a:pt x="162201" y="109785"/>
                  </a:lnTo>
                  <a:lnTo>
                    <a:pt x="170738" y="150372"/>
                  </a:lnTo>
                  <a:lnTo>
                    <a:pt x="179275" y="190917"/>
                  </a:lnTo>
                  <a:lnTo>
                    <a:pt x="187813" y="231421"/>
                  </a:lnTo>
                  <a:lnTo>
                    <a:pt x="196350" y="271884"/>
                  </a:lnTo>
                  <a:lnTo>
                    <a:pt x="204887" y="312307"/>
                  </a:lnTo>
                  <a:lnTo>
                    <a:pt x="213424" y="352688"/>
                  </a:lnTo>
                  <a:lnTo>
                    <a:pt x="230498" y="352688"/>
                  </a:lnTo>
                  <a:lnTo>
                    <a:pt x="230498" y="344615"/>
                  </a:lnTo>
                  <a:lnTo>
                    <a:pt x="267492" y="336540"/>
                  </a:lnTo>
                  <a:lnTo>
                    <a:pt x="278871" y="380931"/>
                  </a:lnTo>
                  <a:lnTo>
                    <a:pt x="335789" y="376898"/>
                  </a:lnTo>
                  <a:lnTo>
                    <a:pt x="343378" y="418557"/>
                  </a:lnTo>
                  <a:lnTo>
                    <a:pt x="350967" y="460174"/>
                  </a:lnTo>
                  <a:lnTo>
                    <a:pt x="358555" y="501747"/>
                  </a:lnTo>
                  <a:lnTo>
                    <a:pt x="344323" y="505768"/>
                  </a:lnTo>
                  <a:lnTo>
                    <a:pt x="344323" y="533904"/>
                  </a:lnTo>
                  <a:lnTo>
                    <a:pt x="341477" y="533904"/>
                  </a:lnTo>
                  <a:lnTo>
                    <a:pt x="341477" y="541939"/>
                  </a:lnTo>
                  <a:lnTo>
                    <a:pt x="347168" y="541939"/>
                  </a:lnTo>
                  <a:lnTo>
                    <a:pt x="350014" y="562020"/>
                  </a:lnTo>
                  <a:lnTo>
                    <a:pt x="395546" y="558002"/>
                  </a:lnTo>
                  <a:lnTo>
                    <a:pt x="398391" y="582091"/>
                  </a:lnTo>
                  <a:lnTo>
                    <a:pt x="395546" y="582091"/>
                  </a:lnTo>
                  <a:lnTo>
                    <a:pt x="398391" y="594129"/>
                  </a:lnTo>
                  <a:lnTo>
                    <a:pt x="406928" y="594129"/>
                  </a:lnTo>
                  <a:lnTo>
                    <a:pt x="415465" y="630219"/>
                  </a:lnTo>
                  <a:lnTo>
                    <a:pt x="406928" y="634227"/>
                  </a:lnTo>
                  <a:lnTo>
                    <a:pt x="421153" y="686298"/>
                  </a:lnTo>
                  <a:lnTo>
                    <a:pt x="432540" y="686298"/>
                  </a:lnTo>
                  <a:lnTo>
                    <a:pt x="452460" y="742300"/>
                  </a:lnTo>
                  <a:lnTo>
                    <a:pt x="452460" y="758286"/>
                  </a:lnTo>
                  <a:lnTo>
                    <a:pt x="432540" y="762279"/>
                  </a:lnTo>
                  <a:lnTo>
                    <a:pt x="404083" y="758286"/>
                  </a:lnTo>
                  <a:lnTo>
                    <a:pt x="384163" y="782254"/>
                  </a:lnTo>
                  <a:lnTo>
                    <a:pt x="378471" y="790237"/>
                  </a:lnTo>
                  <a:lnTo>
                    <a:pt x="378471" y="798224"/>
                  </a:lnTo>
                  <a:lnTo>
                    <a:pt x="395546" y="806204"/>
                  </a:lnTo>
                  <a:lnTo>
                    <a:pt x="392700" y="826155"/>
                  </a:lnTo>
                  <a:close/>
                </a:path>
              </a:pathLst>
            </a:custGeom>
            <a:solidFill>
              <a:srgbClr val="6763B5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g8"/>
            <p:cNvSpPr/>
            <p:nvPr/>
          </p:nvSpPr>
          <p:spPr>
            <a:xfrm>
              <a:off x="4683307" y="3681852"/>
              <a:ext cx="429694" cy="701320"/>
            </a:xfrm>
            <a:custGeom>
              <a:avLst/>
              <a:gdLst/>
              <a:ahLst/>
              <a:cxnLst/>
              <a:rect l="0" t="0" r="0" b="0"/>
              <a:pathLst>
                <a:path w="429694" h="701320">
                  <a:moveTo>
                    <a:pt x="14224" y="398240"/>
                  </a:moveTo>
                  <a:lnTo>
                    <a:pt x="42681" y="398240"/>
                  </a:lnTo>
                  <a:lnTo>
                    <a:pt x="42681" y="414249"/>
                  </a:lnTo>
                  <a:lnTo>
                    <a:pt x="56910" y="414249"/>
                  </a:lnTo>
                  <a:lnTo>
                    <a:pt x="62601" y="390234"/>
                  </a:lnTo>
                  <a:lnTo>
                    <a:pt x="85367" y="374216"/>
                  </a:lnTo>
                  <a:lnTo>
                    <a:pt x="108129" y="382225"/>
                  </a:lnTo>
                  <a:lnTo>
                    <a:pt x="122361" y="354187"/>
                  </a:lnTo>
                  <a:lnTo>
                    <a:pt x="199192" y="342161"/>
                  </a:lnTo>
                  <a:lnTo>
                    <a:pt x="193501" y="294032"/>
                  </a:lnTo>
                  <a:lnTo>
                    <a:pt x="187811" y="245845"/>
                  </a:lnTo>
                  <a:lnTo>
                    <a:pt x="182121" y="197601"/>
                  </a:lnTo>
                  <a:lnTo>
                    <a:pt x="239032" y="181509"/>
                  </a:lnTo>
                  <a:lnTo>
                    <a:pt x="227652" y="121097"/>
                  </a:lnTo>
                  <a:lnTo>
                    <a:pt x="287409" y="100939"/>
                  </a:lnTo>
                  <a:lnTo>
                    <a:pt x="278871" y="32328"/>
                  </a:lnTo>
                  <a:lnTo>
                    <a:pt x="331517" y="16167"/>
                  </a:lnTo>
                  <a:lnTo>
                    <a:pt x="384163" y="0"/>
                  </a:lnTo>
                  <a:lnTo>
                    <a:pt x="390992" y="41213"/>
                  </a:lnTo>
                  <a:lnTo>
                    <a:pt x="397821" y="82384"/>
                  </a:lnTo>
                  <a:lnTo>
                    <a:pt x="404650" y="123514"/>
                  </a:lnTo>
                  <a:lnTo>
                    <a:pt x="411478" y="164601"/>
                  </a:lnTo>
                  <a:lnTo>
                    <a:pt x="418307" y="205646"/>
                  </a:lnTo>
                  <a:lnTo>
                    <a:pt x="372780" y="221731"/>
                  </a:lnTo>
                  <a:lnTo>
                    <a:pt x="379182" y="266934"/>
                  </a:lnTo>
                  <a:lnTo>
                    <a:pt x="385584" y="312088"/>
                  </a:lnTo>
                  <a:lnTo>
                    <a:pt x="391986" y="357190"/>
                  </a:lnTo>
                  <a:lnTo>
                    <a:pt x="398387" y="402243"/>
                  </a:lnTo>
                  <a:lnTo>
                    <a:pt x="412620" y="402243"/>
                  </a:lnTo>
                  <a:lnTo>
                    <a:pt x="423999" y="462236"/>
                  </a:lnTo>
                  <a:lnTo>
                    <a:pt x="418307" y="466232"/>
                  </a:lnTo>
                  <a:lnTo>
                    <a:pt x="429694" y="538097"/>
                  </a:lnTo>
                  <a:lnTo>
                    <a:pt x="421153" y="538097"/>
                  </a:lnTo>
                  <a:lnTo>
                    <a:pt x="415462" y="554050"/>
                  </a:lnTo>
                  <a:lnTo>
                    <a:pt x="423999" y="597890"/>
                  </a:lnTo>
                  <a:lnTo>
                    <a:pt x="398387" y="605855"/>
                  </a:lnTo>
                  <a:lnTo>
                    <a:pt x="398387" y="629740"/>
                  </a:lnTo>
                  <a:lnTo>
                    <a:pt x="381317" y="645658"/>
                  </a:lnTo>
                  <a:lnTo>
                    <a:pt x="378467" y="625763"/>
                  </a:lnTo>
                  <a:lnTo>
                    <a:pt x="381317" y="601870"/>
                  </a:lnTo>
                  <a:lnTo>
                    <a:pt x="358551" y="581954"/>
                  </a:lnTo>
                  <a:lnTo>
                    <a:pt x="369934" y="566011"/>
                  </a:lnTo>
                  <a:lnTo>
                    <a:pt x="358551" y="550063"/>
                  </a:lnTo>
                  <a:lnTo>
                    <a:pt x="338631" y="558038"/>
                  </a:lnTo>
                  <a:lnTo>
                    <a:pt x="327248" y="538097"/>
                  </a:lnTo>
                  <a:lnTo>
                    <a:pt x="321557" y="522137"/>
                  </a:lnTo>
                  <a:lnTo>
                    <a:pt x="307329" y="522137"/>
                  </a:lnTo>
                  <a:lnTo>
                    <a:pt x="301637" y="534108"/>
                  </a:lnTo>
                  <a:lnTo>
                    <a:pt x="301637" y="550063"/>
                  </a:lnTo>
                  <a:lnTo>
                    <a:pt x="293100" y="558038"/>
                  </a:lnTo>
                  <a:lnTo>
                    <a:pt x="284563" y="550063"/>
                  </a:lnTo>
                  <a:lnTo>
                    <a:pt x="276026" y="534108"/>
                  </a:lnTo>
                  <a:lnTo>
                    <a:pt x="267489" y="526131"/>
                  </a:lnTo>
                  <a:lnTo>
                    <a:pt x="264643" y="534108"/>
                  </a:lnTo>
                  <a:lnTo>
                    <a:pt x="267489" y="554050"/>
                  </a:lnTo>
                  <a:lnTo>
                    <a:pt x="247572" y="573983"/>
                  </a:lnTo>
                  <a:lnTo>
                    <a:pt x="236186" y="573983"/>
                  </a:lnTo>
                  <a:lnTo>
                    <a:pt x="219112" y="593906"/>
                  </a:lnTo>
                  <a:lnTo>
                    <a:pt x="210574" y="593906"/>
                  </a:lnTo>
                  <a:lnTo>
                    <a:pt x="199192" y="585935"/>
                  </a:lnTo>
                  <a:lnTo>
                    <a:pt x="196346" y="577969"/>
                  </a:lnTo>
                  <a:lnTo>
                    <a:pt x="207732" y="558038"/>
                  </a:lnTo>
                  <a:lnTo>
                    <a:pt x="196346" y="538097"/>
                  </a:lnTo>
                  <a:lnTo>
                    <a:pt x="184967" y="546074"/>
                  </a:lnTo>
                  <a:lnTo>
                    <a:pt x="182121" y="573983"/>
                  </a:lnTo>
                  <a:lnTo>
                    <a:pt x="165047" y="589922"/>
                  </a:lnTo>
                  <a:lnTo>
                    <a:pt x="153660" y="597890"/>
                  </a:lnTo>
                  <a:lnTo>
                    <a:pt x="145127" y="601870"/>
                  </a:lnTo>
                  <a:lnTo>
                    <a:pt x="128053" y="605855"/>
                  </a:lnTo>
                  <a:lnTo>
                    <a:pt x="136590" y="625763"/>
                  </a:lnTo>
                  <a:lnTo>
                    <a:pt x="128053" y="645658"/>
                  </a:lnTo>
                  <a:lnTo>
                    <a:pt x="130895" y="661569"/>
                  </a:lnTo>
                  <a:lnTo>
                    <a:pt x="142281" y="673498"/>
                  </a:lnTo>
                  <a:lnTo>
                    <a:pt x="153660" y="681449"/>
                  </a:lnTo>
                  <a:lnTo>
                    <a:pt x="145127" y="701320"/>
                  </a:lnTo>
                  <a:lnTo>
                    <a:pt x="130895" y="701320"/>
                  </a:lnTo>
                  <a:lnTo>
                    <a:pt x="99596" y="685424"/>
                  </a:lnTo>
                  <a:lnTo>
                    <a:pt x="93904" y="697346"/>
                  </a:lnTo>
                  <a:lnTo>
                    <a:pt x="82521" y="697346"/>
                  </a:lnTo>
                  <a:lnTo>
                    <a:pt x="73984" y="665546"/>
                  </a:lnTo>
                  <a:lnTo>
                    <a:pt x="59756" y="661569"/>
                  </a:lnTo>
                  <a:lnTo>
                    <a:pt x="42681" y="657592"/>
                  </a:lnTo>
                  <a:lnTo>
                    <a:pt x="14224" y="657592"/>
                  </a:lnTo>
                  <a:lnTo>
                    <a:pt x="5687" y="649636"/>
                  </a:lnTo>
                  <a:lnTo>
                    <a:pt x="5687" y="637702"/>
                  </a:lnTo>
                  <a:lnTo>
                    <a:pt x="14224" y="633720"/>
                  </a:lnTo>
                  <a:lnTo>
                    <a:pt x="28453" y="633720"/>
                  </a:lnTo>
                  <a:lnTo>
                    <a:pt x="25611" y="613817"/>
                  </a:lnTo>
                  <a:lnTo>
                    <a:pt x="34144" y="601870"/>
                  </a:lnTo>
                  <a:lnTo>
                    <a:pt x="48373" y="605855"/>
                  </a:lnTo>
                  <a:lnTo>
                    <a:pt x="73984" y="613817"/>
                  </a:lnTo>
                  <a:lnTo>
                    <a:pt x="73984" y="605855"/>
                  </a:lnTo>
                  <a:lnTo>
                    <a:pt x="62601" y="593906"/>
                  </a:lnTo>
                  <a:lnTo>
                    <a:pt x="65447" y="577969"/>
                  </a:lnTo>
                  <a:lnTo>
                    <a:pt x="54064" y="573983"/>
                  </a:lnTo>
                  <a:lnTo>
                    <a:pt x="39836" y="573983"/>
                  </a:lnTo>
                  <a:lnTo>
                    <a:pt x="25611" y="593906"/>
                  </a:lnTo>
                  <a:lnTo>
                    <a:pt x="14224" y="589922"/>
                  </a:lnTo>
                  <a:lnTo>
                    <a:pt x="19916" y="573983"/>
                  </a:lnTo>
                  <a:lnTo>
                    <a:pt x="36990" y="538097"/>
                  </a:lnTo>
                  <a:lnTo>
                    <a:pt x="36990" y="514155"/>
                  </a:lnTo>
                  <a:lnTo>
                    <a:pt x="28453" y="494196"/>
                  </a:lnTo>
                  <a:lnTo>
                    <a:pt x="22765" y="486206"/>
                  </a:lnTo>
                  <a:lnTo>
                    <a:pt x="14224" y="466232"/>
                  </a:lnTo>
                  <a:lnTo>
                    <a:pt x="2845" y="454242"/>
                  </a:lnTo>
                  <a:lnTo>
                    <a:pt x="0" y="446246"/>
                  </a:lnTo>
                  <a:lnTo>
                    <a:pt x="2845" y="434250"/>
                  </a:lnTo>
                  <a:lnTo>
                    <a:pt x="5687" y="418250"/>
                  </a:lnTo>
                  <a:lnTo>
                    <a:pt x="11379" y="40624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g9"/>
            <p:cNvSpPr/>
            <p:nvPr/>
          </p:nvSpPr>
          <p:spPr>
            <a:xfrm>
              <a:off x="4054417" y="4056069"/>
              <a:ext cx="367088" cy="422347"/>
            </a:xfrm>
            <a:custGeom>
              <a:avLst/>
              <a:gdLst/>
              <a:ahLst/>
              <a:cxnLst/>
              <a:rect l="0" t="0" r="0" b="0"/>
              <a:pathLst>
                <a:path w="367088" h="422347">
                  <a:moveTo>
                    <a:pt x="0" y="167870"/>
                  </a:moveTo>
                  <a:lnTo>
                    <a:pt x="34144" y="163881"/>
                  </a:lnTo>
                  <a:lnTo>
                    <a:pt x="36990" y="143930"/>
                  </a:lnTo>
                  <a:lnTo>
                    <a:pt x="19916" y="135950"/>
                  </a:lnTo>
                  <a:lnTo>
                    <a:pt x="19916" y="127963"/>
                  </a:lnTo>
                  <a:lnTo>
                    <a:pt x="25607" y="119980"/>
                  </a:lnTo>
                  <a:lnTo>
                    <a:pt x="45527" y="96012"/>
                  </a:lnTo>
                  <a:lnTo>
                    <a:pt x="73984" y="100005"/>
                  </a:lnTo>
                  <a:lnTo>
                    <a:pt x="93904" y="96012"/>
                  </a:lnTo>
                  <a:lnTo>
                    <a:pt x="93904" y="80026"/>
                  </a:lnTo>
                  <a:lnTo>
                    <a:pt x="122361" y="68029"/>
                  </a:lnTo>
                  <a:lnTo>
                    <a:pt x="139435" y="72030"/>
                  </a:lnTo>
                  <a:lnTo>
                    <a:pt x="150815" y="80026"/>
                  </a:lnTo>
                  <a:lnTo>
                    <a:pt x="147969" y="92016"/>
                  </a:lnTo>
                  <a:lnTo>
                    <a:pt x="159355" y="100005"/>
                  </a:lnTo>
                  <a:lnTo>
                    <a:pt x="173580" y="80026"/>
                  </a:lnTo>
                  <a:lnTo>
                    <a:pt x="184963" y="80026"/>
                  </a:lnTo>
                  <a:lnTo>
                    <a:pt x="190654" y="84020"/>
                  </a:lnTo>
                  <a:lnTo>
                    <a:pt x="256106" y="96012"/>
                  </a:lnTo>
                  <a:lnTo>
                    <a:pt x="264643" y="88020"/>
                  </a:lnTo>
                  <a:lnTo>
                    <a:pt x="267489" y="64033"/>
                  </a:lnTo>
                  <a:lnTo>
                    <a:pt x="264643" y="48034"/>
                  </a:lnTo>
                  <a:lnTo>
                    <a:pt x="250414" y="40032"/>
                  </a:lnTo>
                  <a:lnTo>
                    <a:pt x="241877" y="24024"/>
                  </a:lnTo>
                  <a:lnTo>
                    <a:pt x="241877" y="12014"/>
                  </a:lnTo>
                  <a:lnTo>
                    <a:pt x="321557" y="0"/>
                  </a:lnTo>
                  <a:lnTo>
                    <a:pt x="330090" y="8009"/>
                  </a:lnTo>
                  <a:lnTo>
                    <a:pt x="332936" y="28027"/>
                  </a:lnTo>
                  <a:lnTo>
                    <a:pt x="327248" y="48034"/>
                  </a:lnTo>
                  <a:lnTo>
                    <a:pt x="352856" y="52035"/>
                  </a:lnTo>
                  <a:lnTo>
                    <a:pt x="347168" y="111989"/>
                  </a:lnTo>
                  <a:lnTo>
                    <a:pt x="367088" y="119980"/>
                  </a:lnTo>
                  <a:lnTo>
                    <a:pt x="352856" y="175846"/>
                  </a:lnTo>
                  <a:lnTo>
                    <a:pt x="330090" y="175846"/>
                  </a:lnTo>
                  <a:lnTo>
                    <a:pt x="317287" y="215705"/>
                  </a:lnTo>
                  <a:lnTo>
                    <a:pt x="304483" y="255524"/>
                  </a:lnTo>
                  <a:lnTo>
                    <a:pt x="290254" y="311208"/>
                  </a:lnTo>
                  <a:lnTo>
                    <a:pt x="227649" y="303258"/>
                  </a:lnTo>
                  <a:lnTo>
                    <a:pt x="221957" y="335049"/>
                  </a:lnTo>
                  <a:lnTo>
                    <a:pt x="224807" y="374753"/>
                  </a:lnTo>
                  <a:lnTo>
                    <a:pt x="230494" y="410454"/>
                  </a:lnTo>
                  <a:lnTo>
                    <a:pt x="179275" y="402523"/>
                  </a:lnTo>
                  <a:lnTo>
                    <a:pt x="176426" y="390624"/>
                  </a:lnTo>
                  <a:lnTo>
                    <a:pt x="122361" y="378721"/>
                  </a:lnTo>
                  <a:lnTo>
                    <a:pt x="108129" y="422347"/>
                  </a:lnTo>
                  <a:lnTo>
                    <a:pt x="59756" y="410454"/>
                  </a:lnTo>
                  <a:lnTo>
                    <a:pt x="51218" y="406489"/>
                  </a:lnTo>
                  <a:lnTo>
                    <a:pt x="59756" y="370784"/>
                  </a:lnTo>
                  <a:lnTo>
                    <a:pt x="25607" y="354906"/>
                  </a:lnTo>
                  <a:lnTo>
                    <a:pt x="25607" y="291329"/>
                  </a:lnTo>
                  <a:lnTo>
                    <a:pt x="0" y="239601"/>
                  </a:lnTo>
                  <a:lnTo>
                    <a:pt x="14224" y="22367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0"/>
            <p:cNvSpPr/>
            <p:nvPr/>
          </p:nvSpPr>
          <p:spPr>
            <a:xfrm>
              <a:off x="4384508" y="4303635"/>
              <a:ext cx="207736" cy="305375"/>
            </a:xfrm>
            <a:custGeom>
              <a:avLst/>
              <a:gdLst/>
              <a:ahLst/>
              <a:cxnLst/>
              <a:rect l="0" t="0" r="0" b="0"/>
              <a:pathLst>
                <a:path w="207736" h="305375">
                  <a:moveTo>
                    <a:pt x="17078" y="19899"/>
                  </a:moveTo>
                  <a:lnTo>
                    <a:pt x="28460" y="7958"/>
                  </a:lnTo>
                  <a:lnTo>
                    <a:pt x="51226" y="27854"/>
                  </a:lnTo>
                  <a:lnTo>
                    <a:pt x="91062" y="0"/>
                  </a:lnTo>
                  <a:lnTo>
                    <a:pt x="130902" y="37799"/>
                  </a:lnTo>
                  <a:lnTo>
                    <a:pt x="170742" y="75564"/>
                  </a:lnTo>
                  <a:lnTo>
                    <a:pt x="184971" y="75564"/>
                  </a:lnTo>
                  <a:lnTo>
                    <a:pt x="193508" y="67616"/>
                  </a:lnTo>
                  <a:lnTo>
                    <a:pt x="207736" y="75564"/>
                  </a:lnTo>
                  <a:lnTo>
                    <a:pt x="196353" y="107340"/>
                  </a:lnTo>
                  <a:lnTo>
                    <a:pt x="187816" y="119249"/>
                  </a:lnTo>
                  <a:lnTo>
                    <a:pt x="179279" y="147025"/>
                  </a:lnTo>
                  <a:lnTo>
                    <a:pt x="170742" y="158923"/>
                  </a:lnTo>
                  <a:lnTo>
                    <a:pt x="165051" y="170817"/>
                  </a:lnTo>
                  <a:lnTo>
                    <a:pt x="165051" y="182705"/>
                  </a:lnTo>
                  <a:lnTo>
                    <a:pt x="179279" y="194593"/>
                  </a:lnTo>
                  <a:lnTo>
                    <a:pt x="176433" y="218361"/>
                  </a:lnTo>
                  <a:lnTo>
                    <a:pt x="165051" y="226276"/>
                  </a:lnTo>
                  <a:lnTo>
                    <a:pt x="147976" y="234196"/>
                  </a:lnTo>
                  <a:lnTo>
                    <a:pt x="145131" y="242109"/>
                  </a:lnTo>
                  <a:lnTo>
                    <a:pt x="145131" y="250023"/>
                  </a:lnTo>
                  <a:lnTo>
                    <a:pt x="133748" y="257935"/>
                  </a:lnTo>
                  <a:lnTo>
                    <a:pt x="119523" y="265846"/>
                  </a:lnTo>
                  <a:lnTo>
                    <a:pt x="108136" y="297475"/>
                  </a:lnTo>
                  <a:lnTo>
                    <a:pt x="96757" y="305375"/>
                  </a:lnTo>
                  <a:lnTo>
                    <a:pt x="85371" y="301426"/>
                  </a:lnTo>
                  <a:lnTo>
                    <a:pt x="79679" y="281663"/>
                  </a:lnTo>
                  <a:lnTo>
                    <a:pt x="96757" y="265846"/>
                  </a:lnTo>
                  <a:lnTo>
                    <a:pt x="99603" y="257935"/>
                  </a:lnTo>
                  <a:lnTo>
                    <a:pt x="79679" y="257935"/>
                  </a:lnTo>
                  <a:lnTo>
                    <a:pt x="62605" y="257935"/>
                  </a:lnTo>
                  <a:lnTo>
                    <a:pt x="65451" y="234196"/>
                  </a:lnTo>
                  <a:lnTo>
                    <a:pt x="71142" y="218361"/>
                  </a:lnTo>
                  <a:lnTo>
                    <a:pt x="76837" y="210438"/>
                  </a:lnTo>
                  <a:lnTo>
                    <a:pt x="85371" y="194593"/>
                  </a:lnTo>
                  <a:lnTo>
                    <a:pt x="82525" y="186671"/>
                  </a:lnTo>
                  <a:lnTo>
                    <a:pt x="71142" y="178742"/>
                  </a:lnTo>
                  <a:lnTo>
                    <a:pt x="71142" y="139091"/>
                  </a:lnTo>
                  <a:lnTo>
                    <a:pt x="62605" y="123218"/>
                  </a:lnTo>
                  <a:lnTo>
                    <a:pt x="54072" y="107340"/>
                  </a:lnTo>
                  <a:lnTo>
                    <a:pt x="48377" y="107340"/>
                  </a:lnTo>
                  <a:lnTo>
                    <a:pt x="31306" y="103369"/>
                  </a:lnTo>
                  <a:lnTo>
                    <a:pt x="28460" y="95427"/>
                  </a:lnTo>
                  <a:lnTo>
                    <a:pt x="17078" y="87483"/>
                  </a:lnTo>
                  <a:lnTo>
                    <a:pt x="5695" y="75564"/>
                  </a:lnTo>
                  <a:lnTo>
                    <a:pt x="0" y="63641"/>
                  </a:lnTo>
                  <a:lnTo>
                    <a:pt x="5695" y="43763"/>
                  </a:lnTo>
                  <a:lnTo>
                    <a:pt x="0" y="35809"/>
                  </a:lnTo>
                  <a:lnTo>
                    <a:pt x="2845" y="2387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1"/>
            <p:cNvSpPr/>
            <p:nvPr/>
          </p:nvSpPr>
          <p:spPr>
            <a:xfrm>
              <a:off x="4208077" y="4311593"/>
              <a:ext cx="261801" cy="356643"/>
            </a:xfrm>
            <a:custGeom>
              <a:avLst/>
              <a:gdLst/>
              <a:ahLst/>
              <a:cxnLst/>
              <a:rect l="0" t="0" r="0" b="0"/>
              <a:pathLst>
                <a:path w="261801" h="356643">
                  <a:moveTo>
                    <a:pt x="150822" y="0"/>
                  </a:moveTo>
                  <a:lnTo>
                    <a:pt x="193508" y="11941"/>
                  </a:lnTo>
                  <a:lnTo>
                    <a:pt x="179275" y="15917"/>
                  </a:lnTo>
                  <a:lnTo>
                    <a:pt x="176430" y="27851"/>
                  </a:lnTo>
                  <a:lnTo>
                    <a:pt x="182125" y="35805"/>
                  </a:lnTo>
                  <a:lnTo>
                    <a:pt x="176430" y="55683"/>
                  </a:lnTo>
                  <a:lnTo>
                    <a:pt x="182125" y="67605"/>
                  </a:lnTo>
                  <a:lnTo>
                    <a:pt x="193508" y="79524"/>
                  </a:lnTo>
                  <a:lnTo>
                    <a:pt x="204891" y="87468"/>
                  </a:lnTo>
                  <a:lnTo>
                    <a:pt x="207736" y="95411"/>
                  </a:lnTo>
                  <a:lnTo>
                    <a:pt x="224807" y="99381"/>
                  </a:lnTo>
                  <a:lnTo>
                    <a:pt x="230502" y="99381"/>
                  </a:lnTo>
                  <a:lnTo>
                    <a:pt x="239035" y="115260"/>
                  </a:lnTo>
                  <a:lnTo>
                    <a:pt x="247572" y="131132"/>
                  </a:lnTo>
                  <a:lnTo>
                    <a:pt x="247572" y="170784"/>
                  </a:lnTo>
                  <a:lnTo>
                    <a:pt x="258955" y="178713"/>
                  </a:lnTo>
                  <a:lnTo>
                    <a:pt x="261801" y="186635"/>
                  </a:lnTo>
                  <a:lnTo>
                    <a:pt x="253268" y="202479"/>
                  </a:lnTo>
                  <a:lnTo>
                    <a:pt x="247572" y="210402"/>
                  </a:lnTo>
                  <a:lnTo>
                    <a:pt x="241881" y="226238"/>
                  </a:lnTo>
                  <a:lnTo>
                    <a:pt x="239035" y="249977"/>
                  </a:lnTo>
                  <a:lnTo>
                    <a:pt x="224807" y="265797"/>
                  </a:lnTo>
                  <a:lnTo>
                    <a:pt x="219115" y="265797"/>
                  </a:lnTo>
                  <a:lnTo>
                    <a:pt x="207736" y="257888"/>
                  </a:lnTo>
                  <a:lnTo>
                    <a:pt x="216270" y="230193"/>
                  </a:lnTo>
                  <a:lnTo>
                    <a:pt x="213428" y="218318"/>
                  </a:lnTo>
                  <a:lnTo>
                    <a:pt x="204891" y="218318"/>
                  </a:lnTo>
                  <a:lnTo>
                    <a:pt x="196350" y="226238"/>
                  </a:lnTo>
                  <a:lnTo>
                    <a:pt x="190662" y="253933"/>
                  </a:lnTo>
                  <a:lnTo>
                    <a:pt x="176430" y="257888"/>
                  </a:lnTo>
                  <a:lnTo>
                    <a:pt x="170742" y="305321"/>
                  </a:lnTo>
                  <a:lnTo>
                    <a:pt x="167896" y="309271"/>
                  </a:lnTo>
                  <a:lnTo>
                    <a:pt x="153664" y="321120"/>
                  </a:lnTo>
                  <a:lnTo>
                    <a:pt x="147976" y="348751"/>
                  </a:lnTo>
                  <a:lnTo>
                    <a:pt x="142285" y="352700"/>
                  </a:lnTo>
                  <a:lnTo>
                    <a:pt x="133744" y="348751"/>
                  </a:lnTo>
                  <a:lnTo>
                    <a:pt x="130902" y="321120"/>
                  </a:lnTo>
                  <a:lnTo>
                    <a:pt x="96754" y="297417"/>
                  </a:lnTo>
                  <a:lnTo>
                    <a:pt x="99599" y="344804"/>
                  </a:lnTo>
                  <a:lnTo>
                    <a:pt x="91062" y="356643"/>
                  </a:lnTo>
                  <a:lnTo>
                    <a:pt x="76834" y="356643"/>
                  </a:lnTo>
                  <a:lnTo>
                    <a:pt x="62605" y="344804"/>
                  </a:lnTo>
                  <a:lnTo>
                    <a:pt x="54068" y="329015"/>
                  </a:lnTo>
                  <a:lnTo>
                    <a:pt x="36994" y="325069"/>
                  </a:lnTo>
                  <a:lnTo>
                    <a:pt x="28460" y="325069"/>
                  </a:lnTo>
                  <a:lnTo>
                    <a:pt x="42685" y="277658"/>
                  </a:lnTo>
                  <a:lnTo>
                    <a:pt x="54068" y="242065"/>
                  </a:lnTo>
                  <a:lnTo>
                    <a:pt x="45531" y="234151"/>
                  </a:lnTo>
                  <a:lnTo>
                    <a:pt x="25615" y="230193"/>
                  </a:lnTo>
                  <a:lnTo>
                    <a:pt x="0" y="226238"/>
                  </a:lnTo>
                  <a:lnTo>
                    <a:pt x="8540" y="214359"/>
                  </a:lnTo>
                  <a:lnTo>
                    <a:pt x="14228" y="190596"/>
                  </a:lnTo>
                  <a:lnTo>
                    <a:pt x="25615" y="146999"/>
                  </a:lnTo>
                  <a:lnTo>
                    <a:pt x="76834" y="154929"/>
                  </a:lnTo>
                  <a:lnTo>
                    <a:pt x="71146" y="119229"/>
                  </a:lnTo>
                  <a:lnTo>
                    <a:pt x="68297" y="79524"/>
                  </a:lnTo>
                  <a:lnTo>
                    <a:pt x="73988" y="47733"/>
                  </a:lnTo>
                  <a:lnTo>
                    <a:pt x="136594" y="55683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g12"/>
            <p:cNvSpPr/>
            <p:nvPr/>
          </p:nvSpPr>
          <p:spPr>
            <a:xfrm>
              <a:off x="3579187" y="3613070"/>
              <a:ext cx="418311" cy="1090660"/>
            </a:xfrm>
            <a:custGeom>
              <a:avLst/>
              <a:gdLst/>
              <a:ahLst/>
              <a:cxnLst/>
              <a:rect l="0" t="0" r="0" b="0"/>
              <a:pathLst>
                <a:path w="418311" h="1090660">
                  <a:moveTo>
                    <a:pt x="0" y="28337"/>
                  </a:moveTo>
                  <a:lnTo>
                    <a:pt x="17074" y="24290"/>
                  </a:lnTo>
                  <a:lnTo>
                    <a:pt x="31302" y="4049"/>
                  </a:lnTo>
                  <a:lnTo>
                    <a:pt x="51222" y="0"/>
                  </a:lnTo>
                  <a:lnTo>
                    <a:pt x="68297" y="4049"/>
                  </a:lnTo>
                  <a:lnTo>
                    <a:pt x="76834" y="24290"/>
                  </a:lnTo>
                  <a:lnTo>
                    <a:pt x="85371" y="60698"/>
                  </a:lnTo>
                  <a:lnTo>
                    <a:pt x="99599" y="68781"/>
                  </a:lnTo>
                  <a:lnTo>
                    <a:pt x="116674" y="64739"/>
                  </a:lnTo>
                  <a:lnTo>
                    <a:pt x="124499" y="106159"/>
                  </a:lnTo>
                  <a:lnTo>
                    <a:pt x="132325" y="147536"/>
                  </a:lnTo>
                  <a:lnTo>
                    <a:pt x="140151" y="188871"/>
                  </a:lnTo>
                  <a:lnTo>
                    <a:pt x="147976" y="230164"/>
                  </a:lnTo>
                  <a:lnTo>
                    <a:pt x="133744" y="234190"/>
                  </a:lnTo>
                  <a:lnTo>
                    <a:pt x="128056" y="242239"/>
                  </a:lnTo>
                  <a:lnTo>
                    <a:pt x="128056" y="250291"/>
                  </a:lnTo>
                  <a:lnTo>
                    <a:pt x="139439" y="306591"/>
                  </a:lnTo>
                  <a:lnTo>
                    <a:pt x="147976" y="306591"/>
                  </a:lnTo>
                  <a:lnTo>
                    <a:pt x="153664" y="338726"/>
                  </a:lnTo>
                  <a:lnTo>
                    <a:pt x="155087" y="384880"/>
                  </a:lnTo>
                  <a:lnTo>
                    <a:pt x="156510" y="430980"/>
                  </a:lnTo>
                  <a:lnTo>
                    <a:pt x="224807" y="402925"/>
                  </a:lnTo>
                  <a:lnTo>
                    <a:pt x="247572" y="455012"/>
                  </a:lnTo>
                  <a:lnTo>
                    <a:pt x="270338" y="507031"/>
                  </a:lnTo>
                  <a:lnTo>
                    <a:pt x="261801" y="523024"/>
                  </a:lnTo>
                  <a:lnTo>
                    <a:pt x="305435" y="532350"/>
                  </a:lnTo>
                  <a:lnTo>
                    <a:pt x="349069" y="541674"/>
                  </a:lnTo>
                  <a:lnTo>
                    <a:pt x="392704" y="550996"/>
                  </a:lnTo>
                  <a:lnTo>
                    <a:pt x="381317" y="566971"/>
                  </a:lnTo>
                  <a:lnTo>
                    <a:pt x="384166" y="566971"/>
                  </a:lnTo>
                  <a:lnTo>
                    <a:pt x="395546" y="582937"/>
                  </a:lnTo>
                  <a:lnTo>
                    <a:pt x="401237" y="582937"/>
                  </a:lnTo>
                  <a:lnTo>
                    <a:pt x="418311" y="622832"/>
                  </a:lnTo>
                  <a:lnTo>
                    <a:pt x="401237" y="642765"/>
                  </a:lnTo>
                  <a:lnTo>
                    <a:pt x="401237" y="658704"/>
                  </a:lnTo>
                  <a:lnTo>
                    <a:pt x="395546" y="662688"/>
                  </a:lnTo>
                  <a:lnTo>
                    <a:pt x="401237" y="698522"/>
                  </a:lnTo>
                  <a:lnTo>
                    <a:pt x="388431" y="746256"/>
                  </a:lnTo>
                  <a:lnTo>
                    <a:pt x="375626" y="793933"/>
                  </a:lnTo>
                  <a:lnTo>
                    <a:pt x="369938" y="793933"/>
                  </a:lnTo>
                  <a:lnTo>
                    <a:pt x="344327" y="828332"/>
                  </a:lnTo>
                  <a:lnTo>
                    <a:pt x="318715" y="862701"/>
                  </a:lnTo>
                  <a:lnTo>
                    <a:pt x="293104" y="897042"/>
                  </a:lnTo>
                  <a:lnTo>
                    <a:pt x="281721" y="861381"/>
                  </a:lnTo>
                  <a:lnTo>
                    <a:pt x="258955" y="833622"/>
                  </a:lnTo>
                  <a:lnTo>
                    <a:pt x="247572" y="833622"/>
                  </a:lnTo>
                  <a:lnTo>
                    <a:pt x="239035" y="829655"/>
                  </a:lnTo>
                  <a:lnTo>
                    <a:pt x="230502" y="833622"/>
                  </a:lnTo>
                  <a:lnTo>
                    <a:pt x="224807" y="825685"/>
                  </a:lnTo>
                  <a:lnTo>
                    <a:pt x="190658" y="845521"/>
                  </a:lnTo>
                  <a:lnTo>
                    <a:pt x="187816" y="845521"/>
                  </a:lnTo>
                  <a:lnTo>
                    <a:pt x="125211" y="885157"/>
                  </a:lnTo>
                  <a:lnTo>
                    <a:pt x="108133" y="885157"/>
                  </a:lnTo>
                  <a:lnTo>
                    <a:pt x="102445" y="889119"/>
                  </a:lnTo>
                  <a:lnTo>
                    <a:pt x="108133" y="897042"/>
                  </a:lnTo>
                  <a:lnTo>
                    <a:pt x="108133" y="904962"/>
                  </a:lnTo>
                  <a:lnTo>
                    <a:pt x="139439" y="916841"/>
                  </a:lnTo>
                  <a:lnTo>
                    <a:pt x="179275" y="964320"/>
                  </a:lnTo>
                  <a:lnTo>
                    <a:pt x="170738" y="972228"/>
                  </a:lnTo>
                  <a:lnTo>
                    <a:pt x="173584" y="976181"/>
                  </a:lnTo>
                  <a:lnTo>
                    <a:pt x="156510" y="1003844"/>
                  </a:lnTo>
                  <a:lnTo>
                    <a:pt x="167896" y="1015691"/>
                  </a:lnTo>
                  <a:lnTo>
                    <a:pt x="139439" y="1031485"/>
                  </a:lnTo>
                  <a:lnTo>
                    <a:pt x="139439" y="1043327"/>
                  </a:lnTo>
                  <a:lnTo>
                    <a:pt x="136594" y="1055166"/>
                  </a:lnTo>
                  <a:lnTo>
                    <a:pt x="145131" y="1082775"/>
                  </a:lnTo>
                  <a:lnTo>
                    <a:pt x="125211" y="1074889"/>
                  </a:lnTo>
                  <a:lnTo>
                    <a:pt x="108133" y="1074889"/>
                  </a:lnTo>
                  <a:lnTo>
                    <a:pt x="76834" y="1082775"/>
                  </a:lnTo>
                  <a:lnTo>
                    <a:pt x="51222" y="1090660"/>
                  </a:lnTo>
                  <a:lnTo>
                    <a:pt x="48377" y="1047274"/>
                  </a:lnTo>
                  <a:lnTo>
                    <a:pt x="45531" y="1003843"/>
                  </a:lnTo>
                  <a:lnTo>
                    <a:pt x="42685" y="960365"/>
                  </a:lnTo>
                  <a:lnTo>
                    <a:pt x="39839" y="916841"/>
                  </a:lnTo>
                  <a:lnTo>
                    <a:pt x="36994" y="873271"/>
                  </a:lnTo>
                  <a:lnTo>
                    <a:pt x="34148" y="829654"/>
                  </a:lnTo>
                  <a:lnTo>
                    <a:pt x="31302" y="785990"/>
                  </a:lnTo>
                  <a:lnTo>
                    <a:pt x="28457" y="742280"/>
                  </a:lnTo>
                  <a:lnTo>
                    <a:pt x="26783" y="700630"/>
                  </a:lnTo>
                  <a:lnTo>
                    <a:pt x="25109" y="658938"/>
                  </a:lnTo>
                  <a:lnTo>
                    <a:pt x="23435" y="617202"/>
                  </a:lnTo>
                  <a:lnTo>
                    <a:pt x="21761" y="575424"/>
                  </a:lnTo>
                  <a:lnTo>
                    <a:pt x="20087" y="533602"/>
                  </a:lnTo>
                  <a:lnTo>
                    <a:pt x="18413" y="491738"/>
                  </a:lnTo>
                  <a:lnTo>
                    <a:pt x="16739" y="449830"/>
                  </a:lnTo>
                  <a:lnTo>
                    <a:pt x="15065" y="407878"/>
                  </a:lnTo>
                  <a:lnTo>
                    <a:pt x="13391" y="365883"/>
                  </a:lnTo>
                  <a:lnTo>
                    <a:pt x="11717" y="323845"/>
                  </a:lnTo>
                  <a:lnTo>
                    <a:pt x="10043" y="281762"/>
                  </a:lnTo>
                  <a:lnTo>
                    <a:pt x="8369" y="239635"/>
                  </a:lnTo>
                  <a:lnTo>
                    <a:pt x="6695" y="197464"/>
                  </a:lnTo>
                  <a:lnTo>
                    <a:pt x="5021" y="155249"/>
                  </a:lnTo>
                  <a:lnTo>
                    <a:pt x="3347" y="112990"/>
                  </a:lnTo>
                  <a:lnTo>
                    <a:pt x="1673" y="70686"/>
                  </a:lnTo>
                  <a:close/>
                </a:path>
              </a:pathLst>
            </a:custGeom>
            <a:solidFill>
              <a:srgbClr val="6B68B7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g13"/>
            <p:cNvSpPr/>
            <p:nvPr/>
          </p:nvSpPr>
          <p:spPr>
            <a:xfrm>
              <a:off x="4435734" y="2873257"/>
              <a:ext cx="685800" cy="1230846"/>
            </a:xfrm>
            <a:custGeom>
              <a:avLst/>
              <a:gdLst/>
              <a:ahLst/>
              <a:cxnLst/>
              <a:rect l="0" t="0" r="0" b="0"/>
              <a:pathLst>
                <a:path w="685800" h="1230846">
                  <a:moveTo>
                    <a:pt x="261797" y="1206835"/>
                  </a:moveTo>
                  <a:lnTo>
                    <a:pt x="253260" y="1194825"/>
                  </a:lnTo>
                  <a:lnTo>
                    <a:pt x="236186" y="1202832"/>
                  </a:lnTo>
                  <a:lnTo>
                    <a:pt x="185913" y="1212172"/>
                  </a:lnTo>
                  <a:lnTo>
                    <a:pt x="135640" y="1221510"/>
                  </a:lnTo>
                  <a:lnTo>
                    <a:pt x="85367" y="1230846"/>
                  </a:lnTo>
                  <a:lnTo>
                    <a:pt x="71138" y="1174800"/>
                  </a:lnTo>
                  <a:lnTo>
                    <a:pt x="39836" y="1182811"/>
                  </a:lnTo>
                  <a:lnTo>
                    <a:pt x="33196" y="1140735"/>
                  </a:lnTo>
                  <a:lnTo>
                    <a:pt x="26557" y="1098614"/>
                  </a:lnTo>
                  <a:lnTo>
                    <a:pt x="19918" y="1056450"/>
                  </a:lnTo>
                  <a:lnTo>
                    <a:pt x="13278" y="1014242"/>
                  </a:lnTo>
                  <a:lnTo>
                    <a:pt x="6639" y="971989"/>
                  </a:lnTo>
                  <a:lnTo>
                    <a:pt x="0" y="929692"/>
                  </a:lnTo>
                  <a:lnTo>
                    <a:pt x="39838" y="920958"/>
                  </a:lnTo>
                  <a:lnTo>
                    <a:pt x="79677" y="912223"/>
                  </a:lnTo>
                  <a:lnTo>
                    <a:pt x="119516" y="903485"/>
                  </a:lnTo>
                  <a:lnTo>
                    <a:pt x="159354" y="894746"/>
                  </a:lnTo>
                  <a:lnTo>
                    <a:pt x="199193" y="886005"/>
                  </a:lnTo>
                  <a:lnTo>
                    <a:pt x="239032" y="877261"/>
                  </a:lnTo>
                  <a:lnTo>
                    <a:pt x="233340" y="828806"/>
                  </a:lnTo>
                  <a:lnTo>
                    <a:pt x="284563" y="816682"/>
                  </a:lnTo>
                  <a:lnTo>
                    <a:pt x="276026" y="776243"/>
                  </a:lnTo>
                  <a:lnTo>
                    <a:pt x="267489" y="735763"/>
                  </a:lnTo>
                  <a:lnTo>
                    <a:pt x="258951" y="695242"/>
                  </a:lnTo>
                  <a:lnTo>
                    <a:pt x="250414" y="654680"/>
                  </a:lnTo>
                  <a:lnTo>
                    <a:pt x="241877" y="614077"/>
                  </a:lnTo>
                  <a:lnTo>
                    <a:pt x="199192" y="614077"/>
                  </a:lnTo>
                  <a:lnTo>
                    <a:pt x="202041" y="577501"/>
                  </a:lnTo>
                  <a:lnTo>
                    <a:pt x="199192" y="536821"/>
                  </a:lnTo>
                  <a:lnTo>
                    <a:pt x="196346" y="520537"/>
                  </a:lnTo>
                  <a:lnTo>
                    <a:pt x="256106" y="492023"/>
                  </a:lnTo>
                  <a:lnTo>
                    <a:pt x="256882" y="447545"/>
                  </a:lnTo>
                  <a:lnTo>
                    <a:pt x="257658" y="403018"/>
                  </a:lnTo>
                  <a:lnTo>
                    <a:pt x="258434" y="358440"/>
                  </a:lnTo>
                  <a:lnTo>
                    <a:pt x="259210" y="313813"/>
                  </a:lnTo>
                  <a:lnTo>
                    <a:pt x="259986" y="269135"/>
                  </a:lnTo>
                  <a:lnTo>
                    <a:pt x="260762" y="224406"/>
                  </a:lnTo>
                  <a:lnTo>
                    <a:pt x="261538" y="179627"/>
                  </a:lnTo>
                  <a:lnTo>
                    <a:pt x="262315" y="134797"/>
                  </a:lnTo>
                  <a:lnTo>
                    <a:pt x="263091" y="89916"/>
                  </a:lnTo>
                  <a:lnTo>
                    <a:pt x="263867" y="44983"/>
                  </a:lnTo>
                  <a:lnTo>
                    <a:pt x="264643" y="0"/>
                  </a:lnTo>
                  <a:lnTo>
                    <a:pt x="324403" y="0"/>
                  </a:lnTo>
                  <a:lnTo>
                    <a:pt x="330094" y="4128"/>
                  </a:lnTo>
                  <a:lnTo>
                    <a:pt x="372779" y="5503"/>
                  </a:lnTo>
                  <a:lnTo>
                    <a:pt x="415463" y="6878"/>
                  </a:lnTo>
                  <a:lnTo>
                    <a:pt x="458147" y="8253"/>
                  </a:lnTo>
                  <a:lnTo>
                    <a:pt x="458147" y="52425"/>
                  </a:lnTo>
                  <a:lnTo>
                    <a:pt x="458147" y="96546"/>
                  </a:lnTo>
                  <a:lnTo>
                    <a:pt x="458147" y="140619"/>
                  </a:lnTo>
                  <a:lnTo>
                    <a:pt x="458147" y="184642"/>
                  </a:lnTo>
                  <a:lnTo>
                    <a:pt x="458147" y="228616"/>
                  </a:lnTo>
                  <a:lnTo>
                    <a:pt x="458147" y="272542"/>
                  </a:lnTo>
                  <a:lnTo>
                    <a:pt x="458147" y="316418"/>
                  </a:lnTo>
                  <a:lnTo>
                    <a:pt x="458147" y="324601"/>
                  </a:lnTo>
                  <a:lnTo>
                    <a:pt x="458147" y="366181"/>
                  </a:lnTo>
                  <a:lnTo>
                    <a:pt x="458147" y="407719"/>
                  </a:lnTo>
                  <a:lnTo>
                    <a:pt x="458147" y="449212"/>
                  </a:lnTo>
                  <a:lnTo>
                    <a:pt x="458147" y="490663"/>
                  </a:lnTo>
                  <a:lnTo>
                    <a:pt x="458147" y="532070"/>
                  </a:lnTo>
                  <a:lnTo>
                    <a:pt x="458147" y="573434"/>
                  </a:lnTo>
                  <a:lnTo>
                    <a:pt x="472380" y="581567"/>
                  </a:lnTo>
                  <a:lnTo>
                    <a:pt x="532136" y="573434"/>
                  </a:lnTo>
                  <a:lnTo>
                    <a:pt x="532136" y="565301"/>
                  </a:lnTo>
                  <a:lnTo>
                    <a:pt x="574821" y="558521"/>
                  </a:lnTo>
                  <a:lnTo>
                    <a:pt x="617507" y="551740"/>
                  </a:lnTo>
                  <a:lnTo>
                    <a:pt x="660193" y="544958"/>
                  </a:lnTo>
                  <a:lnTo>
                    <a:pt x="664461" y="586987"/>
                  </a:lnTo>
                  <a:lnTo>
                    <a:pt x="668729" y="628971"/>
                  </a:lnTo>
                  <a:lnTo>
                    <a:pt x="672997" y="670911"/>
                  </a:lnTo>
                  <a:lnTo>
                    <a:pt x="677264" y="712807"/>
                  </a:lnTo>
                  <a:lnTo>
                    <a:pt x="681532" y="754659"/>
                  </a:lnTo>
                  <a:lnTo>
                    <a:pt x="685800" y="796468"/>
                  </a:lnTo>
                  <a:lnTo>
                    <a:pt x="631736" y="808595"/>
                  </a:lnTo>
                  <a:lnTo>
                    <a:pt x="579090" y="824762"/>
                  </a:lnTo>
                  <a:lnTo>
                    <a:pt x="526444" y="840923"/>
                  </a:lnTo>
                  <a:lnTo>
                    <a:pt x="534981" y="909535"/>
                  </a:lnTo>
                  <a:lnTo>
                    <a:pt x="475225" y="929692"/>
                  </a:lnTo>
                  <a:lnTo>
                    <a:pt x="486604" y="990104"/>
                  </a:lnTo>
                  <a:lnTo>
                    <a:pt x="429694" y="1006196"/>
                  </a:lnTo>
                  <a:lnTo>
                    <a:pt x="435384" y="1054440"/>
                  </a:lnTo>
                  <a:lnTo>
                    <a:pt x="441074" y="1102627"/>
                  </a:lnTo>
                  <a:lnTo>
                    <a:pt x="446765" y="1150756"/>
                  </a:lnTo>
                  <a:lnTo>
                    <a:pt x="369934" y="1162782"/>
                  </a:lnTo>
                  <a:lnTo>
                    <a:pt x="355702" y="1190821"/>
                  </a:lnTo>
                  <a:lnTo>
                    <a:pt x="332940" y="1182811"/>
                  </a:lnTo>
                  <a:lnTo>
                    <a:pt x="310174" y="1198829"/>
                  </a:lnTo>
                  <a:lnTo>
                    <a:pt x="304483" y="1222844"/>
                  </a:lnTo>
                  <a:lnTo>
                    <a:pt x="290254" y="1222844"/>
                  </a:lnTo>
                  <a:lnTo>
                    <a:pt x="290254" y="120683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g14"/>
            <p:cNvSpPr/>
            <p:nvPr/>
          </p:nvSpPr>
          <p:spPr>
            <a:xfrm>
              <a:off x="4196698" y="2745150"/>
              <a:ext cx="523599" cy="1110159"/>
            </a:xfrm>
            <a:custGeom>
              <a:avLst/>
              <a:gdLst/>
              <a:ahLst/>
              <a:cxnLst/>
              <a:rect l="0" t="0" r="0" b="0"/>
              <a:pathLst>
                <a:path w="523599" h="1110159">
                  <a:moveTo>
                    <a:pt x="239035" y="1057799"/>
                  </a:moveTo>
                  <a:lnTo>
                    <a:pt x="165043" y="1073918"/>
                  </a:lnTo>
                  <a:lnTo>
                    <a:pt x="167889" y="1094054"/>
                  </a:lnTo>
                  <a:lnTo>
                    <a:pt x="105287" y="1110159"/>
                  </a:lnTo>
                  <a:lnTo>
                    <a:pt x="91058" y="1045706"/>
                  </a:lnTo>
                  <a:lnTo>
                    <a:pt x="85367" y="1041674"/>
                  </a:lnTo>
                  <a:lnTo>
                    <a:pt x="75881" y="997297"/>
                  </a:lnTo>
                  <a:lnTo>
                    <a:pt x="66396" y="952871"/>
                  </a:lnTo>
                  <a:lnTo>
                    <a:pt x="56910" y="908395"/>
                  </a:lnTo>
                  <a:lnTo>
                    <a:pt x="65447" y="904347"/>
                  </a:lnTo>
                  <a:lnTo>
                    <a:pt x="55487" y="860831"/>
                  </a:lnTo>
                  <a:lnTo>
                    <a:pt x="45527" y="817267"/>
                  </a:lnTo>
                  <a:lnTo>
                    <a:pt x="35567" y="773656"/>
                  </a:lnTo>
                  <a:lnTo>
                    <a:pt x="25607" y="729997"/>
                  </a:lnTo>
                  <a:lnTo>
                    <a:pt x="36994" y="721869"/>
                  </a:lnTo>
                  <a:lnTo>
                    <a:pt x="45527" y="709673"/>
                  </a:lnTo>
                  <a:lnTo>
                    <a:pt x="54064" y="693407"/>
                  </a:lnTo>
                  <a:lnTo>
                    <a:pt x="54064" y="681206"/>
                  </a:lnTo>
                  <a:lnTo>
                    <a:pt x="65447" y="668995"/>
                  </a:lnTo>
                  <a:lnTo>
                    <a:pt x="65447" y="660855"/>
                  </a:lnTo>
                  <a:lnTo>
                    <a:pt x="65447" y="652715"/>
                  </a:lnTo>
                  <a:lnTo>
                    <a:pt x="65447" y="648644"/>
                  </a:lnTo>
                  <a:lnTo>
                    <a:pt x="56910" y="648644"/>
                  </a:lnTo>
                  <a:lnTo>
                    <a:pt x="42681" y="652715"/>
                  </a:lnTo>
                  <a:lnTo>
                    <a:pt x="36994" y="648644"/>
                  </a:lnTo>
                  <a:lnTo>
                    <a:pt x="42681" y="640496"/>
                  </a:lnTo>
                  <a:lnTo>
                    <a:pt x="31299" y="636426"/>
                  </a:lnTo>
                  <a:lnTo>
                    <a:pt x="22761" y="624204"/>
                  </a:lnTo>
                  <a:lnTo>
                    <a:pt x="8533" y="595670"/>
                  </a:lnTo>
                  <a:lnTo>
                    <a:pt x="0" y="595670"/>
                  </a:lnTo>
                  <a:lnTo>
                    <a:pt x="5687" y="591595"/>
                  </a:lnTo>
                  <a:lnTo>
                    <a:pt x="14228" y="583439"/>
                  </a:lnTo>
                  <a:lnTo>
                    <a:pt x="17074" y="567121"/>
                  </a:lnTo>
                  <a:lnTo>
                    <a:pt x="19919" y="563040"/>
                  </a:lnTo>
                  <a:lnTo>
                    <a:pt x="25607" y="563040"/>
                  </a:lnTo>
                  <a:lnTo>
                    <a:pt x="34144" y="575281"/>
                  </a:lnTo>
                  <a:lnTo>
                    <a:pt x="45527" y="579360"/>
                  </a:lnTo>
                  <a:lnTo>
                    <a:pt x="51218" y="579360"/>
                  </a:lnTo>
                  <a:lnTo>
                    <a:pt x="51218" y="571201"/>
                  </a:lnTo>
                  <a:lnTo>
                    <a:pt x="45527" y="563040"/>
                  </a:lnTo>
                  <a:lnTo>
                    <a:pt x="56910" y="550796"/>
                  </a:lnTo>
                  <a:lnTo>
                    <a:pt x="62605" y="518127"/>
                  </a:lnTo>
                  <a:lnTo>
                    <a:pt x="48373" y="497695"/>
                  </a:lnTo>
                  <a:lnTo>
                    <a:pt x="65447" y="493607"/>
                  </a:lnTo>
                  <a:lnTo>
                    <a:pt x="71138" y="505872"/>
                  </a:lnTo>
                  <a:lnTo>
                    <a:pt x="99596" y="501782"/>
                  </a:lnTo>
                  <a:lnTo>
                    <a:pt x="76830" y="424055"/>
                  </a:lnTo>
                  <a:lnTo>
                    <a:pt x="54064" y="424055"/>
                  </a:lnTo>
                  <a:lnTo>
                    <a:pt x="53251" y="382498"/>
                  </a:lnTo>
                  <a:lnTo>
                    <a:pt x="52438" y="340898"/>
                  </a:lnTo>
                  <a:lnTo>
                    <a:pt x="51625" y="299253"/>
                  </a:lnTo>
                  <a:lnTo>
                    <a:pt x="50812" y="257565"/>
                  </a:lnTo>
                  <a:lnTo>
                    <a:pt x="49999" y="215833"/>
                  </a:lnTo>
                  <a:lnTo>
                    <a:pt x="49186" y="174056"/>
                  </a:lnTo>
                  <a:lnTo>
                    <a:pt x="48373" y="132235"/>
                  </a:lnTo>
                  <a:lnTo>
                    <a:pt x="51218" y="128106"/>
                  </a:lnTo>
                  <a:lnTo>
                    <a:pt x="52641" y="66171"/>
                  </a:lnTo>
                  <a:lnTo>
                    <a:pt x="54064" y="4139"/>
                  </a:lnTo>
                  <a:lnTo>
                    <a:pt x="97887" y="3725"/>
                  </a:lnTo>
                  <a:lnTo>
                    <a:pt x="141711" y="3311"/>
                  </a:lnTo>
                  <a:lnTo>
                    <a:pt x="185534" y="2897"/>
                  </a:lnTo>
                  <a:lnTo>
                    <a:pt x="229357" y="2483"/>
                  </a:lnTo>
                  <a:lnTo>
                    <a:pt x="273180" y="2069"/>
                  </a:lnTo>
                  <a:lnTo>
                    <a:pt x="317003" y="1655"/>
                  </a:lnTo>
                  <a:lnTo>
                    <a:pt x="360826" y="1241"/>
                  </a:lnTo>
                  <a:lnTo>
                    <a:pt x="404650" y="827"/>
                  </a:lnTo>
                  <a:lnTo>
                    <a:pt x="448473" y="413"/>
                  </a:lnTo>
                  <a:lnTo>
                    <a:pt x="492296" y="0"/>
                  </a:lnTo>
                  <a:lnTo>
                    <a:pt x="496090" y="42748"/>
                  </a:lnTo>
                  <a:lnTo>
                    <a:pt x="499884" y="85450"/>
                  </a:lnTo>
                  <a:lnTo>
                    <a:pt x="503679" y="128106"/>
                  </a:lnTo>
                  <a:lnTo>
                    <a:pt x="502903" y="173090"/>
                  </a:lnTo>
                  <a:lnTo>
                    <a:pt x="502126" y="218022"/>
                  </a:lnTo>
                  <a:lnTo>
                    <a:pt x="501350" y="262904"/>
                  </a:lnTo>
                  <a:lnTo>
                    <a:pt x="500574" y="307734"/>
                  </a:lnTo>
                  <a:lnTo>
                    <a:pt x="499798" y="352513"/>
                  </a:lnTo>
                  <a:lnTo>
                    <a:pt x="499022" y="397241"/>
                  </a:lnTo>
                  <a:lnTo>
                    <a:pt x="498246" y="441920"/>
                  </a:lnTo>
                  <a:lnTo>
                    <a:pt x="497470" y="486547"/>
                  </a:lnTo>
                  <a:lnTo>
                    <a:pt x="496694" y="531125"/>
                  </a:lnTo>
                  <a:lnTo>
                    <a:pt x="495918" y="575652"/>
                  </a:lnTo>
                  <a:lnTo>
                    <a:pt x="495142" y="620130"/>
                  </a:lnTo>
                  <a:lnTo>
                    <a:pt x="435382" y="648644"/>
                  </a:lnTo>
                  <a:lnTo>
                    <a:pt x="438227" y="664928"/>
                  </a:lnTo>
                  <a:lnTo>
                    <a:pt x="441077" y="705607"/>
                  </a:lnTo>
                  <a:lnTo>
                    <a:pt x="438227" y="742183"/>
                  </a:lnTo>
                  <a:lnTo>
                    <a:pt x="480913" y="742183"/>
                  </a:lnTo>
                  <a:lnTo>
                    <a:pt x="489450" y="782787"/>
                  </a:lnTo>
                  <a:lnTo>
                    <a:pt x="497987" y="823349"/>
                  </a:lnTo>
                  <a:lnTo>
                    <a:pt x="506524" y="863870"/>
                  </a:lnTo>
                  <a:lnTo>
                    <a:pt x="515062" y="904350"/>
                  </a:lnTo>
                  <a:lnTo>
                    <a:pt x="523599" y="944789"/>
                  </a:lnTo>
                  <a:lnTo>
                    <a:pt x="472376" y="956912"/>
                  </a:lnTo>
                  <a:lnTo>
                    <a:pt x="478067" y="1005368"/>
                  </a:lnTo>
                  <a:lnTo>
                    <a:pt x="438229" y="1014111"/>
                  </a:lnTo>
                  <a:lnTo>
                    <a:pt x="398390" y="1022853"/>
                  </a:lnTo>
                  <a:lnTo>
                    <a:pt x="358551" y="1031592"/>
                  </a:lnTo>
                  <a:lnTo>
                    <a:pt x="318713" y="1040330"/>
                  </a:lnTo>
                  <a:lnTo>
                    <a:pt x="278874" y="1049065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5"/>
            <p:cNvSpPr/>
            <p:nvPr/>
          </p:nvSpPr>
          <p:spPr>
            <a:xfrm>
              <a:off x="4091407" y="4434791"/>
              <a:ext cx="170738" cy="328030"/>
            </a:xfrm>
            <a:custGeom>
              <a:avLst/>
              <a:gdLst/>
              <a:ahLst/>
              <a:cxnLst/>
              <a:rect l="0" t="0" r="0" b="0"/>
              <a:pathLst>
                <a:path w="170738" h="328030">
                  <a:moveTo>
                    <a:pt x="22765" y="31732"/>
                  </a:moveTo>
                  <a:lnTo>
                    <a:pt x="71138" y="43625"/>
                  </a:lnTo>
                  <a:lnTo>
                    <a:pt x="85371" y="0"/>
                  </a:lnTo>
                  <a:lnTo>
                    <a:pt x="139435" y="11902"/>
                  </a:lnTo>
                  <a:lnTo>
                    <a:pt x="142285" y="23801"/>
                  </a:lnTo>
                  <a:lnTo>
                    <a:pt x="130898" y="67399"/>
                  </a:lnTo>
                  <a:lnTo>
                    <a:pt x="125211" y="91162"/>
                  </a:lnTo>
                  <a:lnTo>
                    <a:pt x="116670" y="103040"/>
                  </a:lnTo>
                  <a:lnTo>
                    <a:pt x="142285" y="106996"/>
                  </a:lnTo>
                  <a:lnTo>
                    <a:pt x="162201" y="110953"/>
                  </a:lnTo>
                  <a:lnTo>
                    <a:pt x="170738" y="118867"/>
                  </a:lnTo>
                  <a:lnTo>
                    <a:pt x="159355" y="154461"/>
                  </a:lnTo>
                  <a:lnTo>
                    <a:pt x="145131" y="201872"/>
                  </a:lnTo>
                  <a:lnTo>
                    <a:pt x="128053" y="205817"/>
                  </a:lnTo>
                  <a:lnTo>
                    <a:pt x="113824" y="245281"/>
                  </a:lnTo>
                  <a:lnTo>
                    <a:pt x="105291" y="261055"/>
                  </a:lnTo>
                  <a:lnTo>
                    <a:pt x="113824" y="300465"/>
                  </a:lnTo>
                  <a:lnTo>
                    <a:pt x="102445" y="328030"/>
                  </a:lnTo>
                  <a:lnTo>
                    <a:pt x="93904" y="328030"/>
                  </a:lnTo>
                  <a:lnTo>
                    <a:pt x="85371" y="320156"/>
                  </a:lnTo>
                  <a:lnTo>
                    <a:pt x="85371" y="304404"/>
                  </a:lnTo>
                  <a:lnTo>
                    <a:pt x="76834" y="288646"/>
                  </a:lnTo>
                  <a:lnTo>
                    <a:pt x="76834" y="261055"/>
                  </a:lnTo>
                  <a:lnTo>
                    <a:pt x="79679" y="233446"/>
                  </a:lnTo>
                  <a:lnTo>
                    <a:pt x="71138" y="221607"/>
                  </a:lnTo>
                  <a:lnTo>
                    <a:pt x="82525" y="186074"/>
                  </a:lnTo>
                  <a:lnTo>
                    <a:pt x="93904" y="158414"/>
                  </a:lnTo>
                  <a:lnTo>
                    <a:pt x="91058" y="154461"/>
                  </a:lnTo>
                  <a:lnTo>
                    <a:pt x="82525" y="150508"/>
                  </a:lnTo>
                  <a:lnTo>
                    <a:pt x="76834" y="162364"/>
                  </a:lnTo>
                  <a:lnTo>
                    <a:pt x="65451" y="174219"/>
                  </a:lnTo>
                  <a:lnTo>
                    <a:pt x="56914" y="174219"/>
                  </a:lnTo>
                  <a:lnTo>
                    <a:pt x="39839" y="170271"/>
                  </a:lnTo>
                  <a:lnTo>
                    <a:pt x="25607" y="162364"/>
                  </a:lnTo>
                  <a:lnTo>
                    <a:pt x="14228" y="154461"/>
                  </a:lnTo>
                  <a:lnTo>
                    <a:pt x="5691" y="142600"/>
                  </a:lnTo>
                  <a:lnTo>
                    <a:pt x="0" y="130735"/>
                  </a:lnTo>
                  <a:lnTo>
                    <a:pt x="5691" y="114910"/>
                  </a:lnTo>
                  <a:lnTo>
                    <a:pt x="5691" y="103040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g16"/>
            <p:cNvSpPr/>
            <p:nvPr/>
          </p:nvSpPr>
          <p:spPr>
            <a:xfrm>
              <a:off x="3835297" y="2749290"/>
              <a:ext cx="640273" cy="1406784"/>
            </a:xfrm>
            <a:custGeom>
              <a:avLst/>
              <a:gdLst/>
              <a:ahLst/>
              <a:cxnLst/>
              <a:rect l="0" t="0" r="0" b="0"/>
              <a:pathLst>
                <a:path w="640273" h="1406784">
                  <a:moveTo>
                    <a:pt x="549210" y="1314788"/>
                  </a:moveTo>
                  <a:lnTo>
                    <a:pt x="540677" y="1306778"/>
                  </a:lnTo>
                  <a:lnTo>
                    <a:pt x="460997" y="1318792"/>
                  </a:lnTo>
                  <a:lnTo>
                    <a:pt x="460997" y="1330803"/>
                  </a:lnTo>
                  <a:lnTo>
                    <a:pt x="469534" y="1346811"/>
                  </a:lnTo>
                  <a:lnTo>
                    <a:pt x="483763" y="1354813"/>
                  </a:lnTo>
                  <a:lnTo>
                    <a:pt x="486608" y="1370812"/>
                  </a:lnTo>
                  <a:lnTo>
                    <a:pt x="483763" y="1394799"/>
                  </a:lnTo>
                  <a:lnTo>
                    <a:pt x="475225" y="1402791"/>
                  </a:lnTo>
                  <a:lnTo>
                    <a:pt x="409774" y="1390799"/>
                  </a:lnTo>
                  <a:lnTo>
                    <a:pt x="404083" y="1386805"/>
                  </a:lnTo>
                  <a:lnTo>
                    <a:pt x="392700" y="1386805"/>
                  </a:lnTo>
                  <a:lnTo>
                    <a:pt x="378475" y="1406784"/>
                  </a:lnTo>
                  <a:lnTo>
                    <a:pt x="367088" y="1398795"/>
                  </a:lnTo>
                  <a:lnTo>
                    <a:pt x="369934" y="1386805"/>
                  </a:lnTo>
                  <a:lnTo>
                    <a:pt x="358555" y="1378809"/>
                  </a:lnTo>
                  <a:lnTo>
                    <a:pt x="341481" y="1374808"/>
                  </a:lnTo>
                  <a:lnTo>
                    <a:pt x="313024" y="1386805"/>
                  </a:lnTo>
                  <a:lnTo>
                    <a:pt x="293104" y="1330803"/>
                  </a:lnTo>
                  <a:lnTo>
                    <a:pt x="281717" y="1330803"/>
                  </a:lnTo>
                  <a:lnTo>
                    <a:pt x="267492" y="1278732"/>
                  </a:lnTo>
                  <a:lnTo>
                    <a:pt x="276030" y="1274724"/>
                  </a:lnTo>
                  <a:lnTo>
                    <a:pt x="267492" y="1238634"/>
                  </a:lnTo>
                  <a:lnTo>
                    <a:pt x="258955" y="1238634"/>
                  </a:lnTo>
                  <a:lnTo>
                    <a:pt x="256110" y="1226596"/>
                  </a:lnTo>
                  <a:lnTo>
                    <a:pt x="258955" y="1226596"/>
                  </a:lnTo>
                  <a:lnTo>
                    <a:pt x="256110" y="1202507"/>
                  </a:lnTo>
                  <a:lnTo>
                    <a:pt x="210578" y="1206525"/>
                  </a:lnTo>
                  <a:lnTo>
                    <a:pt x="207732" y="1186444"/>
                  </a:lnTo>
                  <a:lnTo>
                    <a:pt x="202041" y="1186444"/>
                  </a:lnTo>
                  <a:lnTo>
                    <a:pt x="202041" y="1178409"/>
                  </a:lnTo>
                  <a:lnTo>
                    <a:pt x="204887" y="1178409"/>
                  </a:lnTo>
                  <a:lnTo>
                    <a:pt x="204887" y="1150273"/>
                  </a:lnTo>
                  <a:lnTo>
                    <a:pt x="219119" y="1146252"/>
                  </a:lnTo>
                  <a:lnTo>
                    <a:pt x="211531" y="1104678"/>
                  </a:lnTo>
                  <a:lnTo>
                    <a:pt x="203942" y="1063062"/>
                  </a:lnTo>
                  <a:lnTo>
                    <a:pt x="196353" y="1021403"/>
                  </a:lnTo>
                  <a:lnTo>
                    <a:pt x="139435" y="1025436"/>
                  </a:lnTo>
                  <a:lnTo>
                    <a:pt x="128056" y="981045"/>
                  </a:lnTo>
                  <a:lnTo>
                    <a:pt x="91062" y="989120"/>
                  </a:lnTo>
                  <a:lnTo>
                    <a:pt x="91062" y="997193"/>
                  </a:lnTo>
                  <a:lnTo>
                    <a:pt x="73988" y="997193"/>
                  </a:lnTo>
                  <a:lnTo>
                    <a:pt x="65451" y="956811"/>
                  </a:lnTo>
                  <a:lnTo>
                    <a:pt x="56914" y="916389"/>
                  </a:lnTo>
                  <a:lnTo>
                    <a:pt x="48377" y="875926"/>
                  </a:lnTo>
                  <a:lnTo>
                    <a:pt x="39839" y="835422"/>
                  </a:lnTo>
                  <a:lnTo>
                    <a:pt x="31302" y="794877"/>
                  </a:lnTo>
                  <a:lnTo>
                    <a:pt x="22765" y="754290"/>
                  </a:lnTo>
                  <a:lnTo>
                    <a:pt x="25611" y="746171"/>
                  </a:lnTo>
                  <a:lnTo>
                    <a:pt x="12805" y="695370"/>
                  </a:lnTo>
                  <a:lnTo>
                    <a:pt x="0" y="644504"/>
                  </a:lnTo>
                  <a:lnTo>
                    <a:pt x="8537" y="636357"/>
                  </a:lnTo>
                  <a:lnTo>
                    <a:pt x="31302" y="632287"/>
                  </a:lnTo>
                  <a:lnTo>
                    <a:pt x="42685" y="615991"/>
                  </a:lnTo>
                  <a:lnTo>
                    <a:pt x="62605" y="603764"/>
                  </a:lnTo>
                  <a:lnTo>
                    <a:pt x="79676" y="587456"/>
                  </a:lnTo>
                  <a:lnTo>
                    <a:pt x="82525" y="575221"/>
                  </a:lnTo>
                  <a:lnTo>
                    <a:pt x="73988" y="558901"/>
                  </a:lnTo>
                  <a:lnTo>
                    <a:pt x="79676" y="538492"/>
                  </a:lnTo>
                  <a:lnTo>
                    <a:pt x="85371" y="518073"/>
                  </a:lnTo>
                  <a:lnTo>
                    <a:pt x="99596" y="505816"/>
                  </a:lnTo>
                  <a:lnTo>
                    <a:pt x="125207" y="497643"/>
                  </a:lnTo>
                  <a:lnTo>
                    <a:pt x="139435" y="481291"/>
                  </a:lnTo>
                  <a:lnTo>
                    <a:pt x="147973" y="440386"/>
                  </a:lnTo>
                  <a:lnTo>
                    <a:pt x="145127" y="432196"/>
                  </a:lnTo>
                  <a:lnTo>
                    <a:pt x="128056" y="419916"/>
                  </a:lnTo>
                  <a:lnTo>
                    <a:pt x="125207" y="378944"/>
                  </a:lnTo>
                  <a:lnTo>
                    <a:pt x="142281" y="354343"/>
                  </a:lnTo>
                  <a:lnTo>
                    <a:pt x="156514" y="296875"/>
                  </a:lnTo>
                  <a:lnTo>
                    <a:pt x="150822" y="288659"/>
                  </a:lnTo>
                  <a:lnTo>
                    <a:pt x="130902" y="259887"/>
                  </a:lnTo>
                  <a:lnTo>
                    <a:pt x="145127" y="222865"/>
                  </a:lnTo>
                  <a:lnTo>
                    <a:pt x="159355" y="202281"/>
                  </a:lnTo>
                  <a:lnTo>
                    <a:pt x="170738" y="177570"/>
                  </a:lnTo>
                  <a:lnTo>
                    <a:pt x="176433" y="161085"/>
                  </a:lnTo>
                  <a:lnTo>
                    <a:pt x="184967" y="152838"/>
                  </a:lnTo>
                  <a:lnTo>
                    <a:pt x="207732" y="136343"/>
                  </a:lnTo>
                  <a:lnTo>
                    <a:pt x="230498" y="119841"/>
                  </a:lnTo>
                  <a:lnTo>
                    <a:pt x="241881" y="99206"/>
                  </a:lnTo>
                  <a:lnTo>
                    <a:pt x="253264" y="66164"/>
                  </a:lnTo>
                  <a:lnTo>
                    <a:pt x="258955" y="16549"/>
                  </a:lnTo>
                  <a:lnTo>
                    <a:pt x="261801" y="0"/>
                  </a:lnTo>
                  <a:lnTo>
                    <a:pt x="313022" y="0"/>
                  </a:lnTo>
                  <a:lnTo>
                    <a:pt x="364244" y="0"/>
                  </a:lnTo>
                  <a:lnTo>
                    <a:pt x="415465" y="0"/>
                  </a:lnTo>
                  <a:lnTo>
                    <a:pt x="414043" y="62032"/>
                  </a:lnTo>
                  <a:lnTo>
                    <a:pt x="412620" y="123967"/>
                  </a:lnTo>
                  <a:lnTo>
                    <a:pt x="409774" y="128095"/>
                  </a:lnTo>
                  <a:lnTo>
                    <a:pt x="410587" y="169917"/>
                  </a:lnTo>
                  <a:lnTo>
                    <a:pt x="411400" y="211693"/>
                  </a:lnTo>
                  <a:lnTo>
                    <a:pt x="412213" y="253426"/>
                  </a:lnTo>
                  <a:lnTo>
                    <a:pt x="413026" y="295114"/>
                  </a:lnTo>
                  <a:lnTo>
                    <a:pt x="413839" y="336758"/>
                  </a:lnTo>
                  <a:lnTo>
                    <a:pt x="414652" y="378359"/>
                  </a:lnTo>
                  <a:lnTo>
                    <a:pt x="415465" y="419916"/>
                  </a:lnTo>
                  <a:lnTo>
                    <a:pt x="438231" y="419916"/>
                  </a:lnTo>
                  <a:lnTo>
                    <a:pt x="460997" y="497643"/>
                  </a:lnTo>
                  <a:lnTo>
                    <a:pt x="432540" y="501733"/>
                  </a:lnTo>
                  <a:lnTo>
                    <a:pt x="426848" y="489468"/>
                  </a:lnTo>
                  <a:lnTo>
                    <a:pt x="409774" y="493556"/>
                  </a:lnTo>
                  <a:lnTo>
                    <a:pt x="424006" y="513988"/>
                  </a:lnTo>
                  <a:lnTo>
                    <a:pt x="418311" y="546657"/>
                  </a:lnTo>
                  <a:lnTo>
                    <a:pt x="406928" y="558901"/>
                  </a:lnTo>
                  <a:lnTo>
                    <a:pt x="412620" y="567062"/>
                  </a:lnTo>
                  <a:lnTo>
                    <a:pt x="412620" y="575221"/>
                  </a:lnTo>
                  <a:lnTo>
                    <a:pt x="406928" y="575221"/>
                  </a:lnTo>
                  <a:lnTo>
                    <a:pt x="395546" y="571142"/>
                  </a:lnTo>
                  <a:lnTo>
                    <a:pt x="387008" y="558901"/>
                  </a:lnTo>
                  <a:lnTo>
                    <a:pt x="381321" y="558901"/>
                  </a:lnTo>
                  <a:lnTo>
                    <a:pt x="378475" y="562982"/>
                  </a:lnTo>
                  <a:lnTo>
                    <a:pt x="375629" y="579300"/>
                  </a:lnTo>
                  <a:lnTo>
                    <a:pt x="367088" y="587456"/>
                  </a:lnTo>
                  <a:lnTo>
                    <a:pt x="361401" y="591531"/>
                  </a:lnTo>
                  <a:lnTo>
                    <a:pt x="369934" y="591531"/>
                  </a:lnTo>
                  <a:lnTo>
                    <a:pt x="384163" y="620065"/>
                  </a:lnTo>
                  <a:lnTo>
                    <a:pt x="392700" y="632287"/>
                  </a:lnTo>
                  <a:lnTo>
                    <a:pt x="404083" y="636357"/>
                  </a:lnTo>
                  <a:lnTo>
                    <a:pt x="398395" y="644504"/>
                  </a:lnTo>
                  <a:lnTo>
                    <a:pt x="404083" y="648576"/>
                  </a:lnTo>
                  <a:lnTo>
                    <a:pt x="418311" y="644504"/>
                  </a:lnTo>
                  <a:lnTo>
                    <a:pt x="426848" y="644504"/>
                  </a:lnTo>
                  <a:lnTo>
                    <a:pt x="426848" y="648576"/>
                  </a:lnTo>
                  <a:lnTo>
                    <a:pt x="426848" y="656716"/>
                  </a:lnTo>
                  <a:lnTo>
                    <a:pt x="426848" y="664856"/>
                  </a:lnTo>
                  <a:lnTo>
                    <a:pt x="415465" y="677067"/>
                  </a:lnTo>
                  <a:lnTo>
                    <a:pt x="415465" y="689268"/>
                  </a:lnTo>
                  <a:lnTo>
                    <a:pt x="406928" y="705534"/>
                  </a:lnTo>
                  <a:lnTo>
                    <a:pt x="398395" y="717730"/>
                  </a:lnTo>
                  <a:lnTo>
                    <a:pt x="387008" y="725858"/>
                  </a:lnTo>
                  <a:lnTo>
                    <a:pt x="396968" y="769517"/>
                  </a:lnTo>
                  <a:lnTo>
                    <a:pt x="406928" y="813128"/>
                  </a:lnTo>
                  <a:lnTo>
                    <a:pt x="416888" y="856691"/>
                  </a:lnTo>
                  <a:lnTo>
                    <a:pt x="426848" y="900208"/>
                  </a:lnTo>
                  <a:lnTo>
                    <a:pt x="418311" y="904256"/>
                  </a:lnTo>
                  <a:lnTo>
                    <a:pt x="427797" y="948731"/>
                  </a:lnTo>
                  <a:lnTo>
                    <a:pt x="437283" y="993158"/>
                  </a:lnTo>
                  <a:lnTo>
                    <a:pt x="446768" y="1037534"/>
                  </a:lnTo>
                  <a:lnTo>
                    <a:pt x="452460" y="1041566"/>
                  </a:lnTo>
                  <a:lnTo>
                    <a:pt x="466688" y="1106019"/>
                  </a:lnTo>
                  <a:lnTo>
                    <a:pt x="529290" y="1089915"/>
                  </a:lnTo>
                  <a:lnTo>
                    <a:pt x="526444" y="1069778"/>
                  </a:lnTo>
                  <a:lnTo>
                    <a:pt x="600437" y="1053660"/>
                  </a:lnTo>
                  <a:lnTo>
                    <a:pt x="607076" y="1095957"/>
                  </a:lnTo>
                  <a:lnTo>
                    <a:pt x="613715" y="1138209"/>
                  </a:lnTo>
                  <a:lnTo>
                    <a:pt x="620355" y="1180418"/>
                  </a:lnTo>
                  <a:lnTo>
                    <a:pt x="626994" y="1222582"/>
                  </a:lnTo>
                  <a:lnTo>
                    <a:pt x="633633" y="1264702"/>
                  </a:lnTo>
                  <a:lnTo>
                    <a:pt x="640273" y="1306778"/>
                  </a:lnTo>
                  <a:lnTo>
                    <a:pt x="611816" y="1306778"/>
                  </a:lnTo>
                  <a:lnTo>
                    <a:pt x="603282" y="1274724"/>
                  </a:lnTo>
                  <a:lnTo>
                    <a:pt x="580517" y="1278732"/>
                  </a:lnTo>
                  <a:lnTo>
                    <a:pt x="569130" y="1290754"/>
                  </a:lnTo>
                  <a:lnTo>
                    <a:pt x="566288" y="1310784"/>
                  </a:lnTo>
                  <a:close/>
                </a:path>
              </a:pathLst>
            </a:custGeom>
            <a:solidFill>
              <a:srgbClr val="5B52AD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g17"/>
            <p:cNvSpPr/>
            <p:nvPr/>
          </p:nvSpPr>
          <p:spPr>
            <a:xfrm>
              <a:off x="4358900" y="4024014"/>
              <a:ext cx="347172" cy="355185"/>
            </a:xfrm>
            <a:custGeom>
              <a:avLst/>
              <a:gdLst/>
              <a:ahLst/>
              <a:cxnLst/>
              <a:rect l="0" t="0" r="0" b="0"/>
              <a:pathLst>
                <a:path w="347172" h="355185">
                  <a:moveTo>
                    <a:pt x="116670" y="32054"/>
                  </a:moveTo>
                  <a:lnTo>
                    <a:pt x="147973" y="24043"/>
                  </a:lnTo>
                  <a:lnTo>
                    <a:pt x="162201" y="80089"/>
                  </a:lnTo>
                  <a:lnTo>
                    <a:pt x="212474" y="70753"/>
                  </a:lnTo>
                  <a:lnTo>
                    <a:pt x="262747" y="61416"/>
                  </a:lnTo>
                  <a:lnTo>
                    <a:pt x="313020" y="52076"/>
                  </a:lnTo>
                  <a:lnTo>
                    <a:pt x="330094" y="44068"/>
                  </a:lnTo>
                  <a:lnTo>
                    <a:pt x="338631" y="56079"/>
                  </a:lnTo>
                  <a:lnTo>
                    <a:pt x="335786" y="64084"/>
                  </a:lnTo>
                  <a:lnTo>
                    <a:pt x="330094" y="76088"/>
                  </a:lnTo>
                  <a:lnTo>
                    <a:pt x="327252" y="92089"/>
                  </a:lnTo>
                  <a:lnTo>
                    <a:pt x="324407" y="104085"/>
                  </a:lnTo>
                  <a:lnTo>
                    <a:pt x="327252" y="112081"/>
                  </a:lnTo>
                  <a:lnTo>
                    <a:pt x="338631" y="124071"/>
                  </a:lnTo>
                  <a:lnTo>
                    <a:pt x="347172" y="144044"/>
                  </a:lnTo>
                  <a:lnTo>
                    <a:pt x="338631" y="144044"/>
                  </a:lnTo>
                  <a:lnTo>
                    <a:pt x="324407" y="211889"/>
                  </a:lnTo>
                  <a:lnTo>
                    <a:pt x="310174" y="223850"/>
                  </a:lnTo>
                  <a:lnTo>
                    <a:pt x="278875" y="223850"/>
                  </a:lnTo>
                  <a:lnTo>
                    <a:pt x="261801" y="235807"/>
                  </a:lnTo>
                  <a:lnTo>
                    <a:pt x="250414" y="247761"/>
                  </a:lnTo>
                  <a:lnTo>
                    <a:pt x="250414" y="263694"/>
                  </a:lnTo>
                  <a:lnTo>
                    <a:pt x="261801" y="283601"/>
                  </a:lnTo>
                  <a:lnTo>
                    <a:pt x="256110" y="315430"/>
                  </a:lnTo>
                  <a:lnTo>
                    <a:pt x="253260" y="331337"/>
                  </a:lnTo>
                  <a:lnTo>
                    <a:pt x="233344" y="355185"/>
                  </a:lnTo>
                  <a:lnTo>
                    <a:pt x="219115" y="347237"/>
                  </a:lnTo>
                  <a:lnTo>
                    <a:pt x="210578" y="355185"/>
                  </a:lnTo>
                  <a:lnTo>
                    <a:pt x="196350" y="355185"/>
                  </a:lnTo>
                  <a:lnTo>
                    <a:pt x="156510" y="317420"/>
                  </a:lnTo>
                  <a:lnTo>
                    <a:pt x="116670" y="279621"/>
                  </a:lnTo>
                  <a:lnTo>
                    <a:pt x="76834" y="307475"/>
                  </a:lnTo>
                  <a:lnTo>
                    <a:pt x="54068" y="287579"/>
                  </a:lnTo>
                  <a:lnTo>
                    <a:pt x="42685" y="299520"/>
                  </a:lnTo>
                  <a:lnTo>
                    <a:pt x="0" y="287579"/>
                  </a:lnTo>
                  <a:lnTo>
                    <a:pt x="12803" y="247760"/>
                  </a:lnTo>
                  <a:lnTo>
                    <a:pt x="25607" y="207901"/>
                  </a:lnTo>
                  <a:lnTo>
                    <a:pt x="48373" y="207901"/>
                  </a:lnTo>
                  <a:lnTo>
                    <a:pt x="62605" y="152034"/>
                  </a:lnTo>
                  <a:lnTo>
                    <a:pt x="42685" y="144044"/>
                  </a:lnTo>
                  <a:lnTo>
                    <a:pt x="48373" y="84089"/>
                  </a:lnTo>
                  <a:lnTo>
                    <a:pt x="22765" y="80089"/>
                  </a:lnTo>
                  <a:lnTo>
                    <a:pt x="28453" y="60082"/>
                  </a:lnTo>
                  <a:lnTo>
                    <a:pt x="25607" y="40064"/>
                  </a:lnTo>
                  <a:lnTo>
                    <a:pt x="42685" y="36059"/>
                  </a:lnTo>
                  <a:lnTo>
                    <a:pt x="45527" y="16030"/>
                  </a:lnTo>
                  <a:lnTo>
                    <a:pt x="56914" y="4008"/>
                  </a:lnTo>
                  <a:lnTo>
                    <a:pt x="79679" y="0"/>
                  </a:lnTo>
                  <a:lnTo>
                    <a:pt x="88213" y="32054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g18"/>
            <p:cNvSpPr/>
            <p:nvPr/>
          </p:nvSpPr>
          <p:spPr>
            <a:xfrm>
              <a:off x="5056087" y="3377503"/>
              <a:ext cx="543519" cy="890284"/>
            </a:xfrm>
            <a:custGeom>
              <a:avLst/>
              <a:gdLst/>
              <a:ahLst/>
              <a:cxnLst/>
              <a:rect l="0" t="0" r="0" b="0"/>
              <a:pathLst>
                <a:path w="543519" h="890284">
                  <a:moveTo>
                    <a:pt x="159355" y="4073"/>
                  </a:moveTo>
                  <a:lnTo>
                    <a:pt x="170738" y="8143"/>
                  </a:lnTo>
                  <a:lnTo>
                    <a:pt x="184963" y="8143"/>
                  </a:lnTo>
                  <a:lnTo>
                    <a:pt x="202041" y="0"/>
                  </a:lnTo>
                  <a:lnTo>
                    <a:pt x="213424" y="28502"/>
                  </a:lnTo>
                  <a:lnTo>
                    <a:pt x="224807" y="40712"/>
                  </a:lnTo>
                  <a:lnTo>
                    <a:pt x="261801" y="56987"/>
                  </a:lnTo>
                  <a:lnTo>
                    <a:pt x="287409" y="69188"/>
                  </a:lnTo>
                  <a:lnTo>
                    <a:pt x="318711" y="56987"/>
                  </a:lnTo>
                  <a:lnTo>
                    <a:pt x="330094" y="61054"/>
                  </a:lnTo>
                  <a:lnTo>
                    <a:pt x="338631" y="77320"/>
                  </a:lnTo>
                  <a:lnTo>
                    <a:pt x="341477" y="117957"/>
                  </a:lnTo>
                  <a:lnTo>
                    <a:pt x="332940" y="134200"/>
                  </a:lnTo>
                  <a:lnTo>
                    <a:pt x="310174" y="138257"/>
                  </a:lnTo>
                  <a:lnTo>
                    <a:pt x="307329" y="150436"/>
                  </a:lnTo>
                  <a:lnTo>
                    <a:pt x="307329" y="158549"/>
                  </a:lnTo>
                  <a:lnTo>
                    <a:pt x="321557" y="199103"/>
                  </a:lnTo>
                  <a:lnTo>
                    <a:pt x="335786" y="215313"/>
                  </a:lnTo>
                  <a:lnTo>
                    <a:pt x="338631" y="231517"/>
                  </a:lnTo>
                  <a:lnTo>
                    <a:pt x="324403" y="284130"/>
                  </a:lnTo>
                  <a:lnTo>
                    <a:pt x="318711" y="292221"/>
                  </a:lnTo>
                  <a:lnTo>
                    <a:pt x="332940" y="316475"/>
                  </a:lnTo>
                  <a:lnTo>
                    <a:pt x="358551" y="368979"/>
                  </a:lnTo>
                  <a:lnTo>
                    <a:pt x="375626" y="381086"/>
                  </a:lnTo>
                  <a:lnTo>
                    <a:pt x="392700" y="373015"/>
                  </a:lnTo>
                  <a:lnTo>
                    <a:pt x="418311" y="344755"/>
                  </a:lnTo>
                  <a:lnTo>
                    <a:pt x="426848" y="352831"/>
                  </a:lnTo>
                  <a:lnTo>
                    <a:pt x="443923" y="360906"/>
                  </a:lnTo>
                  <a:lnTo>
                    <a:pt x="460997" y="364943"/>
                  </a:lnTo>
                  <a:lnTo>
                    <a:pt x="489454" y="397222"/>
                  </a:lnTo>
                  <a:lnTo>
                    <a:pt x="506528" y="421415"/>
                  </a:lnTo>
                  <a:lnTo>
                    <a:pt x="492296" y="441565"/>
                  </a:lnTo>
                  <a:lnTo>
                    <a:pt x="489454" y="453649"/>
                  </a:lnTo>
                  <a:lnTo>
                    <a:pt x="515062" y="493903"/>
                  </a:lnTo>
                  <a:lnTo>
                    <a:pt x="515062" y="518038"/>
                  </a:lnTo>
                  <a:lnTo>
                    <a:pt x="506528" y="534120"/>
                  </a:lnTo>
                  <a:lnTo>
                    <a:pt x="486608" y="534120"/>
                  </a:lnTo>
                  <a:lnTo>
                    <a:pt x="455302" y="534120"/>
                  </a:lnTo>
                  <a:lnTo>
                    <a:pt x="452456" y="574293"/>
                  </a:lnTo>
                  <a:lnTo>
                    <a:pt x="469534" y="578311"/>
                  </a:lnTo>
                  <a:lnTo>
                    <a:pt x="478067" y="586341"/>
                  </a:lnTo>
                  <a:lnTo>
                    <a:pt x="492296" y="574293"/>
                  </a:lnTo>
                  <a:lnTo>
                    <a:pt x="500833" y="574293"/>
                  </a:lnTo>
                  <a:lnTo>
                    <a:pt x="506528" y="586341"/>
                  </a:lnTo>
                  <a:lnTo>
                    <a:pt x="512216" y="602393"/>
                  </a:lnTo>
                  <a:lnTo>
                    <a:pt x="534981" y="598382"/>
                  </a:lnTo>
                  <a:lnTo>
                    <a:pt x="543519" y="598382"/>
                  </a:lnTo>
                  <a:lnTo>
                    <a:pt x="537827" y="614432"/>
                  </a:lnTo>
                  <a:lnTo>
                    <a:pt x="537827" y="638492"/>
                  </a:lnTo>
                  <a:lnTo>
                    <a:pt x="526444" y="646510"/>
                  </a:lnTo>
                  <a:lnTo>
                    <a:pt x="506528" y="650518"/>
                  </a:lnTo>
                  <a:lnTo>
                    <a:pt x="495142" y="662540"/>
                  </a:lnTo>
                  <a:lnTo>
                    <a:pt x="469534" y="706592"/>
                  </a:lnTo>
                  <a:lnTo>
                    <a:pt x="455302" y="722599"/>
                  </a:lnTo>
                  <a:lnTo>
                    <a:pt x="441077" y="726599"/>
                  </a:lnTo>
                  <a:lnTo>
                    <a:pt x="429694" y="742598"/>
                  </a:lnTo>
                  <a:lnTo>
                    <a:pt x="412616" y="730600"/>
                  </a:lnTo>
                  <a:lnTo>
                    <a:pt x="398391" y="734600"/>
                  </a:lnTo>
                  <a:lnTo>
                    <a:pt x="398391" y="718598"/>
                  </a:lnTo>
                  <a:lnTo>
                    <a:pt x="395546" y="702589"/>
                  </a:lnTo>
                  <a:lnTo>
                    <a:pt x="381317" y="694583"/>
                  </a:lnTo>
                  <a:lnTo>
                    <a:pt x="367088" y="694583"/>
                  </a:lnTo>
                  <a:lnTo>
                    <a:pt x="355706" y="698586"/>
                  </a:lnTo>
                  <a:lnTo>
                    <a:pt x="358551" y="722599"/>
                  </a:lnTo>
                  <a:lnTo>
                    <a:pt x="352860" y="746594"/>
                  </a:lnTo>
                  <a:lnTo>
                    <a:pt x="344323" y="762585"/>
                  </a:lnTo>
                  <a:lnTo>
                    <a:pt x="332940" y="758591"/>
                  </a:lnTo>
                  <a:lnTo>
                    <a:pt x="327252" y="758591"/>
                  </a:lnTo>
                  <a:lnTo>
                    <a:pt x="332940" y="734600"/>
                  </a:lnTo>
                  <a:lnTo>
                    <a:pt x="321557" y="730600"/>
                  </a:lnTo>
                  <a:lnTo>
                    <a:pt x="313020" y="734600"/>
                  </a:lnTo>
                  <a:lnTo>
                    <a:pt x="301637" y="758591"/>
                  </a:lnTo>
                  <a:lnTo>
                    <a:pt x="295946" y="750595"/>
                  </a:lnTo>
                  <a:lnTo>
                    <a:pt x="276026" y="742598"/>
                  </a:lnTo>
                  <a:lnTo>
                    <a:pt x="264647" y="738599"/>
                  </a:lnTo>
                  <a:lnTo>
                    <a:pt x="258955" y="758591"/>
                  </a:lnTo>
                  <a:lnTo>
                    <a:pt x="261801" y="786563"/>
                  </a:lnTo>
                  <a:lnTo>
                    <a:pt x="253260" y="806528"/>
                  </a:lnTo>
                  <a:lnTo>
                    <a:pt x="239035" y="810521"/>
                  </a:lnTo>
                  <a:lnTo>
                    <a:pt x="219115" y="798545"/>
                  </a:lnTo>
                  <a:lnTo>
                    <a:pt x="207729" y="798545"/>
                  </a:lnTo>
                  <a:lnTo>
                    <a:pt x="184963" y="826486"/>
                  </a:lnTo>
                  <a:lnTo>
                    <a:pt x="179275" y="822496"/>
                  </a:lnTo>
                  <a:lnTo>
                    <a:pt x="167893" y="814515"/>
                  </a:lnTo>
                  <a:lnTo>
                    <a:pt x="167893" y="786563"/>
                  </a:lnTo>
                  <a:lnTo>
                    <a:pt x="162201" y="782568"/>
                  </a:lnTo>
                  <a:lnTo>
                    <a:pt x="147973" y="790555"/>
                  </a:lnTo>
                  <a:lnTo>
                    <a:pt x="133744" y="790555"/>
                  </a:lnTo>
                  <a:lnTo>
                    <a:pt x="125207" y="786563"/>
                  </a:lnTo>
                  <a:lnTo>
                    <a:pt x="122365" y="802538"/>
                  </a:lnTo>
                  <a:lnTo>
                    <a:pt x="110978" y="814515"/>
                  </a:lnTo>
                  <a:lnTo>
                    <a:pt x="113824" y="838457"/>
                  </a:lnTo>
                  <a:lnTo>
                    <a:pt x="108133" y="854412"/>
                  </a:lnTo>
                  <a:lnTo>
                    <a:pt x="96750" y="870360"/>
                  </a:lnTo>
                  <a:lnTo>
                    <a:pt x="96750" y="886302"/>
                  </a:lnTo>
                  <a:lnTo>
                    <a:pt x="88213" y="890284"/>
                  </a:lnTo>
                  <a:lnTo>
                    <a:pt x="73984" y="870360"/>
                  </a:lnTo>
                  <a:lnTo>
                    <a:pt x="59759" y="866374"/>
                  </a:lnTo>
                  <a:lnTo>
                    <a:pt x="54068" y="854412"/>
                  </a:lnTo>
                  <a:lnTo>
                    <a:pt x="56914" y="842446"/>
                  </a:lnTo>
                  <a:lnTo>
                    <a:pt x="45527" y="770581"/>
                  </a:lnTo>
                  <a:lnTo>
                    <a:pt x="51218" y="766585"/>
                  </a:lnTo>
                  <a:lnTo>
                    <a:pt x="39839" y="706592"/>
                  </a:lnTo>
                  <a:lnTo>
                    <a:pt x="25607" y="706592"/>
                  </a:lnTo>
                  <a:lnTo>
                    <a:pt x="19205" y="661539"/>
                  </a:lnTo>
                  <a:lnTo>
                    <a:pt x="12803" y="616437"/>
                  </a:lnTo>
                  <a:lnTo>
                    <a:pt x="6401" y="571283"/>
                  </a:lnTo>
                  <a:lnTo>
                    <a:pt x="0" y="526080"/>
                  </a:lnTo>
                  <a:lnTo>
                    <a:pt x="45527" y="509995"/>
                  </a:lnTo>
                  <a:lnTo>
                    <a:pt x="38698" y="468950"/>
                  </a:lnTo>
                  <a:lnTo>
                    <a:pt x="31869" y="427862"/>
                  </a:lnTo>
                  <a:lnTo>
                    <a:pt x="25040" y="386733"/>
                  </a:lnTo>
                  <a:lnTo>
                    <a:pt x="18211" y="345562"/>
                  </a:lnTo>
                  <a:lnTo>
                    <a:pt x="11382" y="304348"/>
                  </a:lnTo>
                  <a:lnTo>
                    <a:pt x="65447" y="292221"/>
                  </a:lnTo>
                  <a:lnTo>
                    <a:pt x="61179" y="250413"/>
                  </a:lnTo>
                  <a:lnTo>
                    <a:pt x="56911" y="208561"/>
                  </a:lnTo>
                  <a:lnTo>
                    <a:pt x="52643" y="166665"/>
                  </a:lnTo>
                  <a:lnTo>
                    <a:pt x="48375" y="124725"/>
                  </a:lnTo>
                  <a:lnTo>
                    <a:pt x="44107" y="82741"/>
                  </a:lnTo>
                  <a:lnTo>
                    <a:pt x="39839" y="40712"/>
                  </a:lnTo>
                  <a:lnTo>
                    <a:pt x="79678" y="28503"/>
                  </a:lnTo>
                  <a:lnTo>
                    <a:pt x="119517" y="16290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19"/>
            <p:cNvSpPr/>
            <p:nvPr/>
          </p:nvSpPr>
          <p:spPr>
            <a:xfrm>
              <a:off x="3630410" y="4687960"/>
              <a:ext cx="304483" cy="513404"/>
            </a:xfrm>
            <a:custGeom>
              <a:avLst/>
              <a:gdLst/>
              <a:ahLst/>
              <a:cxnLst/>
              <a:rect l="0" t="0" r="0" b="0"/>
              <a:pathLst>
                <a:path w="304483" h="513404">
                  <a:moveTo>
                    <a:pt x="79676" y="466640"/>
                  </a:moveTo>
                  <a:lnTo>
                    <a:pt x="73988" y="447138"/>
                  </a:lnTo>
                  <a:lnTo>
                    <a:pt x="76834" y="419820"/>
                  </a:lnTo>
                  <a:lnTo>
                    <a:pt x="76834" y="392487"/>
                  </a:lnTo>
                  <a:lnTo>
                    <a:pt x="71142" y="384674"/>
                  </a:lnTo>
                  <a:lnTo>
                    <a:pt x="56910" y="369042"/>
                  </a:lnTo>
                  <a:lnTo>
                    <a:pt x="19919" y="326026"/>
                  </a:lnTo>
                  <a:lnTo>
                    <a:pt x="2845" y="290797"/>
                  </a:lnTo>
                  <a:lnTo>
                    <a:pt x="0" y="263376"/>
                  </a:lnTo>
                  <a:lnTo>
                    <a:pt x="2845" y="224175"/>
                  </a:lnTo>
                  <a:lnTo>
                    <a:pt x="5691" y="208482"/>
                  </a:lnTo>
                  <a:lnTo>
                    <a:pt x="5691" y="173153"/>
                  </a:lnTo>
                  <a:lnTo>
                    <a:pt x="0" y="153513"/>
                  </a:lnTo>
                  <a:lnTo>
                    <a:pt x="0" y="107650"/>
                  </a:lnTo>
                  <a:lnTo>
                    <a:pt x="0" y="61736"/>
                  </a:lnTo>
                  <a:lnTo>
                    <a:pt x="0" y="15771"/>
                  </a:lnTo>
                  <a:lnTo>
                    <a:pt x="25611" y="7886"/>
                  </a:lnTo>
                  <a:lnTo>
                    <a:pt x="56910" y="0"/>
                  </a:lnTo>
                  <a:lnTo>
                    <a:pt x="73988" y="0"/>
                  </a:lnTo>
                  <a:lnTo>
                    <a:pt x="93908" y="7886"/>
                  </a:lnTo>
                  <a:lnTo>
                    <a:pt x="99596" y="7886"/>
                  </a:lnTo>
                  <a:lnTo>
                    <a:pt x="116674" y="7886"/>
                  </a:lnTo>
                  <a:lnTo>
                    <a:pt x="128053" y="7886"/>
                  </a:lnTo>
                  <a:lnTo>
                    <a:pt x="142281" y="7886"/>
                  </a:lnTo>
                  <a:lnTo>
                    <a:pt x="153668" y="15771"/>
                  </a:lnTo>
                  <a:lnTo>
                    <a:pt x="162201" y="27596"/>
                  </a:lnTo>
                  <a:lnTo>
                    <a:pt x="162201" y="55174"/>
                  </a:lnTo>
                  <a:lnTo>
                    <a:pt x="159355" y="66987"/>
                  </a:lnTo>
                  <a:lnTo>
                    <a:pt x="179279" y="86669"/>
                  </a:lnTo>
                  <a:lnTo>
                    <a:pt x="184967" y="74861"/>
                  </a:lnTo>
                  <a:lnTo>
                    <a:pt x="193504" y="78795"/>
                  </a:lnTo>
                  <a:lnTo>
                    <a:pt x="207732" y="63047"/>
                  </a:lnTo>
                  <a:lnTo>
                    <a:pt x="256110" y="114207"/>
                  </a:lnTo>
                  <a:lnTo>
                    <a:pt x="241881" y="133864"/>
                  </a:lnTo>
                  <a:lnTo>
                    <a:pt x="256110" y="145657"/>
                  </a:lnTo>
                  <a:lnTo>
                    <a:pt x="264647" y="161373"/>
                  </a:lnTo>
                  <a:lnTo>
                    <a:pt x="304483" y="184933"/>
                  </a:lnTo>
                  <a:lnTo>
                    <a:pt x="290258" y="220249"/>
                  </a:lnTo>
                  <a:lnTo>
                    <a:pt x="290258" y="232016"/>
                  </a:lnTo>
                  <a:lnTo>
                    <a:pt x="295949" y="263376"/>
                  </a:lnTo>
                  <a:lnTo>
                    <a:pt x="290258" y="275130"/>
                  </a:lnTo>
                  <a:lnTo>
                    <a:pt x="276030" y="286883"/>
                  </a:lnTo>
                  <a:lnTo>
                    <a:pt x="261797" y="310372"/>
                  </a:lnTo>
                  <a:lnTo>
                    <a:pt x="250418" y="326026"/>
                  </a:lnTo>
                  <a:lnTo>
                    <a:pt x="230498" y="326026"/>
                  </a:lnTo>
                  <a:lnTo>
                    <a:pt x="216270" y="326026"/>
                  </a:lnTo>
                  <a:lnTo>
                    <a:pt x="199199" y="357315"/>
                  </a:lnTo>
                  <a:lnTo>
                    <a:pt x="182121" y="404202"/>
                  </a:lnTo>
                  <a:lnTo>
                    <a:pt x="173584" y="443237"/>
                  </a:lnTo>
                  <a:lnTo>
                    <a:pt x="159355" y="466640"/>
                  </a:lnTo>
                  <a:lnTo>
                    <a:pt x="153668" y="490030"/>
                  </a:lnTo>
                  <a:lnTo>
                    <a:pt x="150818" y="505616"/>
                  </a:lnTo>
                  <a:lnTo>
                    <a:pt x="136594" y="513404"/>
                  </a:lnTo>
                  <a:lnTo>
                    <a:pt x="116674" y="497824"/>
                  </a:lnTo>
                  <a:lnTo>
                    <a:pt x="99596" y="486132"/>
                  </a:lnTo>
                  <a:lnTo>
                    <a:pt x="85371" y="474438"/>
                  </a:lnTo>
                  <a:close/>
                </a:path>
              </a:pathLst>
            </a:custGeom>
            <a:solidFill>
              <a:srgbClr val="ADD8E6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tx20"/>
            <p:cNvSpPr/>
            <p:nvPr/>
          </p:nvSpPr>
          <p:spPr>
            <a:xfrm>
              <a:off x="3980831" y="440450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4824433" y="261094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3" name="tx22"/>
            <p:cNvSpPr/>
            <p:nvPr/>
          </p:nvSpPr>
          <p:spPr>
            <a:xfrm>
              <a:off x="3890087" y="4602585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" name="tx23"/>
            <p:cNvSpPr/>
            <p:nvPr/>
          </p:nvSpPr>
          <p:spPr>
            <a:xfrm>
              <a:off x="3787462" y="383151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3,473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832351" y="41619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4195118" y="418948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4450828" y="4418394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4326680" y="4470412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3633887" y="4189153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3,300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4747000" y="3637371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4306773" y="335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4041138" y="454377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6,300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4015796" y="3497047"/>
              <a:ext cx="271277" cy="932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4511557" y="4145849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5327685" y="388342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43428" y="4885383"/>
              <a:ext cx="60289" cy="7923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53"/>
                </a:lnSpc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314932" y="5709597"/>
              <a:ext cx="1382061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100"/>
                </a:lnSpc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Employees</a:t>
              </a:r>
            </a:p>
          </p:txBody>
        </p:sp>
        <p:pic>
          <p:nvPicPr>
            <p:cNvPr id="38" name="pic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66582" y="5594419"/>
              <a:ext cx="1097280" cy="219455"/>
            </a:xfrm>
            <a:prstGeom prst="rect">
              <a:avLst/>
            </a:prstGeom>
          </p:spPr>
        </p:pic>
        <p:sp>
          <p:nvSpPr>
            <p:cNvPr id="39" name="pl38"/>
            <p:cNvSpPr/>
            <p:nvPr/>
          </p:nvSpPr>
          <p:spPr>
            <a:xfrm>
              <a:off x="4768411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l39"/>
            <p:cNvSpPr/>
            <p:nvPr/>
          </p:nvSpPr>
          <p:spPr>
            <a:xfrm>
              <a:off x="5115592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0"/>
            <p:cNvSpPr/>
            <p:nvPr/>
          </p:nvSpPr>
          <p:spPr>
            <a:xfrm>
              <a:off x="5462774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1"/>
            <p:cNvSpPr/>
            <p:nvPr/>
          </p:nvSpPr>
          <p:spPr>
            <a:xfrm>
              <a:off x="5809956" y="5769984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0"/>
                  </a:moveTo>
                  <a:lnTo>
                    <a:pt x="0" y="43891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2"/>
            <p:cNvSpPr/>
            <p:nvPr/>
          </p:nvSpPr>
          <p:spPr>
            <a:xfrm>
              <a:off x="4768411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3"/>
            <p:cNvSpPr/>
            <p:nvPr/>
          </p:nvSpPr>
          <p:spPr>
            <a:xfrm>
              <a:off x="5115592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4"/>
            <p:cNvSpPr/>
            <p:nvPr/>
          </p:nvSpPr>
          <p:spPr>
            <a:xfrm>
              <a:off x="5462774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5"/>
            <p:cNvSpPr/>
            <p:nvPr/>
          </p:nvSpPr>
          <p:spPr>
            <a:xfrm>
              <a:off x="5809956" y="5594419"/>
              <a:ext cx="0" cy="43891"/>
            </a:xfrm>
            <a:custGeom>
              <a:avLst/>
              <a:gdLst/>
              <a:ahLst/>
              <a:cxnLst/>
              <a:rect l="0" t="0" r="0" b="0"/>
              <a:pathLst>
                <a:path h="43891">
                  <a:moveTo>
                    <a:pt x="0" y="43891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x46"/>
            <p:cNvSpPr/>
            <p:nvPr/>
          </p:nvSpPr>
          <p:spPr>
            <a:xfrm>
              <a:off x="4737333" y="588177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4975756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2,000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5322938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4,000</a:t>
              </a:r>
            </a:p>
          </p:txBody>
        </p:sp>
        <p:sp>
          <p:nvSpPr>
            <p:cNvPr id="50" name="tx49"/>
            <p:cNvSpPr/>
            <p:nvPr/>
          </p:nvSpPr>
          <p:spPr>
            <a:xfrm>
              <a:off x="5670119" y="5867312"/>
              <a:ext cx="279672" cy="96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880"/>
                </a:lnSpc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6,000</a:t>
              </a:r>
            </a:p>
          </p:txBody>
        </p:sp>
        <p:sp>
          <p:nvSpPr>
            <p:cNvPr id="51" name="tx50"/>
            <p:cNvSpPr/>
            <p:nvPr/>
          </p:nvSpPr>
          <p:spPr>
            <a:xfrm>
              <a:off x="329142" y="1624545"/>
              <a:ext cx="8520509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>
                <a:lnSpc>
                  <a:spcPts val="1600"/>
                </a:lnSpc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Employees in Very Large Companies with 3001+ Employees (Excluding Health Systems)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6AEFD-98DB-8C1E-1912-A37BDC53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Central Maine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09DC8C-64F6-16F6-35B5-81926CCCD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2906" y="1600200"/>
            <a:ext cx="5546187" cy="4525963"/>
          </a:xfrm>
        </p:spPr>
      </p:pic>
    </p:spTree>
    <p:extLst>
      <p:ext uri="{BB962C8B-B14F-4D97-AF65-F5344CB8AC3E}">
        <p14:creationId xmlns:p14="http://schemas.microsoft.com/office/powerpoint/2010/main" val="35661484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9DA7D-714C-8201-520F-75DD364F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Covenant Health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EDF54A-5733-8BE4-8756-C9332FA72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0392" y="1600200"/>
            <a:ext cx="5491215" cy="4525963"/>
          </a:xfrm>
        </p:spPr>
      </p:pic>
    </p:spTree>
    <p:extLst>
      <p:ext uri="{BB962C8B-B14F-4D97-AF65-F5344CB8AC3E}">
        <p14:creationId xmlns:p14="http://schemas.microsoft.com/office/powerpoint/2010/main" val="3117314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4BBD-F4C9-23EC-F8EC-9075D2B0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DECH and CCH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875C9E-9346-BF30-97CF-72D666BDC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4864" y="1600200"/>
            <a:ext cx="6002272" cy="4525963"/>
          </a:xfrm>
        </p:spPr>
      </p:pic>
    </p:spTree>
    <p:extLst>
      <p:ext uri="{BB962C8B-B14F-4D97-AF65-F5344CB8AC3E}">
        <p14:creationId xmlns:p14="http://schemas.microsoft.com/office/powerpoint/2010/main" val="8619651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E12AB-CB41-4BEE-3C84-86B257F8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Maine General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31D2F-9210-3733-AD64-AD266D9B35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474" y="1600200"/>
            <a:ext cx="5343052" cy="4525963"/>
          </a:xfrm>
        </p:spPr>
      </p:pic>
    </p:spTree>
    <p:extLst>
      <p:ext uri="{BB962C8B-B14F-4D97-AF65-F5344CB8AC3E}">
        <p14:creationId xmlns:p14="http://schemas.microsoft.com/office/powerpoint/2010/main" val="1569237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1AAB-9871-B821-7FAC-0EFE737A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MaineHealth</a:t>
            </a:r>
            <a:r>
              <a:rPr lang="en-US" dirty="0"/>
              <a:t>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FBD6A9-9311-6B0E-BADC-629864B12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6699" y="1600200"/>
            <a:ext cx="5418602" cy="4525963"/>
          </a:xfrm>
        </p:spPr>
      </p:pic>
    </p:spTree>
    <p:extLst>
      <p:ext uri="{BB962C8B-B14F-4D97-AF65-F5344CB8AC3E}">
        <p14:creationId xmlns:p14="http://schemas.microsoft.com/office/powerpoint/2010/main" val="34129373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E1A0-7901-F20F-6B8F-38ABF1AAA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Northern Light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1EAEB6-5907-4019-86CA-6898E7737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9660" y="1600200"/>
            <a:ext cx="5132679" cy="4525963"/>
          </a:xfrm>
        </p:spPr>
      </p:pic>
    </p:spTree>
    <p:extLst>
      <p:ext uri="{BB962C8B-B14F-4D97-AF65-F5344CB8AC3E}">
        <p14:creationId xmlns:p14="http://schemas.microsoft.com/office/powerpoint/2010/main" val="160920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910F-1A45-EF55-5123-54D311A12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Unaffiliated Health Systems Market Share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B042F8-6EE2-86D1-1806-5A7BFE0D58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19698" y="1600200"/>
            <a:ext cx="4752604" cy="4525963"/>
          </a:xfrm>
        </p:spPr>
      </p:pic>
    </p:spTree>
    <p:extLst>
      <p:ext uri="{BB962C8B-B14F-4D97-AF65-F5344CB8AC3E}">
        <p14:creationId xmlns:p14="http://schemas.microsoft.com/office/powerpoint/2010/main" val="20449874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46201</TotalTime>
  <Words>919</Words>
  <Application>Microsoft Office PowerPoint</Application>
  <PresentationFormat>Widescreen</PresentationFormat>
  <Paragraphs>596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Century Gothic</vt:lpstr>
      <vt:lpstr>Office Theme</vt:lpstr>
      <vt:lpstr>PowerPoint Presentation</vt:lpstr>
      <vt:lpstr>Estimated Plan Growth Potential</vt:lpstr>
      <vt:lpstr>PowerPoint Presentation</vt:lpstr>
      <vt:lpstr>PowerPoint Presentation</vt:lpstr>
      <vt:lpstr>PowerPoint Presentation</vt:lpstr>
      <vt:lpstr>PowerPoint Presentation</vt:lpstr>
      <vt:lpstr>Other Insights</vt:lpstr>
      <vt:lpstr>Companies by County</vt:lpstr>
      <vt:lpstr>Companies with 50-200 Employees</vt:lpstr>
      <vt:lpstr>Companies with 201-500 Employees</vt:lpstr>
      <vt:lpstr>Companies with 501-1000 Employees</vt:lpstr>
      <vt:lpstr>Companies with 1001-3000 Employees</vt:lpstr>
      <vt:lpstr>Companies with 3001+ Employees</vt:lpstr>
      <vt:lpstr>Total Employees in Maine Counties</vt:lpstr>
      <vt:lpstr>Employees in Companies with 50-200 Employees</vt:lpstr>
      <vt:lpstr>Employees in Companies with 201-500 Employees</vt:lpstr>
      <vt:lpstr>Employees in Companies with 501-1000 Employees</vt:lpstr>
      <vt:lpstr>Employees in Companies with 1001-3000 Employees</vt:lpstr>
      <vt:lpstr>Employees in Companies with 3001+ Employees</vt:lpstr>
      <vt:lpstr>Central Maine Market Share</vt:lpstr>
      <vt:lpstr>Covenant Health Market Share</vt:lpstr>
      <vt:lpstr>DECH and CCH Market Share</vt:lpstr>
      <vt:lpstr>Maine General Market Share</vt:lpstr>
      <vt:lpstr>MaineHealth Market Share</vt:lpstr>
      <vt:lpstr>Northern Light Market Share</vt:lpstr>
      <vt:lpstr>Unaffiliated Health Systems Market Share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2024-10-29T21:57:29Z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