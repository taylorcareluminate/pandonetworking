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0"/>
  </p:notesMasterIdLst>
  <p:sldIdLst>
    <p:sldId id="588" r:id="rId8"/>
    <p:sldId id="454" r:id="rId9"/>
    <p:sldId id="549" r:id="rId10"/>
    <p:sldId id="559" r:id="rId11"/>
    <p:sldId id="580" r:id="rId12"/>
    <p:sldId id="582" r:id="rId13"/>
    <p:sldId id="548" r:id="rId14"/>
    <p:sldId id="521" r:id="rId15"/>
    <p:sldId id="564" r:id="rId16"/>
    <p:sldId id="614" r:id="rId17"/>
    <p:sldId id="585" r:id="rId18"/>
    <p:sldId id="472" r:id="rId19"/>
  </p:sldIdLst>
  <p:sldSz cx="12192000" cy="6858000"/>
  <p:notesSz cx="7315200" cy="96012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1133"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7D0B6B51-DA5F-4021-8848-39BD0005AA08}"/>
    <pc:docChg chg="delSld delMainMaster">
      <pc:chgData name="Taylor Davis" userId="5c9e72a0-c39f-4aa1-9d7d-64125e78cbe6" providerId="ADAL" clId="{7D0B6B51-DA5F-4021-8848-39BD0005AA08}" dt="2025-11-15T06:57:31.046" v="7" actId="47"/>
      <pc:docMkLst>
        <pc:docMk/>
      </pc:docMkLst>
      <pc:sldChg chg="del">
        <pc:chgData name="Taylor Davis" userId="5c9e72a0-c39f-4aa1-9d7d-64125e78cbe6" providerId="ADAL" clId="{7D0B6B51-DA5F-4021-8848-39BD0005AA08}" dt="2025-11-15T06:57:31.046" v="7" actId="47"/>
        <pc:sldMkLst>
          <pc:docMk/>
          <pc:sldMk cId="0" sldId="256"/>
        </pc:sldMkLst>
      </pc:sldChg>
      <pc:sldChg chg="del">
        <pc:chgData name="Taylor Davis" userId="5c9e72a0-c39f-4aa1-9d7d-64125e78cbe6" providerId="ADAL" clId="{7D0B6B51-DA5F-4021-8848-39BD0005AA08}" dt="2025-11-15T06:57:24.311" v="6" actId="47"/>
        <pc:sldMkLst>
          <pc:docMk/>
          <pc:sldMk cId="3543401867" sldId="281"/>
        </pc:sldMkLst>
      </pc:sldChg>
      <pc:sldChg chg="del">
        <pc:chgData name="Taylor Davis" userId="5c9e72a0-c39f-4aa1-9d7d-64125e78cbe6" providerId="ADAL" clId="{7D0B6B51-DA5F-4021-8848-39BD0005AA08}" dt="2025-11-15T06:57:31.046" v="7" actId="47"/>
        <pc:sldMkLst>
          <pc:docMk/>
          <pc:sldMk cId="211951504" sldId="325"/>
        </pc:sldMkLst>
      </pc:sldChg>
      <pc:sldChg chg="del">
        <pc:chgData name="Taylor Davis" userId="5c9e72a0-c39f-4aa1-9d7d-64125e78cbe6" providerId="ADAL" clId="{7D0B6B51-DA5F-4021-8848-39BD0005AA08}" dt="2025-11-15T06:57:31.046" v="7" actId="47"/>
        <pc:sldMkLst>
          <pc:docMk/>
          <pc:sldMk cId="225422285" sldId="326"/>
        </pc:sldMkLst>
      </pc:sldChg>
      <pc:sldChg chg="del">
        <pc:chgData name="Taylor Davis" userId="5c9e72a0-c39f-4aa1-9d7d-64125e78cbe6" providerId="ADAL" clId="{7D0B6B51-DA5F-4021-8848-39BD0005AA08}" dt="2025-11-15T06:57:13.390" v="5" actId="47"/>
        <pc:sldMkLst>
          <pc:docMk/>
          <pc:sldMk cId="3958060990" sldId="458"/>
        </pc:sldMkLst>
      </pc:sldChg>
      <pc:sldChg chg="del">
        <pc:chgData name="Taylor Davis" userId="5c9e72a0-c39f-4aa1-9d7d-64125e78cbe6" providerId="ADAL" clId="{7D0B6B51-DA5F-4021-8848-39BD0005AA08}" dt="2025-11-15T06:57:24.311" v="6" actId="47"/>
        <pc:sldMkLst>
          <pc:docMk/>
          <pc:sldMk cId="0" sldId="459"/>
        </pc:sldMkLst>
      </pc:sldChg>
      <pc:sldChg chg="del">
        <pc:chgData name="Taylor Davis" userId="5c9e72a0-c39f-4aa1-9d7d-64125e78cbe6" providerId="ADAL" clId="{7D0B6B51-DA5F-4021-8848-39BD0005AA08}" dt="2025-11-15T06:56:50.378" v="2" actId="47"/>
        <pc:sldMkLst>
          <pc:docMk/>
          <pc:sldMk cId="1714126014" sldId="466"/>
        </pc:sldMkLst>
      </pc:sldChg>
      <pc:sldChg chg="del">
        <pc:chgData name="Taylor Davis" userId="5c9e72a0-c39f-4aa1-9d7d-64125e78cbe6" providerId="ADAL" clId="{7D0B6B51-DA5F-4021-8848-39BD0005AA08}" dt="2025-11-15T06:57:13.390" v="5" actId="47"/>
        <pc:sldMkLst>
          <pc:docMk/>
          <pc:sldMk cId="2680122054" sldId="469"/>
        </pc:sldMkLst>
      </pc:sldChg>
      <pc:sldChg chg="del">
        <pc:chgData name="Taylor Davis" userId="5c9e72a0-c39f-4aa1-9d7d-64125e78cbe6" providerId="ADAL" clId="{7D0B6B51-DA5F-4021-8848-39BD0005AA08}" dt="2025-11-15T06:57:31.046" v="7" actId="47"/>
        <pc:sldMkLst>
          <pc:docMk/>
          <pc:sldMk cId="2660124243" sldId="491"/>
        </pc:sldMkLst>
      </pc:sldChg>
      <pc:sldChg chg="del">
        <pc:chgData name="Taylor Davis" userId="5c9e72a0-c39f-4aa1-9d7d-64125e78cbe6" providerId="ADAL" clId="{7D0B6B51-DA5F-4021-8848-39BD0005AA08}" dt="2025-11-15T06:57:31.046" v="7" actId="47"/>
        <pc:sldMkLst>
          <pc:docMk/>
          <pc:sldMk cId="3144192130" sldId="498"/>
        </pc:sldMkLst>
      </pc:sldChg>
      <pc:sldChg chg="del">
        <pc:chgData name="Taylor Davis" userId="5c9e72a0-c39f-4aa1-9d7d-64125e78cbe6" providerId="ADAL" clId="{7D0B6B51-DA5F-4021-8848-39BD0005AA08}" dt="2025-11-15T06:57:13.390" v="5" actId="47"/>
        <pc:sldMkLst>
          <pc:docMk/>
          <pc:sldMk cId="2203540903" sldId="499"/>
        </pc:sldMkLst>
      </pc:sldChg>
      <pc:sldChg chg="del">
        <pc:chgData name="Taylor Davis" userId="5c9e72a0-c39f-4aa1-9d7d-64125e78cbe6" providerId="ADAL" clId="{7D0B6B51-DA5F-4021-8848-39BD0005AA08}" dt="2025-11-15T06:57:31.046" v="7" actId="47"/>
        <pc:sldMkLst>
          <pc:docMk/>
          <pc:sldMk cId="1419816550" sldId="536"/>
        </pc:sldMkLst>
      </pc:sldChg>
      <pc:sldChg chg="del">
        <pc:chgData name="Taylor Davis" userId="5c9e72a0-c39f-4aa1-9d7d-64125e78cbe6" providerId="ADAL" clId="{7D0B6B51-DA5F-4021-8848-39BD0005AA08}" dt="2025-11-15T06:56:55.237" v="4" actId="47"/>
        <pc:sldMkLst>
          <pc:docMk/>
          <pc:sldMk cId="3470905217" sldId="558"/>
        </pc:sldMkLst>
      </pc:sldChg>
      <pc:sldChg chg="del">
        <pc:chgData name="Taylor Davis" userId="5c9e72a0-c39f-4aa1-9d7d-64125e78cbe6" providerId="ADAL" clId="{7D0B6B51-DA5F-4021-8848-39BD0005AA08}" dt="2025-11-15T06:57:24.311" v="6" actId="47"/>
        <pc:sldMkLst>
          <pc:docMk/>
          <pc:sldMk cId="0" sldId="571"/>
        </pc:sldMkLst>
      </pc:sldChg>
      <pc:sldChg chg="del">
        <pc:chgData name="Taylor Davis" userId="5c9e72a0-c39f-4aa1-9d7d-64125e78cbe6" providerId="ADAL" clId="{7D0B6B51-DA5F-4021-8848-39BD0005AA08}" dt="2025-11-15T06:57:31.046" v="7" actId="47"/>
        <pc:sldMkLst>
          <pc:docMk/>
          <pc:sldMk cId="0" sldId="572"/>
        </pc:sldMkLst>
      </pc:sldChg>
      <pc:sldChg chg="del">
        <pc:chgData name="Taylor Davis" userId="5c9e72a0-c39f-4aa1-9d7d-64125e78cbe6" providerId="ADAL" clId="{7D0B6B51-DA5F-4021-8848-39BD0005AA08}" dt="2025-11-15T06:57:31.046" v="7" actId="47"/>
        <pc:sldMkLst>
          <pc:docMk/>
          <pc:sldMk cId="1064222983" sldId="574"/>
        </pc:sldMkLst>
      </pc:sldChg>
      <pc:sldChg chg="del">
        <pc:chgData name="Taylor Davis" userId="5c9e72a0-c39f-4aa1-9d7d-64125e78cbe6" providerId="ADAL" clId="{7D0B6B51-DA5F-4021-8848-39BD0005AA08}" dt="2025-11-15T06:57:31.046" v="7" actId="47"/>
        <pc:sldMkLst>
          <pc:docMk/>
          <pc:sldMk cId="3790917938" sldId="575"/>
        </pc:sldMkLst>
      </pc:sldChg>
      <pc:sldChg chg="del">
        <pc:chgData name="Taylor Davis" userId="5c9e72a0-c39f-4aa1-9d7d-64125e78cbe6" providerId="ADAL" clId="{7D0B6B51-DA5F-4021-8848-39BD0005AA08}" dt="2025-11-15T06:57:24.311" v="6" actId="47"/>
        <pc:sldMkLst>
          <pc:docMk/>
          <pc:sldMk cId="838631500" sldId="583"/>
        </pc:sldMkLst>
      </pc:sldChg>
      <pc:sldChg chg="del">
        <pc:chgData name="Taylor Davis" userId="5c9e72a0-c39f-4aa1-9d7d-64125e78cbe6" providerId="ADAL" clId="{7D0B6B51-DA5F-4021-8848-39BD0005AA08}" dt="2025-11-15T06:57:24.311" v="6" actId="47"/>
        <pc:sldMkLst>
          <pc:docMk/>
          <pc:sldMk cId="3618341172" sldId="584"/>
        </pc:sldMkLst>
      </pc:sldChg>
      <pc:sldChg chg="del">
        <pc:chgData name="Taylor Davis" userId="5c9e72a0-c39f-4aa1-9d7d-64125e78cbe6" providerId="ADAL" clId="{7D0B6B51-DA5F-4021-8848-39BD0005AA08}" dt="2025-11-15T06:57:13.390" v="5" actId="47"/>
        <pc:sldMkLst>
          <pc:docMk/>
          <pc:sldMk cId="4042275972" sldId="613"/>
        </pc:sldMkLst>
      </pc:sldChg>
      <pc:sldChg chg="del">
        <pc:chgData name="Taylor Davis" userId="5c9e72a0-c39f-4aa1-9d7d-64125e78cbe6" providerId="ADAL" clId="{7D0B6B51-DA5F-4021-8848-39BD0005AA08}" dt="2025-11-15T06:57:13.390" v="5" actId="47"/>
        <pc:sldMkLst>
          <pc:docMk/>
          <pc:sldMk cId="2174952421" sldId="2145726856"/>
        </pc:sldMkLst>
      </pc:sldChg>
      <pc:sldChg chg="del">
        <pc:chgData name="Taylor Davis" userId="5c9e72a0-c39f-4aa1-9d7d-64125e78cbe6" providerId="ADAL" clId="{7D0B6B51-DA5F-4021-8848-39BD0005AA08}" dt="2025-11-15T06:57:13.390" v="5" actId="47"/>
        <pc:sldMkLst>
          <pc:docMk/>
          <pc:sldMk cId="4161310751" sldId="2145726857"/>
        </pc:sldMkLst>
      </pc:sldChg>
      <pc:sldChg chg="del">
        <pc:chgData name="Taylor Davis" userId="5c9e72a0-c39f-4aa1-9d7d-64125e78cbe6" providerId="ADAL" clId="{7D0B6B51-DA5F-4021-8848-39BD0005AA08}" dt="2025-11-15T06:57:13.390" v="5" actId="47"/>
        <pc:sldMkLst>
          <pc:docMk/>
          <pc:sldMk cId="1389453819" sldId="2145726859"/>
        </pc:sldMkLst>
      </pc:sldChg>
      <pc:sldChg chg="del">
        <pc:chgData name="Taylor Davis" userId="5c9e72a0-c39f-4aa1-9d7d-64125e78cbe6" providerId="ADAL" clId="{7D0B6B51-DA5F-4021-8848-39BD0005AA08}" dt="2025-11-15T06:57:24.311" v="6" actId="47"/>
        <pc:sldMkLst>
          <pc:docMk/>
          <pc:sldMk cId="0" sldId="2145726864"/>
        </pc:sldMkLst>
      </pc:sldChg>
      <pc:sldChg chg="del">
        <pc:chgData name="Taylor Davis" userId="5c9e72a0-c39f-4aa1-9d7d-64125e78cbe6" providerId="ADAL" clId="{7D0B6B51-DA5F-4021-8848-39BD0005AA08}" dt="2025-11-15T06:57:24.311" v="6" actId="47"/>
        <pc:sldMkLst>
          <pc:docMk/>
          <pc:sldMk cId="1010235892" sldId="2145726866"/>
        </pc:sldMkLst>
      </pc:sldChg>
      <pc:sldChg chg="del">
        <pc:chgData name="Taylor Davis" userId="5c9e72a0-c39f-4aa1-9d7d-64125e78cbe6" providerId="ADAL" clId="{7D0B6B51-DA5F-4021-8848-39BD0005AA08}" dt="2025-11-15T06:56:51.610" v="3" actId="47"/>
        <pc:sldMkLst>
          <pc:docMk/>
          <pc:sldMk cId="0" sldId="2145726867"/>
        </pc:sldMkLst>
      </pc:sldChg>
      <pc:sldChg chg="del">
        <pc:chgData name="Taylor Davis" userId="5c9e72a0-c39f-4aa1-9d7d-64125e78cbe6" providerId="ADAL" clId="{7D0B6B51-DA5F-4021-8848-39BD0005AA08}" dt="2025-11-15T06:57:24.311" v="6" actId="47"/>
        <pc:sldMkLst>
          <pc:docMk/>
          <pc:sldMk cId="4087636236" sldId="2145726868"/>
        </pc:sldMkLst>
      </pc:sldChg>
      <pc:sldChg chg="del">
        <pc:chgData name="Taylor Davis" userId="5c9e72a0-c39f-4aa1-9d7d-64125e78cbe6" providerId="ADAL" clId="{7D0B6B51-DA5F-4021-8848-39BD0005AA08}" dt="2025-11-15T06:56:49.040" v="1" actId="47"/>
        <pc:sldMkLst>
          <pc:docMk/>
          <pc:sldMk cId="3306748702" sldId="2145726869"/>
        </pc:sldMkLst>
      </pc:sldChg>
      <pc:sldChg chg="del">
        <pc:chgData name="Taylor Davis" userId="5c9e72a0-c39f-4aa1-9d7d-64125e78cbe6" providerId="ADAL" clId="{7D0B6B51-DA5F-4021-8848-39BD0005AA08}" dt="2025-11-15T06:57:24.311" v="6" actId="47"/>
        <pc:sldMkLst>
          <pc:docMk/>
          <pc:sldMk cId="0" sldId="2145726870"/>
        </pc:sldMkLst>
      </pc:sldChg>
      <pc:sldChg chg="del">
        <pc:chgData name="Taylor Davis" userId="5c9e72a0-c39f-4aa1-9d7d-64125e78cbe6" providerId="ADAL" clId="{7D0B6B51-DA5F-4021-8848-39BD0005AA08}" dt="2025-11-15T06:57:13.390" v="5" actId="47"/>
        <pc:sldMkLst>
          <pc:docMk/>
          <pc:sldMk cId="0" sldId="2145726872"/>
        </pc:sldMkLst>
      </pc:sldChg>
      <pc:sldChg chg="del">
        <pc:chgData name="Taylor Davis" userId="5c9e72a0-c39f-4aa1-9d7d-64125e78cbe6" providerId="ADAL" clId="{7D0B6B51-DA5F-4021-8848-39BD0005AA08}" dt="2025-11-15T06:56:44.303" v="0" actId="47"/>
        <pc:sldMkLst>
          <pc:docMk/>
          <pc:sldMk cId="3982481892" sldId="2145726874"/>
        </pc:sldMkLst>
      </pc:sldChg>
      <pc:sldChg chg="del">
        <pc:chgData name="Taylor Davis" userId="5c9e72a0-c39f-4aa1-9d7d-64125e78cbe6" providerId="ADAL" clId="{7D0B6B51-DA5F-4021-8848-39BD0005AA08}" dt="2025-11-15T06:57:13.390" v="5" actId="47"/>
        <pc:sldMkLst>
          <pc:docMk/>
          <pc:sldMk cId="0" sldId="2145726911"/>
        </pc:sldMkLst>
      </pc:sldChg>
      <pc:sldMasterChg chg="delSldLayout">
        <pc:chgData name="Taylor Davis" userId="5c9e72a0-c39f-4aa1-9d7d-64125e78cbe6" providerId="ADAL" clId="{7D0B6B51-DA5F-4021-8848-39BD0005AA08}" dt="2025-11-15T06:57:13.390" v="5" actId="47"/>
        <pc:sldMasterMkLst>
          <pc:docMk/>
          <pc:sldMasterMk cId="3019070536" sldId="2147483744"/>
        </pc:sldMasterMkLst>
        <pc:sldLayoutChg chg="del">
          <pc:chgData name="Taylor Davis" userId="5c9e72a0-c39f-4aa1-9d7d-64125e78cbe6" providerId="ADAL" clId="{7D0B6B51-DA5F-4021-8848-39BD0005AA08}" dt="2025-11-15T06:57:13.390" v="5" actId="47"/>
          <pc:sldLayoutMkLst>
            <pc:docMk/>
            <pc:sldMasterMk cId="3019070536" sldId="2147483744"/>
            <pc:sldLayoutMk cId="1655837808" sldId="2147483812"/>
          </pc:sldLayoutMkLst>
        </pc:sldLayoutChg>
      </pc:sldMasterChg>
      <pc:sldMasterChg chg="del delSldLayout">
        <pc:chgData name="Taylor Davis" userId="5c9e72a0-c39f-4aa1-9d7d-64125e78cbe6" providerId="ADAL" clId="{7D0B6B51-DA5F-4021-8848-39BD0005AA08}" dt="2025-11-15T06:57:13.390" v="5" actId="47"/>
        <pc:sldMasterMkLst>
          <pc:docMk/>
          <pc:sldMasterMk cId="1265540980" sldId="2147483785"/>
        </pc:sldMasterMkLst>
        <pc:sldLayoutChg chg="del">
          <pc:chgData name="Taylor Davis" userId="5c9e72a0-c39f-4aa1-9d7d-64125e78cbe6" providerId="ADAL" clId="{7D0B6B51-DA5F-4021-8848-39BD0005AA08}" dt="2025-11-15T06:57:13.390" v="5" actId="47"/>
          <pc:sldLayoutMkLst>
            <pc:docMk/>
            <pc:sldMasterMk cId="1265540980" sldId="2147483785"/>
            <pc:sldLayoutMk cId="2498378428" sldId="2147483786"/>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2601881731" sldId="2147483787"/>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1562686733" sldId="2147483788"/>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4003081434" sldId="2147483789"/>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1910118790" sldId="2147483790"/>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3711328393" sldId="2147483791"/>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1423940963" sldId="2147483792"/>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4032606110" sldId="2147483793"/>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2254392230" sldId="2147483794"/>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1920540095" sldId="2147483795"/>
          </pc:sldLayoutMkLst>
        </pc:sldLayoutChg>
        <pc:sldLayoutChg chg="del">
          <pc:chgData name="Taylor Davis" userId="5c9e72a0-c39f-4aa1-9d7d-64125e78cbe6" providerId="ADAL" clId="{7D0B6B51-DA5F-4021-8848-39BD0005AA08}" dt="2025-11-15T06:57:13.390" v="5"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7D0B6B51-DA5F-4021-8848-39BD0005AA08}" dt="2025-11-15T06:57:13.390" v="5" actId="47"/>
        <pc:sldMasterMkLst>
          <pc:docMk/>
          <pc:sldMasterMk cId="3563936643" sldId="2147483797"/>
        </pc:sldMasterMkLst>
        <pc:sldLayoutChg chg="del">
          <pc:chgData name="Taylor Davis" userId="5c9e72a0-c39f-4aa1-9d7d-64125e78cbe6" providerId="ADAL" clId="{7D0B6B51-DA5F-4021-8848-39BD0005AA08}" dt="2025-11-15T06:57:13.390" v="5" actId="47"/>
          <pc:sldLayoutMkLst>
            <pc:docMk/>
            <pc:sldMasterMk cId="3563936643" sldId="2147483797"/>
            <pc:sldLayoutMk cId="2824293841" sldId="2147483798"/>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50421858" sldId="2147483799"/>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2298163207" sldId="2147483800"/>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991304296" sldId="2147483801"/>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121920882" sldId="2147483802"/>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2885874120" sldId="2147483803"/>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906534417" sldId="2147483804"/>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491300616" sldId="2147483805"/>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2921565179" sldId="2147483806"/>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159210513" sldId="2147483807"/>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1217176151" sldId="2147483808"/>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895843817" sldId="2147483809"/>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684719445" sldId="2147483810"/>
          </pc:sldLayoutMkLst>
        </pc:sldLayoutChg>
        <pc:sldLayoutChg chg="del">
          <pc:chgData name="Taylor Davis" userId="5c9e72a0-c39f-4aa1-9d7d-64125e78cbe6" providerId="ADAL" clId="{7D0B6B51-DA5F-4021-8848-39BD0005AA08}" dt="2025-11-15T06:57:13.390" v="5"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24.svg"/><Relationship Id="rId11" Type="http://schemas.openxmlformats.org/officeDocument/2006/relationships/image" Target="../media/image10.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Houston Methodist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38900" y="1329886"/>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9000+ Employers           1.4M</a:t>
            </a:r>
            <a:r>
              <a:rPr lang="en-US" sz="1600" spc="200" dirty="0">
                <a:latin typeface="Montserrat" panose="00000500000000000000" pitchFamily="2" charset="0"/>
                <a:cs typeface="+mj-cs"/>
                <a:sym typeface="Wingdings" panose="05000000000000000000" pitchFamily="2" charset="2"/>
              </a:rPr>
              <a:t>+ Employees       2.1M+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0997014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4,642</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2,085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1,448</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295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193</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348,200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312,800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434,400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535,500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590,000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1,158,000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626,800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563,000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781,900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963,900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1,062,000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2,084,400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609344" y="182880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Houston Methodist service area in Austin, Brazoria, Chambers, Fort Bend, Galveston, Grimes, Harris, Liberty, Montgomery, San Jacinto, Walker, Waller, and Wharton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6,875K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4,139K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2,680K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1,498K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$192.73M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$52.9M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$1149.79M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$316.28M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$2359.83M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$648.88M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17,015.0K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33,880.6K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63,067.1K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101,327.9K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16,818.2K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33,965.8K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63,323.9K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101,805.5K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22,533.4K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45,225.3K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84,205.0K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135,165.6K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22,379.8K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45,399.3K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84,608.2K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135,862.8K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11,343.3K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22,536.0K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42,102.5K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67,490.3K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11,102.1K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22,532.4K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42,214.1K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67,748.3K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120463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HOUSTON METHODIST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Houston Methodist has the strongest brand quality in Austin, Brazoria, Chambers, Fort Bend, Galveston, Grimes, Harris, Liberty, Montgomery, San Jacinto, Walker, Waller, and Wharton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306104771"/>
              </p:ext>
            </p:extLst>
          </p:nvPr>
        </p:nvGraphicFramePr>
        <p:xfrm>
          <a:off x="420624" y="1546575"/>
          <a:ext cx="8381359" cy="4725288"/>
        </p:xfrm>
        <a:graphic>
          <a:graphicData uri="http://schemas.openxmlformats.org/drawingml/2006/table">
            <a:tbl>
              <a:tblPr/>
              <a:tblGrid>
                <a:gridCol w="2768757">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Houston Methodist</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F71A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extLst>
                  <a:ext uri="{0D108BD9-81ED-4DB2-BD59-A6C34878D82A}">
                    <a16:rowId xmlns:a16="http://schemas.microsoft.com/office/drawing/2014/main" val="10001"/>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endParaRPr sz="1100" b="0" i="0" u="none" cap="none">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Harris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Memorial Hermann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4"/>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5"/>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6"/>
                  </a:ext>
                </a:extLst>
              </a:tr>
              <a:tr h="39194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OakBend Medical Center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08"/>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Community Hospital Corporation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2E7F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Healthcare Systems of America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Houston Methodist has 22% inpatient market share, and 13% outpatient market compared to hospitals/clinics in the Houston Methodist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Houston Methodist.</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97050848"/>
              </p:ext>
            </p:extLst>
          </p:nvPr>
        </p:nvGraphicFramePr>
        <p:xfrm>
          <a:off x="390844" y="867508"/>
          <a:ext cx="7646730" cy="5127905"/>
        </p:xfrm>
        <a:graphic>
          <a:graphicData uri="http://schemas.openxmlformats.org/drawingml/2006/table">
            <a:tbl>
              <a:tblPr/>
              <a:tblGrid>
                <a:gridCol w="1529346">
                  <a:extLst>
                    <a:ext uri="{9D8B030D-6E8A-4147-A177-3AD203B41FA5}">
                      <a16:colId xmlns:a16="http://schemas.microsoft.com/office/drawing/2014/main" val="20000"/>
                    </a:ext>
                  </a:extLst>
                </a:gridCol>
                <a:gridCol w="1529346">
                  <a:extLst>
                    <a:ext uri="{9D8B030D-6E8A-4147-A177-3AD203B41FA5}">
                      <a16:colId xmlns:a16="http://schemas.microsoft.com/office/drawing/2014/main" val="20001"/>
                    </a:ext>
                  </a:extLst>
                </a:gridCol>
                <a:gridCol w="1529346">
                  <a:extLst>
                    <a:ext uri="{9D8B030D-6E8A-4147-A177-3AD203B41FA5}">
                      <a16:colId xmlns:a16="http://schemas.microsoft.com/office/drawing/2014/main" val="20002"/>
                    </a:ext>
                  </a:extLst>
                </a:gridCol>
                <a:gridCol w="1529346">
                  <a:extLst>
                    <a:ext uri="{9D8B030D-6E8A-4147-A177-3AD203B41FA5}">
                      <a16:colId xmlns:a16="http://schemas.microsoft.com/office/drawing/2014/main" val="20003"/>
                    </a:ext>
                  </a:extLst>
                </a:gridCol>
                <a:gridCol w="1529346">
                  <a:extLst>
                    <a:ext uri="{9D8B030D-6E8A-4147-A177-3AD203B41FA5}">
                      <a16:colId xmlns:a16="http://schemas.microsoft.com/office/drawing/2014/main" val="20004"/>
                    </a:ext>
                  </a:extLst>
                </a:gridCol>
              </a:tblGrid>
              <a:tr h="79446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Houston Methodist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Houston Methodist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526,900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667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46225</TotalTime>
  <Words>1005</Words>
  <Application>Microsoft Office PowerPoint</Application>
  <PresentationFormat>Widescreen</PresentationFormat>
  <Paragraphs>414</Paragraphs>
  <Slides>12</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12</vt:i4>
      </vt:variant>
    </vt:vector>
  </HeadingPairs>
  <TitlesOfParts>
    <vt:vector size="19"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DIRECT-TO-EMPLOYER STRATEGY: ONLY AVAILABLE TO PREMIER HEALTH SYSTEMS</vt:lpstr>
      <vt:lpstr>HOUSTON METHODIST IS PATIENT RECOMMENDED</vt:lpstr>
      <vt:lpstr>Complete Marketing System</vt:lpstr>
      <vt:lpstr>PROJECTED PLAN GROWTH</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2025-11-15T06:57:34Z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