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</p:sldMasterIdLst>
  <p:notesMasterIdLst>
    <p:notesMasterId r:id="rId17"/>
  </p:notesMasterIdLst>
  <p:sldIdLst>
    <p:sldId id="488" r:id="rId6"/>
    <p:sldId id="454" r:id="rId7"/>
    <p:sldId id="549" r:id="rId8"/>
    <p:sldId id="487" r:id="rId9"/>
    <p:sldId id="520" r:id="rId10"/>
    <p:sldId id="517" r:id="rId11"/>
    <p:sldId id="580" r:id="rId12"/>
    <p:sldId id="582" r:id="rId13"/>
    <p:sldId id="548" r:id="rId14"/>
    <p:sldId id="499" r:id="rId15"/>
    <p:sldId id="258" r:id="rId16"/>
  </p:sldIdLst>
  <p:sldSz cx="12192000" cy="6858000"/>
  <p:notesSz cx="7315200" cy="96012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CAE8"/>
    <a:srgbClr val="30589B"/>
    <a:srgbClr val="843C0C"/>
    <a:srgbClr val="01A050"/>
    <a:srgbClr val="6A8C98"/>
    <a:srgbClr val="244F9A"/>
    <a:srgbClr val="254F96"/>
    <a:srgbClr val="61A606"/>
    <a:srgbClr val="019CA5"/>
    <a:srgbClr val="7D3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BE93E4-FC8D-4066-9B50-1FA6B9D1B734}" v="5" dt="2024-09-25T02:43:35.512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BF3ACBF2-526C-42D4-AFDF-3A02CE31A9A4}"/>
    <pc:docChg chg="undo custSel addSld delSld modSld sldOrd delMainMaster">
      <pc:chgData name="Taylor Davis" userId="5c9e72a0-c39f-4aa1-9d7d-64125e78cbe6" providerId="ADAL" clId="{BF3ACBF2-526C-42D4-AFDF-3A02CE31A9A4}" dt="2024-07-23T00:16:35.235" v="239" actId="47"/>
      <pc:docMkLst>
        <pc:docMk/>
      </pc:docMkLst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0" sldId="256"/>
        </pc:sldMkLst>
      </pc:sldChg>
      <pc:sldChg chg="addSp modSp add del mod">
        <pc:chgData name="Taylor Davis" userId="5c9e72a0-c39f-4aa1-9d7d-64125e78cbe6" providerId="ADAL" clId="{BF3ACBF2-526C-42D4-AFDF-3A02CE31A9A4}" dt="2024-07-23T00:16:27.261" v="238" actId="1076"/>
        <pc:sldMkLst>
          <pc:docMk/>
          <pc:sldMk cId="806209781" sldId="258"/>
        </pc:sldMkLst>
        <pc:spChg chg="add mod">
          <ac:chgData name="Taylor Davis" userId="5c9e72a0-c39f-4aa1-9d7d-64125e78cbe6" providerId="ADAL" clId="{BF3ACBF2-526C-42D4-AFDF-3A02CE31A9A4}" dt="2024-07-23T00:16:21.591" v="236" actId="1076"/>
          <ac:spMkLst>
            <pc:docMk/>
            <pc:sldMk cId="806209781" sldId="258"/>
            <ac:spMk id="2" creationId="{BE3583B1-43A0-392F-1D47-AAF45A66B0D0}"/>
          </ac:spMkLst>
        </pc:spChg>
        <pc:picChg chg="mod">
          <ac:chgData name="Taylor Davis" userId="5c9e72a0-c39f-4aa1-9d7d-64125e78cbe6" providerId="ADAL" clId="{BF3ACBF2-526C-42D4-AFDF-3A02CE31A9A4}" dt="2024-07-23T00:16:24.990" v="237" actId="1076"/>
          <ac:picMkLst>
            <pc:docMk/>
            <pc:sldMk cId="806209781" sldId="258"/>
            <ac:picMk id="23" creationId="{A94C91E8-C76C-2F2F-6D40-0BB985011740}"/>
          </ac:picMkLst>
        </pc:picChg>
        <pc:picChg chg="mod">
          <ac:chgData name="Taylor Davis" userId="5c9e72a0-c39f-4aa1-9d7d-64125e78cbe6" providerId="ADAL" clId="{BF3ACBF2-526C-42D4-AFDF-3A02CE31A9A4}" dt="2024-07-23T00:16:27.261" v="238" actId="1076"/>
          <ac:picMkLst>
            <pc:docMk/>
            <pc:sldMk cId="806209781" sldId="258"/>
            <ac:picMk id="24" creationId="{15B48AED-970A-99C1-8591-9778802D664B}"/>
          </ac:picMkLst>
        </pc:picChg>
      </pc:sldChg>
      <pc:sldChg chg="del">
        <pc:chgData name="Taylor Davis" userId="5c9e72a0-c39f-4aa1-9d7d-64125e78cbe6" providerId="ADAL" clId="{BF3ACBF2-526C-42D4-AFDF-3A02CE31A9A4}" dt="2024-07-23T00:09:55.450" v="4" actId="47"/>
        <pc:sldMkLst>
          <pc:docMk/>
          <pc:sldMk cId="413337631" sldId="259"/>
        </pc:sldMkLst>
      </pc:sldChg>
      <pc:sldChg chg="del">
        <pc:chgData name="Taylor Davis" userId="5c9e72a0-c39f-4aa1-9d7d-64125e78cbe6" providerId="ADAL" clId="{BF3ACBF2-526C-42D4-AFDF-3A02CE31A9A4}" dt="2024-07-23T00:09:55.450" v="4" actId="47"/>
        <pc:sldMkLst>
          <pc:docMk/>
          <pc:sldMk cId="3598920730" sldId="263"/>
        </pc:sldMkLst>
      </pc:sldChg>
      <pc:sldChg chg="del">
        <pc:chgData name="Taylor Davis" userId="5c9e72a0-c39f-4aa1-9d7d-64125e78cbe6" providerId="ADAL" clId="{BF3ACBF2-526C-42D4-AFDF-3A02CE31A9A4}" dt="2024-07-23T00:09:55.450" v="4" actId="47"/>
        <pc:sldMkLst>
          <pc:docMk/>
          <pc:sldMk cId="2256184360" sldId="265"/>
        </pc:sldMkLst>
      </pc:sldChg>
      <pc:sldChg chg="add del">
        <pc:chgData name="Taylor Davis" userId="5c9e72a0-c39f-4aa1-9d7d-64125e78cbe6" providerId="ADAL" clId="{BF3ACBF2-526C-42D4-AFDF-3A02CE31A9A4}" dt="2024-07-23T00:09:55.450" v="4" actId="47"/>
        <pc:sldMkLst>
          <pc:docMk/>
          <pc:sldMk cId="2494354821" sldId="267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619324413" sldId="336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420959824" sldId="337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2984433661" sldId="446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1919135106" sldId="454"/>
        </pc:sldMkLst>
      </pc:sldChg>
      <pc:sldChg chg="del">
        <pc:chgData name="Taylor Davis" userId="5c9e72a0-c39f-4aa1-9d7d-64125e78cbe6" providerId="ADAL" clId="{BF3ACBF2-526C-42D4-AFDF-3A02CE31A9A4}" dt="2024-07-23T00:09:55.450" v="4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902706633" sldId="461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3804806607" sldId="462"/>
        </pc:sldMkLst>
      </pc:sldChg>
      <pc:sldChg chg="del">
        <pc:chgData name="Taylor Davis" userId="5c9e72a0-c39f-4aa1-9d7d-64125e78cbe6" providerId="ADAL" clId="{BF3ACBF2-526C-42D4-AFDF-3A02CE31A9A4}" dt="2024-07-23T00:09:31.955" v="1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2317283943" sldId="472"/>
        </pc:sldMkLst>
      </pc:sldChg>
      <pc:sldChg chg="del">
        <pc:chgData name="Taylor Davis" userId="5c9e72a0-c39f-4aa1-9d7d-64125e78cbe6" providerId="ADAL" clId="{BF3ACBF2-526C-42D4-AFDF-3A02CE31A9A4}" dt="2024-07-23T00:09:55.450" v="4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3144192130" sldId="498"/>
        </pc:sldMkLst>
      </pc:sldChg>
      <pc:sldChg chg="modSp mod ord">
        <pc:chgData name="Taylor Davis" userId="5c9e72a0-c39f-4aa1-9d7d-64125e78cbe6" providerId="ADAL" clId="{BF3ACBF2-526C-42D4-AFDF-3A02CE31A9A4}" dt="2024-07-23T00:15:01.832" v="229" actId="20577"/>
        <pc:sldMkLst>
          <pc:docMk/>
          <pc:sldMk cId="2203540903" sldId="499"/>
        </pc:sldMkLst>
        <pc:spChg chg="mod">
          <ac:chgData name="Taylor Davis" userId="5c9e72a0-c39f-4aa1-9d7d-64125e78cbe6" providerId="ADAL" clId="{BF3ACBF2-526C-42D4-AFDF-3A02CE31A9A4}" dt="2024-07-23T00:15:01.832" v="229" actId="20577"/>
          <ac:spMkLst>
            <pc:docMk/>
            <pc:sldMk cId="2203540903" sldId="499"/>
            <ac:spMk id="8" creationId="{11A9C655-FF92-49E3-BB7D-E5BBC008C671}"/>
          </ac:spMkLst>
        </pc:spChg>
        <pc:spChg chg="mod">
          <ac:chgData name="Taylor Davis" userId="5c9e72a0-c39f-4aa1-9d7d-64125e78cbe6" providerId="ADAL" clId="{BF3ACBF2-526C-42D4-AFDF-3A02CE31A9A4}" dt="2024-07-23T00:13:04.883" v="159" actId="20577"/>
          <ac:spMkLst>
            <pc:docMk/>
            <pc:sldMk cId="2203540903" sldId="499"/>
            <ac:spMk id="9" creationId="{AB8821D0-DEDE-002D-E87D-13E033D5D75F}"/>
          </ac:spMkLst>
        </pc:spChg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2684971926" sldId="501"/>
        </pc:sldMkLst>
      </pc:sldChg>
      <pc:sldChg chg="del">
        <pc:chgData name="Taylor Davis" userId="5c9e72a0-c39f-4aa1-9d7d-64125e78cbe6" providerId="ADAL" clId="{BF3ACBF2-526C-42D4-AFDF-3A02CE31A9A4}" dt="2024-07-23T00:09:29.225" v="0" actId="47"/>
        <pc:sldMkLst>
          <pc:docMk/>
          <pc:sldMk cId="3348736581" sldId="518"/>
        </pc:sldMkLst>
      </pc:sldChg>
      <pc:sldChg chg="addSp modSp mod">
        <pc:chgData name="Taylor Davis" userId="5c9e72a0-c39f-4aa1-9d7d-64125e78cbe6" providerId="ADAL" clId="{BF3ACBF2-526C-42D4-AFDF-3A02CE31A9A4}" dt="2024-07-23T00:14:45.852" v="228" actId="6549"/>
        <pc:sldMkLst>
          <pc:docMk/>
          <pc:sldMk cId="3531208169" sldId="519"/>
        </pc:sldMkLst>
        <pc:spChg chg="add mod">
          <ac:chgData name="Taylor Davis" userId="5c9e72a0-c39f-4aa1-9d7d-64125e78cbe6" providerId="ADAL" clId="{BF3ACBF2-526C-42D4-AFDF-3A02CE31A9A4}" dt="2024-07-23T00:13:34.411" v="161"/>
          <ac:spMkLst>
            <pc:docMk/>
            <pc:sldMk cId="3531208169" sldId="519"/>
            <ac:spMk id="2" creationId="{30AC80F8-C736-7F08-3E55-D88D6E3595DA}"/>
          </ac:spMkLst>
        </pc:spChg>
        <pc:spChg chg="add mod">
          <ac:chgData name="Taylor Davis" userId="5c9e72a0-c39f-4aa1-9d7d-64125e78cbe6" providerId="ADAL" clId="{BF3ACBF2-526C-42D4-AFDF-3A02CE31A9A4}" dt="2024-07-23T00:14:45.852" v="228" actId="6549"/>
          <ac:spMkLst>
            <pc:docMk/>
            <pc:sldMk cId="3531208169" sldId="519"/>
            <ac:spMk id="10" creationId="{A0BE49BD-2E7B-D961-C2B1-74E05754C505}"/>
          </ac:spMkLst>
        </pc:spChg>
        <pc:picChg chg="mod">
          <ac:chgData name="Taylor Davis" userId="5c9e72a0-c39f-4aa1-9d7d-64125e78cbe6" providerId="ADAL" clId="{BF3ACBF2-526C-42D4-AFDF-3A02CE31A9A4}" dt="2024-07-23T00:13:28.121" v="160" actId="1076"/>
          <ac:picMkLst>
            <pc:docMk/>
            <pc:sldMk cId="3531208169" sldId="519"/>
            <ac:picMk id="3" creationId="{268F1165-3DA3-CD69-49B7-333E376B8FFD}"/>
          </ac:picMkLst>
        </pc:picChg>
        <pc:picChg chg="add">
          <ac:chgData name="Taylor Davis" userId="5c9e72a0-c39f-4aa1-9d7d-64125e78cbe6" providerId="ADAL" clId="{BF3ACBF2-526C-42D4-AFDF-3A02CE31A9A4}" dt="2024-07-23T00:13:39.144" v="162"/>
          <ac:picMkLst>
            <pc:docMk/>
            <pc:sldMk cId="3531208169" sldId="519"/>
            <ac:picMk id="8" creationId="{5E76CA4E-AFCC-B7CE-3C95-224F800E5011}"/>
          </ac:picMkLst>
        </pc:picChg>
      </pc:sldChg>
      <pc:sldChg chg="del">
        <pc:chgData name="Taylor Davis" userId="5c9e72a0-c39f-4aa1-9d7d-64125e78cbe6" providerId="ADAL" clId="{BF3ACBF2-526C-42D4-AFDF-3A02CE31A9A4}" dt="2024-07-23T00:16:35.235" v="239" actId="47"/>
        <pc:sldMkLst>
          <pc:docMk/>
          <pc:sldMk cId="500461553" sldId="521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1147401429" sldId="524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3034923006" sldId="527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0" sldId="535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1419816550" sldId="536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0" sldId="538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48855742" sldId="539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94944115" sldId="546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3616502281" sldId="547"/>
        </pc:sldMkLst>
      </pc:sldChg>
      <pc:sldChg chg="del">
        <pc:chgData name="Taylor Davis" userId="5c9e72a0-c39f-4aa1-9d7d-64125e78cbe6" providerId="ADAL" clId="{BF3ACBF2-526C-42D4-AFDF-3A02CE31A9A4}" dt="2024-07-23T00:12:12.298" v="8" actId="47"/>
        <pc:sldMkLst>
          <pc:docMk/>
          <pc:sldMk cId="315794589" sldId="548"/>
        </pc:sldMkLst>
      </pc:sldChg>
      <pc:sldChg chg="del">
        <pc:chgData name="Taylor Davis" userId="5c9e72a0-c39f-4aa1-9d7d-64125e78cbe6" providerId="ADAL" clId="{BF3ACBF2-526C-42D4-AFDF-3A02CE31A9A4}" dt="2024-07-23T00:10:31.334" v="7" actId="47"/>
        <pc:sldMkLst>
          <pc:docMk/>
          <pc:sldMk cId="1179748723" sldId="550"/>
        </pc:sldMkLst>
      </pc:sldChg>
      <pc:sldMasterChg chg="del delSldLayout">
        <pc:chgData name="Taylor Davis" userId="5c9e72a0-c39f-4aa1-9d7d-64125e78cbe6" providerId="ADAL" clId="{BF3ACBF2-526C-42D4-AFDF-3A02CE31A9A4}" dt="2024-07-23T00:09:55.450" v="4" actId="47"/>
        <pc:sldMasterMkLst>
          <pc:docMk/>
          <pc:sldMasterMk cId="1538378443" sldId="2147483768"/>
        </pc:sldMasterMkLst>
        <pc:sldLayoutChg chg="del">
          <pc:chgData name="Taylor Davis" userId="5c9e72a0-c39f-4aa1-9d7d-64125e78cbe6" providerId="ADAL" clId="{BF3ACBF2-526C-42D4-AFDF-3A02CE31A9A4}" dt="2024-07-23T00:09:55.450" v="4" actId="47"/>
          <pc:sldLayoutMkLst>
            <pc:docMk/>
            <pc:sldMasterMk cId="1538378443" sldId="2147483768"/>
            <pc:sldLayoutMk cId="1576444943" sldId="2147483769"/>
          </pc:sldLayoutMkLst>
        </pc:sldLayoutChg>
        <pc:sldLayoutChg chg="del">
          <pc:chgData name="Taylor Davis" userId="5c9e72a0-c39f-4aa1-9d7d-64125e78cbe6" providerId="ADAL" clId="{BF3ACBF2-526C-42D4-AFDF-3A02CE31A9A4}" dt="2024-07-23T00:09:55.450" v="4" actId="47"/>
          <pc:sldLayoutMkLst>
            <pc:docMk/>
            <pc:sldMasterMk cId="1538378443" sldId="2147483768"/>
            <pc:sldLayoutMk cId="2437030360" sldId="2147483770"/>
          </pc:sldLayoutMkLst>
        </pc:sldLayoutChg>
        <pc:sldLayoutChg chg="del">
          <pc:chgData name="Taylor Davis" userId="5c9e72a0-c39f-4aa1-9d7d-64125e78cbe6" providerId="ADAL" clId="{BF3ACBF2-526C-42D4-AFDF-3A02CE31A9A4}" dt="2024-07-23T00:09:55.450" v="4" actId="47"/>
          <pc:sldLayoutMkLst>
            <pc:docMk/>
            <pc:sldMasterMk cId="1538378443" sldId="2147483768"/>
            <pc:sldLayoutMk cId="1875058076" sldId="2147483771"/>
          </pc:sldLayoutMkLst>
        </pc:sldLayoutChg>
        <pc:sldLayoutChg chg="del">
          <pc:chgData name="Taylor Davis" userId="5c9e72a0-c39f-4aa1-9d7d-64125e78cbe6" providerId="ADAL" clId="{BF3ACBF2-526C-42D4-AFDF-3A02CE31A9A4}" dt="2024-07-23T00:09:55.450" v="4" actId="47"/>
          <pc:sldLayoutMkLst>
            <pc:docMk/>
            <pc:sldMasterMk cId="1538378443" sldId="2147483768"/>
            <pc:sldLayoutMk cId="1927393909" sldId="2147483772"/>
          </pc:sldLayoutMkLst>
        </pc:sldLayoutChg>
        <pc:sldLayoutChg chg="del">
          <pc:chgData name="Taylor Davis" userId="5c9e72a0-c39f-4aa1-9d7d-64125e78cbe6" providerId="ADAL" clId="{BF3ACBF2-526C-42D4-AFDF-3A02CE31A9A4}" dt="2024-07-23T00:09:55.450" v="4" actId="47"/>
          <pc:sldLayoutMkLst>
            <pc:docMk/>
            <pc:sldMasterMk cId="1538378443" sldId="2147483768"/>
            <pc:sldLayoutMk cId="2745093293" sldId="2147483773"/>
          </pc:sldLayoutMkLst>
        </pc:sldLayoutChg>
        <pc:sldLayoutChg chg="del">
          <pc:chgData name="Taylor Davis" userId="5c9e72a0-c39f-4aa1-9d7d-64125e78cbe6" providerId="ADAL" clId="{BF3ACBF2-526C-42D4-AFDF-3A02CE31A9A4}" dt="2024-07-23T00:09:55.450" v="4" actId="47"/>
          <pc:sldLayoutMkLst>
            <pc:docMk/>
            <pc:sldMasterMk cId="1538378443" sldId="2147483768"/>
            <pc:sldLayoutMk cId="3431104057" sldId="2147483774"/>
          </pc:sldLayoutMkLst>
        </pc:sldLayoutChg>
        <pc:sldLayoutChg chg="del">
          <pc:chgData name="Taylor Davis" userId="5c9e72a0-c39f-4aa1-9d7d-64125e78cbe6" providerId="ADAL" clId="{BF3ACBF2-526C-42D4-AFDF-3A02CE31A9A4}" dt="2024-07-23T00:09:55.450" v="4" actId="47"/>
          <pc:sldLayoutMkLst>
            <pc:docMk/>
            <pc:sldMasterMk cId="1538378443" sldId="2147483768"/>
            <pc:sldLayoutMk cId="1245249980" sldId="2147483775"/>
          </pc:sldLayoutMkLst>
        </pc:sldLayoutChg>
        <pc:sldLayoutChg chg="del">
          <pc:chgData name="Taylor Davis" userId="5c9e72a0-c39f-4aa1-9d7d-64125e78cbe6" providerId="ADAL" clId="{BF3ACBF2-526C-42D4-AFDF-3A02CE31A9A4}" dt="2024-07-23T00:09:55.450" v="4" actId="47"/>
          <pc:sldLayoutMkLst>
            <pc:docMk/>
            <pc:sldMasterMk cId="1538378443" sldId="2147483768"/>
            <pc:sldLayoutMk cId="3334929237" sldId="2147483776"/>
          </pc:sldLayoutMkLst>
        </pc:sldLayoutChg>
        <pc:sldLayoutChg chg="del">
          <pc:chgData name="Taylor Davis" userId="5c9e72a0-c39f-4aa1-9d7d-64125e78cbe6" providerId="ADAL" clId="{BF3ACBF2-526C-42D4-AFDF-3A02CE31A9A4}" dt="2024-07-23T00:09:55.450" v="4" actId="47"/>
          <pc:sldLayoutMkLst>
            <pc:docMk/>
            <pc:sldMasterMk cId="1538378443" sldId="2147483768"/>
            <pc:sldLayoutMk cId="1735123783" sldId="2147483777"/>
          </pc:sldLayoutMkLst>
        </pc:sldLayoutChg>
        <pc:sldLayoutChg chg="del">
          <pc:chgData name="Taylor Davis" userId="5c9e72a0-c39f-4aa1-9d7d-64125e78cbe6" providerId="ADAL" clId="{BF3ACBF2-526C-42D4-AFDF-3A02CE31A9A4}" dt="2024-07-23T00:09:55.450" v="4" actId="47"/>
          <pc:sldLayoutMkLst>
            <pc:docMk/>
            <pc:sldMasterMk cId="1538378443" sldId="2147483768"/>
            <pc:sldLayoutMk cId="2072865952" sldId="2147483778"/>
          </pc:sldLayoutMkLst>
        </pc:sldLayoutChg>
        <pc:sldLayoutChg chg="del">
          <pc:chgData name="Taylor Davis" userId="5c9e72a0-c39f-4aa1-9d7d-64125e78cbe6" providerId="ADAL" clId="{BF3ACBF2-526C-42D4-AFDF-3A02CE31A9A4}" dt="2024-07-23T00:09:55.450" v="4" actId="47"/>
          <pc:sldLayoutMkLst>
            <pc:docMk/>
            <pc:sldMasterMk cId="1538378443" sldId="2147483768"/>
            <pc:sldLayoutMk cId="190644878" sldId="2147483779"/>
          </pc:sldLayoutMkLst>
        </pc:sldLayoutChg>
        <pc:sldLayoutChg chg="del">
          <pc:chgData name="Taylor Davis" userId="5c9e72a0-c39f-4aa1-9d7d-64125e78cbe6" providerId="ADAL" clId="{BF3ACBF2-526C-42D4-AFDF-3A02CE31A9A4}" dt="2024-07-23T00:09:55.450" v="4" actId="47"/>
          <pc:sldLayoutMkLst>
            <pc:docMk/>
            <pc:sldMasterMk cId="1538378443" sldId="2147483768"/>
            <pc:sldLayoutMk cId="2181251457" sldId="2147483780"/>
          </pc:sldLayoutMkLst>
        </pc:sldLayoutChg>
      </pc:sldMasterChg>
    </pc:docChg>
  </pc:docChgLst>
  <pc:docChgLst>
    <pc:chgData name="Taylor Davis" userId="5c9e72a0-c39f-4aa1-9d7d-64125e78cbe6" providerId="ADAL" clId="{7BBE93E4-FC8D-4066-9B50-1FA6B9D1B734}"/>
    <pc:docChg chg="addSld delSld modSld">
      <pc:chgData name="Taylor Davis" userId="5c9e72a0-c39f-4aa1-9d7d-64125e78cbe6" providerId="ADAL" clId="{7BBE93E4-FC8D-4066-9B50-1FA6B9D1B734}" dt="2024-09-25T02:43:35.511" v="20"/>
      <pc:docMkLst>
        <pc:docMk/>
      </pc:docMkLst>
      <pc:sldChg chg="add">
        <pc:chgData name="Taylor Davis" userId="5c9e72a0-c39f-4aa1-9d7d-64125e78cbe6" providerId="ADAL" clId="{7BBE93E4-FC8D-4066-9B50-1FA6B9D1B734}" dt="2024-09-13T15:44:37.365" v="0"/>
        <pc:sldMkLst>
          <pc:docMk/>
          <pc:sldMk cId="2365801835" sldId="454"/>
        </pc:sldMkLst>
      </pc:sldChg>
      <pc:sldChg chg="modSp mod">
        <pc:chgData name="Taylor Davis" userId="5c9e72a0-c39f-4aa1-9d7d-64125e78cbe6" providerId="ADAL" clId="{7BBE93E4-FC8D-4066-9B50-1FA6B9D1B734}" dt="2024-09-25T02:42:54.143" v="19" actId="20577"/>
        <pc:sldMkLst>
          <pc:docMk/>
          <pc:sldMk cId="3100464503" sldId="488"/>
        </pc:sldMkLst>
        <pc:spChg chg="mod">
          <ac:chgData name="Taylor Davis" userId="5c9e72a0-c39f-4aa1-9d7d-64125e78cbe6" providerId="ADAL" clId="{7BBE93E4-FC8D-4066-9B50-1FA6B9D1B734}" dt="2024-09-25T02:42:54.143" v="19" actId="20577"/>
          <ac:spMkLst>
            <pc:docMk/>
            <pc:sldMk cId="3100464503" sldId="488"/>
            <ac:spMk id="10" creationId="{B981BBA2-A3ED-6F7B-693B-880E5B031B26}"/>
          </ac:spMkLst>
        </pc:spChg>
      </pc:sldChg>
      <pc:sldChg chg="add del setBg">
        <pc:chgData name="Taylor Davis" userId="5c9e72a0-c39f-4aa1-9d7d-64125e78cbe6" providerId="ADAL" clId="{7BBE93E4-FC8D-4066-9B50-1FA6B9D1B734}" dt="2024-09-24T03:36:32.643" v="18"/>
        <pc:sldMkLst>
          <pc:docMk/>
          <pc:sldMk cId="2203540903" sldId="499"/>
        </pc:sldMkLst>
      </pc:sldChg>
      <pc:sldChg chg="modSp">
        <pc:chgData name="Taylor Davis" userId="5c9e72a0-c39f-4aa1-9d7d-64125e78cbe6" providerId="ADAL" clId="{7BBE93E4-FC8D-4066-9B50-1FA6B9D1B734}" dt="2024-09-25T02:43:35.511" v="20"/>
        <pc:sldMkLst>
          <pc:docMk/>
          <pc:sldMk cId="3680080401" sldId="517"/>
        </pc:sldMkLst>
        <pc:spChg chg="mod">
          <ac:chgData name="Taylor Davis" userId="5c9e72a0-c39f-4aa1-9d7d-64125e78cbe6" providerId="ADAL" clId="{7BBE93E4-FC8D-4066-9B50-1FA6B9D1B734}" dt="2024-09-25T02:43:35.511" v="20"/>
          <ac:spMkLst>
            <pc:docMk/>
            <pc:sldMk cId="3680080401" sldId="517"/>
            <ac:spMk id="16" creationId="{012C7A76-8C4C-0C17-C582-24A807F19DA5}"/>
          </ac:spMkLst>
        </pc:spChg>
        <pc:graphicFrameChg chg="mod">
          <ac:chgData name="Taylor Davis" userId="5c9e72a0-c39f-4aa1-9d7d-64125e78cbe6" providerId="ADAL" clId="{7BBE93E4-FC8D-4066-9B50-1FA6B9D1B734}" dt="2024-09-25T02:43:35.511" v="20"/>
          <ac:graphicFrameMkLst>
            <pc:docMk/>
            <pc:sldMk cId="3680080401" sldId="517"/>
            <ac:graphicFrameMk id="13" creationId="{C5BE1B27-9F04-9265-C933-6FD598A73DFA}"/>
          </ac:graphicFrameMkLst>
        </pc:graphicFrameChg>
      </pc:sldChg>
      <pc:sldChg chg="del">
        <pc:chgData name="Taylor Davis" userId="5c9e72a0-c39f-4aa1-9d7d-64125e78cbe6" providerId="ADAL" clId="{7BBE93E4-FC8D-4066-9B50-1FA6B9D1B734}" dt="2024-09-13T15:44:52.592" v="1" actId="47"/>
        <pc:sldMkLst>
          <pc:docMk/>
          <pc:sldMk cId="3531208169" sldId="519"/>
        </pc:sldMkLst>
      </pc:sldChg>
      <pc:sldChg chg="add">
        <pc:chgData name="Taylor Davis" userId="5c9e72a0-c39f-4aa1-9d7d-64125e78cbe6" providerId="ADAL" clId="{7BBE93E4-FC8D-4066-9B50-1FA6B9D1B734}" dt="2024-09-24T03:36:32.643" v="18"/>
        <pc:sldMkLst>
          <pc:docMk/>
          <pc:sldMk cId="315794589" sldId="548"/>
        </pc:sldMkLst>
      </pc:sldChg>
      <pc:sldChg chg="add del">
        <pc:chgData name="Taylor Davis" userId="5c9e72a0-c39f-4aa1-9d7d-64125e78cbe6" providerId="ADAL" clId="{7BBE93E4-FC8D-4066-9B50-1FA6B9D1B734}" dt="2024-09-13T15:45:18.206" v="3" actId="47"/>
        <pc:sldMkLst>
          <pc:docMk/>
          <pc:sldMk cId="3470905217" sldId="558"/>
        </pc:sldMkLst>
      </pc:sldChg>
      <pc:sldChg chg="add del">
        <pc:chgData name="Taylor Davis" userId="5c9e72a0-c39f-4aa1-9d7d-64125e78cbe6" providerId="ADAL" clId="{7BBE93E4-FC8D-4066-9B50-1FA6B9D1B734}" dt="2024-09-24T03:36:32.643" v="18"/>
        <pc:sldMkLst>
          <pc:docMk/>
          <pc:sldMk cId="1082327325" sldId="580"/>
        </pc:sldMkLst>
      </pc:sldChg>
      <pc:sldChg chg="add del">
        <pc:chgData name="Taylor Davis" userId="5c9e72a0-c39f-4aa1-9d7d-64125e78cbe6" providerId="ADAL" clId="{7BBE93E4-FC8D-4066-9B50-1FA6B9D1B734}" dt="2024-09-24T03:36:32.643" v="18"/>
        <pc:sldMkLst>
          <pc:docMk/>
          <pc:sldMk cId="4294051359" sldId="582"/>
        </pc:sldMkLst>
      </pc:sldChg>
      <pc:sldChg chg="add del">
        <pc:chgData name="Taylor Davis" userId="5c9e72a0-c39f-4aa1-9d7d-64125e78cbe6" providerId="ADAL" clId="{7BBE93E4-FC8D-4066-9B50-1FA6B9D1B734}" dt="2024-09-24T03:36:16.670" v="17" actId="47"/>
        <pc:sldMkLst>
          <pc:docMk/>
          <pc:sldMk cId="2814145312" sldId="5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9/24/2024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EF80E-CA35-C63B-47F4-CC11DF60B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C5256-98EC-A333-1F96-35A29C940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D36D9-E54A-02C1-9D01-07CEC057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5BD99-A0E5-C8E6-0293-C8F4E7ADB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9629F-1D20-FF76-5EB6-240309CF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25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2AC4-349D-A897-6171-03399A1D7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623D0-BE5E-FC7B-8C30-08E065FD2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75E28-04F2-0BB8-CAA3-EAA16C70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8921E-7A76-6CA3-63C8-C8BEF6D7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FBE9D-47C9-B56A-3EC3-6120B283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75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Outp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623D0-BE5E-FC7B-8C30-08E065FD2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3207"/>
            <a:ext cx="10515600" cy="5203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1173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3522A-5659-8E58-0C7C-8DF74D11B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92466-9973-B746-9C73-FB335C44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05841-E333-8EF3-13A4-B887A17F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55581-7211-C530-1B0A-5B6FABC5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750AD-5B48-0726-4977-83576D9A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80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F885-B892-AF4E-14F6-5BF965E9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E1770-FA2D-DFFD-19D7-51C803C2A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1ABB0-2FF2-50E1-1D39-1209FC2FE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C5AA1-7869-F7B1-1AAA-9AB49175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631CC-0ED4-0DBA-3B11-95195509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A0F43-4FF6-41EA-54B8-4C2B9B6A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95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9208-B29A-5C1B-0F83-0D22E830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FC125-6ED1-2C82-D3ED-F51C43D5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CF8AA-AEDB-5574-67D8-C4CF4BAE8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A1351-7B1F-3D2B-8CC3-AD63799BB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B1D59-8D71-169B-800D-1B6369565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D17602-A406-BF7F-1159-4B4C378EF6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251BD-2045-1E2C-E87C-4EFC81209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3B3598-579D-3653-EDD8-A878B177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59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C5C9-55E7-611E-0F37-4EE6F2A3A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637D8-C95D-4CFA-CBF5-2ADEF685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B4C0A-D1FD-786C-5A2E-8A4B2720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6D1C3-0C4C-016B-EC68-78B7509E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43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3E7AE-170E-91FA-7315-36E3FEE3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B2EE4-5A93-5729-1EAC-03E66A0B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8D43F-B7E2-7961-9FFE-21EB2834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485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8CCE6-8084-DA30-31CB-CD9726E36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64A11-4BA3-288B-80CE-24DCC4C5B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F7808-6760-899B-5637-5AF891200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9F123-B801-4BD3-C9F2-562B462B5B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99435-4ECB-552D-F273-B2E602B9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A5FE-E587-D277-E8C4-8DC54ED6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34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9A34-ECF4-CD06-A854-8EED594D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85963-B99D-0D48-F74E-5347F28C1F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209FE-05AD-1F83-2A16-595EF372B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0EEA6-1CE3-D581-30FA-B8A6BB4BFB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DEB60-F0E3-E3A7-BDE3-3F3D04B3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D5625-5E2A-FDD7-240B-CE4AD3D04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924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8964-CFDD-EEE7-561D-6CD0AA47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BC7B5-E245-21C1-36FF-25BF670F5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11137-3CC6-DE86-3F8F-12263490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9A0C3-B51F-2043-29A8-381E40D74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2932E-13ED-745D-FD1E-DB6D1C575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485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E2DD41-03F0-5A20-D0FC-53F8C68AD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F3F08-A716-9B80-7DAD-A5D0BE30E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C8755-E2ED-FEEE-B158-E0DD3FB1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C3B12F-80BB-4AE6-855E-F93711E32932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B962C-DB69-9313-835E-9A96B9436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384AD-5BB3-6E37-4160-F0641747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549073-5150-4C40-BF4B-D68B1C4D3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3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EB39A1-2181-7751-3A9C-DD497656D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76B2F-4CF9-EA9D-2AF2-B6F1F3AF1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1C577-C950-A609-3984-560E7C9C34E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 flipH="1">
            <a:off x="8074529" y="0"/>
            <a:ext cx="4117469" cy="2585258"/>
          </a:xfrm>
          <a:prstGeom prst="rect">
            <a:avLst/>
          </a:prstGeom>
        </p:spPr>
      </p:pic>
      <p:pic>
        <p:nvPicPr>
          <p:cNvPr id="6" name="Picture 5" descr="A picture containing font, design&#10;&#10;Description automatically generated">
            <a:extLst>
              <a:ext uri="{FF2B5EF4-FFF2-40B4-BE49-F238E27FC236}">
                <a16:creationId xmlns:a16="http://schemas.microsoft.com/office/drawing/2014/main" id="{457E9A6E-C81D-277C-5982-D9F8A2669AA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644" y="6038628"/>
            <a:ext cx="2113354" cy="7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300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DIRECT-TO-EMPLOYER PLAN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September 25, 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2050" name="Picture 2" descr="Lehigh Valley | Bethlehem, PA, US | Bill Dickinson | Flickr">
            <a:extLst>
              <a:ext uri="{FF2B5EF4-FFF2-40B4-BE49-F238E27FC236}">
                <a16:creationId xmlns:a16="http://schemas.microsoft.com/office/drawing/2014/main" id="{960FC751-2A37-9680-5086-37ED9D505D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81075" y="1708929"/>
            <a:ext cx="11210925" cy="5149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St. Luke's University Health Network's 150th Anniversary">
            <a:extLst>
              <a:ext uri="{FF2B5EF4-FFF2-40B4-BE49-F238E27FC236}">
                <a16:creationId xmlns:a16="http://schemas.microsoft.com/office/drawing/2014/main" id="{418AEC1D-1E1C-A206-08BE-266A53346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07764" y="579749"/>
            <a:ext cx="2266950" cy="119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0464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72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700 Employees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Relationships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80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Healthcare Leader in Private Labeled DTE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959" y="1292697"/>
            <a:ext cx="3677156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(DTE)</a:t>
            </a:r>
            <a:b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plan focused on Your relationship with Employers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763" y="1468132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59CAE8"/>
                </a:solidFill>
                <a:latin typeface="Arial Black" panose="020B0A04020102020204" pitchFamily="34" charset="0"/>
              </a:rPr>
              <a:t>WE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5489623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308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5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5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53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54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pic>
        <p:nvPicPr>
          <p:cNvPr id="7" name="Picture 4" descr="St. Luke's University Health Network's 150th Anniversary">
            <a:extLst>
              <a:ext uri="{FF2B5EF4-FFF2-40B4-BE49-F238E27FC236}">
                <a16:creationId xmlns:a16="http://schemas.microsoft.com/office/drawing/2014/main" id="{D6AB8280-65CC-A73E-FAC0-B6BB8F43A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3250" y="-64796"/>
            <a:ext cx="2266950" cy="119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833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D2E8DAF-1D68-E498-59FF-722789499308}"/>
              </a:ext>
            </a:extLst>
          </p:cNvPr>
          <p:cNvSpPr/>
          <p:nvPr/>
        </p:nvSpPr>
        <p:spPr>
          <a:xfrm>
            <a:off x="1666276" y="2989943"/>
            <a:ext cx="8418286" cy="2191657"/>
          </a:xfrm>
          <a:custGeom>
            <a:avLst/>
            <a:gdLst>
              <a:gd name="connsiteX0" fmla="*/ 8157028 w 8418286"/>
              <a:gd name="connsiteY0" fmla="*/ 2191657 h 2191657"/>
              <a:gd name="connsiteX1" fmla="*/ 0 w 8418286"/>
              <a:gd name="connsiteY1" fmla="*/ 0 h 2191657"/>
              <a:gd name="connsiteX2" fmla="*/ 1088571 w 8418286"/>
              <a:gd name="connsiteY2" fmla="*/ 14515 h 2191657"/>
              <a:gd name="connsiteX3" fmla="*/ 8418286 w 8418286"/>
              <a:gd name="connsiteY3" fmla="*/ 2177143 h 2191657"/>
              <a:gd name="connsiteX4" fmla="*/ 8157028 w 8418286"/>
              <a:gd name="connsiteY4" fmla="*/ 2191657 h 2191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8286" h="2191657">
                <a:moveTo>
                  <a:pt x="8157028" y="2191657"/>
                </a:moveTo>
                <a:lnTo>
                  <a:pt x="0" y="0"/>
                </a:lnTo>
                <a:lnTo>
                  <a:pt x="1088571" y="14515"/>
                </a:lnTo>
                <a:lnTo>
                  <a:pt x="8418286" y="2177143"/>
                </a:lnTo>
                <a:lnTo>
                  <a:pt x="8157028" y="219165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6AC806E-BA4D-AF7F-5FBB-58FA9ECC5E79}"/>
              </a:ext>
            </a:extLst>
          </p:cNvPr>
          <p:cNvSpPr/>
          <p:nvPr/>
        </p:nvSpPr>
        <p:spPr>
          <a:xfrm>
            <a:off x="1680790" y="3004458"/>
            <a:ext cx="5544457" cy="2206171"/>
          </a:xfrm>
          <a:custGeom>
            <a:avLst/>
            <a:gdLst>
              <a:gd name="connsiteX0" fmla="*/ 5370286 w 5544457"/>
              <a:gd name="connsiteY0" fmla="*/ 2206171 h 2206171"/>
              <a:gd name="connsiteX1" fmla="*/ 0 w 5544457"/>
              <a:gd name="connsiteY1" fmla="*/ 0 h 2206171"/>
              <a:gd name="connsiteX2" fmla="*/ 1117600 w 5544457"/>
              <a:gd name="connsiteY2" fmla="*/ 0 h 2206171"/>
              <a:gd name="connsiteX3" fmla="*/ 5544457 w 5544457"/>
              <a:gd name="connsiteY3" fmla="*/ 2177142 h 2206171"/>
              <a:gd name="connsiteX4" fmla="*/ 5370286 w 5544457"/>
              <a:gd name="connsiteY4" fmla="*/ 2206171 h 2206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4457" h="2206171">
                <a:moveTo>
                  <a:pt x="5370286" y="2206171"/>
                </a:moveTo>
                <a:lnTo>
                  <a:pt x="0" y="0"/>
                </a:lnTo>
                <a:lnTo>
                  <a:pt x="1117600" y="0"/>
                </a:lnTo>
                <a:lnTo>
                  <a:pt x="5544457" y="2177142"/>
                </a:lnTo>
                <a:lnTo>
                  <a:pt x="5370286" y="22061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3FC6F23-9DB4-CE0C-FCDC-AE4293BB605A}"/>
              </a:ext>
            </a:extLst>
          </p:cNvPr>
          <p:cNvSpPr/>
          <p:nvPr/>
        </p:nvSpPr>
        <p:spPr>
          <a:xfrm>
            <a:off x="1666276" y="2989943"/>
            <a:ext cx="2859314" cy="2220686"/>
          </a:xfrm>
          <a:custGeom>
            <a:avLst/>
            <a:gdLst>
              <a:gd name="connsiteX0" fmla="*/ 2627086 w 2859314"/>
              <a:gd name="connsiteY0" fmla="*/ 2133600 h 2220686"/>
              <a:gd name="connsiteX1" fmla="*/ 0 w 2859314"/>
              <a:gd name="connsiteY1" fmla="*/ 0 h 2220686"/>
              <a:gd name="connsiteX2" fmla="*/ 1103086 w 2859314"/>
              <a:gd name="connsiteY2" fmla="*/ 0 h 2220686"/>
              <a:gd name="connsiteX3" fmla="*/ 2859314 w 2859314"/>
              <a:gd name="connsiteY3" fmla="*/ 2220686 h 2220686"/>
              <a:gd name="connsiteX4" fmla="*/ 2627086 w 2859314"/>
              <a:gd name="connsiteY4" fmla="*/ 2133600 h 2220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9314" h="2220686">
                <a:moveTo>
                  <a:pt x="2627086" y="2133600"/>
                </a:moveTo>
                <a:lnTo>
                  <a:pt x="0" y="0"/>
                </a:lnTo>
                <a:lnTo>
                  <a:pt x="1103086" y="0"/>
                </a:lnTo>
                <a:lnTo>
                  <a:pt x="2859314" y="2220686"/>
                </a:lnTo>
                <a:lnTo>
                  <a:pt x="2627086" y="21336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553759E-194C-3BE9-0812-4BDD6E106166}"/>
              </a:ext>
            </a:extLst>
          </p:cNvPr>
          <p:cNvSpPr/>
          <p:nvPr/>
        </p:nvSpPr>
        <p:spPr>
          <a:xfrm>
            <a:off x="679304" y="3265715"/>
            <a:ext cx="2365829" cy="1959428"/>
          </a:xfrm>
          <a:custGeom>
            <a:avLst/>
            <a:gdLst>
              <a:gd name="connsiteX0" fmla="*/ 696686 w 2365829"/>
              <a:gd name="connsiteY0" fmla="*/ 1959428 h 1959428"/>
              <a:gd name="connsiteX1" fmla="*/ 0 w 2365829"/>
              <a:gd name="connsiteY1" fmla="*/ 0 h 1959428"/>
              <a:gd name="connsiteX2" fmla="*/ 2365829 w 2365829"/>
              <a:gd name="connsiteY2" fmla="*/ 0 h 1959428"/>
              <a:gd name="connsiteX3" fmla="*/ 1596572 w 2365829"/>
              <a:gd name="connsiteY3" fmla="*/ 1930400 h 1959428"/>
              <a:gd name="connsiteX4" fmla="*/ 696686 w 2365829"/>
              <a:gd name="connsiteY4" fmla="*/ 1959428 h 195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5829" h="1959428">
                <a:moveTo>
                  <a:pt x="696686" y="1959428"/>
                </a:moveTo>
                <a:lnTo>
                  <a:pt x="0" y="0"/>
                </a:lnTo>
                <a:lnTo>
                  <a:pt x="2365829" y="0"/>
                </a:lnTo>
                <a:lnTo>
                  <a:pt x="1596572" y="1930400"/>
                </a:lnTo>
                <a:lnTo>
                  <a:pt x="696686" y="1959428"/>
                </a:lnTo>
                <a:close/>
              </a:path>
            </a:pathLst>
          </a:custGeom>
          <a:solidFill>
            <a:srgbClr val="01A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8D335AB1-AB15-7067-B3BD-167BDAD9B16A}"/>
              </a:ext>
            </a:extLst>
          </p:cNvPr>
          <p:cNvSpPr/>
          <p:nvPr/>
        </p:nvSpPr>
        <p:spPr>
          <a:xfrm>
            <a:off x="609598" y="5127172"/>
            <a:ext cx="2241613" cy="84908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1A050"/>
                </a:solidFill>
              </a:rPr>
              <a:t>SLUHN DTE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5F2996B7-8D0A-1EEE-8045-797310EFC387}"/>
              </a:ext>
            </a:extLst>
          </p:cNvPr>
          <p:cNvSpPr/>
          <p:nvPr/>
        </p:nvSpPr>
        <p:spPr>
          <a:xfrm>
            <a:off x="6449794" y="5127172"/>
            <a:ext cx="2241613" cy="84908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PPO #2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420D1CFD-2433-B308-F247-7CAA7C100A3E}"/>
              </a:ext>
            </a:extLst>
          </p:cNvPr>
          <p:cNvSpPr/>
          <p:nvPr/>
        </p:nvSpPr>
        <p:spPr>
          <a:xfrm>
            <a:off x="9369892" y="5127172"/>
            <a:ext cx="2241613" cy="84908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PPO #3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A085909-3DBA-1031-1C78-985B4CD8D4FC}"/>
              </a:ext>
            </a:extLst>
          </p:cNvPr>
          <p:cNvSpPr/>
          <p:nvPr/>
        </p:nvSpPr>
        <p:spPr>
          <a:xfrm>
            <a:off x="4612676" y="2772229"/>
            <a:ext cx="1291771" cy="2409371"/>
          </a:xfrm>
          <a:custGeom>
            <a:avLst/>
            <a:gdLst>
              <a:gd name="connsiteX0" fmla="*/ 0 w 1291771"/>
              <a:gd name="connsiteY0" fmla="*/ 2409371 h 2409371"/>
              <a:gd name="connsiteX1" fmla="*/ 391886 w 1291771"/>
              <a:gd name="connsiteY1" fmla="*/ 14514 h 2409371"/>
              <a:gd name="connsiteX2" fmla="*/ 1291771 w 1291771"/>
              <a:gd name="connsiteY2" fmla="*/ 0 h 2409371"/>
              <a:gd name="connsiteX3" fmla="*/ 246743 w 1291771"/>
              <a:gd name="connsiteY3" fmla="*/ 2380343 h 2409371"/>
              <a:gd name="connsiteX4" fmla="*/ 0 w 1291771"/>
              <a:gd name="connsiteY4" fmla="*/ 2409371 h 2409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1771" h="2409371">
                <a:moveTo>
                  <a:pt x="0" y="2409371"/>
                </a:moveTo>
                <a:lnTo>
                  <a:pt x="391886" y="14514"/>
                </a:lnTo>
                <a:lnTo>
                  <a:pt x="1291771" y="0"/>
                </a:lnTo>
                <a:lnTo>
                  <a:pt x="246743" y="2380343"/>
                </a:lnTo>
                <a:lnTo>
                  <a:pt x="0" y="24093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75CE525B-6A36-CBFD-DAEC-08C2DCCA890E}"/>
              </a:ext>
            </a:extLst>
          </p:cNvPr>
          <p:cNvSpPr/>
          <p:nvPr/>
        </p:nvSpPr>
        <p:spPr>
          <a:xfrm>
            <a:off x="3529696" y="5127172"/>
            <a:ext cx="2241613" cy="84908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PPO #1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5DD61BC-D896-8689-4F94-1C5E1AD8A77C}"/>
              </a:ext>
            </a:extLst>
          </p:cNvPr>
          <p:cNvSpPr/>
          <p:nvPr/>
        </p:nvSpPr>
        <p:spPr>
          <a:xfrm>
            <a:off x="5120676" y="2685143"/>
            <a:ext cx="4702628" cy="2496457"/>
          </a:xfrm>
          <a:custGeom>
            <a:avLst/>
            <a:gdLst>
              <a:gd name="connsiteX0" fmla="*/ 0 w 4702628"/>
              <a:gd name="connsiteY0" fmla="*/ 2496457 h 2496457"/>
              <a:gd name="connsiteX1" fmla="*/ 4209143 w 4702628"/>
              <a:gd name="connsiteY1" fmla="*/ 0 h 2496457"/>
              <a:gd name="connsiteX2" fmla="*/ 4702628 w 4702628"/>
              <a:gd name="connsiteY2" fmla="*/ 14515 h 2496457"/>
              <a:gd name="connsiteX3" fmla="*/ 0 w 4702628"/>
              <a:gd name="connsiteY3" fmla="*/ 2496457 h 2496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2628" h="2496457">
                <a:moveTo>
                  <a:pt x="0" y="2496457"/>
                </a:moveTo>
                <a:lnTo>
                  <a:pt x="4209143" y="0"/>
                </a:lnTo>
                <a:lnTo>
                  <a:pt x="4702628" y="14515"/>
                </a:lnTo>
                <a:lnTo>
                  <a:pt x="0" y="249645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58DA010-867A-9491-969D-99ECC30A6783}"/>
              </a:ext>
            </a:extLst>
          </p:cNvPr>
          <p:cNvSpPr/>
          <p:nvPr/>
        </p:nvSpPr>
        <p:spPr>
          <a:xfrm>
            <a:off x="4990047" y="2772229"/>
            <a:ext cx="2641600" cy="2423886"/>
          </a:xfrm>
          <a:custGeom>
            <a:avLst/>
            <a:gdLst>
              <a:gd name="connsiteX0" fmla="*/ 2481943 w 2641600"/>
              <a:gd name="connsiteY0" fmla="*/ 2423886 h 2423886"/>
              <a:gd name="connsiteX1" fmla="*/ 0 w 2641600"/>
              <a:gd name="connsiteY1" fmla="*/ 29029 h 2423886"/>
              <a:gd name="connsiteX2" fmla="*/ 914400 w 2641600"/>
              <a:gd name="connsiteY2" fmla="*/ 0 h 2423886"/>
              <a:gd name="connsiteX3" fmla="*/ 2641600 w 2641600"/>
              <a:gd name="connsiteY3" fmla="*/ 2409371 h 2423886"/>
              <a:gd name="connsiteX4" fmla="*/ 2481943 w 2641600"/>
              <a:gd name="connsiteY4" fmla="*/ 2423886 h 242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1600" h="2423886">
                <a:moveTo>
                  <a:pt x="2481943" y="2423886"/>
                </a:moveTo>
                <a:lnTo>
                  <a:pt x="0" y="29029"/>
                </a:lnTo>
                <a:lnTo>
                  <a:pt x="914400" y="0"/>
                </a:lnTo>
                <a:lnTo>
                  <a:pt x="2641600" y="2409371"/>
                </a:lnTo>
                <a:lnTo>
                  <a:pt x="2481943" y="242388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8277868-FEA1-C248-ED39-1002FE8ADFE4}"/>
              </a:ext>
            </a:extLst>
          </p:cNvPr>
          <p:cNvSpPr/>
          <p:nvPr/>
        </p:nvSpPr>
        <p:spPr>
          <a:xfrm>
            <a:off x="7907419" y="2670629"/>
            <a:ext cx="1901371" cy="2525486"/>
          </a:xfrm>
          <a:custGeom>
            <a:avLst/>
            <a:gdLst>
              <a:gd name="connsiteX0" fmla="*/ 0 w 1901371"/>
              <a:gd name="connsiteY0" fmla="*/ 2510971 h 2525486"/>
              <a:gd name="connsiteX1" fmla="*/ 1422400 w 1901371"/>
              <a:gd name="connsiteY1" fmla="*/ 14514 h 2525486"/>
              <a:gd name="connsiteX2" fmla="*/ 1901371 w 1901371"/>
              <a:gd name="connsiteY2" fmla="*/ 0 h 2525486"/>
              <a:gd name="connsiteX3" fmla="*/ 87085 w 1901371"/>
              <a:gd name="connsiteY3" fmla="*/ 2510971 h 2525486"/>
              <a:gd name="connsiteX4" fmla="*/ 58057 w 1901371"/>
              <a:gd name="connsiteY4" fmla="*/ 2481943 h 2525486"/>
              <a:gd name="connsiteX5" fmla="*/ 72571 w 1901371"/>
              <a:gd name="connsiteY5" fmla="*/ 2481943 h 2525486"/>
              <a:gd name="connsiteX6" fmla="*/ 58057 w 1901371"/>
              <a:gd name="connsiteY6" fmla="*/ 2525486 h 2525486"/>
              <a:gd name="connsiteX7" fmla="*/ 0 w 1901371"/>
              <a:gd name="connsiteY7" fmla="*/ 2510971 h 2525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1371" h="2525486">
                <a:moveTo>
                  <a:pt x="0" y="2510971"/>
                </a:moveTo>
                <a:lnTo>
                  <a:pt x="1422400" y="14514"/>
                </a:lnTo>
                <a:lnTo>
                  <a:pt x="1901371" y="0"/>
                </a:lnTo>
                <a:lnTo>
                  <a:pt x="87085" y="2510971"/>
                </a:lnTo>
                <a:lnTo>
                  <a:pt x="58057" y="2481943"/>
                </a:lnTo>
                <a:lnTo>
                  <a:pt x="72571" y="2481943"/>
                </a:lnTo>
                <a:lnTo>
                  <a:pt x="58057" y="2525486"/>
                </a:lnTo>
                <a:lnTo>
                  <a:pt x="0" y="25109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544170D-73AC-E85A-8695-7AC58167EAA4}"/>
              </a:ext>
            </a:extLst>
          </p:cNvPr>
          <p:cNvSpPr/>
          <p:nvPr/>
        </p:nvSpPr>
        <p:spPr>
          <a:xfrm>
            <a:off x="4990047" y="2772229"/>
            <a:ext cx="5631543" cy="2409371"/>
          </a:xfrm>
          <a:custGeom>
            <a:avLst/>
            <a:gdLst>
              <a:gd name="connsiteX0" fmla="*/ 5413829 w 5631543"/>
              <a:gd name="connsiteY0" fmla="*/ 2409371 h 2409371"/>
              <a:gd name="connsiteX1" fmla="*/ 0 w 5631543"/>
              <a:gd name="connsiteY1" fmla="*/ 14514 h 2409371"/>
              <a:gd name="connsiteX2" fmla="*/ 957943 w 5631543"/>
              <a:gd name="connsiteY2" fmla="*/ 0 h 2409371"/>
              <a:gd name="connsiteX3" fmla="*/ 5631543 w 5631543"/>
              <a:gd name="connsiteY3" fmla="*/ 2380343 h 2409371"/>
              <a:gd name="connsiteX4" fmla="*/ 5413829 w 5631543"/>
              <a:gd name="connsiteY4" fmla="*/ 2409371 h 2409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1543" h="2409371">
                <a:moveTo>
                  <a:pt x="5413829" y="2409371"/>
                </a:moveTo>
                <a:lnTo>
                  <a:pt x="0" y="14514"/>
                </a:lnTo>
                <a:lnTo>
                  <a:pt x="957943" y="0"/>
                </a:lnTo>
                <a:lnTo>
                  <a:pt x="5631543" y="2380343"/>
                </a:lnTo>
                <a:lnTo>
                  <a:pt x="5413829" y="24093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29D0B6-560E-A26C-A57F-320C6F7E2095}"/>
              </a:ext>
            </a:extLst>
          </p:cNvPr>
          <p:cNvSpPr/>
          <p:nvPr/>
        </p:nvSpPr>
        <p:spPr>
          <a:xfrm>
            <a:off x="9286276" y="2699658"/>
            <a:ext cx="1698171" cy="2510971"/>
          </a:xfrm>
          <a:custGeom>
            <a:avLst/>
            <a:gdLst>
              <a:gd name="connsiteX0" fmla="*/ 1698171 w 1698171"/>
              <a:gd name="connsiteY0" fmla="*/ 2510971 h 2510971"/>
              <a:gd name="connsiteX1" fmla="*/ 0 w 1698171"/>
              <a:gd name="connsiteY1" fmla="*/ 43542 h 2510971"/>
              <a:gd name="connsiteX2" fmla="*/ 537028 w 1698171"/>
              <a:gd name="connsiteY2" fmla="*/ 0 h 2510971"/>
              <a:gd name="connsiteX3" fmla="*/ 1698171 w 1698171"/>
              <a:gd name="connsiteY3" fmla="*/ 2510971 h 251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8171" h="2510971">
                <a:moveTo>
                  <a:pt x="1698171" y="2510971"/>
                </a:moveTo>
                <a:lnTo>
                  <a:pt x="0" y="43542"/>
                </a:lnTo>
                <a:lnTo>
                  <a:pt x="537028" y="0"/>
                </a:lnTo>
                <a:lnTo>
                  <a:pt x="1698171" y="25109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DEEC9E-0778-EDDC-EEB1-1D8F9A97B0BD}"/>
              </a:ext>
            </a:extLst>
          </p:cNvPr>
          <p:cNvSpPr/>
          <p:nvPr/>
        </p:nvSpPr>
        <p:spPr>
          <a:xfrm>
            <a:off x="-2867" y="1654619"/>
            <a:ext cx="12194867" cy="1640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 descr="St. Luke's University Health Network's 150th Anniversary">
            <a:extLst>
              <a:ext uri="{FF2B5EF4-FFF2-40B4-BE49-F238E27FC236}">
                <a16:creationId xmlns:a16="http://schemas.microsoft.com/office/drawing/2014/main" id="{A26B9B8E-7E0B-E284-9526-7C2858C04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4231" y="1560743"/>
            <a:ext cx="2713741" cy="1425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Welcome to Lehigh Valley Health Network ...">
            <a:extLst>
              <a:ext uri="{FF2B5EF4-FFF2-40B4-BE49-F238E27FC236}">
                <a16:creationId xmlns:a16="http://schemas.microsoft.com/office/drawing/2014/main" id="{8CB795D1-F1A5-27E9-EDB4-5FB2922F8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35734" y="1906816"/>
            <a:ext cx="3987995" cy="792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rinity Health Muskegon – Grand Rapids, MI - RQI Partners, LLC">
            <a:extLst>
              <a:ext uri="{FF2B5EF4-FFF2-40B4-BE49-F238E27FC236}">
                <a16:creationId xmlns:a16="http://schemas.microsoft.com/office/drawing/2014/main" id="{9A6B5F68-2EDD-4425-9E94-7AEACCC0A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09018" y="805543"/>
            <a:ext cx="4020910" cy="293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E01D9EC-3751-78C1-9D95-70AEB636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174" y="23483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Increased Capture of Commercial Market Share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69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275695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2,353 Employers       390,000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627,000+ Members</a:t>
            </a:r>
            <a:endParaRPr lang="en-US" dirty="0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AEB764-7282-2935-C706-89FC9DB8E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0949"/>
            <a:ext cx="4150841" cy="3901736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5BE1B27-9F04-9265-C933-6FD598A73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90117"/>
              </p:ext>
            </p:extLst>
          </p:nvPr>
        </p:nvGraphicFramePr>
        <p:xfrm>
          <a:off x="4889297" y="2140949"/>
          <a:ext cx="6949427" cy="4273027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27220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Employees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With Headquarters: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1001-3000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10 Miles of SLUHN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11-20 Miles of SLUHN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716138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21-30 Miles of SLUHN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0736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Employees at Above Firms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1001-3000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10 Miles of SLUHN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39,150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165,000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11-20 Miles of SLUHN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57,525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9985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21-30 Miles of SLUHN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143,100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116,250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163,200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210,000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825,000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521340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Members at Firms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1001-3000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10 Miles of SLUHN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66240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62640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77,280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81,760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11-20 Miles of SLUHN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92040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66720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96,320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14227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21-30 Miles of SLUHN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228960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186000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261,120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324,800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1,320,000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027535"/>
                  </a:ext>
                </a:extLst>
              </a:tr>
            </a:tbl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490" y="-66318"/>
            <a:ext cx="1100102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</a:rPr>
              <a:t>Significant Opportunity for SLUHN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08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dirty="0"/>
              <a:t>Plan Potential Growth Paths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1359766" y="1855590"/>
            <a:ext cx="3960468" cy="3636786"/>
            <a:chOff x="1724978" y="2161521"/>
            <a:chExt cx="8274685" cy="4307840"/>
          </a:xfrm>
        </p:grpSpPr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9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12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3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4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6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7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19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20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22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29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1699594" y="5848141"/>
            <a:ext cx="951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/>
              </a:rPr>
              <a:t>Estimates include Hunterdon, Warren, Bucks, Carbon, Lehigh, Luzerne, Northampton, and Schuylkill Counties</a:t>
            </a:r>
          </a:p>
        </p:txBody>
      </p:sp>
      <p:sp>
        <p:nvSpPr>
          <p:cNvPr id="31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3297507" y="4821984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2,106K</a:t>
            </a:r>
          </a:p>
        </p:txBody>
      </p:sp>
      <p:sp>
        <p:nvSpPr>
          <p:cNvPr id="32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3520440" y="3896929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1,230K</a:t>
            </a:r>
          </a:p>
        </p:txBody>
      </p:sp>
      <p:sp>
        <p:nvSpPr>
          <p:cNvPr id="33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3739896" y="2954184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935K</a:t>
            </a:r>
          </a:p>
        </p:txBody>
      </p:sp>
      <p:sp>
        <p:nvSpPr>
          <p:cNvPr id="34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3959352" y="2022649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538K</a:t>
            </a:r>
          </a:p>
        </p:txBody>
      </p:sp>
      <p:pic>
        <p:nvPicPr>
          <p:cNvPr id="35" name="Content Placeholder 34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oyalty-Free photo: Green tall trees near on the lake with overlooking  mountain during daytime | PickPik">
            <a:extLst>
              <a:ext uri="{FF2B5EF4-FFF2-40B4-BE49-F238E27FC236}">
                <a16:creationId xmlns:a16="http://schemas.microsoft.com/office/drawing/2014/main" id="{2478D38F-2055-3BED-F325-F30BC961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8"/>
          <a:stretch/>
        </p:blipFill>
        <p:spPr bwMode="auto">
          <a:xfrm>
            <a:off x="-31771" y="1"/>
            <a:ext cx="10918845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0515600" cy="1325563"/>
          </a:xfrm>
        </p:spPr>
        <p:txBody>
          <a:bodyPr/>
          <a:lstStyle/>
          <a:p>
            <a:r>
              <a:rPr lang="en-US" dirty="0"/>
              <a:t>Growing Powerful, Lasting Profitability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2413" y="648052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038F2-C307-DC75-4AEA-316E0211A3AE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4401177" y="1868993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6315910" y="1868991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8230644" y="1868990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572430" y="1636954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Graining Name Recognition, Early Growth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35286" y="2293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2219510" y="2293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9001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$63.33M</a:t>
            </a:r>
            <a:endParaRPr lang="en-US" sz="2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1922550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$16.41M</a:t>
            </a:r>
            <a:endParaRPr lang="en-US" sz="2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781431" y="3151370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277" y="380829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2210501" y="380829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19992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$433.64M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1913541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$113.52M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729525" y="4771937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35286" y="542886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2219510" y="542886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9001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$853.45M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1922550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$223.6M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25" name="Content Placeholder 24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4078224" y="1472184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04852" y="5025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3,733.8K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7,664.2K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12,773.7K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19,455.3K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3,426.6K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7,531.0K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12,671.7K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19,394.1K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04852" y="2291025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5,109.5K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10,218.9K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16,900.6K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25,940.4K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4,810.7K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10,101.3K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16,823.8K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25,918.8K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04852" y="4577025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2,554.7K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5,109.5K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8,450.3K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12,970.2K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51.6K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2,240.3K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4,960.7K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8,321.9K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12,869.4K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A548FD59-D806-2ABE-146B-5FF724092BAB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584104-3166-4FA8-92FB-C6ABEB17DCED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F93BA-77DA-4714-87BA-6C154521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199" y="646500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2CE32-70CB-45CC-841F-9F408BFE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B699B2-0ED4-420C-8D6A-E40BF532CD0F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1A9C655-FF92-49E3-BB7D-E5BBC00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83404" y="3031902"/>
            <a:ext cx="6145216" cy="752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SINGLE YEAR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821D0-DEDE-002D-E87D-13E033D5D75F}"/>
              </a:ext>
            </a:extLst>
          </p:cNvPr>
          <p:cNvSpPr txBox="1"/>
          <p:nvPr/>
        </p:nvSpPr>
        <p:spPr>
          <a:xfrm>
            <a:off x="1091590" y="5162550"/>
            <a:ext cx="108813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NOTE:  Please see detailed financial analysis and assumptions used starting on page 34.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Financial projections do not include 340B contribution margin, which could represent $136 pmpm based upon optimizing 340B through plan design, SLUHN’s approved site(s) with network integration, and development of SLUHN’s proprietary PBM program.</a:t>
            </a:r>
            <a:r>
              <a:rPr lang="en-US" sz="1600" dirty="0">
                <a:highlight>
                  <a:srgbClr val="FFFF00"/>
                </a:highlight>
              </a:rPr>
              <a:t> 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B946C1-37F9-C136-1BAF-FB0AD7AF4115}"/>
              </a:ext>
            </a:extLst>
          </p:cNvPr>
          <p:cNvGraphicFramePr>
            <a:graphicFrameLocks noGrp="1"/>
          </p:cNvGraphicFramePr>
          <p:nvPr/>
        </p:nvGraphicFramePr>
        <p:xfrm>
          <a:off x="2176272" y="704088"/>
          <a:ext cx="9052560" cy="4358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a margin similar to other commercial plans and target (77%) patient steerage.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a margin similar to other commerical plans and target (77%) patient steerage..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a margin similar to other commerical plans and target (77%) patient steerage..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a margin similar to other commerical plans and target (77%) patient steerage..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a margin similar to other commerical plans and target (77%) patient steerage..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a margin similar to other commerical plans and target (77%) patient steerage..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a margin similar to other commerical plans and target (77%) patient steerage..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with a margin similar to other commerical plans and target (77%) patient steerage..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Members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Total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Less DTE Fees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273K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71K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1,027K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754K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266K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195K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-133K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$ 1,367K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354K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5,137K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3,770K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$ 1,331K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977K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653K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$ 2,734K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708K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$ 10,275K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7,541K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$ 2,661K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$ 1,953K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$ 1,635K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$ 6,836K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$ 1,771K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$ 25,687K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$ 18,852K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$ 6,654K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$ 4,883K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$ 4,583K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$27,343K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$ 7,082K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$102,749K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$ 75,406K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$26,614K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$19,532K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$19,322K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$54,685K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$14,165K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$205,498K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$150,812K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$53,228K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$39,064K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$38,974K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540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632366CF-AC14-BCF8-3AA9-AA34E7F55B25}"/>
              </a:ext>
            </a:extLst>
          </p:cNvPr>
          <p:cNvSpPr/>
          <p:nvPr/>
        </p:nvSpPr>
        <p:spPr>
          <a:xfrm>
            <a:off x="9966609" y="3984336"/>
            <a:ext cx="581025" cy="5847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77D47B-7BF8-ED75-7535-131FC1980DD9}"/>
              </a:ext>
            </a:extLst>
          </p:cNvPr>
          <p:cNvSpPr/>
          <p:nvPr/>
        </p:nvSpPr>
        <p:spPr>
          <a:xfrm>
            <a:off x="9003106" y="5006398"/>
            <a:ext cx="581025" cy="5847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A4572DC-E518-B007-1072-8D9DC29C5E8A}"/>
              </a:ext>
            </a:extLst>
          </p:cNvPr>
          <p:cNvSpPr/>
          <p:nvPr/>
        </p:nvSpPr>
        <p:spPr>
          <a:xfrm>
            <a:off x="11066991" y="2844224"/>
            <a:ext cx="581025" cy="5847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4D349F1-CB8F-4F59-5757-72DD13D217A2}"/>
              </a:ext>
            </a:extLst>
          </p:cNvPr>
          <p:cNvSpPr/>
          <p:nvPr/>
        </p:nvSpPr>
        <p:spPr>
          <a:xfrm>
            <a:off x="2933700" y="3984337"/>
            <a:ext cx="581025" cy="584775"/>
          </a:xfrm>
          <a:prstGeom prst="ellipse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00A876D-C402-35AD-5653-82F52A3FDB7E}"/>
              </a:ext>
            </a:extLst>
          </p:cNvPr>
          <p:cNvSpPr/>
          <p:nvPr/>
        </p:nvSpPr>
        <p:spPr>
          <a:xfrm>
            <a:off x="3973400" y="5006398"/>
            <a:ext cx="581025" cy="584775"/>
          </a:xfrm>
          <a:prstGeom prst="ellipse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B510E2C-4CD1-B82D-000E-E4D9FA52165A}"/>
              </a:ext>
            </a:extLst>
          </p:cNvPr>
          <p:cNvSpPr/>
          <p:nvPr/>
        </p:nvSpPr>
        <p:spPr>
          <a:xfrm>
            <a:off x="2105025" y="2844225"/>
            <a:ext cx="581025" cy="584775"/>
          </a:xfrm>
          <a:prstGeom prst="ellipse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3E13D7-15BE-8811-E6FE-8A052053987F}"/>
              </a:ext>
            </a:extLst>
          </p:cNvPr>
          <p:cNvSpPr/>
          <p:nvPr/>
        </p:nvSpPr>
        <p:spPr>
          <a:xfrm>
            <a:off x="5153025" y="2164200"/>
            <a:ext cx="1895475" cy="1828800"/>
          </a:xfrm>
          <a:prstGeom prst="round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AB87FF-5911-11AD-B43F-95FA800A84CE}"/>
              </a:ext>
            </a:extLst>
          </p:cNvPr>
          <p:cNvSpPr/>
          <p:nvPr/>
        </p:nvSpPr>
        <p:spPr>
          <a:xfrm>
            <a:off x="5153025" y="2486025"/>
            <a:ext cx="1895475" cy="4371975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63BDA-DDE0-660F-86DD-156B12B61567}"/>
              </a:ext>
            </a:extLst>
          </p:cNvPr>
          <p:cNvSpPr txBox="1"/>
          <p:nvPr/>
        </p:nvSpPr>
        <p:spPr>
          <a:xfrm>
            <a:off x="5364870" y="2844225"/>
            <a:ext cx="14622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Access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C4237-3E44-9120-9F92-7466F980220E}"/>
              </a:ext>
            </a:extLst>
          </p:cNvPr>
          <p:cNvSpPr txBox="1"/>
          <p:nvPr/>
        </p:nvSpPr>
        <p:spPr>
          <a:xfrm>
            <a:off x="5384907" y="3925312"/>
            <a:ext cx="1422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Quality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F3400-CFA7-C429-3D4A-D008D87739E5}"/>
              </a:ext>
            </a:extLst>
          </p:cNvPr>
          <p:cNvSpPr txBox="1"/>
          <p:nvPr/>
        </p:nvSpPr>
        <p:spPr>
          <a:xfrm>
            <a:off x="5593298" y="50064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Cost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58BBE0-EAED-A006-0085-FD7DDF5905D2}"/>
              </a:ext>
            </a:extLst>
          </p:cNvPr>
          <p:cNvSpPr txBox="1"/>
          <p:nvPr/>
        </p:nvSpPr>
        <p:spPr>
          <a:xfrm>
            <a:off x="7419975" y="2266950"/>
            <a:ext cx="805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Poor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CA965-7FA6-5FC8-BFE9-B9762DDFFE6D}"/>
              </a:ext>
            </a:extLst>
          </p:cNvPr>
          <p:cNvSpPr txBox="1"/>
          <p:nvPr/>
        </p:nvSpPr>
        <p:spPr>
          <a:xfrm>
            <a:off x="8953500" y="2266950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Fair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3EEC8-D6FE-9CBF-55F7-C6EC06E97791}"/>
              </a:ext>
            </a:extLst>
          </p:cNvPr>
          <p:cNvSpPr txBox="1"/>
          <p:nvPr/>
        </p:nvSpPr>
        <p:spPr>
          <a:xfrm>
            <a:off x="10257122" y="2266950"/>
            <a:ext cx="1390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Excellent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A88DDE-F633-4084-0E3E-ECC8BBCCDA38}"/>
              </a:ext>
            </a:extLst>
          </p:cNvPr>
          <p:cNvSpPr txBox="1"/>
          <p:nvPr/>
        </p:nvSpPr>
        <p:spPr>
          <a:xfrm>
            <a:off x="3976521" y="2266950"/>
            <a:ext cx="805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Poor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907F36-C2FC-7CD0-C8DC-FEB3D58DD497}"/>
              </a:ext>
            </a:extLst>
          </p:cNvPr>
          <p:cNvSpPr txBox="1"/>
          <p:nvPr/>
        </p:nvSpPr>
        <p:spPr>
          <a:xfrm>
            <a:off x="2577649" y="2266950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Fair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A43B7B-CABE-FAF6-7A93-23E53E86032C}"/>
              </a:ext>
            </a:extLst>
          </p:cNvPr>
          <p:cNvSpPr txBox="1"/>
          <p:nvPr/>
        </p:nvSpPr>
        <p:spPr>
          <a:xfrm>
            <a:off x="553509" y="2266950"/>
            <a:ext cx="1390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Aileron Light"/>
                <a:ea typeface="+mn-ea"/>
                <a:cs typeface="+mn-cs"/>
              </a:rPr>
              <a:t>Excellent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527816-BF45-6B29-1379-AAE3F08CF0FC}"/>
              </a:ext>
            </a:extLst>
          </p:cNvPr>
          <p:cNvSpPr/>
          <p:nvPr/>
        </p:nvSpPr>
        <p:spPr>
          <a:xfrm>
            <a:off x="7048500" y="2844225"/>
            <a:ext cx="4305300" cy="584775"/>
          </a:xfrm>
          <a:prstGeom prst="rect">
            <a:avLst/>
          </a:prstGeom>
          <a:gradFill>
            <a:gsLst>
              <a:gs pos="50000">
                <a:schemeClr val="accent2">
                  <a:lumMod val="40000"/>
                  <a:lumOff val="60000"/>
                </a:schemeClr>
              </a:gs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92D5C6-A483-F0E7-78DE-673A74ABD4E2}"/>
              </a:ext>
            </a:extLst>
          </p:cNvPr>
          <p:cNvSpPr/>
          <p:nvPr/>
        </p:nvSpPr>
        <p:spPr>
          <a:xfrm>
            <a:off x="7048500" y="3984488"/>
            <a:ext cx="3208622" cy="584775"/>
          </a:xfrm>
          <a:prstGeom prst="rect">
            <a:avLst/>
          </a:prstGeom>
          <a:gradFill>
            <a:gsLst>
              <a:gs pos="50000">
                <a:schemeClr val="accent2">
                  <a:lumMod val="40000"/>
                  <a:lumOff val="60000"/>
                </a:schemeClr>
              </a:gs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B34E8E-71F9-31AE-DB81-42638DD2E687}"/>
              </a:ext>
            </a:extLst>
          </p:cNvPr>
          <p:cNvSpPr/>
          <p:nvPr/>
        </p:nvSpPr>
        <p:spPr>
          <a:xfrm>
            <a:off x="3248025" y="3993000"/>
            <a:ext cx="1905000" cy="584775"/>
          </a:xfrm>
          <a:prstGeom prst="rect">
            <a:avLst/>
          </a:prstGeom>
          <a:gradFill flip="none" rotWithShape="1">
            <a:gsLst>
              <a:gs pos="0">
                <a:srgbClr val="8DC63F"/>
              </a:gs>
              <a:gs pos="50000">
                <a:srgbClr val="8DC63F">
                  <a:tint val="44500"/>
                  <a:satMod val="160000"/>
                </a:srgbClr>
              </a:gs>
              <a:gs pos="100000">
                <a:srgbClr val="8DC63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6C59DC-879E-65F8-E1F3-C66EA7861A22}"/>
              </a:ext>
            </a:extLst>
          </p:cNvPr>
          <p:cNvSpPr/>
          <p:nvPr/>
        </p:nvSpPr>
        <p:spPr>
          <a:xfrm>
            <a:off x="2400300" y="2844225"/>
            <a:ext cx="2752725" cy="584775"/>
          </a:xfrm>
          <a:prstGeom prst="rect">
            <a:avLst/>
          </a:prstGeom>
          <a:gradFill flip="none" rotWithShape="1">
            <a:gsLst>
              <a:gs pos="0">
                <a:srgbClr val="8DC63F"/>
              </a:gs>
              <a:gs pos="50000">
                <a:srgbClr val="8DC63F">
                  <a:tint val="44500"/>
                  <a:satMod val="160000"/>
                </a:srgbClr>
              </a:gs>
              <a:gs pos="100000">
                <a:srgbClr val="8DC63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514BBF-FF19-040D-EC2E-0F945A8C26B0}"/>
              </a:ext>
            </a:extLst>
          </p:cNvPr>
          <p:cNvSpPr/>
          <p:nvPr/>
        </p:nvSpPr>
        <p:spPr>
          <a:xfrm>
            <a:off x="7048500" y="5006400"/>
            <a:ext cx="2238375" cy="584775"/>
          </a:xfrm>
          <a:prstGeom prst="rect">
            <a:avLst/>
          </a:prstGeom>
          <a:gradFill>
            <a:gsLst>
              <a:gs pos="50000">
                <a:schemeClr val="accent2">
                  <a:lumMod val="40000"/>
                  <a:lumOff val="60000"/>
                </a:schemeClr>
              </a:gs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04079B-326E-DFAE-D927-4144A8A317E9}"/>
              </a:ext>
            </a:extLst>
          </p:cNvPr>
          <p:cNvSpPr/>
          <p:nvPr/>
        </p:nvSpPr>
        <p:spPr>
          <a:xfrm>
            <a:off x="4248149" y="5006399"/>
            <a:ext cx="904875" cy="584775"/>
          </a:xfrm>
          <a:prstGeom prst="rect">
            <a:avLst/>
          </a:prstGeom>
          <a:gradFill flip="none" rotWithShape="1">
            <a:gsLst>
              <a:gs pos="0">
                <a:srgbClr val="8DC63F"/>
              </a:gs>
              <a:gs pos="50000">
                <a:srgbClr val="8DC63F">
                  <a:tint val="44500"/>
                  <a:satMod val="160000"/>
                </a:srgbClr>
              </a:gs>
              <a:gs pos="100000">
                <a:srgbClr val="8DC63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 Light"/>
              <a:ea typeface="+mn-ea"/>
              <a:cs typeface="+mn-cs"/>
            </a:endParaRPr>
          </a:p>
        </p:txBody>
      </p:sp>
      <p:pic>
        <p:nvPicPr>
          <p:cNvPr id="23" name="Picture 2" descr="Welcome to Lehigh Valley Health Network ...">
            <a:extLst>
              <a:ext uri="{FF2B5EF4-FFF2-40B4-BE49-F238E27FC236}">
                <a16:creationId xmlns:a16="http://schemas.microsoft.com/office/drawing/2014/main" id="{A94C91E8-C76C-2F2F-6D40-0BB985011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05" y="1443039"/>
            <a:ext cx="3066288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St. Luke's University Health Network's 150th Anniversary">
            <a:extLst>
              <a:ext uri="{FF2B5EF4-FFF2-40B4-BE49-F238E27FC236}">
                <a16:creationId xmlns:a16="http://schemas.microsoft.com/office/drawing/2014/main" id="{15B48AED-970A-99C1-8591-9778802D6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5619" y="1075515"/>
            <a:ext cx="2266950" cy="119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3583B1-43A0-392F-1D47-AAF45A66B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96" y="-5132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Available to </a:t>
            </a:r>
            <a:r>
              <a:rPr lang="en-US" sz="40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Premier</a:t>
            </a: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2097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3">
      <a:dk1>
        <a:srgbClr val="5B5B5B"/>
      </a:dk1>
      <a:lt1>
        <a:sysClr val="window" lastClr="FFFFFF"/>
      </a:lt1>
      <a:dk2>
        <a:srgbClr val="323F4F"/>
      </a:dk2>
      <a:lt2>
        <a:srgbClr val="E7E6E6"/>
      </a:lt2>
      <a:accent1>
        <a:srgbClr val="DBA660"/>
      </a:accent1>
      <a:accent2>
        <a:srgbClr val="44A1C4"/>
      </a:accent2>
      <a:accent3>
        <a:srgbClr val="FFE699"/>
      </a:accent3>
      <a:accent4>
        <a:srgbClr val="935E1B"/>
      </a:accent4>
      <a:accent5>
        <a:srgbClr val="2D6B83"/>
      </a:accent5>
      <a:accent6>
        <a:srgbClr val="80734D"/>
      </a:accent6>
      <a:hlink>
        <a:srgbClr val="9FA0A6"/>
      </a:hlink>
      <a:folHlink>
        <a:srgbClr val="A4CD88"/>
      </a:folHlink>
    </a:clrScheme>
    <a:fontScheme name="Custom 1">
      <a:majorFont>
        <a:latin typeface="Aileron"/>
        <a:ea typeface=""/>
        <a:cs typeface=""/>
      </a:majorFont>
      <a:minorFont>
        <a:latin typeface="Aileron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44374</TotalTime>
  <Words>874</Words>
  <Application>Microsoft Office PowerPoint</Application>
  <PresentationFormat>Widescreen</PresentationFormat>
  <Paragraphs>352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Aileron</vt:lpstr>
      <vt:lpstr>Aileron Light</vt:lpstr>
      <vt:lpstr>Aptos Narrow</vt:lpstr>
      <vt:lpstr>Arial</vt:lpstr>
      <vt:lpstr>Arial Black</vt:lpstr>
      <vt:lpstr>Calibri</vt:lpstr>
      <vt:lpstr>Calibri Light</vt:lpstr>
      <vt:lpstr>Wingdings</vt:lpstr>
      <vt:lpstr>Office Theme</vt:lpstr>
      <vt:lpstr>1_Office Theme</vt:lpstr>
      <vt:lpstr>PowerPoint Presentation</vt:lpstr>
      <vt:lpstr>PowerPoint Presentation</vt:lpstr>
      <vt:lpstr>Healthcare Leader in Private Labeled DTE Plans</vt:lpstr>
      <vt:lpstr>Direct-to-Employer (DTE)  Your plan focused on Your relationship with Employers</vt:lpstr>
      <vt:lpstr>Direct-to-Employer Strategy: Increased Capture of Commercial Market Share</vt:lpstr>
      <vt:lpstr>Significant Opportunity for SLUHN</vt:lpstr>
      <vt:lpstr>Plan Potential Growth Paths</vt:lpstr>
      <vt:lpstr>Growing Powerful, Lasting Profitability</vt:lpstr>
      <vt:lpstr>FOUR-YEAR PROJECTIONS</vt:lpstr>
      <vt:lpstr>SINGLE YEAR SUMMARY</vt:lpstr>
      <vt:lpstr>Direct-to-Employer Strategy: Only Available to Premier Health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104</cp:revision>
  <cp:lastPrinted>2023-07-13T10:24:43Z</cp:lastPrinted>
  <dcterms:created xsi:type="dcterms:W3CDTF">2021-01-20T14:12:11Z</dcterms:created>
  <dcterms:modified xsi:type="dcterms:W3CDTF">2024-09-25T02:43:44Z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