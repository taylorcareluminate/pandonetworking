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25"/>
  </p:notesMasterIdLst>
  <p:sldIdLst>
    <p:sldId id="488" r:id="rId5"/>
    <p:sldId id="595" r:id="rId6"/>
    <p:sldId id="571" r:id="rId7"/>
    <p:sldId id="584" r:id="rId8"/>
    <p:sldId id="525" r:id="rId9"/>
    <p:sldId id="594" r:id="rId10"/>
    <p:sldId id="597" r:id="rId11"/>
    <p:sldId id="546" r:id="rId12"/>
    <p:sldId id="547" r:id="rId13"/>
    <p:sldId id="591" r:id="rId14"/>
    <p:sldId id="590" r:id="rId15"/>
    <p:sldId id="574" r:id="rId16"/>
    <p:sldId id="256" r:id="rId17"/>
    <p:sldId id="575" r:id="rId18"/>
    <p:sldId id="572" r:id="rId19"/>
    <p:sldId id="576" r:id="rId20"/>
    <p:sldId id="573" r:id="rId21"/>
    <p:sldId id="580" r:id="rId22"/>
    <p:sldId id="548" r:id="rId23"/>
    <p:sldId id="582" r:id="rId24"/>
  </p:sldIdLst>
  <p:sldSz cx="12192000" cy="6858000"/>
  <p:notesSz cx="7315200" cy="9601200"/>
  <p:custDataLst>
    <p:tags r:id="rId2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FCD8B9"/>
    <a:srgbClr val="59CAE8"/>
    <a:srgbClr val="843C0C"/>
    <a:srgbClr val="01A050"/>
    <a:srgbClr val="6A8C98"/>
    <a:srgbClr val="244F9A"/>
    <a:srgbClr val="254F96"/>
    <a:srgbClr val="61A606"/>
    <a:srgbClr val="019C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E1098B-E8DF-4102-B972-43B55D2DEC26}" v="8" dt="2024-09-25T03:23:16.30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14" autoAdjust="0"/>
    <p:restoredTop sz="94660"/>
  </p:normalViewPr>
  <p:slideViewPr>
    <p:cSldViewPr snapToGrid="0">
      <p:cViewPr varScale="1">
        <p:scale>
          <a:sx n="108" d="100"/>
          <a:sy n="108" d="100"/>
        </p:scale>
        <p:origin x="390" y="9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BFE1098B-E8DF-4102-B972-43B55D2DEC26}"/>
    <pc:docChg chg="custSel addSld delSld modSld sldOrd delMainMaster">
      <pc:chgData name="Taylor Davis" userId="5c9e72a0-c39f-4aa1-9d7d-64125e78cbe6" providerId="ADAL" clId="{BFE1098B-E8DF-4102-B972-43B55D2DEC26}" dt="2024-09-25T18:40:06.120" v="1308" actId="20577"/>
      <pc:docMkLst>
        <pc:docMk/>
      </pc:docMkLst>
      <pc:sldChg chg="add">
        <pc:chgData name="Taylor Davis" userId="5c9e72a0-c39f-4aa1-9d7d-64125e78cbe6" providerId="ADAL" clId="{BFE1098B-E8DF-4102-B972-43B55D2DEC26}" dt="2024-09-25T02:07:14.089" v="1167"/>
        <pc:sldMkLst>
          <pc:docMk/>
          <pc:sldMk cId="0" sldId="256"/>
        </pc:sldMkLst>
      </pc:sldChg>
      <pc:sldChg chg="del">
        <pc:chgData name="Taylor Davis" userId="5c9e72a0-c39f-4aa1-9d7d-64125e78cbe6" providerId="ADAL" clId="{BFE1098B-E8DF-4102-B972-43B55D2DEC26}" dt="2024-09-25T02:06:59.415" v="1166" actId="47"/>
        <pc:sldMkLst>
          <pc:docMk/>
          <pc:sldMk cId="1378080568" sldId="256"/>
        </pc:sldMkLst>
      </pc:sldChg>
      <pc:sldChg chg="del">
        <pc:chgData name="Taylor Davis" userId="5c9e72a0-c39f-4aa1-9d7d-64125e78cbe6" providerId="ADAL" clId="{BFE1098B-E8DF-4102-B972-43B55D2DEC26}" dt="2024-09-24T03:47:26.166" v="1083" actId="47"/>
        <pc:sldMkLst>
          <pc:docMk/>
          <pc:sldMk cId="413337631" sldId="259"/>
        </pc:sldMkLst>
      </pc:sldChg>
      <pc:sldChg chg="del">
        <pc:chgData name="Taylor Davis" userId="5c9e72a0-c39f-4aa1-9d7d-64125e78cbe6" providerId="ADAL" clId="{BFE1098B-E8DF-4102-B972-43B55D2DEC26}" dt="2024-09-24T03:47:26.166" v="1083" actId="47"/>
        <pc:sldMkLst>
          <pc:docMk/>
          <pc:sldMk cId="3598920730" sldId="263"/>
        </pc:sldMkLst>
      </pc:sldChg>
      <pc:sldChg chg="del">
        <pc:chgData name="Taylor Davis" userId="5c9e72a0-c39f-4aa1-9d7d-64125e78cbe6" providerId="ADAL" clId="{BFE1098B-E8DF-4102-B972-43B55D2DEC26}" dt="2024-09-24T03:47:26.166" v="1083" actId="47"/>
        <pc:sldMkLst>
          <pc:docMk/>
          <pc:sldMk cId="2256184360" sldId="265"/>
        </pc:sldMkLst>
      </pc:sldChg>
      <pc:sldChg chg="del">
        <pc:chgData name="Taylor Davis" userId="5c9e72a0-c39f-4aa1-9d7d-64125e78cbe6" providerId="ADAL" clId="{BFE1098B-E8DF-4102-B972-43B55D2DEC26}" dt="2024-09-24T03:47:26.166" v="1083" actId="47"/>
        <pc:sldMkLst>
          <pc:docMk/>
          <pc:sldMk cId="2494354821" sldId="267"/>
        </pc:sldMkLst>
      </pc:sldChg>
      <pc:sldChg chg="del">
        <pc:chgData name="Taylor Davis" userId="5c9e72a0-c39f-4aa1-9d7d-64125e78cbe6" providerId="ADAL" clId="{BFE1098B-E8DF-4102-B972-43B55D2DEC26}" dt="2024-09-24T03:47:31.761" v="1084" actId="47"/>
        <pc:sldMkLst>
          <pc:docMk/>
          <pc:sldMk cId="211951504" sldId="325"/>
        </pc:sldMkLst>
      </pc:sldChg>
      <pc:sldChg chg="del">
        <pc:chgData name="Taylor Davis" userId="5c9e72a0-c39f-4aa1-9d7d-64125e78cbe6" providerId="ADAL" clId="{BFE1098B-E8DF-4102-B972-43B55D2DEC26}" dt="2024-09-24T03:47:31.761" v="1084" actId="47"/>
        <pc:sldMkLst>
          <pc:docMk/>
          <pc:sldMk cId="225422285" sldId="326"/>
        </pc:sldMkLst>
      </pc:sldChg>
      <pc:sldChg chg="del">
        <pc:chgData name="Taylor Davis" userId="5c9e72a0-c39f-4aa1-9d7d-64125e78cbe6" providerId="ADAL" clId="{BFE1098B-E8DF-4102-B972-43B55D2DEC26}" dt="2024-09-24T03:47:26.166" v="1083" actId="47"/>
        <pc:sldMkLst>
          <pc:docMk/>
          <pc:sldMk cId="619324413" sldId="336"/>
        </pc:sldMkLst>
      </pc:sldChg>
      <pc:sldChg chg="del">
        <pc:chgData name="Taylor Davis" userId="5c9e72a0-c39f-4aa1-9d7d-64125e78cbe6" providerId="ADAL" clId="{BFE1098B-E8DF-4102-B972-43B55D2DEC26}" dt="2024-09-24T03:47:26.166" v="1083" actId="47"/>
        <pc:sldMkLst>
          <pc:docMk/>
          <pc:sldMk cId="420959824" sldId="337"/>
        </pc:sldMkLst>
      </pc:sldChg>
      <pc:sldChg chg="del">
        <pc:chgData name="Taylor Davis" userId="5c9e72a0-c39f-4aa1-9d7d-64125e78cbe6" providerId="ADAL" clId="{BFE1098B-E8DF-4102-B972-43B55D2DEC26}" dt="2024-09-24T03:47:26.166" v="1083" actId="47"/>
        <pc:sldMkLst>
          <pc:docMk/>
          <pc:sldMk cId="2984433661" sldId="446"/>
        </pc:sldMkLst>
      </pc:sldChg>
      <pc:sldChg chg="del">
        <pc:chgData name="Taylor Davis" userId="5c9e72a0-c39f-4aa1-9d7d-64125e78cbe6" providerId="ADAL" clId="{BFE1098B-E8DF-4102-B972-43B55D2DEC26}" dt="2024-09-24T03:37:33.871" v="0" actId="47"/>
        <pc:sldMkLst>
          <pc:docMk/>
          <pc:sldMk cId="334020455" sldId="454"/>
        </pc:sldMkLst>
      </pc:sldChg>
      <pc:sldChg chg="del">
        <pc:chgData name="Taylor Davis" userId="5c9e72a0-c39f-4aa1-9d7d-64125e78cbe6" providerId="ADAL" clId="{BFE1098B-E8DF-4102-B972-43B55D2DEC26}" dt="2024-09-24T03:47:26.166" v="1083" actId="47"/>
        <pc:sldMkLst>
          <pc:docMk/>
          <pc:sldMk cId="1700621358" sldId="456"/>
        </pc:sldMkLst>
      </pc:sldChg>
      <pc:sldChg chg="del">
        <pc:chgData name="Taylor Davis" userId="5c9e72a0-c39f-4aa1-9d7d-64125e78cbe6" providerId="ADAL" clId="{BFE1098B-E8DF-4102-B972-43B55D2DEC26}" dt="2024-09-24T03:47:26.166" v="1083" actId="47"/>
        <pc:sldMkLst>
          <pc:docMk/>
          <pc:sldMk cId="3958060990" sldId="458"/>
        </pc:sldMkLst>
      </pc:sldChg>
      <pc:sldChg chg="del">
        <pc:chgData name="Taylor Davis" userId="5c9e72a0-c39f-4aa1-9d7d-64125e78cbe6" providerId="ADAL" clId="{BFE1098B-E8DF-4102-B972-43B55D2DEC26}" dt="2024-09-24T03:47:26.166" v="1083" actId="47"/>
        <pc:sldMkLst>
          <pc:docMk/>
          <pc:sldMk cId="902706633" sldId="461"/>
        </pc:sldMkLst>
      </pc:sldChg>
      <pc:sldChg chg="del">
        <pc:chgData name="Taylor Davis" userId="5c9e72a0-c39f-4aa1-9d7d-64125e78cbe6" providerId="ADAL" clId="{BFE1098B-E8DF-4102-B972-43B55D2DEC26}" dt="2024-09-24T03:47:26.166" v="1083" actId="47"/>
        <pc:sldMkLst>
          <pc:docMk/>
          <pc:sldMk cId="3804806607" sldId="462"/>
        </pc:sldMkLst>
      </pc:sldChg>
      <pc:sldChg chg="del">
        <pc:chgData name="Taylor Davis" userId="5c9e72a0-c39f-4aa1-9d7d-64125e78cbe6" providerId="ADAL" clId="{BFE1098B-E8DF-4102-B972-43B55D2DEC26}" dt="2024-09-24T03:37:33.871" v="0" actId="47"/>
        <pc:sldMkLst>
          <pc:docMk/>
          <pc:sldMk cId="1714126014" sldId="466"/>
        </pc:sldMkLst>
      </pc:sldChg>
      <pc:sldChg chg="del">
        <pc:chgData name="Taylor Davis" userId="5c9e72a0-c39f-4aa1-9d7d-64125e78cbe6" providerId="ADAL" clId="{BFE1098B-E8DF-4102-B972-43B55D2DEC26}" dt="2024-09-24T03:47:26.166" v="1083" actId="47"/>
        <pc:sldMkLst>
          <pc:docMk/>
          <pc:sldMk cId="2680122054" sldId="469"/>
        </pc:sldMkLst>
      </pc:sldChg>
      <pc:sldChg chg="del">
        <pc:chgData name="Taylor Davis" userId="5c9e72a0-c39f-4aa1-9d7d-64125e78cbe6" providerId="ADAL" clId="{BFE1098B-E8DF-4102-B972-43B55D2DEC26}" dt="2024-09-24T03:47:31.761" v="1084" actId="47"/>
        <pc:sldMkLst>
          <pc:docMk/>
          <pc:sldMk cId="2317283943" sldId="472"/>
        </pc:sldMkLst>
      </pc:sldChg>
      <pc:sldChg chg="del">
        <pc:chgData name="Taylor Davis" userId="5c9e72a0-c39f-4aa1-9d7d-64125e78cbe6" providerId="ADAL" clId="{BFE1098B-E8DF-4102-B972-43B55D2DEC26}" dt="2024-09-24T03:37:33.871" v="0" actId="47"/>
        <pc:sldMkLst>
          <pc:docMk/>
          <pc:sldMk cId="1552833548" sldId="487"/>
        </pc:sldMkLst>
      </pc:sldChg>
      <pc:sldChg chg="modSp mod">
        <pc:chgData name="Taylor Davis" userId="5c9e72a0-c39f-4aa1-9d7d-64125e78cbe6" providerId="ADAL" clId="{BFE1098B-E8DF-4102-B972-43B55D2DEC26}" dt="2024-09-25T02:42:20.749" v="1171" actId="20577"/>
        <pc:sldMkLst>
          <pc:docMk/>
          <pc:sldMk cId="3100464503" sldId="488"/>
        </pc:sldMkLst>
        <pc:spChg chg="mod">
          <ac:chgData name="Taylor Davis" userId="5c9e72a0-c39f-4aa1-9d7d-64125e78cbe6" providerId="ADAL" clId="{BFE1098B-E8DF-4102-B972-43B55D2DEC26}" dt="2024-09-24T03:48:07.699" v="1088" actId="207"/>
          <ac:spMkLst>
            <pc:docMk/>
            <pc:sldMk cId="3100464503" sldId="488"/>
            <ac:spMk id="9" creationId="{BB2B5697-E648-40EC-88C5-97A77999C18D}"/>
          </ac:spMkLst>
        </pc:spChg>
        <pc:spChg chg="mod">
          <ac:chgData name="Taylor Davis" userId="5c9e72a0-c39f-4aa1-9d7d-64125e78cbe6" providerId="ADAL" clId="{BFE1098B-E8DF-4102-B972-43B55D2DEC26}" dt="2024-09-25T02:42:20.749" v="1171" actId="20577"/>
          <ac:spMkLst>
            <pc:docMk/>
            <pc:sldMk cId="3100464503" sldId="488"/>
            <ac:spMk id="10" creationId="{B981BBA2-A3ED-6F7B-693B-880E5B031B26}"/>
          </ac:spMkLst>
        </pc:spChg>
      </pc:sldChg>
      <pc:sldChg chg="del">
        <pc:chgData name="Taylor Davis" userId="5c9e72a0-c39f-4aa1-9d7d-64125e78cbe6" providerId="ADAL" clId="{BFE1098B-E8DF-4102-B972-43B55D2DEC26}" dt="2024-09-24T03:47:26.166" v="1083" actId="47"/>
        <pc:sldMkLst>
          <pc:docMk/>
          <pc:sldMk cId="3325436177" sldId="489"/>
        </pc:sldMkLst>
      </pc:sldChg>
      <pc:sldChg chg="del">
        <pc:chgData name="Taylor Davis" userId="5c9e72a0-c39f-4aa1-9d7d-64125e78cbe6" providerId="ADAL" clId="{BFE1098B-E8DF-4102-B972-43B55D2DEC26}" dt="2024-09-24T03:47:31.761" v="1084" actId="47"/>
        <pc:sldMkLst>
          <pc:docMk/>
          <pc:sldMk cId="2660124243" sldId="491"/>
        </pc:sldMkLst>
      </pc:sldChg>
      <pc:sldChg chg="del">
        <pc:chgData name="Taylor Davis" userId="5c9e72a0-c39f-4aa1-9d7d-64125e78cbe6" providerId="ADAL" clId="{BFE1098B-E8DF-4102-B972-43B55D2DEC26}" dt="2024-09-24T03:47:31.761" v="1084" actId="47"/>
        <pc:sldMkLst>
          <pc:docMk/>
          <pc:sldMk cId="3144192130" sldId="498"/>
        </pc:sldMkLst>
      </pc:sldChg>
      <pc:sldChg chg="del">
        <pc:chgData name="Taylor Davis" userId="5c9e72a0-c39f-4aa1-9d7d-64125e78cbe6" providerId="ADAL" clId="{BFE1098B-E8DF-4102-B972-43B55D2DEC26}" dt="2024-09-24T03:47:26.166" v="1083" actId="47"/>
        <pc:sldMkLst>
          <pc:docMk/>
          <pc:sldMk cId="2203540903" sldId="499"/>
        </pc:sldMkLst>
      </pc:sldChg>
      <pc:sldChg chg="del">
        <pc:chgData name="Taylor Davis" userId="5c9e72a0-c39f-4aa1-9d7d-64125e78cbe6" providerId="ADAL" clId="{BFE1098B-E8DF-4102-B972-43B55D2DEC26}" dt="2024-09-24T03:47:31.761" v="1084" actId="47"/>
        <pc:sldMkLst>
          <pc:docMk/>
          <pc:sldMk cId="2684971926" sldId="501"/>
        </pc:sldMkLst>
      </pc:sldChg>
      <pc:sldChg chg="del">
        <pc:chgData name="Taylor Davis" userId="5c9e72a0-c39f-4aa1-9d7d-64125e78cbe6" providerId="ADAL" clId="{BFE1098B-E8DF-4102-B972-43B55D2DEC26}" dt="2024-09-24T03:37:33.871" v="0" actId="47"/>
        <pc:sldMkLst>
          <pc:docMk/>
          <pc:sldMk cId="3680080401" sldId="517"/>
        </pc:sldMkLst>
      </pc:sldChg>
      <pc:sldChg chg="del">
        <pc:chgData name="Taylor Davis" userId="5c9e72a0-c39f-4aa1-9d7d-64125e78cbe6" providerId="ADAL" clId="{BFE1098B-E8DF-4102-B972-43B55D2DEC26}" dt="2024-09-24T03:37:33.871" v="0" actId="47"/>
        <pc:sldMkLst>
          <pc:docMk/>
          <pc:sldMk cId="3348736581" sldId="518"/>
        </pc:sldMkLst>
      </pc:sldChg>
      <pc:sldChg chg="del">
        <pc:chgData name="Taylor Davis" userId="5c9e72a0-c39f-4aa1-9d7d-64125e78cbe6" providerId="ADAL" clId="{BFE1098B-E8DF-4102-B972-43B55D2DEC26}" dt="2024-09-24T03:37:33.871" v="0" actId="47"/>
        <pc:sldMkLst>
          <pc:docMk/>
          <pc:sldMk cId="2103269747" sldId="520"/>
        </pc:sldMkLst>
      </pc:sldChg>
      <pc:sldChg chg="del">
        <pc:chgData name="Taylor Davis" userId="5c9e72a0-c39f-4aa1-9d7d-64125e78cbe6" providerId="ADAL" clId="{BFE1098B-E8DF-4102-B972-43B55D2DEC26}" dt="2024-09-24T03:47:26.166" v="1083" actId="47"/>
        <pc:sldMkLst>
          <pc:docMk/>
          <pc:sldMk cId="500461553" sldId="521"/>
        </pc:sldMkLst>
      </pc:sldChg>
      <pc:sldChg chg="del">
        <pc:chgData name="Taylor Davis" userId="5c9e72a0-c39f-4aa1-9d7d-64125e78cbe6" providerId="ADAL" clId="{BFE1098B-E8DF-4102-B972-43B55D2DEC26}" dt="2024-09-24T03:40:31.693" v="175" actId="2696"/>
        <pc:sldMkLst>
          <pc:docMk/>
          <pc:sldMk cId="36791873" sldId="525"/>
        </pc:sldMkLst>
      </pc:sldChg>
      <pc:sldChg chg="add">
        <pc:chgData name="Taylor Davis" userId="5c9e72a0-c39f-4aa1-9d7d-64125e78cbe6" providerId="ADAL" clId="{BFE1098B-E8DF-4102-B972-43B55D2DEC26}" dt="2024-09-24T03:40:34.834" v="176"/>
        <pc:sldMkLst>
          <pc:docMk/>
          <pc:sldMk cId="1001408438" sldId="525"/>
        </pc:sldMkLst>
      </pc:sldChg>
      <pc:sldChg chg="add del">
        <pc:chgData name="Taylor Davis" userId="5c9e72a0-c39f-4aa1-9d7d-64125e78cbe6" providerId="ADAL" clId="{BFE1098B-E8DF-4102-B972-43B55D2DEC26}" dt="2024-09-25T02:07:18.919" v="1168" actId="47"/>
        <pc:sldMkLst>
          <pc:docMk/>
          <pc:sldMk cId="2725598816" sldId="527"/>
        </pc:sldMkLst>
      </pc:sldChg>
      <pc:sldChg chg="del">
        <pc:chgData name="Taylor Davis" userId="5c9e72a0-c39f-4aa1-9d7d-64125e78cbe6" providerId="ADAL" clId="{BFE1098B-E8DF-4102-B972-43B55D2DEC26}" dt="2024-09-24T03:40:31.693" v="175" actId="2696"/>
        <pc:sldMkLst>
          <pc:docMk/>
          <pc:sldMk cId="3034923006" sldId="527"/>
        </pc:sldMkLst>
      </pc:sldChg>
      <pc:sldChg chg="del ord">
        <pc:chgData name="Taylor Davis" userId="5c9e72a0-c39f-4aa1-9d7d-64125e78cbe6" providerId="ADAL" clId="{BFE1098B-E8DF-4102-B972-43B55D2DEC26}" dt="2024-09-25T02:42:07.624" v="1170" actId="47"/>
        <pc:sldMkLst>
          <pc:docMk/>
          <pc:sldMk cId="1419816550" sldId="536"/>
        </pc:sldMkLst>
      </pc:sldChg>
      <pc:sldChg chg="del">
        <pc:chgData name="Taylor Davis" userId="5c9e72a0-c39f-4aa1-9d7d-64125e78cbe6" providerId="ADAL" clId="{BFE1098B-E8DF-4102-B972-43B55D2DEC26}" dt="2024-09-24T03:40:31.693" v="175" actId="2696"/>
        <pc:sldMkLst>
          <pc:docMk/>
          <pc:sldMk cId="94944115" sldId="546"/>
        </pc:sldMkLst>
      </pc:sldChg>
      <pc:sldChg chg="add">
        <pc:chgData name="Taylor Davis" userId="5c9e72a0-c39f-4aa1-9d7d-64125e78cbe6" providerId="ADAL" clId="{BFE1098B-E8DF-4102-B972-43B55D2DEC26}" dt="2024-09-24T03:40:34.834" v="176"/>
        <pc:sldMkLst>
          <pc:docMk/>
          <pc:sldMk cId="3490357459" sldId="546"/>
        </pc:sldMkLst>
      </pc:sldChg>
      <pc:sldChg chg="add">
        <pc:chgData name="Taylor Davis" userId="5c9e72a0-c39f-4aa1-9d7d-64125e78cbe6" providerId="ADAL" clId="{BFE1098B-E8DF-4102-B972-43B55D2DEC26}" dt="2024-09-24T03:40:34.834" v="176"/>
        <pc:sldMkLst>
          <pc:docMk/>
          <pc:sldMk cId="3270174576" sldId="547"/>
        </pc:sldMkLst>
      </pc:sldChg>
      <pc:sldChg chg="del">
        <pc:chgData name="Taylor Davis" userId="5c9e72a0-c39f-4aa1-9d7d-64125e78cbe6" providerId="ADAL" clId="{BFE1098B-E8DF-4102-B972-43B55D2DEC26}" dt="2024-09-24T03:40:31.693" v="175" actId="2696"/>
        <pc:sldMkLst>
          <pc:docMk/>
          <pc:sldMk cId="3616502281" sldId="547"/>
        </pc:sldMkLst>
      </pc:sldChg>
      <pc:sldChg chg="ord">
        <pc:chgData name="Taylor Davis" userId="5c9e72a0-c39f-4aa1-9d7d-64125e78cbe6" providerId="ADAL" clId="{BFE1098B-E8DF-4102-B972-43B55D2DEC26}" dt="2024-09-24T03:45:42.789" v="744"/>
        <pc:sldMkLst>
          <pc:docMk/>
          <pc:sldMk cId="315794589" sldId="548"/>
        </pc:sldMkLst>
      </pc:sldChg>
      <pc:sldChg chg="del">
        <pc:chgData name="Taylor Davis" userId="5c9e72a0-c39f-4aa1-9d7d-64125e78cbe6" providerId="ADAL" clId="{BFE1098B-E8DF-4102-B972-43B55D2DEC26}" dt="2024-09-24T03:37:33.871" v="0" actId="47"/>
        <pc:sldMkLst>
          <pc:docMk/>
          <pc:sldMk cId="263972108" sldId="549"/>
        </pc:sldMkLst>
      </pc:sldChg>
      <pc:sldChg chg="del">
        <pc:chgData name="Taylor Davis" userId="5c9e72a0-c39f-4aa1-9d7d-64125e78cbe6" providerId="ADAL" clId="{BFE1098B-E8DF-4102-B972-43B55D2DEC26}" dt="2024-09-25T02:42:07.624" v="1170" actId="47"/>
        <pc:sldMkLst>
          <pc:docMk/>
          <pc:sldMk cId="3470905217" sldId="558"/>
        </pc:sldMkLst>
      </pc:sldChg>
      <pc:sldChg chg="modSp add mod ord">
        <pc:chgData name="Taylor Davis" userId="5c9e72a0-c39f-4aa1-9d7d-64125e78cbe6" providerId="ADAL" clId="{BFE1098B-E8DF-4102-B972-43B55D2DEC26}" dt="2024-09-25T18:40:06.120" v="1308" actId="20577"/>
        <pc:sldMkLst>
          <pc:docMk/>
          <pc:sldMk cId="3837436864" sldId="571"/>
        </pc:sldMkLst>
        <pc:graphicFrameChg chg="modGraphic">
          <ac:chgData name="Taylor Davis" userId="5c9e72a0-c39f-4aa1-9d7d-64125e78cbe6" providerId="ADAL" clId="{BFE1098B-E8DF-4102-B972-43B55D2DEC26}" dt="2024-09-25T18:40:06.120" v="1308" actId="20577"/>
          <ac:graphicFrameMkLst>
            <pc:docMk/>
            <pc:sldMk cId="3837436864" sldId="571"/>
            <ac:graphicFrameMk id="2" creationId="{00000000-0000-0000-0000-000000000000}"/>
          </ac:graphicFrameMkLst>
        </pc:graphicFrameChg>
      </pc:sldChg>
      <pc:sldChg chg="add">
        <pc:chgData name="Taylor Davis" userId="5c9e72a0-c39f-4aa1-9d7d-64125e78cbe6" providerId="ADAL" clId="{BFE1098B-E8DF-4102-B972-43B55D2DEC26}" dt="2024-09-25T02:07:14.089" v="1167"/>
        <pc:sldMkLst>
          <pc:docMk/>
          <pc:sldMk cId="0" sldId="572"/>
        </pc:sldMkLst>
      </pc:sldChg>
      <pc:sldChg chg="del">
        <pc:chgData name="Taylor Davis" userId="5c9e72a0-c39f-4aa1-9d7d-64125e78cbe6" providerId="ADAL" clId="{BFE1098B-E8DF-4102-B972-43B55D2DEC26}" dt="2024-09-25T02:06:59.415" v="1166" actId="47"/>
        <pc:sldMkLst>
          <pc:docMk/>
          <pc:sldMk cId="3942978723" sldId="572"/>
        </pc:sldMkLst>
      </pc:sldChg>
      <pc:sldChg chg="add">
        <pc:chgData name="Taylor Davis" userId="5c9e72a0-c39f-4aa1-9d7d-64125e78cbe6" providerId="ADAL" clId="{BFE1098B-E8DF-4102-B972-43B55D2DEC26}" dt="2024-09-25T02:07:14.089" v="1167"/>
        <pc:sldMkLst>
          <pc:docMk/>
          <pc:sldMk cId="0" sldId="573"/>
        </pc:sldMkLst>
      </pc:sldChg>
      <pc:sldChg chg="add">
        <pc:chgData name="Taylor Davis" userId="5c9e72a0-c39f-4aa1-9d7d-64125e78cbe6" providerId="ADAL" clId="{BFE1098B-E8DF-4102-B972-43B55D2DEC26}" dt="2024-09-24T03:40:34.834" v="176"/>
        <pc:sldMkLst>
          <pc:docMk/>
          <pc:sldMk cId="3325370840" sldId="573"/>
        </pc:sldMkLst>
      </pc:sldChg>
      <pc:sldChg chg="add del">
        <pc:chgData name="Taylor Davis" userId="5c9e72a0-c39f-4aa1-9d7d-64125e78cbe6" providerId="ADAL" clId="{BFE1098B-E8DF-4102-B972-43B55D2DEC26}" dt="2024-09-25T02:07:14.089" v="1167"/>
        <pc:sldMkLst>
          <pc:docMk/>
          <pc:sldMk cId="1064222983" sldId="574"/>
        </pc:sldMkLst>
      </pc:sldChg>
      <pc:sldChg chg="add del">
        <pc:chgData name="Taylor Davis" userId="5c9e72a0-c39f-4aa1-9d7d-64125e78cbe6" providerId="ADAL" clId="{BFE1098B-E8DF-4102-B972-43B55D2DEC26}" dt="2024-09-25T02:06:59.415" v="1166" actId="47"/>
        <pc:sldMkLst>
          <pc:docMk/>
          <pc:sldMk cId="2551416502" sldId="574"/>
        </pc:sldMkLst>
      </pc:sldChg>
      <pc:sldChg chg="add del">
        <pc:chgData name="Taylor Davis" userId="5c9e72a0-c39f-4aa1-9d7d-64125e78cbe6" providerId="ADAL" clId="{BFE1098B-E8DF-4102-B972-43B55D2DEC26}" dt="2024-09-25T02:06:59.415" v="1166" actId="47"/>
        <pc:sldMkLst>
          <pc:docMk/>
          <pc:sldMk cId="582560700" sldId="575"/>
        </pc:sldMkLst>
      </pc:sldChg>
      <pc:sldChg chg="add del">
        <pc:chgData name="Taylor Davis" userId="5c9e72a0-c39f-4aa1-9d7d-64125e78cbe6" providerId="ADAL" clId="{BFE1098B-E8DF-4102-B972-43B55D2DEC26}" dt="2024-09-25T02:07:14.089" v="1167"/>
        <pc:sldMkLst>
          <pc:docMk/>
          <pc:sldMk cId="3790917938" sldId="575"/>
        </pc:sldMkLst>
      </pc:sldChg>
      <pc:sldChg chg="add del">
        <pc:chgData name="Taylor Davis" userId="5c9e72a0-c39f-4aa1-9d7d-64125e78cbe6" providerId="ADAL" clId="{BFE1098B-E8DF-4102-B972-43B55D2DEC26}" dt="2024-09-25T02:07:14.089" v="1167"/>
        <pc:sldMkLst>
          <pc:docMk/>
          <pc:sldMk cId="250010407" sldId="576"/>
        </pc:sldMkLst>
      </pc:sldChg>
      <pc:sldChg chg="add del">
        <pc:chgData name="Taylor Davis" userId="5c9e72a0-c39f-4aa1-9d7d-64125e78cbe6" providerId="ADAL" clId="{BFE1098B-E8DF-4102-B972-43B55D2DEC26}" dt="2024-09-25T02:06:59.415" v="1166" actId="47"/>
        <pc:sldMkLst>
          <pc:docMk/>
          <pc:sldMk cId="3449277167" sldId="576"/>
        </pc:sldMkLst>
      </pc:sldChg>
      <pc:sldChg chg="modSp del mod">
        <pc:chgData name="Taylor Davis" userId="5c9e72a0-c39f-4aa1-9d7d-64125e78cbe6" providerId="ADAL" clId="{BFE1098B-E8DF-4102-B972-43B55D2DEC26}" dt="2024-09-25T02:42:07.624" v="1170" actId="47"/>
        <pc:sldMkLst>
          <pc:docMk/>
          <pc:sldMk cId="2137708631" sldId="583"/>
        </pc:sldMkLst>
        <pc:spChg chg="mod">
          <ac:chgData name="Taylor Davis" userId="5c9e72a0-c39f-4aa1-9d7d-64125e78cbe6" providerId="ADAL" clId="{BFE1098B-E8DF-4102-B972-43B55D2DEC26}" dt="2024-09-24T03:50:19.901" v="1165" actId="20577"/>
          <ac:spMkLst>
            <pc:docMk/>
            <pc:sldMk cId="2137708631" sldId="583"/>
            <ac:spMk id="6" creationId="{5793C937-E2F6-8FFF-5F7B-19BB43ACC671}"/>
          </ac:spMkLst>
        </pc:spChg>
      </pc:sldChg>
      <pc:sldChg chg="del">
        <pc:chgData name="Taylor Davis" userId="5c9e72a0-c39f-4aa1-9d7d-64125e78cbe6" providerId="ADAL" clId="{BFE1098B-E8DF-4102-B972-43B55D2DEC26}" dt="2024-09-24T03:40:31.693" v="175" actId="2696"/>
        <pc:sldMkLst>
          <pc:docMk/>
          <pc:sldMk cId="838631500" sldId="584"/>
        </pc:sldMkLst>
      </pc:sldChg>
      <pc:sldChg chg="add">
        <pc:chgData name="Taylor Davis" userId="5c9e72a0-c39f-4aa1-9d7d-64125e78cbe6" providerId="ADAL" clId="{BFE1098B-E8DF-4102-B972-43B55D2DEC26}" dt="2024-09-24T03:40:34.834" v="176"/>
        <pc:sldMkLst>
          <pc:docMk/>
          <pc:sldMk cId="3716620717" sldId="584"/>
        </pc:sldMkLst>
      </pc:sldChg>
      <pc:sldChg chg="del">
        <pc:chgData name="Taylor Davis" userId="5c9e72a0-c39f-4aa1-9d7d-64125e78cbe6" providerId="ADAL" clId="{BFE1098B-E8DF-4102-B972-43B55D2DEC26}" dt="2024-09-24T03:49:22.959" v="1099" actId="47"/>
        <pc:sldMkLst>
          <pc:docMk/>
          <pc:sldMk cId="3026835362" sldId="588"/>
        </pc:sldMkLst>
      </pc:sldChg>
      <pc:sldChg chg="modSp mod ord">
        <pc:chgData name="Taylor Davis" userId="5c9e72a0-c39f-4aa1-9d7d-64125e78cbe6" providerId="ADAL" clId="{BFE1098B-E8DF-4102-B972-43B55D2DEC26}" dt="2024-09-25T03:13:51.831" v="1173" actId="20577"/>
        <pc:sldMkLst>
          <pc:docMk/>
          <pc:sldMk cId="2977969319" sldId="590"/>
        </pc:sldMkLst>
        <pc:spChg chg="mod">
          <ac:chgData name="Taylor Davis" userId="5c9e72a0-c39f-4aa1-9d7d-64125e78cbe6" providerId="ADAL" clId="{BFE1098B-E8DF-4102-B972-43B55D2DEC26}" dt="2024-09-25T03:13:51.831" v="1173" actId="20577"/>
          <ac:spMkLst>
            <pc:docMk/>
            <pc:sldMk cId="2977969319" sldId="590"/>
            <ac:spMk id="9" creationId="{025AE6BF-C458-13D4-626E-DAD4C1439055}"/>
          </ac:spMkLst>
        </pc:spChg>
      </pc:sldChg>
      <pc:sldChg chg="modSp add mod">
        <pc:chgData name="Taylor Davis" userId="5c9e72a0-c39f-4aa1-9d7d-64125e78cbe6" providerId="ADAL" clId="{BFE1098B-E8DF-4102-B972-43B55D2DEC26}" dt="2024-09-25T03:13:44.928" v="1172" actId="20577"/>
        <pc:sldMkLst>
          <pc:docMk/>
          <pc:sldMk cId="626936000" sldId="591"/>
        </pc:sldMkLst>
        <pc:spChg chg="mod">
          <ac:chgData name="Taylor Davis" userId="5c9e72a0-c39f-4aa1-9d7d-64125e78cbe6" providerId="ADAL" clId="{BFE1098B-E8DF-4102-B972-43B55D2DEC26}" dt="2024-09-25T03:13:44.928" v="1172" actId="20577"/>
          <ac:spMkLst>
            <pc:docMk/>
            <pc:sldMk cId="626936000" sldId="591"/>
            <ac:spMk id="8" creationId="{60820A86-1B9D-21A4-BBB6-DDFB73605882}"/>
          </ac:spMkLst>
        </pc:spChg>
      </pc:sldChg>
      <pc:sldChg chg="del">
        <pc:chgData name="Taylor Davis" userId="5c9e72a0-c39f-4aa1-9d7d-64125e78cbe6" providerId="ADAL" clId="{BFE1098B-E8DF-4102-B972-43B55D2DEC26}" dt="2024-09-24T03:40:31.693" v="175" actId="2696"/>
        <pc:sldMkLst>
          <pc:docMk/>
          <pc:sldMk cId="1950075701" sldId="591"/>
        </pc:sldMkLst>
      </pc:sldChg>
      <pc:sldChg chg="del ord">
        <pc:chgData name="Taylor Davis" userId="5c9e72a0-c39f-4aa1-9d7d-64125e78cbe6" providerId="ADAL" clId="{BFE1098B-E8DF-4102-B972-43B55D2DEC26}" dt="2024-09-25T02:42:07.624" v="1170" actId="47"/>
        <pc:sldMkLst>
          <pc:docMk/>
          <pc:sldMk cId="4056491077" sldId="592"/>
        </pc:sldMkLst>
      </pc:sldChg>
      <pc:sldChg chg="del">
        <pc:chgData name="Taylor Davis" userId="5c9e72a0-c39f-4aa1-9d7d-64125e78cbe6" providerId="ADAL" clId="{BFE1098B-E8DF-4102-B972-43B55D2DEC26}" dt="2024-09-25T02:42:07.624" v="1170" actId="47"/>
        <pc:sldMkLst>
          <pc:docMk/>
          <pc:sldMk cId="76722108" sldId="593"/>
        </pc:sldMkLst>
      </pc:sldChg>
      <pc:sldChg chg="add">
        <pc:chgData name="Taylor Davis" userId="5c9e72a0-c39f-4aa1-9d7d-64125e78cbe6" providerId="ADAL" clId="{BFE1098B-E8DF-4102-B972-43B55D2DEC26}" dt="2024-09-24T03:40:34.834" v="176"/>
        <pc:sldMkLst>
          <pc:docMk/>
          <pc:sldMk cId="1020958979" sldId="594"/>
        </pc:sldMkLst>
      </pc:sldChg>
      <pc:sldChg chg="del">
        <pc:chgData name="Taylor Davis" userId="5c9e72a0-c39f-4aa1-9d7d-64125e78cbe6" providerId="ADAL" clId="{BFE1098B-E8DF-4102-B972-43B55D2DEC26}" dt="2024-09-24T03:40:31.693" v="175" actId="2696"/>
        <pc:sldMkLst>
          <pc:docMk/>
          <pc:sldMk cId="3712416636" sldId="594"/>
        </pc:sldMkLst>
      </pc:sldChg>
      <pc:sldChg chg="addSp delSp modSp new mod">
        <pc:chgData name="Taylor Davis" userId="5c9e72a0-c39f-4aa1-9d7d-64125e78cbe6" providerId="ADAL" clId="{BFE1098B-E8DF-4102-B972-43B55D2DEC26}" dt="2024-09-24T03:48:55.411" v="1098" actId="14100"/>
        <pc:sldMkLst>
          <pc:docMk/>
          <pc:sldMk cId="3957526499" sldId="595"/>
        </pc:sldMkLst>
        <pc:spChg chg="del mod">
          <ac:chgData name="Taylor Davis" userId="5c9e72a0-c39f-4aa1-9d7d-64125e78cbe6" providerId="ADAL" clId="{BFE1098B-E8DF-4102-B972-43B55D2DEC26}" dt="2024-09-24T03:37:56.792" v="31" actId="478"/>
          <ac:spMkLst>
            <pc:docMk/>
            <pc:sldMk cId="3957526499" sldId="595"/>
            <ac:spMk id="2" creationId="{CE00FD45-10FC-599B-26D4-5E7459803E70}"/>
          </ac:spMkLst>
        </pc:spChg>
        <pc:spChg chg="mod">
          <ac:chgData name="Taylor Davis" userId="5c9e72a0-c39f-4aa1-9d7d-64125e78cbe6" providerId="ADAL" clId="{BFE1098B-E8DF-4102-B972-43B55D2DEC26}" dt="2024-09-24T03:48:55.411" v="1098" actId="14100"/>
          <ac:spMkLst>
            <pc:docMk/>
            <pc:sldMk cId="3957526499" sldId="595"/>
            <ac:spMk id="3" creationId="{0B0090C8-67DE-93DA-2F42-DC676EB7CD00}"/>
          </ac:spMkLst>
        </pc:spChg>
        <pc:spChg chg="add del mod">
          <ac:chgData name="Taylor Davis" userId="5c9e72a0-c39f-4aa1-9d7d-64125e78cbe6" providerId="ADAL" clId="{BFE1098B-E8DF-4102-B972-43B55D2DEC26}" dt="2024-09-24T03:38:02.233" v="32" actId="478"/>
          <ac:spMkLst>
            <pc:docMk/>
            <pc:sldMk cId="3957526499" sldId="595"/>
            <ac:spMk id="7" creationId="{F471BBCB-C9CA-6530-3935-F7F08C3FB90A}"/>
          </ac:spMkLst>
        </pc:spChg>
        <pc:spChg chg="add del mod">
          <ac:chgData name="Taylor Davis" userId="5c9e72a0-c39f-4aa1-9d7d-64125e78cbe6" providerId="ADAL" clId="{BFE1098B-E8DF-4102-B972-43B55D2DEC26}" dt="2024-09-24T03:38:12.524" v="34" actId="478"/>
          <ac:spMkLst>
            <pc:docMk/>
            <pc:sldMk cId="3957526499" sldId="595"/>
            <ac:spMk id="8" creationId="{EC76BC20-EDD8-EBCF-8A6A-6AE250CA3071}"/>
          </ac:spMkLst>
        </pc:spChg>
        <pc:spChg chg="add del mod">
          <ac:chgData name="Taylor Davis" userId="5c9e72a0-c39f-4aa1-9d7d-64125e78cbe6" providerId="ADAL" clId="{BFE1098B-E8DF-4102-B972-43B55D2DEC26}" dt="2024-09-24T03:38:14.260" v="35" actId="478"/>
          <ac:spMkLst>
            <pc:docMk/>
            <pc:sldMk cId="3957526499" sldId="595"/>
            <ac:spMk id="10" creationId="{4F334C1F-6F4B-77F2-8BDB-25D358ED0321}"/>
          </ac:spMkLst>
        </pc:spChg>
        <pc:spChg chg="add mod">
          <ac:chgData name="Taylor Davis" userId="5c9e72a0-c39f-4aa1-9d7d-64125e78cbe6" providerId="ADAL" clId="{BFE1098B-E8DF-4102-B972-43B55D2DEC26}" dt="2024-09-24T03:48:41.169" v="1096" actId="2711"/>
          <ac:spMkLst>
            <pc:docMk/>
            <pc:sldMk cId="3957526499" sldId="595"/>
            <ac:spMk id="11" creationId="{6F8C2887-D60B-FA45-FAD0-D8B468DA5738}"/>
          </ac:spMkLst>
        </pc:spChg>
        <pc:spChg chg="add mod ord">
          <ac:chgData name="Taylor Davis" userId="5c9e72a0-c39f-4aa1-9d7d-64125e78cbe6" providerId="ADAL" clId="{BFE1098B-E8DF-4102-B972-43B55D2DEC26}" dt="2024-09-24T03:48:22.343" v="1092" actId="14100"/>
          <ac:spMkLst>
            <pc:docMk/>
            <pc:sldMk cId="3957526499" sldId="595"/>
            <ac:spMk id="12" creationId="{C045D512-29E5-5C49-6331-8575A5576465}"/>
          </ac:spMkLst>
        </pc:spChg>
      </pc:sldChg>
      <pc:sldChg chg="add del">
        <pc:chgData name="Taylor Davis" userId="5c9e72a0-c39f-4aa1-9d7d-64125e78cbe6" providerId="ADAL" clId="{BFE1098B-E8DF-4102-B972-43B55D2DEC26}" dt="2024-09-25T03:23:18.174" v="1175" actId="47"/>
        <pc:sldMkLst>
          <pc:docMk/>
          <pc:sldMk cId="3903060040" sldId="596"/>
        </pc:sldMkLst>
      </pc:sldChg>
      <pc:sldChg chg="addSp modSp add mod">
        <pc:chgData name="Taylor Davis" userId="5c9e72a0-c39f-4aa1-9d7d-64125e78cbe6" providerId="ADAL" clId="{BFE1098B-E8DF-4102-B972-43B55D2DEC26}" dt="2024-09-25T18:39:55.306" v="1306" actId="20577"/>
        <pc:sldMkLst>
          <pc:docMk/>
          <pc:sldMk cId="3919212901" sldId="597"/>
        </pc:sldMkLst>
        <pc:spChg chg="add mod">
          <ac:chgData name="Taylor Davis" userId="5c9e72a0-c39f-4aa1-9d7d-64125e78cbe6" providerId="ADAL" clId="{BFE1098B-E8DF-4102-B972-43B55D2DEC26}" dt="2024-09-25T18:39:55.306" v="1306" actId="20577"/>
          <ac:spMkLst>
            <pc:docMk/>
            <pc:sldMk cId="3919212901" sldId="597"/>
            <ac:spMk id="8" creationId="{B08C49B2-38E6-C6EF-09EC-F27AFD7B5764}"/>
          </ac:spMkLst>
        </pc:spChg>
      </pc:sldChg>
      <pc:sldMasterChg chg="del delSldLayout">
        <pc:chgData name="Taylor Davis" userId="5c9e72a0-c39f-4aa1-9d7d-64125e78cbe6" providerId="ADAL" clId="{BFE1098B-E8DF-4102-B972-43B55D2DEC26}" dt="2024-09-25T02:42:07.624" v="1170" actId="47"/>
        <pc:sldMasterMkLst>
          <pc:docMk/>
          <pc:sldMasterMk cId="1538378443" sldId="2147483768"/>
        </pc:sldMasterMkLst>
        <pc:sldLayoutChg chg="del">
          <pc:chgData name="Taylor Davis" userId="5c9e72a0-c39f-4aa1-9d7d-64125e78cbe6" providerId="ADAL" clId="{BFE1098B-E8DF-4102-B972-43B55D2DEC26}" dt="2024-09-25T02:42:07.624" v="1170" actId="47"/>
          <pc:sldLayoutMkLst>
            <pc:docMk/>
            <pc:sldMasterMk cId="1538378443" sldId="2147483768"/>
            <pc:sldLayoutMk cId="1576444943" sldId="2147483769"/>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2437030360" sldId="2147483770"/>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1875058076" sldId="2147483771"/>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1927393909" sldId="2147483772"/>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2745093293" sldId="2147483773"/>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3431104057" sldId="2147483774"/>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1245249980" sldId="2147483775"/>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3334929237" sldId="2147483776"/>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1735123783" sldId="2147483777"/>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2072865952" sldId="2147483778"/>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190644878" sldId="2147483779"/>
          </pc:sldLayoutMkLst>
        </pc:sldLayoutChg>
        <pc:sldLayoutChg chg="del">
          <pc:chgData name="Taylor Davis" userId="5c9e72a0-c39f-4aa1-9d7d-64125e78cbe6" providerId="ADAL" clId="{BFE1098B-E8DF-4102-B972-43B55D2DEC26}" dt="2024-09-25T02:42:07.624" v="1170" actId="47"/>
          <pc:sldLayoutMkLst>
            <pc:docMk/>
            <pc:sldMasterMk cId="1538378443" sldId="2147483768"/>
            <pc:sldLayoutMk cId="2181251457" sldId="214748378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9/25/2024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20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9/25/2024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9/25/2024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9/25/2024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9/25/2024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9/25/2024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9/25/2024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9/25/2024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9/25/2024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9/25/2024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9/25/2024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9/25/2024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9/25/2024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3058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a:solidFill>
                  <a:schemeClr val="bg1"/>
                </a:solidFill>
              </a:rPr>
              <a:t>September 25, </a:t>
            </a:r>
            <a:r>
              <a:rPr lang="en-US" sz="2000" b="1" dirty="0">
                <a:solidFill>
                  <a:schemeClr val="bg1"/>
                </a:solidFill>
              </a:rPr>
              <a:t>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045D512-29E5-5C49-6331-8575A5576465}"/>
              </a:ext>
            </a:extLst>
          </p:cNvPr>
          <p:cNvSpPr/>
          <p:nvPr/>
        </p:nvSpPr>
        <p:spPr>
          <a:xfrm>
            <a:off x="0" y="1"/>
            <a:ext cx="12192000" cy="1206500"/>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B0090C8-67DE-93DA-2F42-DC676EB7CD00}"/>
              </a:ext>
            </a:extLst>
          </p:cNvPr>
          <p:cNvSpPr>
            <a:spLocks noGrp="1"/>
          </p:cNvSpPr>
          <p:nvPr>
            <p:ph idx="1"/>
          </p:nvPr>
        </p:nvSpPr>
        <p:spPr>
          <a:xfrm>
            <a:off x="838202" y="1587500"/>
            <a:ext cx="10515600" cy="4589463"/>
          </a:xfrm>
        </p:spPr>
        <p:txBody>
          <a:bodyPr>
            <a:normAutofit fontScale="85000" lnSpcReduction="20000"/>
          </a:bodyPr>
          <a:lstStyle/>
          <a:p>
            <a:pPr marL="514350" indent="-514350">
              <a:buFont typeface="+mj-lt"/>
              <a:buAutoNum type="arabicPeriod"/>
            </a:pPr>
            <a:r>
              <a:rPr lang="en-US" dirty="0"/>
              <a:t>Identify commercial margin for SLUHN (slides 3-6)</a:t>
            </a:r>
          </a:p>
          <a:p>
            <a:pPr marL="514350" indent="-514350">
              <a:buFont typeface="+mj-lt"/>
              <a:buAutoNum type="arabicPeriod"/>
            </a:pPr>
            <a:r>
              <a:rPr lang="en-US" dirty="0"/>
              <a:t>Identify current market share for SLUHN (slide 7)</a:t>
            </a:r>
          </a:p>
          <a:p>
            <a:pPr marL="514350" indent="-514350">
              <a:buFont typeface="+mj-lt"/>
              <a:buAutoNum type="arabicPeriod"/>
            </a:pPr>
            <a:r>
              <a:rPr lang="en-US" dirty="0"/>
              <a:t>Estimate PMPY projected healthcare spend (slide 8)</a:t>
            </a:r>
          </a:p>
          <a:p>
            <a:pPr marL="514350" indent="-514350">
              <a:buFont typeface="+mj-lt"/>
              <a:buAutoNum type="arabicPeriod"/>
            </a:pPr>
            <a:r>
              <a:rPr lang="en-US" dirty="0"/>
              <a:t>Estimate likely tier-1 with-in DTE steerage (slide 9)</a:t>
            </a:r>
          </a:p>
          <a:p>
            <a:pPr marL="514350" indent="-514350">
              <a:buFont typeface="+mj-lt"/>
              <a:buAutoNum type="arabicPeriod"/>
            </a:pPr>
            <a:r>
              <a:rPr lang="en-US" dirty="0"/>
              <a:t>Estimate differences in revenue and profitability for a cohort of 5,000 members (1) on traditional commercial plans and (2) within the DTE (slide 10)</a:t>
            </a:r>
          </a:p>
          <a:p>
            <a:pPr marL="514350" indent="-514350">
              <a:buFont typeface="+mj-lt"/>
              <a:buAutoNum type="arabicPeriod"/>
            </a:pPr>
            <a:r>
              <a:rPr lang="en-US" dirty="0"/>
              <a:t>Estimate high and low estimates in revenue and profitability based DTE plan size and varied assumptions (slides 11-17)</a:t>
            </a:r>
          </a:p>
          <a:p>
            <a:pPr marL="514350" indent="-514350">
              <a:buFont typeface="+mj-lt"/>
              <a:buAutoNum type="arabicPeriod"/>
            </a:pPr>
            <a:r>
              <a:rPr lang="en-US" dirty="0"/>
              <a:t>Estimate total addressable DTE market and the plan’s 25-year growth path (slide 18)</a:t>
            </a:r>
          </a:p>
          <a:p>
            <a:pPr marL="514350" indent="-514350">
              <a:buFont typeface="+mj-lt"/>
              <a:buAutoNum type="arabicPeriod"/>
            </a:pPr>
            <a:r>
              <a:rPr lang="en-US" dirty="0"/>
              <a:t>Estimate plan size and profitability for the first four years (slide 19)</a:t>
            </a:r>
          </a:p>
          <a:p>
            <a:pPr marL="514350" indent="-514350">
              <a:buFont typeface="+mj-lt"/>
              <a:buAutoNum type="arabicPeriod"/>
            </a:pPr>
            <a:r>
              <a:rPr lang="en-US" dirty="0"/>
              <a:t>Estimate 25-year revenue growth and profitability (slide 20)</a:t>
            </a:r>
          </a:p>
          <a:p>
            <a:pPr marL="514350" indent="-514350">
              <a:buFont typeface="+mj-lt"/>
              <a:buAutoNum type="arabicPeriod"/>
            </a:pPr>
            <a:endParaRPr lang="en-US" dirty="0"/>
          </a:p>
          <a:p>
            <a:pPr marL="514350" indent="-514350">
              <a:buFont typeface="+mj-lt"/>
              <a:buAutoNum type="arabicPeriod"/>
            </a:pPr>
            <a:endParaRPr lang="en-US" dirty="0"/>
          </a:p>
        </p:txBody>
      </p:sp>
      <p:sp>
        <p:nvSpPr>
          <p:cNvPr id="4" name="Footer Placeholder 3">
            <a:extLst>
              <a:ext uri="{FF2B5EF4-FFF2-40B4-BE49-F238E27FC236}">
                <a16:creationId xmlns:a16="http://schemas.microsoft.com/office/drawing/2014/main" id="{DA309E8B-E85B-125D-CE0E-2468F3727613}"/>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B7168D72-A5A5-E03C-335F-08A9046995DF}"/>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11" name="Title 1">
            <a:extLst>
              <a:ext uri="{FF2B5EF4-FFF2-40B4-BE49-F238E27FC236}">
                <a16:creationId xmlns:a16="http://schemas.microsoft.com/office/drawing/2014/main" id="{6F8C2887-D60B-FA45-FAD0-D8B468DA5738}"/>
              </a:ext>
            </a:extLst>
          </p:cNvPr>
          <p:cNvSpPr>
            <a:spLocks noGrp="1"/>
          </p:cNvSpPr>
          <p:nvPr>
            <p:ph type="title"/>
          </p:nvPr>
        </p:nvSpPr>
        <p:spPr>
          <a:xfrm>
            <a:off x="0" y="-59531"/>
            <a:ext cx="10515600" cy="1325563"/>
          </a:xfrm>
        </p:spPr>
        <p:txBody>
          <a:bodyPr/>
          <a:lstStyle/>
          <a:p>
            <a:r>
              <a:rPr lang="en-US" b="1" dirty="0">
                <a:solidFill>
                  <a:schemeClr val="bg1"/>
                </a:solidFill>
                <a:latin typeface="+mn-lt"/>
              </a:rPr>
              <a:t>Steps to Modeling SLUHN DTE Projections</a:t>
            </a:r>
          </a:p>
        </p:txBody>
      </p:sp>
    </p:spTree>
    <p:extLst>
      <p:ext uri="{BB962C8B-B14F-4D97-AF65-F5344CB8AC3E}">
        <p14:creationId xmlns:p14="http://schemas.microsoft.com/office/powerpoint/2010/main" val="3957526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99867641"/>
              </p:ext>
            </p:extLst>
          </p:nvPr>
        </p:nvGraphicFramePr>
        <p:xfrm>
          <a:off x="1" y="1"/>
          <a:ext cx="12192001" cy="6858004"/>
        </p:xfrm>
        <a:graphic>
          <a:graphicData uri="http://schemas.openxmlformats.org/drawingml/2006/table">
            <a:tbl>
              <a:tblPr/>
              <a:tblGrid>
                <a:gridCol w="2023014">
                  <a:extLst>
                    <a:ext uri="{9D8B030D-6E8A-4147-A177-3AD203B41FA5}">
                      <a16:colId xmlns:a16="http://schemas.microsoft.com/office/drawing/2014/main" val="20000"/>
                    </a:ext>
                  </a:extLst>
                </a:gridCol>
                <a:gridCol w="1382450">
                  <a:extLst>
                    <a:ext uri="{9D8B030D-6E8A-4147-A177-3AD203B41FA5}">
                      <a16:colId xmlns:a16="http://schemas.microsoft.com/office/drawing/2014/main" val="20001"/>
                    </a:ext>
                  </a:extLst>
                </a:gridCol>
                <a:gridCol w="1768162">
                  <a:extLst>
                    <a:ext uri="{9D8B030D-6E8A-4147-A177-3AD203B41FA5}">
                      <a16:colId xmlns:a16="http://schemas.microsoft.com/office/drawing/2014/main" val="20002"/>
                    </a:ext>
                  </a:extLst>
                </a:gridCol>
                <a:gridCol w="1499734">
                  <a:extLst>
                    <a:ext uri="{9D8B030D-6E8A-4147-A177-3AD203B41FA5}">
                      <a16:colId xmlns:a16="http://schemas.microsoft.com/office/drawing/2014/main" val="20003"/>
                    </a:ext>
                  </a:extLst>
                </a:gridCol>
                <a:gridCol w="1626674">
                  <a:extLst>
                    <a:ext uri="{9D8B030D-6E8A-4147-A177-3AD203B41FA5}">
                      <a16:colId xmlns:a16="http://schemas.microsoft.com/office/drawing/2014/main" val="20004"/>
                    </a:ext>
                  </a:extLst>
                </a:gridCol>
                <a:gridCol w="1235941">
                  <a:extLst>
                    <a:ext uri="{9D8B030D-6E8A-4147-A177-3AD203B41FA5}">
                      <a16:colId xmlns:a16="http://schemas.microsoft.com/office/drawing/2014/main" val="20005"/>
                    </a:ext>
                  </a:extLst>
                </a:gridCol>
                <a:gridCol w="1651006">
                  <a:extLst>
                    <a:ext uri="{9D8B030D-6E8A-4147-A177-3AD203B41FA5}">
                      <a16:colId xmlns:a16="http://schemas.microsoft.com/office/drawing/2014/main" val="20006"/>
                    </a:ext>
                  </a:extLst>
                </a:gridCol>
                <a:gridCol w="1005020">
                  <a:extLst>
                    <a:ext uri="{9D8B030D-6E8A-4147-A177-3AD203B41FA5}">
                      <a16:colId xmlns:a16="http://schemas.microsoft.com/office/drawing/2014/main" val="20007"/>
                    </a:ext>
                  </a:extLst>
                </a:gridCol>
              </a:tblGrid>
              <a:tr h="232916">
                <a:tc gridSpan="8">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28888">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Metric</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Grand View Hospital</a:t>
                      </a:r>
                    </a:p>
                  </a:txBody>
                  <a:tcPr marL="0" marR="0" marT="9144" marB="9144"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175,348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34,414</a:t>
                      </a:r>
                    </a:p>
                  </a:txBody>
                  <a:tcPr marL="0" marR="0" marT="9144" marB="9144"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220384">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13,584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11,581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$602,108.1K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$191,795.8K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$60,120.5K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$27,847.82K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$63,154.19K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$14,624.38K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$95,947.68K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$613,155.9K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$239,790.1K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$86,069.32K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$79,750.91K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$137,201.8K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$41,012.13K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$140,601K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$239,589.9K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$94,531.81K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$34,117.06K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$16,775.95K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$40,371.26K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$8,186.026K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$42,014.48K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$136,616.8K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$33,310.48K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$10,636.72K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$12,644.13K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$19,332.77K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$4,531.892K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$8,881.773K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$839,057.3K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$305,159.9K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$101,702.4K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$78,292.09K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$141,070.3K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$42,705.19K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$185,405.8K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$48,987.31K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$14,933.32K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$7,920.645K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$6,751.937K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$3,875.871K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$6,692.891K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$12,862.06K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22042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$507,803.4K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$152,854.5K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$57,209.3K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$24,434K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$45,493.67K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$13,401.86K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$120,788.3K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2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$517,120.8K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$191,104.2K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$81,901.61K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$69,974.36K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$98,834.53K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$37,583.72K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$177,002.2K</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2132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$1,024,924K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$343,958.6K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$139,110.9K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$94,408.36K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$144,328.2K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$50,985.57K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$297,790.4K</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2016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$89,043.57K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$7,345.306K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$13,303.81K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$56,446.17K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$4,437.54K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$-61,488.33K</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30.8%</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42.4%</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39.5%</a:t>
                      </a:r>
                    </a:p>
                  </a:txBody>
                  <a:tcPr marL="0" marR="0" marT="9144" marB="9144"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2038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59.4%</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48.9%</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52.3%</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48.0%</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52.6%</a:t>
                      </a:r>
                    </a:p>
                  </a:txBody>
                  <a:tcPr marL="0" marR="0" marT="9144" marB="9144"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35839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40.2%</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42.9%</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35.7%</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48.4%</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29.5%</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2.0%</a:t>
                      </a:r>
                    </a:p>
                  </a:txBody>
                  <a:tcPr marL="0" marR="0" marT="9144" marB="9144"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r>
                        <a:rPr lang="en-US" sz="800" b="0" i="0" u="none" cap="none" dirty="0">
                          <a:solidFill>
                            <a:srgbClr val="666666">
                              <a:alpha val="100000"/>
                            </a:srgbClr>
                          </a:solidFill>
                          <a:latin typeface="Arial"/>
                          <a:cs typeface="Arial"/>
                          <a:sym typeface="Arial"/>
                        </a:rPr>
                        <a:t>. St. Luke’s </a:t>
                      </a:r>
                      <a:r>
                        <a:rPr lang="en-US" sz="800" b="0" i="0" u="none" cap="none">
                          <a:solidFill>
                            <a:srgbClr val="666666">
                              <a:alpha val="100000"/>
                            </a:srgbClr>
                          </a:solidFill>
                          <a:latin typeface="Arial"/>
                          <a:cs typeface="Arial"/>
                          <a:sym typeface="Arial"/>
                        </a:rPr>
                        <a:t>Carbon Campus </a:t>
                      </a:r>
                      <a:r>
                        <a:rPr lang="en-US" sz="800" b="0" i="0" u="none" cap="none" dirty="0">
                          <a:solidFill>
                            <a:srgbClr val="666666">
                              <a:alpha val="100000"/>
                            </a:srgbClr>
                          </a:solidFill>
                          <a:latin typeface="Arial"/>
                          <a:cs typeface="Arial"/>
                          <a:sym typeface="Arial"/>
                        </a:rPr>
                        <a:t>is not included in this report as they are currently missing in the Medicare Cost Report. </a:t>
                      </a:r>
                      <a:endParaRPr sz="800" b="0" i="0" u="none" cap="none" dirty="0">
                        <a:solidFill>
                          <a:srgbClr val="666666">
                            <a:alpha val="100000"/>
                          </a:srgbClr>
                        </a:solidFill>
                        <a:latin typeface="Arial"/>
                        <a:cs typeface="Arial"/>
                        <a:sym typeface="Arial"/>
                      </a:endParaRPr>
                    </a:p>
                  </a:txBody>
                  <a:tcPr marL="0" marR="0" marT="9144" marB="9144"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155532">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155532">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9144" marB="9144"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extLst>
      <p:ext uri="{BB962C8B-B14F-4D97-AF65-F5344CB8AC3E}">
        <p14:creationId xmlns:p14="http://schemas.microsoft.com/office/powerpoint/2010/main" val="3837436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SLUHN’s 2021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316,301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$2,393,180K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103,307</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$475,586K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19,760</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$225,955K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12,842</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($102,024K)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180,392</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$1,693,393K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57%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3716620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1,693,393K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233%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1,631,785K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3,325,178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$1,229,671K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728,028K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701,541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1,429,569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2,095,506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-665,937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1001408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01D12-C1AE-35E0-648B-28079C42FA93}"/>
              </a:ext>
            </a:extLst>
          </p:cNvPr>
          <p:cNvSpPr>
            <a:spLocks noGrp="1"/>
          </p:cNvSpPr>
          <p:nvPr>
            <p:ph idx="1"/>
          </p:nvPr>
        </p:nvSpPr>
        <p:spPr/>
        <p:txBody>
          <a:bodyPr/>
          <a:lstStyle/>
          <a:p>
            <a:r>
              <a:rPr lang="en-US" dirty="0"/>
              <a:t>KBA recommends targeting KBA DTE prices 10% below commercial rates (resulting in a roughly 10 percentage-point drop in DTE profit). </a:t>
            </a:r>
          </a:p>
          <a:p>
            <a:r>
              <a:rPr lang="en-US" dirty="0"/>
              <a:t>To compensate for this lower margin, KBA provides the following margin improvements: </a:t>
            </a:r>
          </a:p>
          <a:p>
            <a:pPr lvl="1"/>
            <a:r>
              <a:rPr lang="en-US" dirty="0"/>
              <a:t>Streamlined billing ensures no pre-authorization far friendlier billing practices than commercial insurance. </a:t>
            </a:r>
          </a:p>
          <a:p>
            <a:pPr lvl="1"/>
            <a:r>
              <a:rPr lang="en-US" dirty="0"/>
              <a:t>Patient cards allow patients a no-interest payment option for SLUHN patient-responsibility payments. This card also improves patient steerage towards SLUHN. </a:t>
            </a:r>
          </a:p>
        </p:txBody>
      </p:sp>
      <p:sp>
        <p:nvSpPr>
          <p:cNvPr id="4" name="Footer Placeholder 3">
            <a:extLst>
              <a:ext uri="{FF2B5EF4-FFF2-40B4-BE49-F238E27FC236}">
                <a16:creationId xmlns:a16="http://schemas.microsoft.com/office/drawing/2014/main" id="{35D0ADF5-30C5-5095-63DF-D52E615FB3BA}"/>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52BD5AE-A58A-2E79-45CA-3D54B0C09D84}"/>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6" name="Title 1">
            <a:extLst>
              <a:ext uri="{FF2B5EF4-FFF2-40B4-BE49-F238E27FC236}">
                <a16:creationId xmlns:a16="http://schemas.microsoft.com/office/drawing/2014/main" id="{E8700EF2-C9F1-4B5C-9D9E-B78A811EFC04}"/>
              </a:ext>
            </a:extLst>
          </p:cNvPr>
          <p:cNvSpPr>
            <a:spLocks noGrp="1"/>
          </p:cNvSpPr>
          <p:nvPr>
            <p:ph type="title"/>
          </p:nvPr>
        </p:nvSpPr>
        <p:spPr>
          <a:xfrm>
            <a:off x="838202" y="365125"/>
            <a:ext cx="10515600" cy="1325563"/>
          </a:xfrm>
        </p:spPr>
        <p:txBody>
          <a:bodyPr/>
          <a:lstStyle/>
          <a:p>
            <a:r>
              <a:rPr lang="en-US" b="1" dirty="0">
                <a:latin typeface="+mn-lt"/>
                <a:cs typeface="Arial" panose="020B0604020202020204" pitchFamily="34" charset="0"/>
              </a:rPr>
              <a:t>Modeling Prices and Commercial Margins</a:t>
            </a:r>
          </a:p>
        </p:txBody>
      </p:sp>
    </p:spTree>
    <p:extLst>
      <p:ext uri="{BB962C8B-B14F-4D97-AF65-F5344CB8AC3E}">
        <p14:creationId xmlns:p14="http://schemas.microsoft.com/office/powerpoint/2010/main" val="1020958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164097"/>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6" name="Table 5"/>
          <p:cNvGraphicFramePr>
            <a:graphicFrameLocks noGrp="1"/>
          </p:cNvGraphicFramePr>
          <p:nvPr/>
        </p:nvGraphicFramePr>
        <p:xfrm>
          <a:off x="653844" y="816277"/>
          <a:ext cx="10884310" cy="5100477"/>
        </p:xfrm>
        <a:graphic>
          <a:graphicData uri="http://schemas.openxmlformats.org/drawingml/2006/table">
            <a:tbl>
              <a:tblPr/>
              <a:tblGrid>
                <a:gridCol w="3421482">
                  <a:extLst>
                    <a:ext uri="{9D8B030D-6E8A-4147-A177-3AD203B41FA5}">
                      <a16:colId xmlns:a16="http://schemas.microsoft.com/office/drawing/2014/main" val="20000"/>
                    </a:ext>
                  </a:extLst>
                </a:gridCol>
                <a:gridCol w="724012">
                  <a:extLst>
                    <a:ext uri="{9D8B030D-6E8A-4147-A177-3AD203B41FA5}">
                      <a16:colId xmlns:a16="http://schemas.microsoft.com/office/drawing/2014/main" val="20001"/>
                    </a:ext>
                  </a:extLst>
                </a:gridCol>
                <a:gridCol w="979887">
                  <a:extLst>
                    <a:ext uri="{9D8B030D-6E8A-4147-A177-3AD203B41FA5}">
                      <a16:colId xmlns:a16="http://schemas.microsoft.com/office/drawing/2014/main" val="20002"/>
                    </a:ext>
                  </a:extLst>
                </a:gridCol>
                <a:gridCol w="1042777">
                  <a:extLst>
                    <a:ext uri="{9D8B030D-6E8A-4147-A177-3AD203B41FA5}">
                      <a16:colId xmlns:a16="http://schemas.microsoft.com/office/drawing/2014/main" val="20003"/>
                    </a:ext>
                  </a:extLst>
                </a:gridCol>
                <a:gridCol w="2126789">
                  <a:extLst>
                    <a:ext uri="{9D8B030D-6E8A-4147-A177-3AD203B41FA5}">
                      <a16:colId xmlns:a16="http://schemas.microsoft.com/office/drawing/2014/main" val="20004"/>
                    </a:ext>
                  </a:extLst>
                </a:gridCol>
                <a:gridCol w="2589363">
                  <a:extLst>
                    <a:ext uri="{9D8B030D-6E8A-4147-A177-3AD203B41FA5}">
                      <a16:colId xmlns:a16="http://schemas.microsoft.com/office/drawing/2014/main" val="20005"/>
                    </a:ext>
                  </a:extLst>
                </a:gridCol>
              </a:tblGrid>
              <a:tr h="394435">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92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464,369.1K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$1,008,837.0K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Upper Bucks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86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522,787.0K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748,428.8K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2917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Bethlehem</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783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$4,431,459.5K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$4,512,769.9K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19</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Grand View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180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313,554.5K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459,480.3K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1</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Easton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113,367.3K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317,923.5K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n-US" sz="1000" b="0" i="0" u="none" cap="none" dirty="0">
                          <a:solidFill>
                            <a:schemeClr val="accent1"/>
                          </a:solidFill>
                          <a:latin typeface="Arial"/>
                          <a:cs typeface="Arial"/>
                          <a:sym typeface="Arial"/>
                        </a:rPr>
                        <a:t>1</a:t>
                      </a:r>
                      <a:r>
                        <a:rPr sz="1000" b="0" i="0" u="none" cap="none" dirty="0">
                          <a:solidFill>
                            <a:schemeClr val="accent1"/>
                          </a:solidFill>
                          <a:latin typeface="Arial"/>
                          <a:cs typeface="Arial"/>
                          <a:sym typeface="Arial"/>
                        </a:rPr>
                        <a: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Miners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49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149,719.5K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428,768.3K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2917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Anderson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193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$1,295,917.8K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$1,620,203.3K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OSF Holy Family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7,959.6K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107,751.2K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Ascension St Vincent Williamsport (FKA St Vincent Williamsport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10,559.8K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84,780.5K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The Medical Center at Bowling Green</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803,256.9K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666,736.1K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TriStar Greenview Regional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428,341.9K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641,858.8K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01682">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Merit Health River Region (FKA River Region Health System)</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155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648,085.0K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492,123.8K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Beartooth Billings Clinic</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6,596.1K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24,644.3K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Hunterdon Health (FKA Hunterdon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184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393,935.6K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929,836.7K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Hackettstown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95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419,072.8K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451,745.3K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Glens Falls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391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378,756.5K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714,562.5K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Atrium Medical Center</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244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563,010.9K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556,450.0K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35285">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Schuylkill S Jackson Street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118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244,006.4K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346,134.4K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12656">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Schuylkill E Norwegian Street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99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117,895.3K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181,742.1K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Lower Bucks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105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216,227.2K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126,832.8K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Lehigh Valley Hospital - Cedar Crest</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1,190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$6,447,851.8K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$8,433,644.8K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28%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Wilkes-Barre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188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  764,343.4K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$1,091,258.7K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Warren General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85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63,831.1K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207,521.0K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Lehigh Valley Hospital - Hazleton</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134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263,046.6K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605,706.7K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01682">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St Lukes Lehighton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68</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193,471.3K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288,155.6K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Doylestown Hospital (AKA Doylestown Health)</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217</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593,232.7K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853,288.6K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Geisinger Wyoming Valley Medical Center</a:t>
                      </a:r>
                    </a:p>
                  </a:txBody>
                  <a:tcPr marL="0" marR="0" marT="9144" marB="9144"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583</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$2,190,243.6K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$4,045,390.9K</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10%</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7%</a:t>
                      </a:r>
                    </a:p>
                  </a:txBody>
                  <a:tcPr marL="0" marR="0" marT="9144" marB="9144"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Rothman Orthopaedic Specialty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24</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63,808.3K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209,522.8K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Geisinger St Lukes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60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184,744.4K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275,367.2K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St Lukes Carbon Campus</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52</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307,695.2K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371,559.4K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1%</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101682">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Ascension Saint Thomas River Park (FKA River Park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56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97,845.5K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245,030.4K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Castleview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39</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63,429.8K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221,776.7K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3"/>
                  </a:ext>
                </a:extLst>
              </a:tr>
              <a:tr h="83039">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Warren Memorial Hospital</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36</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46,268.2K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194,670.3K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4"/>
                  </a:ext>
                </a:extLst>
              </a:tr>
              <a:tr h="83039">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Memorial Hospital of Carbon County</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25</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9,924.9K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700" b="0" i="0" u="none" cap="none">
                          <a:solidFill>
                            <a:srgbClr val="000000">
                              <a:alpha val="100000"/>
                            </a:srgbClr>
                          </a:solidFill>
                          <a:latin typeface="Arial"/>
                          <a:cs typeface="Arial"/>
                          <a:sym typeface="Arial"/>
                        </a:rPr>
                        <a:t>$   50,036.4K</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Arial"/>
                          <a:cs typeface="Arial"/>
                          <a:sym typeface="Arial"/>
                        </a:rPr>
                        <a:t>0%</a:t>
                      </a:r>
                    </a:p>
                  </a:txBody>
                  <a:tcPr marL="0" marR="0" marT="9144" marB="9144"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5"/>
                  </a:ext>
                </a:extLst>
              </a:tr>
            </a:tbl>
          </a:graphicData>
        </a:graphic>
      </p:graphicFrame>
      <p:sp>
        <p:nvSpPr>
          <p:cNvPr id="8" name="TextBox 7">
            <a:extLst>
              <a:ext uri="{FF2B5EF4-FFF2-40B4-BE49-F238E27FC236}">
                <a16:creationId xmlns:a16="http://schemas.microsoft.com/office/drawing/2014/main" id="{B08C49B2-38E6-C6EF-09EC-F27AFD7B5764}"/>
              </a:ext>
            </a:extLst>
          </p:cNvPr>
          <p:cNvSpPr txBox="1"/>
          <p:nvPr/>
        </p:nvSpPr>
        <p:spPr>
          <a:xfrm>
            <a:off x="838197" y="5966550"/>
            <a:ext cx="8555855" cy="253916"/>
          </a:xfrm>
          <a:prstGeom prst="rect">
            <a:avLst/>
          </a:prstGeom>
          <a:noFill/>
        </p:spPr>
        <p:txBody>
          <a:bodyPr wrap="square">
            <a:spAutoFit/>
          </a:bodyPr>
          <a:lstStyle/>
          <a:p>
            <a:r>
              <a:rPr lang="en-US" sz="1050" b="0" i="0" u="none" cap="none" dirty="0">
                <a:solidFill>
                  <a:schemeClr val="accent2"/>
                </a:solidFill>
                <a:latin typeface="Arial"/>
                <a:cs typeface="Arial"/>
                <a:sym typeface="Arial"/>
              </a:rPr>
              <a:t>St. Luke’s Carbon Campus is not included in this report as they are currently missing in the Medicare Cost Report. </a:t>
            </a:r>
            <a:endParaRPr lang="en-US" sz="1050" dirty="0">
              <a:solidFill>
                <a:schemeClr val="accent2"/>
              </a:solidFill>
            </a:endParaRPr>
          </a:p>
        </p:txBody>
      </p:sp>
    </p:spTree>
    <p:extLst>
      <p:ext uri="{BB962C8B-B14F-4D97-AF65-F5344CB8AC3E}">
        <p14:creationId xmlns:p14="http://schemas.microsoft.com/office/powerpoint/2010/main" val="3919212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$ 3,939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$ 6,616</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a:t>
                      </a:r>
                      <a:r>
                        <a:rPr lang="en-US" sz="1400" b="1" i="0" u="none" strike="noStrike">
                          <a:solidFill>
                            <a:srgbClr val="000000"/>
                          </a:solidFill>
                          <a:effectLst/>
                          <a:latin typeface="Calibri" panose="020F0502020204030204" pitchFamily="34" charset="0"/>
                        </a:rPr>
                        <a:t>$ 3,089</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3490357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9</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270174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10</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$ 5,813,802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$ 5,356,579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$ 2,500,978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$ 13,671,359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$ 1,505,901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$ 1,387,470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$ 647,807.7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$ 3,541,179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$ 9,765,906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$ 9,825,906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$ 9,495,906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$ 14,010,150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$ 25,471,600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$ 11,892,650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$ 51,374,400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$ 3,628,933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$ 6,597,698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$ 3,080,455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$ 13,307,085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72647" y="87594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32% (inpatient) and 17%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(70% of the observed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77% market steerage based on KBA narrow network DTE experience</a:t>
            </a:r>
          </a:p>
        </p:txBody>
      </p:sp>
      <p:sp>
        <p:nvSpPr>
          <p:cNvPr id="11" name="TextBox 7">
            <a:extLst>
              <a:ext uri="{FF2B5EF4-FFF2-40B4-BE49-F238E27FC236}">
                <a16:creationId xmlns:a16="http://schemas.microsoft.com/office/drawing/2014/main" id="{A897897D-C568-B204-6568-514AD4B71A5C}"/>
              </a:ext>
            </a:extLst>
          </p:cNvPr>
          <p:cNvSpPr txBox="1"/>
          <p:nvPr/>
        </p:nvSpPr>
        <p:spPr>
          <a:xfrm>
            <a:off x="7772646" y="2690336"/>
            <a:ext cx="4318001" cy="1384995"/>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25.9%, with a 10 percentage-point reduction to reflect competitive-edge rates and a 10 percentage-point increase to reflect lower billing costs and better patient-responsibility collections because of the plan patient card.  </a:t>
            </a:r>
          </a:p>
        </p:txBody>
      </p:sp>
    </p:spTree>
    <p:extLst>
      <p:ext uri="{BB962C8B-B14F-4D97-AF65-F5344CB8AC3E}">
        <p14:creationId xmlns:p14="http://schemas.microsoft.com/office/powerpoint/2010/main" val="626936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6"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9" name="TextBox 12">
            <a:extLst>
              <a:ext uri="{FF2B5EF4-FFF2-40B4-BE49-F238E27FC236}">
                <a16:creationId xmlns:a16="http://schemas.microsoft.com/office/drawing/2014/main" id="{025AE6BF-C458-13D4-626E-DAD4C1439055}"/>
              </a:ext>
            </a:extLst>
          </p:cNvPr>
          <p:cNvSpPr txBox="1"/>
          <p:nvPr/>
        </p:nvSpPr>
        <p:spPr>
          <a:xfrm>
            <a:off x="7466120" y="2250333"/>
            <a:ext cx="4616389" cy="738664"/>
          </a:xfrm>
          <a:prstGeom prst="rect">
            <a:avLst/>
          </a:prstGeom>
          <a:noFill/>
        </p:spPr>
        <p:txBody>
          <a:bodyPr wrap="square" rtlCol="0">
            <a:spAutoFit/>
          </a:bodyPr>
          <a:lstStyle/>
          <a:p>
            <a:r>
              <a:rPr lang="en-US" sz="1050" dirty="0">
                <a:solidFill/>
              </a:rPr>
              <a:t>KBA currently estimates that Saint Luke's University Health Network has 32% inpatient market share, and 17% outpatient market compared to hospitals/clinics in the Luzerne, Carbon, Schuylkill, Lehigh, Northampton, Warren, Hunterdon, and Bucks Counties. Based on other KBA DTE networks, we expect steerage to be:</a:t>
            </a:r>
          </a:p>
        </p:txBody>
      </p:sp>
      <p:sp>
        <p:nvSpPr>
          <p:cNvPr id="10"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1"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2"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3" name="TextBox 16">
            <a:extLst>
              <a:ext uri="{FF2B5EF4-FFF2-40B4-BE49-F238E27FC236}">
                <a16:creationId xmlns:a16="http://schemas.microsoft.com/office/drawing/2014/main" id="{19FEE2C1-9161-C3CD-EE7F-6727C796DF0D}"/>
              </a:ext>
            </a:extLst>
          </p:cNvPr>
          <p:cNvSpPr txBox="1"/>
          <p:nvPr/>
        </p:nvSpPr>
        <p:spPr>
          <a:xfrm>
            <a:off x="7753036" y="3237256"/>
            <a:ext cx="583814" cy="369332"/>
          </a:xfrm>
          <a:prstGeom prst="rect">
            <a:avLst/>
          </a:prstGeom>
          <a:noFill/>
        </p:spPr>
        <p:txBody>
          <a:bodyPr wrap="none" rtlCol="0">
            <a:spAutoFit/>
          </a:bodyPr>
          <a:lstStyle/>
          <a:p>
            <a:r>
              <a:rPr lang="en-US" dirty="0">
                <a:solidFill/>
              </a:rPr>
              <a:t>70%</a:t>
            </a:r>
          </a:p>
        </p:txBody>
      </p:sp>
      <p:sp>
        <p:nvSpPr>
          <p:cNvPr id="14" name="TextBox 17">
            <a:extLst>
              <a:ext uri="{FF2B5EF4-FFF2-40B4-BE49-F238E27FC236}">
                <a16:creationId xmlns:a16="http://schemas.microsoft.com/office/drawing/2014/main" id="{1CC51BEE-0560-3D56-4AE8-86D704578774}"/>
              </a:ext>
            </a:extLst>
          </p:cNvPr>
          <p:cNvSpPr txBox="1"/>
          <p:nvPr/>
        </p:nvSpPr>
        <p:spPr>
          <a:xfrm>
            <a:off x="9580097" y="3237256"/>
            <a:ext cx="583814" cy="369332"/>
          </a:xfrm>
          <a:prstGeom prst="rect">
            <a:avLst/>
          </a:prstGeom>
          <a:noFill/>
        </p:spPr>
        <p:txBody>
          <a:bodyPr wrap="none" rtlCol="0">
            <a:spAutoFit/>
          </a:bodyPr>
          <a:lstStyle/>
          <a:p>
            <a:r>
              <a:rPr lang="en-US" dirty="0">
                <a:solidFill/>
              </a:rPr>
              <a:t>77%</a:t>
            </a:r>
          </a:p>
        </p:txBody>
      </p:sp>
      <p:sp>
        <p:nvSpPr>
          <p:cNvPr id="15" name="TextBox 18">
            <a:extLst>
              <a:ext uri="{FF2B5EF4-FFF2-40B4-BE49-F238E27FC236}">
                <a16:creationId xmlns:a16="http://schemas.microsoft.com/office/drawing/2014/main" id="{A17D3C89-20DF-71B2-E5D8-1DA9D1F926E7}"/>
              </a:ext>
            </a:extLst>
          </p:cNvPr>
          <p:cNvSpPr txBox="1"/>
          <p:nvPr/>
        </p:nvSpPr>
        <p:spPr>
          <a:xfrm>
            <a:off x="11218036" y="3237256"/>
            <a:ext cx="583814" cy="369332"/>
          </a:xfrm>
          <a:prstGeom prst="rect">
            <a:avLst/>
          </a:prstGeom>
          <a:noFill/>
        </p:spPr>
        <p:txBody>
          <a:bodyPr wrap="none" rtlCol="0">
            <a:spAutoFit/>
          </a:bodyPr>
          <a:lstStyle/>
          <a:p>
            <a:r>
              <a:rPr lang="en-US" dirty="0">
                <a:solidFill/>
              </a:rPr>
              <a:t>85%</a:t>
            </a:r>
          </a:p>
        </p:txBody>
      </p:sp>
      <p:sp>
        <p:nvSpPr>
          <p:cNvPr id="16"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0"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estimates DTE margins to be similar to the margin of other commercial plans (prices are lower but billing costs and self-payments are higher). We model DTE commercial margin as on target, below and above other commercial plans.</a:t>
            </a:r>
          </a:p>
        </p:txBody>
      </p:sp>
      <p:sp>
        <p:nvSpPr>
          <p:cNvPr id="21"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2" name="TextBox 26">
            <a:extLst>
              <a:ext uri="{FF2B5EF4-FFF2-40B4-BE49-F238E27FC236}">
                <a16:creationId xmlns:a16="http://schemas.microsoft.com/office/drawing/2014/main" id="{2559AB8C-6F23-81D3-4546-DE75EBD91879}"/>
              </a:ext>
            </a:extLst>
          </p:cNvPr>
          <p:cNvSpPr txBox="1"/>
          <p:nvPr/>
        </p:nvSpPr>
        <p:spPr>
          <a:xfrm>
            <a:off x="9572765" y="5300748"/>
            <a:ext cx="643509" cy="307777"/>
          </a:xfrm>
          <a:prstGeom prst="rect">
            <a:avLst/>
          </a:prstGeom>
          <a:noFill/>
        </p:spPr>
        <p:txBody>
          <a:bodyPr wrap="none" rtlCol="0">
            <a:spAutoFit/>
          </a:bodyPr>
          <a:lstStyle/>
          <a:p>
            <a:r>
              <a:rPr lang="en-US" sz="1400" b="1" dirty="0"/>
              <a:t>Target</a:t>
            </a:r>
          </a:p>
        </p:txBody>
      </p:sp>
      <p:sp>
        <p:nvSpPr>
          <p:cNvPr id="23" name="TextBox 27">
            <a:extLst>
              <a:ext uri="{FF2B5EF4-FFF2-40B4-BE49-F238E27FC236}">
                <a16:creationId xmlns:a16="http://schemas.microsoft.com/office/drawing/2014/main" id="{314AFF5C-ABDA-A82B-40C8-14E2DB160036}"/>
              </a:ext>
            </a:extLst>
          </p:cNvPr>
          <p:cNvSpPr txBox="1"/>
          <p:nvPr/>
        </p:nvSpPr>
        <p:spPr>
          <a:xfrm>
            <a:off x="11436788" y="5300748"/>
            <a:ext cx="524503" cy="307777"/>
          </a:xfrm>
          <a:prstGeom prst="rect">
            <a:avLst/>
          </a:prstGeom>
          <a:noFill/>
        </p:spPr>
        <p:txBody>
          <a:bodyPr wrap="none" rtlCol="0">
            <a:spAutoFit/>
          </a:bodyPr>
          <a:lstStyle/>
          <a:p>
            <a:r>
              <a:rPr lang="en-US" sz="1400" b="1" dirty="0"/>
              <a:t>High</a:t>
            </a:r>
          </a:p>
        </p:txBody>
      </p:sp>
      <p:sp>
        <p:nvSpPr>
          <p:cNvPr id="24" name="TextBox 28">
            <a:extLst>
              <a:ext uri="{FF2B5EF4-FFF2-40B4-BE49-F238E27FC236}">
                <a16:creationId xmlns:a16="http://schemas.microsoft.com/office/drawing/2014/main" id="{2C03026B-6D1E-F7B1-9995-7D9DC1019C60}"/>
              </a:ext>
            </a:extLst>
          </p:cNvPr>
          <p:cNvSpPr txBox="1"/>
          <p:nvPr/>
        </p:nvSpPr>
        <p:spPr>
          <a:xfrm>
            <a:off x="7659946" y="5559601"/>
            <a:ext cx="1099083" cy="369332"/>
          </a:xfrm>
          <a:prstGeom prst="rect">
            <a:avLst/>
          </a:prstGeom>
          <a:noFill/>
        </p:spPr>
        <p:txBody>
          <a:bodyPr wrap="none" rtlCol="0">
            <a:spAutoFit/>
          </a:bodyPr>
          <a:lstStyle/>
          <a:p>
            <a:r>
              <a:rPr lang="en-US" dirty="0">
                <a:solidFill/>
              </a:rPr>
              <a:t>5% Below</a:t>
            </a:r>
          </a:p>
        </p:txBody>
      </p:sp>
      <p:sp>
        <p:nvSpPr>
          <p:cNvPr id="25" name="TextBox 29">
            <a:extLst>
              <a:ext uri="{FF2B5EF4-FFF2-40B4-BE49-F238E27FC236}">
                <a16:creationId xmlns:a16="http://schemas.microsoft.com/office/drawing/2014/main" id="{9C64CEEB-E16A-926D-5DF0-DC8275443A40}"/>
              </a:ext>
            </a:extLst>
          </p:cNvPr>
          <p:cNvSpPr txBox="1"/>
          <p:nvPr/>
        </p:nvSpPr>
        <p:spPr>
          <a:xfrm>
            <a:off x="9580061" y="5571573"/>
            <a:ext cx="700833" cy="369332"/>
          </a:xfrm>
          <a:prstGeom prst="rect">
            <a:avLst/>
          </a:prstGeom>
          <a:noFill/>
        </p:spPr>
        <p:txBody>
          <a:bodyPr wrap="none" rtlCol="0">
            <a:spAutoFit/>
          </a:bodyPr>
          <a:lstStyle/>
          <a:p>
            <a:r>
              <a:rPr lang="en-US" dirty="0">
                <a:solidFill/>
              </a:rPr>
              <a:t>Same</a:t>
            </a:r>
          </a:p>
        </p:txBody>
      </p:sp>
      <p:sp>
        <p:nvSpPr>
          <p:cNvPr id="26" name="TextBox 30">
            <a:extLst>
              <a:ext uri="{FF2B5EF4-FFF2-40B4-BE49-F238E27FC236}">
                <a16:creationId xmlns:a16="http://schemas.microsoft.com/office/drawing/2014/main" id="{716000A2-AFB1-117D-BFF0-2BDA3EA8A77D}"/>
              </a:ext>
            </a:extLst>
          </p:cNvPr>
          <p:cNvSpPr txBox="1"/>
          <p:nvPr/>
        </p:nvSpPr>
        <p:spPr>
          <a:xfrm>
            <a:off x="11024514" y="5560691"/>
            <a:ext cx="1112741" cy="369332"/>
          </a:xfrm>
          <a:prstGeom prst="rect">
            <a:avLst/>
          </a:prstGeom>
          <a:noFill/>
        </p:spPr>
        <p:txBody>
          <a:bodyPr wrap="none" rtlCol="0">
            <a:spAutoFit/>
          </a:bodyPr>
          <a:lstStyle/>
          <a:p>
            <a:r>
              <a:rPr lang="en-US" dirty="0">
                <a:solidFill/>
              </a:rPr>
              <a:t>5% Above</a:t>
            </a:r>
          </a:p>
        </p:txBody>
      </p:sp>
      <p:sp>
        <p:nvSpPr>
          <p:cNvPr id="27"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8"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pic>
        <p:nvPicPr>
          <p:cNvPr id="29" name="Content Placeholder 28"/>
          <p:cNvPicPr>
            <a:picLocks noGrp="1"/>
          </p:cNvPicPr>
          <p:nvPr>
            <p:ph/>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2977969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1998" cy="6858000"/>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001168">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Target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a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imilar to other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T</a:t>
                      </a:r>
                      <a:r>
                        <a:rPr sz="2000" b="1" i="0" u="none" cap="none" dirty="0">
                          <a:solidFill>
                            <a:srgbClr val="FFFFFF">
                              <a:alpha val="100000"/>
                            </a:srgbClr>
                          </a:solidFill>
                          <a:latin typeface="Arial"/>
                          <a:cs typeface="Arial"/>
                          <a:sym typeface="Arial"/>
                        </a:rPr>
                        <a:t>arget (77%)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75438">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825964">
                <a:tc>
                  <a:txBody>
                    <a:bodyPr/>
                    <a:lstStyle/>
                    <a:p>
                      <a:pPr marL="127000" marR="127000" algn="l">
                        <a:lnSpc>
                          <a:spcPct val="100000"/>
                        </a:lnSpc>
                        <a:spcBef>
                          <a:spcPts val="0"/>
                        </a:spcBef>
                        <a:spcAft>
                          <a:spcPts val="0"/>
                        </a:spcAft>
                        <a:buNone/>
                      </a:pPr>
                      <a:r>
                        <a:rPr sz="14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4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543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5438">
                <a:tc>
                  <a:txBody>
                    <a:bodyPr/>
                    <a:lstStyle/>
                    <a:p>
                      <a:pPr marL="127000" marR="127000" algn="l">
                        <a:lnSpc>
                          <a:spcPct val="100000"/>
                        </a:lnSpc>
                        <a:spcBef>
                          <a:spcPts val="0"/>
                        </a:spcBef>
                        <a:spcAft>
                          <a:spcPts val="0"/>
                        </a:spcAft>
                        <a:buNone/>
                      </a:pPr>
                      <a:r>
                        <a:rPr sz="1400" b="0" i="0" u="none" cap="none" dirty="0">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$10,274.9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$51,374.4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$256,872.0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$3,770.3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$37,703.0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$188,515.2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$2,661.4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$13,307.1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$66,535.4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550642">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$976.6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$9,765.9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$48,829.5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5438">
                <a:tc>
                  <a:txBody>
                    <a:bodyPr/>
                    <a:lstStyle/>
                    <a:p>
                      <a:pPr marL="127000" marR="1270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75438">
                <a:tc>
                  <a:txBody>
                    <a:bodyPr/>
                    <a:lstStyle/>
                    <a:p>
                      <a:pPr marL="127000" marR="1270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$652.6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$1,635.2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$9,495.9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$48,799.5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1998" cy="6867329"/>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600263">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with a margin similar to other commercial plans and target (77%)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25098">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a:t>
                      </a:r>
                      <a:r>
                        <a:rPr sz="1400" b="1" i="0" u="none" cap="none" dirty="0">
                          <a:solidFill>
                            <a:srgbClr val="FFFFFF">
                              <a:alpha val="100000"/>
                            </a:srgbClr>
                          </a:solidFill>
                          <a:latin typeface="Arial"/>
                          <a:cs typeface="Arial"/>
                          <a:sym typeface="Arial"/>
                        </a:rPr>
                        <a:t>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9521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dirty="0">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$70,050.8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$18,144.7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$40,981.7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$424.6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$2,123.0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$10,615.2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$127,358.0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$6,597.7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$32,988.5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$100,575.1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$1,042.0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$5,210.2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$26,051.1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$11,892.6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$59,463.2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5098">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$3,080.5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$15,402.3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$9,391.7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$46,958.4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30144">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$2,432.6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$12,163.2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25098">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$652.6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$1,635.2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$9,495.9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1" i="0" u="none" cap="none" dirty="0">
                          <a:solidFill>
                            <a:srgbClr val="000000">
                              <a:alpha val="100000"/>
                            </a:srgbClr>
                          </a:solidFill>
                          <a:latin typeface="Arial"/>
                          <a:cs typeface="Arial"/>
                          <a:sym typeface="Arial"/>
                        </a:rPr>
                        <a:t>$48,799.5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High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ercentage-</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oint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I</a:t>
                      </a:r>
                      <a:r>
                        <a:rPr sz="2000" b="1" i="0" u="none" cap="none" dirty="0">
                          <a:solidFill>
                            <a:srgbClr val="FFFFFF">
                              <a:alpha val="100000"/>
                            </a:srgbClr>
                          </a:solidFill>
                          <a:latin typeface="Arial"/>
                          <a:cs typeface="Arial"/>
                          <a:sym typeface="Arial"/>
                        </a:rPr>
                        <a:t>mprovement </a:t>
                      </a:r>
                      <a:r>
                        <a:rPr lang="en-US" sz="2000" b="1" i="0" u="none" cap="none" dirty="0">
                          <a:solidFill>
                            <a:srgbClr val="FFFFFF">
                              <a:alpha val="100000"/>
                            </a:srgbClr>
                          </a:solidFill>
                          <a:latin typeface="Arial"/>
                          <a:cs typeface="Arial"/>
                          <a:sym typeface="Arial"/>
                        </a:rPr>
                        <a:t>O</a:t>
                      </a:r>
                      <a:r>
                        <a:rPr sz="2000" b="1" i="0" u="none" cap="none" dirty="0">
                          <a:solidFill>
                            <a:srgbClr val="FFFFFF">
                              <a:alpha val="100000"/>
                            </a:srgbClr>
                          </a:solidFill>
                          <a:latin typeface="Arial"/>
                          <a:cs typeface="Arial"/>
                          <a:sym typeface="Arial"/>
                        </a:rPr>
                        <a:t>ver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H</a:t>
                      </a:r>
                      <a:r>
                        <a:rPr sz="2000" b="1" i="0" u="none" cap="none" dirty="0">
                          <a:solidFill>
                            <a:srgbClr val="FFFFFF">
                              <a:alpha val="100000"/>
                            </a:srgbClr>
                          </a:solidFill>
                          <a:latin typeface="Arial"/>
                          <a:cs typeface="Arial"/>
                          <a:sym typeface="Arial"/>
                        </a:rPr>
                        <a:t>igh (85%)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$11,342.4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$56,712.0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$283,560.0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$8,608.1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$43,040.6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$215,203.2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$1,752.5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$3,505.0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$17,525.2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$87,626.2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$13,984.1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$69,920.3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8199">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$1,074.4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$2,478.8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$13,714.1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$69,890.3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with 5 percentage-point margin improvement over commercial plans and high (85%)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$3,093.2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$15,465.8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$77,328.8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$955.9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$4,779.3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$23,896.3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$1,930.4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$3,273.4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$16,366.8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$28,118.0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$140,590.0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$8,689.1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$43,445.4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$4,552.3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$22,761.4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$113,807.1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$7,301.6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$36,508.0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$2,625.7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$13,128.2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$65,641.2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$4,056.9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$20,284.6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$53,136.4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$3,409.1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$17,045.5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1998" cy="6858004"/>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1512794">
                <a:tc gridSpan="5">
                  <a:txBody>
                    <a:bodyPr/>
                    <a:lstStyle/>
                    <a:p>
                      <a:pPr marL="127000" marR="127000" algn="l">
                        <a:lnSpc>
                          <a:spcPct val="100000"/>
                        </a:lnSpc>
                        <a:spcBef>
                          <a:spcPts val="0"/>
                        </a:spcBef>
                        <a:spcAft>
                          <a:spcPts val="0"/>
                        </a:spcAft>
                        <a:buNone/>
                      </a:pPr>
                      <a:r>
                        <a:rPr sz="2000" b="1" i="0" u="none" cap="none" dirty="0">
                          <a:solidFill>
                            <a:srgbClr val="FFFFFF">
                              <a:alpha val="100000"/>
                            </a:srgbClr>
                          </a:solidFill>
                          <a:latin typeface="Arial"/>
                          <a:cs typeface="Arial"/>
                          <a:sym typeface="Arial"/>
                        </a:rPr>
                        <a:t>Low </a:t>
                      </a:r>
                      <a:r>
                        <a:rPr lang="en-US" sz="2000" b="1" i="0" u="none" cap="none" dirty="0">
                          <a:solidFill>
                            <a:srgbClr val="FFFFFF">
                              <a:alpha val="100000"/>
                            </a:srgbClr>
                          </a:solidFill>
                          <a:latin typeface="Arial"/>
                          <a:cs typeface="Arial"/>
                          <a:sym typeface="Arial"/>
                        </a:rPr>
                        <a:t>E</a:t>
                      </a:r>
                      <a:r>
                        <a:rPr sz="2000" b="1" i="0" u="none" cap="none" dirty="0">
                          <a:solidFill>
                            <a:srgbClr val="FFFFFF">
                              <a:alpha val="100000"/>
                            </a:srgbClr>
                          </a:solidFill>
                          <a:latin typeface="Arial"/>
                          <a:cs typeface="Arial"/>
                          <a:sym typeface="Arial"/>
                        </a:rPr>
                        <a:t>stimate </a:t>
                      </a:r>
                      <a:r>
                        <a:rPr lang="en-US" sz="2000" b="1" i="0" u="none" cap="none" dirty="0">
                          <a:solidFill>
                            <a:srgbClr val="FFFFFF">
                              <a:alpha val="100000"/>
                            </a:srgbClr>
                          </a:solidFill>
                          <a:latin typeface="Arial"/>
                          <a:cs typeface="Arial"/>
                          <a:sym typeface="Arial"/>
                        </a:rPr>
                        <a:t>W</a:t>
                      </a:r>
                      <a:r>
                        <a:rPr sz="2000" b="1" i="0" u="none" cap="none" dirty="0">
                          <a:solidFill>
                            <a:srgbClr val="FFFFFF">
                              <a:alpha val="100000"/>
                            </a:srgbClr>
                          </a:solidFill>
                          <a:latin typeface="Arial"/>
                          <a:cs typeface="Arial"/>
                          <a:sym typeface="Arial"/>
                        </a:rPr>
                        <a:t>ith 5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ercentage-</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oint </a:t>
                      </a:r>
                      <a:r>
                        <a:rPr lang="en-US" sz="2000" b="1" i="0" u="none" cap="none" dirty="0">
                          <a:solidFill>
                            <a:srgbClr val="FFFFFF">
                              <a:alpha val="100000"/>
                            </a:srgbClr>
                          </a:solidFill>
                          <a:latin typeface="Arial"/>
                          <a:cs typeface="Arial"/>
                          <a:sym typeface="Arial"/>
                        </a:rPr>
                        <a:t>M</a:t>
                      </a:r>
                      <a:r>
                        <a:rPr sz="2000" b="1" i="0" u="none" cap="none" dirty="0">
                          <a:solidFill>
                            <a:srgbClr val="FFFFFF">
                              <a:alpha val="100000"/>
                            </a:srgbClr>
                          </a:solidFill>
                          <a:latin typeface="Arial"/>
                          <a:cs typeface="Arial"/>
                          <a:sym typeface="Arial"/>
                        </a:rPr>
                        <a:t>argin </a:t>
                      </a:r>
                      <a:r>
                        <a:rPr lang="en-US" sz="2000" b="1" i="0" u="none" cap="none" dirty="0">
                          <a:solidFill>
                            <a:srgbClr val="FFFFFF">
                              <a:alpha val="100000"/>
                            </a:srgbClr>
                          </a:solidFill>
                          <a:latin typeface="Arial"/>
                          <a:cs typeface="Arial"/>
                          <a:sym typeface="Arial"/>
                        </a:rPr>
                        <a:t>D</a:t>
                      </a:r>
                      <a:r>
                        <a:rPr sz="2000" b="1" i="0" u="none" cap="none" dirty="0">
                          <a:solidFill>
                            <a:srgbClr val="FFFFFF">
                              <a:alpha val="100000"/>
                            </a:srgbClr>
                          </a:solidFill>
                          <a:latin typeface="Arial"/>
                          <a:cs typeface="Arial"/>
                          <a:sym typeface="Arial"/>
                        </a:rPr>
                        <a:t>ecrease </a:t>
                      </a:r>
                      <a:r>
                        <a:rPr lang="en-US" sz="2000" b="1" i="0" u="none" cap="none" dirty="0">
                          <a:solidFill>
                            <a:srgbClr val="FFFFFF">
                              <a:alpha val="100000"/>
                            </a:srgbClr>
                          </a:solidFill>
                          <a:latin typeface="Arial"/>
                          <a:cs typeface="Arial"/>
                          <a:sym typeface="Arial"/>
                        </a:rPr>
                        <a:t>O</a:t>
                      </a:r>
                      <a:r>
                        <a:rPr sz="2000" b="1" i="0" u="none" cap="none" dirty="0">
                          <a:solidFill>
                            <a:srgbClr val="FFFFFF">
                              <a:alpha val="100000"/>
                            </a:srgbClr>
                          </a:solidFill>
                          <a:latin typeface="Arial"/>
                          <a:cs typeface="Arial"/>
                          <a:sym typeface="Arial"/>
                        </a:rPr>
                        <a:t>ver </a:t>
                      </a:r>
                      <a:r>
                        <a:rPr lang="en-US" sz="2000" b="1" i="0" u="none" cap="none" dirty="0">
                          <a:solidFill>
                            <a:srgbClr val="FFFFFF">
                              <a:alpha val="100000"/>
                            </a:srgbClr>
                          </a:solidFill>
                          <a:latin typeface="Arial"/>
                          <a:cs typeface="Arial"/>
                          <a:sym typeface="Arial"/>
                        </a:rPr>
                        <a:t>C</a:t>
                      </a:r>
                      <a:r>
                        <a:rPr sz="2000" b="1" i="0" u="none" cap="none" dirty="0">
                          <a:solidFill>
                            <a:srgbClr val="FFFFFF">
                              <a:alpha val="100000"/>
                            </a:srgbClr>
                          </a:solidFill>
                          <a:latin typeface="Arial"/>
                          <a:cs typeface="Arial"/>
                          <a:sym typeface="Arial"/>
                        </a:rPr>
                        <a:t>ommercial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lans and </a:t>
                      </a:r>
                      <a:r>
                        <a:rPr lang="en-US" sz="2000" b="1" i="0" u="none" cap="none" dirty="0">
                          <a:solidFill>
                            <a:srgbClr val="FFFFFF">
                              <a:alpha val="100000"/>
                            </a:srgbClr>
                          </a:solidFill>
                          <a:latin typeface="Arial"/>
                          <a:cs typeface="Arial"/>
                          <a:sym typeface="Arial"/>
                        </a:rPr>
                        <a:t>L</a:t>
                      </a:r>
                      <a:r>
                        <a:rPr sz="2000" b="1" i="0" u="none" cap="none" dirty="0">
                          <a:solidFill>
                            <a:srgbClr val="FFFFFF">
                              <a:alpha val="100000"/>
                            </a:srgbClr>
                          </a:solidFill>
                          <a:latin typeface="Arial"/>
                          <a:cs typeface="Arial"/>
                          <a:sym typeface="Arial"/>
                        </a:rPr>
                        <a:t>ow (70%) </a:t>
                      </a:r>
                      <a:r>
                        <a:rPr lang="en-US" sz="2000" b="1" i="0" u="none" cap="none" dirty="0">
                          <a:solidFill>
                            <a:srgbClr val="FFFFFF">
                              <a:alpha val="100000"/>
                            </a:srgbClr>
                          </a:solidFill>
                          <a:latin typeface="Arial"/>
                          <a:cs typeface="Arial"/>
                          <a:sym typeface="Arial"/>
                        </a:rPr>
                        <a:t>P</a:t>
                      </a:r>
                      <a:r>
                        <a:rPr sz="2000" b="1" i="0" u="none" cap="none" dirty="0">
                          <a:solidFill>
                            <a:srgbClr val="FFFFFF">
                              <a:alpha val="100000"/>
                            </a:srgbClr>
                          </a:solidFill>
                          <a:latin typeface="Arial"/>
                          <a:cs typeface="Arial"/>
                          <a:sym typeface="Arial"/>
                        </a:rPr>
                        <a:t>atient </a:t>
                      </a:r>
                      <a:r>
                        <a:rPr lang="en-US" sz="2000" b="1" i="0" u="none" cap="none" dirty="0">
                          <a:solidFill>
                            <a:srgbClr val="FFFFFF">
                              <a:alpha val="100000"/>
                            </a:srgbClr>
                          </a:solidFill>
                          <a:latin typeface="Arial"/>
                          <a:cs typeface="Arial"/>
                          <a:sym typeface="Arial"/>
                        </a:rPr>
                        <a:t>S</a:t>
                      </a:r>
                      <a:r>
                        <a:rPr sz="2000" b="1" i="0" u="none" cap="none" dirty="0">
                          <a:solidFill>
                            <a:srgbClr val="FFFFFF">
                              <a:alpha val="100000"/>
                            </a:srgbClr>
                          </a:solidFill>
                          <a:latin typeface="Arial"/>
                          <a:cs typeface="Arial"/>
                          <a:sym typeface="Arial"/>
                        </a:rPr>
                        <a:t>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378199">
                <a:tc gridSpan="5">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832037">
                <a:tc>
                  <a:txBody>
                    <a:bodyPr/>
                    <a:lstStyle/>
                    <a:p>
                      <a:pPr marL="127000" marR="127000" algn="l">
                        <a:lnSpc>
                          <a:spcPct val="100000"/>
                        </a:lnSpc>
                        <a:spcBef>
                          <a:spcPts val="0"/>
                        </a:spcBef>
                        <a:spcAft>
                          <a:spcPts val="0"/>
                        </a:spcAft>
                        <a:buNone/>
                      </a:pPr>
                      <a:r>
                        <a:rPr sz="1600" b="1" i="0" u="none" cap="none" dirty="0">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6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$2,734.3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$13,671.4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$68,356.8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$3,541.2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$17,705.9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$4,670.4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$9,340.8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$46,704.0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$233,520.0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$6,606.5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$33,032.6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$165,163.2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$976.2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$1,952.4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$9,762.2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$48,810.8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554691">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$1,244.2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$6,221.0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$31,104.9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78199">
                <a:tc>
                  <a:txBody>
                    <a:bodyPr/>
                    <a:lstStyle/>
                    <a:p>
                      <a:pPr marL="127000" marR="127000" algn="l">
                        <a:lnSpc>
                          <a:spcPct val="100000"/>
                        </a:lnSpc>
                        <a:spcBef>
                          <a:spcPts val="0"/>
                        </a:spcBef>
                        <a:spcAft>
                          <a:spcPts val="0"/>
                        </a:spcAft>
                        <a:buNone/>
                      </a:pPr>
                      <a:r>
                        <a:rPr sz="16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0" i="0" u="none" cap="none" dirty="0">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78199">
                <a:tc>
                  <a:txBody>
                    <a:bodyPr/>
                    <a:lstStyle/>
                    <a:p>
                      <a:pPr marL="127000" marR="127000" algn="l">
                        <a:lnSpc>
                          <a:spcPct val="100000"/>
                        </a:lnSpc>
                        <a:spcBef>
                          <a:spcPts val="0"/>
                        </a:spcBef>
                        <a:spcAft>
                          <a:spcPts val="0"/>
                        </a:spcAft>
                        <a:buNone/>
                      </a:pPr>
                      <a:r>
                        <a:rPr sz="16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$298.1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$926.2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a:solidFill>
                            <a:srgbClr val="000000">
                              <a:alpha val="100000"/>
                            </a:srgbClr>
                          </a:solidFill>
                          <a:latin typeface="Arial"/>
                          <a:cs typeface="Arial"/>
                          <a:sym typeface="Arial"/>
                        </a:rPr>
                        <a:t>$5,951.0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600" b="1" i="0" u="none" cap="none" dirty="0">
                          <a:solidFill>
                            <a:srgbClr val="000000">
                              <a:alpha val="100000"/>
                            </a:srgbClr>
                          </a:solidFill>
                          <a:latin typeface="Arial"/>
                          <a:cs typeface="Arial"/>
                          <a:sym typeface="Arial"/>
                        </a:rPr>
                        <a:t>$31,074.9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250010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1998" cy="6857992"/>
        </p:xfrm>
        <a:graphic>
          <a:graphicData uri="http://schemas.openxmlformats.org/drawingml/2006/table">
            <a:tbl>
              <a:tblPr/>
              <a:tblGrid>
                <a:gridCol w="4175342">
                  <a:extLst>
                    <a:ext uri="{9D8B030D-6E8A-4147-A177-3AD203B41FA5}">
                      <a16:colId xmlns:a16="http://schemas.microsoft.com/office/drawing/2014/main" val="20000"/>
                    </a:ext>
                  </a:extLst>
                </a:gridCol>
                <a:gridCol w="2004164">
                  <a:extLst>
                    <a:ext uri="{9D8B030D-6E8A-4147-A177-3AD203B41FA5}">
                      <a16:colId xmlns:a16="http://schemas.microsoft.com/office/drawing/2014/main" val="20001"/>
                    </a:ext>
                  </a:extLst>
                </a:gridCol>
                <a:gridCol w="2004164">
                  <a:extLst>
                    <a:ext uri="{9D8B030D-6E8A-4147-A177-3AD203B41FA5}">
                      <a16:colId xmlns:a16="http://schemas.microsoft.com/office/drawing/2014/main" val="20002"/>
                    </a:ext>
                  </a:extLst>
                </a:gridCol>
                <a:gridCol w="2004164">
                  <a:extLst>
                    <a:ext uri="{9D8B030D-6E8A-4147-A177-3AD203B41FA5}">
                      <a16:colId xmlns:a16="http://schemas.microsoft.com/office/drawing/2014/main" val="20003"/>
                    </a:ext>
                  </a:extLst>
                </a:gridCol>
                <a:gridCol w="2004164">
                  <a:extLst>
                    <a:ext uri="{9D8B030D-6E8A-4147-A177-3AD203B41FA5}">
                      <a16:colId xmlns:a16="http://schemas.microsoft.com/office/drawing/2014/main" val="20004"/>
                    </a:ext>
                  </a:extLst>
                </a:gridCol>
              </a:tblGrid>
              <a:tr h="890649">
                <a:tc gridSpan="5">
                  <a:txBody>
                    <a:bodyPr/>
                    <a:lstStyle/>
                    <a:p>
                      <a:pPr marL="127000" marR="127000" algn="l">
                        <a:lnSpc>
                          <a:spcPct val="100000"/>
                        </a:lnSpc>
                        <a:spcBef>
                          <a:spcPts val="0"/>
                        </a:spcBef>
                        <a:spcAft>
                          <a:spcPts val="0"/>
                        </a:spcAft>
                        <a:buNone/>
                      </a:pPr>
                      <a:r>
                        <a:rPr lang="en-US" sz="2000" b="1" i="0" u="none" cap="none" dirty="0">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with 5 percentage-point margin decrease over commercial plans and low (70%)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222662">
                <a:tc gridSpan="5">
                  <a:txBody>
                    <a:bodyPr/>
                    <a:lstStyle/>
                    <a:p>
                      <a:pPr marL="127000" marR="127000" algn="l">
                        <a:lnSpc>
                          <a:spcPct val="100000"/>
                        </a:lnSpc>
                        <a:spcBef>
                          <a:spcPts val="0"/>
                        </a:spcBef>
                        <a:spcAft>
                          <a:spcPts val="0"/>
                        </a:spcAft>
                        <a:buNone/>
                      </a:pPr>
                      <a:r>
                        <a:rPr lang="en-US" sz="1400" b="1" i="0" u="none" cap="none" dirty="0">
                          <a:solidFill>
                            <a:srgbClr val="FFFFFF">
                              <a:alpha val="100000"/>
                            </a:srgbClr>
                          </a:solidFill>
                          <a:latin typeface="Arial"/>
                          <a:cs typeface="Arial"/>
                          <a:sym typeface="Arial"/>
                        </a:rPr>
                        <a:t>Estimates by service line, 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0"/>
                        </a:spcBef>
                        <a:spcAft>
                          <a:spcPts val="0"/>
                        </a:spcAft>
                        <a:buNone/>
                      </a:pPr>
                      <a:r>
                        <a:rPr sz="1400" b="1" i="0" u="none" cap="none">
                          <a:solidFill>
                            <a:srgbClr val="FFFFFF">
                              <a:alpha val="100000"/>
                            </a:srgbClr>
                          </a:solidFill>
                          <a:latin typeface="Arial"/>
                          <a:cs typeface="Arial"/>
                          <a:sym typeface="Arial"/>
                        </a:rPr>
                        <a:t>All values in thousands of dollars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89857">
                <a:tc>
                  <a:txBody>
                    <a:bodyPr/>
                    <a:lstStyle/>
                    <a:p>
                      <a:pPr marL="127000" marR="1270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$1,162.8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$5,813.8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$29,069.0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$1,505.9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$7,529.5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$12,736.5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$63,682.5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$13,311.0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$34,613.5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$1,156.3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$5,781.5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$1,071.3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$5,356.6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$26,782.9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$1,387.5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$4,631.2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$23,156.0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$115,780.0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$24,200.5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$17,799.4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$88,997.1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$3,452.6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$17,263.2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$12,504.9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$2,162.3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$10,811.5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$54,057.5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22662">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$2,259.8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$11,299.2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$8,310.5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$41,552.6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26571">
                <a:tc>
                  <a:txBody>
                    <a:bodyPr/>
                    <a:lstStyle/>
                    <a:p>
                      <a:pPr marL="127000" marR="127000" algn="l">
                        <a:lnSpc>
                          <a:spcPct val="100000"/>
                        </a:lnSpc>
                        <a:spcBef>
                          <a:spcPts val="0"/>
                        </a:spcBef>
                        <a:spcAft>
                          <a:spcPts val="0"/>
                        </a:spcAft>
                        <a:buNone/>
                      </a:pPr>
                      <a:r>
                        <a:rPr sz="11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$322.4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$8,060.2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Hunterdon, Warren, Bucks, Carbon, Lehigh, Luzerne, Northampton, and Schuylkill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2,106K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1,230K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935K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538K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7" name="Table 6"/>
          <p:cNvGraphicFramePr>
            <a:graphicFrameLocks noGrp="1"/>
          </p:cNvGraphicFramePr>
          <p:nvPr/>
        </p:nvGraphicFramePr>
        <p:xfrm>
          <a:off x="6204852" y="5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3,733.8K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7,664.2K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12,773.7K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19,455.3K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3,426.6K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7,531.0K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12,671.7K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19,394.1K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8" name="Table 7"/>
          <p:cNvGraphicFramePr>
            <a:graphicFrameLocks noGrp="1"/>
          </p:cNvGraphicFramePr>
          <p:nvPr/>
        </p:nvGraphicFramePr>
        <p:xfrm>
          <a:off x="6204852" y="2291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10,218.9K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16,900.6K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4,810.7K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10,101.3K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16,823.8K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25,918.8K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6204852" y="4577025"/>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2,554.7K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8,450.3K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2,240.3K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4,960.7K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8,321.9K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rgbClr val="000000">
                              <a:alpha val="100000"/>
                            </a:srgbClr>
                          </a:solidFill>
                          <a:latin typeface="Arial"/>
                          <a:cs typeface="Arial"/>
                          <a:sym typeface="Arial"/>
                        </a:rPr>
                        <a:t>12,869.4K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6" name="Content Placeholder 9">
            <a:extLst>
              <a:ext uri="{FF2B5EF4-FFF2-40B4-BE49-F238E27FC236}">
                <a16:creationId xmlns:a16="http://schemas.microsoft.com/office/drawing/2014/main" id="{A548FD59-D806-2ABE-146B-5FF724092BAB}"/>
              </a:ext>
            </a:extLst>
          </p:cNvPr>
          <p:cNvPicPr>
            <a:picLocks/>
          </p:cNvPicPr>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Graining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$63.33M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$16.41M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$433.64M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$113.52M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$853.45M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$223.6M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45455</TotalTime>
  <Words>3932</Words>
  <Application>Microsoft Office PowerPoint</Application>
  <PresentationFormat>Widescreen</PresentationFormat>
  <Paragraphs>1249</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 Narrow</vt:lpstr>
      <vt:lpstr>Arial</vt:lpstr>
      <vt:lpstr>Calibri</vt:lpstr>
      <vt:lpstr>Calibri Light</vt:lpstr>
      <vt:lpstr>Office Theme</vt:lpstr>
      <vt:lpstr>PowerPoint Presentation</vt:lpstr>
      <vt:lpstr>Steps to Modeling SLUHN DTE Projections</vt:lpstr>
      <vt:lpstr>PowerPoint Presentation</vt:lpstr>
      <vt:lpstr>Estimation of SLUHN’s 2021 Payer Mix</vt:lpstr>
      <vt:lpstr>Estimation of Margin for Commercial vs. Government Pay</vt:lpstr>
      <vt:lpstr>Modeling Prices and Commercial Margins</vt:lpstr>
      <vt:lpstr>Estimating Market Share</vt:lpstr>
      <vt:lpstr>Estimating PMPY Spend (KBA Data)</vt:lpstr>
      <vt:lpstr>Estimating Expected Steerage (KBA Data)</vt:lpstr>
      <vt:lpstr>PowerPoint Presentation</vt:lpstr>
      <vt:lpstr>Estimated Financial Returns and Assumptions</vt:lpstr>
      <vt:lpstr>PowerPoint Presentation</vt:lpstr>
      <vt:lpstr>PowerPoint Presentation</vt:lpstr>
      <vt:lpstr>PowerPoint Presentation</vt:lpstr>
      <vt:lpstr>PowerPoint Presentation</vt:lpstr>
      <vt:lpstr>PowerPoint Presentation</vt:lpstr>
      <vt:lpstr>PowerPoint Presentation</vt:lpstr>
      <vt:lpstr>Plan Potential Growth Paths</vt:lpstr>
      <vt:lpstr>FOUR-YEAR PROJECTIONS</vt:lpstr>
      <vt:lpstr>Growing Powerful, Lasting Profitability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107</cp:revision>
  <cp:lastPrinted>2023-07-13T10:24:43Z</cp:lastPrinted>
  <dcterms:created xsi:type="dcterms:W3CDTF">2021-01-20T14:12:11Z</dcterms:created>
  <dcterms:modified xsi:type="dcterms:W3CDTF">2024-09-25T18:40:08Z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