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8"/>
  </p:notesMasterIdLst>
  <p:sldIdLst>
    <p:sldId id="588" r:id="rId8"/>
    <p:sldId id="454" r:id="rId9"/>
    <p:sldId id="549" r:id="rId10"/>
    <p:sldId id="559" r:id="rId11"/>
    <p:sldId id="580" r:id="rId12"/>
    <p:sldId id="582" r:id="rId13"/>
    <p:sldId id="548" r:id="rId14"/>
    <p:sldId id="585" r:id="rId15"/>
    <p:sldId id="536" r:id="rId16"/>
    <p:sldId id="472" r:id="rId17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88609" autoAdjust="0"/>
  </p:normalViewPr>
  <p:slideViewPr>
    <p:cSldViewPr snapToGrid="0">
      <p:cViewPr varScale="1">
        <p:scale>
          <a:sx n="84" d="100"/>
          <a:sy n="84" d="100"/>
        </p:scale>
        <p:origin x="461" y="8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9BB08178-2696-40B1-9ED6-19D30AAFA8BC}"/>
    <pc:docChg chg="delSld modSld delMainMaster">
      <pc:chgData name="Taylor Davis" userId="5c9e72a0-c39f-4aa1-9d7d-64125e78cbe6" providerId="ADAL" clId="{9BB08178-2696-40B1-9ED6-19D30AAFA8BC}" dt="2025-02-12T17:50:11.661" v="25" actId="20577"/>
      <pc:docMkLst>
        <pc:docMk/>
      </pc:docMkLst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9BB08178-2696-40B1-9ED6-19D30AAFA8BC}" dt="2025-02-07T22:39:17.506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9BB08178-2696-40B1-9ED6-19D30AAFA8BC}" dt="2025-02-07T22:39:17.506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9BB08178-2696-40B1-9ED6-19D30AAFA8BC}" dt="2025-02-07T22:39:25.368" v="1" actId="47"/>
        <pc:sldMkLst>
          <pc:docMk/>
          <pc:sldMk cId="3470905217" sldId="558"/>
        </pc:sldMkLst>
      </pc:sldChg>
      <pc:sldChg chg="modSp mod">
        <pc:chgData name="Taylor Davis" userId="5c9e72a0-c39f-4aa1-9d7d-64125e78cbe6" providerId="ADAL" clId="{9BB08178-2696-40B1-9ED6-19D30AAFA8BC}" dt="2025-02-12T17:50:11.661" v="25" actId="20577"/>
        <pc:sldMkLst>
          <pc:docMk/>
          <pc:sldMk cId="1660060508" sldId="559"/>
        </pc:sldMkLst>
        <pc:spChg chg="mod">
          <ac:chgData name="Taylor Davis" userId="5c9e72a0-c39f-4aa1-9d7d-64125e78cbe6" providerId="ADAL" clId="{9BB08178-2696-40B1-9ED6-19D30AAFA8BC}" dt="2025-02-12T17:50:11.661" v="25" actId="20577"/>
          <ac:spMkLst>
            <pc:docMk/>
            <pc:sldMk cId="1660060508" sldId="559"/>
            <ac:spMk id="4" creationId="{C9963971-9E27-D1D8-44A6-33EAA3782592}"/>
          </ac:spMkLst>
        </pc:spChg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9BB08178-2696-40B1-9ED6-19D30AAFA8BC}" dt="2025-02-07T22:39:41.359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9BB08178-2696-40B1-9ED6-19D30AAFA8BC}" dt="2025-02-07T22:39:17.506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9BB08178-2696-40B1-9ED6-19D30AAFA8BC}" dt="2025-02-07T22:39:35.723" v="2" actId="47"/>
        <pc:sldMkLst>
          <pc:docMk/>
          <pc:sldMk cId="4087636236" sldId="2145726868"/>
        </pc:sldMkLst>
      </pc:sldChg>
      <pc:sldChg chg="del">
        <pc:chgData name="Taylor Davis" userId="5c9e72a0-c39f-4aa1-9d7d-64125e78cbe6" providerId="ADAL" clId="{9BB08178-2696-40B1-9ED6-19D30AAFA8BC}" dt="2025-02-07T22:39:17.506" v="0" actId="47"/>
        <pc:sldMkLst>
          <pc:docMk/>
          <pc:sldMk cId="3306748702" sldId="2145726869"/>
        </pc:sldMkLst>
      </pc:sldChg>
      <pc:sldMasterChg chg="del delSldLayout">
        <pc:chgData name="Taylor Davis" userId="5c9e72a0-c39f-4aa1-9d7d-64125e78cbe6" providerId="ADAL" clId="{9BB08178-2696-40B1-9ED6-19D30AAFA8BC}" dt="2025-02-07T22:39:35.723" v="2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9BB08178-2696-40B1-9ED6-19D30AAFA8BC}" dt="2025-02-07T22:39:35.723" v="2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9BB08178-2696-40B1-9ED6-19D30AAFA8BC}" dt="2025-02-07T22:39:35.723" v="2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UHHS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3,000+ </a:t>
            </a:r>
            <a:r>
              <a:rPr lang="en-US" sz="1600" spc="200">
                <a:latin typeface="Montserrat" panose="00000500000000000000" pitchFamily="2" charset="0"/>
                <a:cs typeface="+mj-cs"/>
              </a:rPr>
              <a:t>Employers       900,000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</a:t>
            </a:r>
            <a:r>
              <a:rPr lang="en-US" sz="1600" spc="20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Employees       1,600,000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01044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2,348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176,100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187,500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253,400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224,000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492,000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317,000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270,400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337,500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456,100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403,200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885,600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529574" y="1752255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UHHS service area in Ashland, Ashtabula, Cuyahoga, Erie, Geauga, Holmes, Huron, Lake, Lorain, Mahoning, Medina, Portage, Richland, Stark, Summit, Trumbull, Wayne, and Crawford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3,162K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1,839K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1,284K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899K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$15.84M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$1.64M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$94.54M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$10.78M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$194.1M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$22.28M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578.7K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1,156.1K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2,138.4K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3,485.3K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3,371.3K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789.2K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1,629.1K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3,029.4K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4,879.4K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477.2K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1,486.3K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2,910.6K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4,791.8K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368.3K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683.2K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2,091.2K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1,153.2K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1,950.8K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UHHS has 25% inpatient market share, and 13% outpatient market compared to hospitals/clinics in the UHHS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UHHS.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848233"/>
              </p:ext>
            </p:extLst>
          </p:nvPr>
        </p:nvGraphicFramePr>
        <p:xfrm>
          <a:off x="1170843" y="936963"/>
          <a:ext cx="6858000" cy="519013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0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</a:t>
                      </a: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UHHS</a:t>
                      </a: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</a:t>
                      </a: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UHHS</a:t>
                      </a: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65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5,500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$ 4,591,171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$ 4,319,267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$ 2,017,061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$ 10,927,499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$ 514,211.1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$ 483,757.9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$ 225,910.8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$ 1,223,880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$ 3,419,292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$ 66,000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$ 3,424,092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$ 3,305,292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$ 12,557,676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$ 19,699,649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$ 9,199,569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$ 41,456,894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$ 1,406,460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$ 2,206,361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$ 1,030,352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$ 4,643,172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25% (inpatient) and 13%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11.2%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11.2%,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10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46284</TotalTime>
  <Words>1041</Words>
  <Application>Microsoft Office PowerPoint</Application>
  <PresentationFormat>Widescreen</PresentationFormat>
  <Paragraphs>389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2025-02-12T17:50:13Z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