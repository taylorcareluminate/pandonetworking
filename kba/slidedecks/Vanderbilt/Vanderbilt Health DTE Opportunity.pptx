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8"/>
  </p:notesMasterIdLst>
  <p:sldIdLst>
    <p:sldId id="577" r:id="rId5"/>
    <p:sldId id="454" r:id="rId6"/>
    <p:sldId id="549" r:id="rId7"/>
    <p:sldId id="487" r:id="rId8"/>
    <p:sldId id="452" r:id="rId9"/>
    <p:sldId id="518" r:id="rId10"/>
    <p:sldId id="466" r:id="rId11"/>
    <p:sldId id="559" r:id="rId12"/>
    <p:sldId id="580" r:id="rId13"/>
    <p:sldId id="582" r:id="rId14"/>
    <p:sldId id="588" r:id="rId15"/>
    <p:sldId id="589" r:id="rId16"/>
    <p:sldId id="521" r:id="rId17"/>
    <p:sldId id="564" r:id="rId18"/>
    <p:sldId id="587" r:id="rId19"/>
    <p:sldId id="456" r:id="rId20"/>
    <p:sldId id="489" r:id="rId21"/>
    <p:sldId id="590" r:id="rId22"/>
    <p:sldId id="458" r:id="rId23"/>
    <p:sldId id="446" r:id="rId24"/>
    <p:sldId id="461" r:id="rId25"/>
    <p:sldId id="462" r:id="rId26"/>
    <p:sldId id="469" r:id="rId27"/>
    <p:sldId id="336" r:id="rId28"/>
    <p:sldId id="337" r:id="rId29"/>
    <p:sldId id="578" r:id="rId30"/>
    <p:sldId id="583" r:id="rId31"/>
    <p:sldId id="525" r:id="rId32"/>
    <p:sldId id="527" r:id="rId33"/>
    <p:sldId id="571" r:id="rId34"/>
    <p:sldId id="546" r:id="rId35"/>
    <p:sldId id="547" r:id="rId36"/>
    <p:sldId id="585" r:id="rId37"/>
    <p:sldId id="536" r:id="rId38"/>
    <p:sldId id="256" r:id="rId39"/>
    <p:sldId id="574" r:id="rId40"/>
    <p:sldId id="572" r:id="rId41"/>
    <p:sldId id="575" r:id="rId42"/>
    <p:sldId id="498" r:id="rId43"/>
    <p:sldId id="325" r:id="rId44"/>
    <p:sldId id="326" r:id="rId45"/>
    <p:sldId id="491" r:id="rId46"/>
    <p:sldId id="472" r:id="rId47"/>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D106A1-E8C5-418F-AE30-786331B7B210}" v="8" dt="2024-10-29T03:26:27.164"/>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D106A1-E8C5-418F-AE30-786331B7B210}"/>
    <pc:docChg chg="undo custSel addSld delSld modSld">
      <pc:chgData name="Taylor Davis" userId="5c9e72a0-c39f-4aa1-9d7d-64125e78cbe6" providerId="ADAL" clId="{7DD106A1-E8C5-418F-AE30-786331B7B210}" dt="2024-10-29T03:33:04.719" v="494" actId="20577"/>
      <pc:docMkLst>
        <pc:docMk/>
      </pc:docMkLst>
      <pc:sldChg chg="modSp add del mod">
        <pc:chgData name="Taylor Davis" userId="5c9e72a0-c39f-4aa1-9d7d-64125e78cbe6" providerId="ADAL" clId="{7DD106A1-E8C5-418F-AE30-786331B7B210}" dt="2024-10-29T03:11:36.033" v="120" actId="14100"/>
        <pc:sldMkLst>
          <pc:docMk/>
          <pc:sldMk cId="0" sldId="256"/>
        </pc:sldMkLst>
        <pc:graphicFrameChg chg="modGraphic">
          <ac:chgData name="Taylor Davis" userId="5c9e72a0-c39f-4aa1-9d7d-64125e78cbe6" providerId="ADAL" clId="{7DD106A1-E8C5-418F-AE30-786331B7B210}" dt="2024-10-29T03:11:36.033" v="120" actId="14100"/>
          <ac:graphicFrameMkLst>
            <pc:docMk/>
            <pc:sldMk cId="0" sldId="256"/>
            <ac:graphicFrameMk id="2" creationId="{00000000-0000-0000-0000-000000000000}"/>
          </ac:graphicFrameMkLst>
        </pc:graphicFrameChg>
      </pc:sldChg>
      <pc:sldChg chg="modSp mod">
        <pc:chgData name="Taylor Davis" userId="5c9e72a0-c39f-4aa1-9d7d-64125e78cbe6" providerId="ADAL" clId="{7DD106A1-E8C5-418F-AE30-786331B7B210}" dt="2024-10-29T03:15:36.401" v="348" actId="20577"/>
        <pc:sldMkLst>
          <pc:docMk/>
          <pc:sldMk cId="4059548579" sldId="452"/>
        </pc:sldMkLst>
        <pc:spChg chg="mod">
          <ac:chgData name="Taylor Davis" userId="5c9e72a0-c39f-4aa1-9d7d-64125e78cbe6" providerId="ADAL" clId="{7DD106A1-E8C5-418F-AE30-786331B7B210}" dt="2024-10-29T03:15:36.401" v="348" actId="20577"/>
          <ac:spMkLst>
            <pc:docMk/>
            <pc:sldMk cId="4059548579" sldId="452"/>
            <ac:spMk id="8" creationId="{869C0219-52DA-48A1-B7B2-E6F8C4FBD3C3}"/>
          </ac:spMkLst>
        </pc:spChg>
      </pc:sldChg>
      <pc:sldChg chg="addSp delSp modSp mod">
        <pc:chgData name="Taylor Davis" userId="5c9e72a0-c39f-4aa1-9d7d-64125e78cbe6" providerId="ADAL" clId="{7DD106A1-E8C5-418F-AE30-786331B7B210}" dt="2024-10-29T02:57:42.597" v="31" actId="1035"/>
        <pc:sldMkLst>
          <pc:docMk/>
          <pc:sldMk cId="1700621358" sldId="456"/>
        </pc:sldMkLst>
        <pc:spChg chg="add del mod">
          <ac:chgData name="Taylor Davis" userId="5c9e72a0-c39f-4aa1-9d7d-64125e78cbe6" providerId="ADAL" clId="{7DD106A1-E8C5-418F-AE30-786331B7B210}" dt="2024-10-29T02:57:21.458" v="19" actId="113"/>
          <ac:spMkLst>
            <pc:docMk/>
            <pc:sldMk cId="1700621358" sldId="456"/>
            <ac:spMk id="7" creationId="{A044C7C1-57D3-4F0B-A71A-0CA303FF3DB8}"/>
          </ac:spMkLst>
        </pc:spChg>
        <pc:spChg chg="add del mod">
          <ac:chgData name="Taylor Davis" userId="5c9e72a0-c39f-4aa1-9d7d-64125e78cbe6" providerId="ADAL" clId="{7DD106A1-E8C5-418F-AE30-786331B7B210}" dt="2024-10-29T02:56:53.002" v="14" actId="478"/>
          <ac:spMkLst>
            <pc:docMk/>
            <pc:sldMk cId="1700621358" sldId="456"/>
            <ac:spMk id="11" creationId="{69CBD061-ADEA-E336-D963-203A849E0334}"/>
          </ac:spMkLst>
        </pc:spChg>
        <pc:picChg chg="mod">
          <ac:chgData name="Taylor Davis" userId="5c9e72a0-c39f-4aa1-9d7d-64125e78cbe6" providerId="ADAL" clId="{7DD106A1-E8C5-418F-AE30-786331B7B210}" dt="2024-10-29T02:57:42.597" v="31" actId="1035"/>
          <ac:picMkLst>
            <pc:docMk/>
            <pc:sldMk cId="1700621358" sldId="456"/>
            <ac:picMk id="9" creationId="{00000000-0000-0000-0000-000000000000}"/>
          </ac:picMkLst>
        </pc:picChg>
      </pc:sldChg>
      <pc:sldChg chg="modSp mod">
        <pc:chgData name="Taylor Davis" userId="5c9e72a0-c39f-4aa1-9d7d-64125e78cbe6" providerId="ADAL" clId="{7DD106A1-E8C5-418F-AE30-786331B7B210}" dt="2024-10-29T02:58:06.415" v="35" actId="14100"/>
        <pc:sldMkLst>
          <pc:docMk/>
          <pc:sldMk cId="3325436177" sldId="489"/>
        </pc:sldMkLst>
        <pc:picChg chg="mod">
          <ac:chgData name="Taylor Davis" userId="5c9e72a0-c39f-4aa1-9d7d-64125e78cbe6" providerId="ADAL" clId="{7DD106A1-E8C5-418F-AE30-786331B7B210}" dt="2024-10-29T02:58:06.415" v="35" actId="14100"/>
          <ac:picMkLst>
            <pc:docMk/>
            <pc:sldMk cId="3325436177" sldId="489"/>
            <ac:picMk id="9" creationId="{00000000-0000-0000-0000-000000000000}"/>
          </ac:picMkLst>
        </pc:picChg>
      </pc:sldChg>
      <pc:sldChg chg="del">
        <pc:chgData name="Taylor Davis" userId="5c9e72a0-c39f-4aa1-9d7d-64125e78cbe6" providerId="ADAL" clId="{7DD106A1-E8C5-418F-AE30-786331B7B210}" dt="2024-10-29T03:10:52.978" v="116" actId="47"/>
        <pc:sldMkLst>
          <pc:docMk/>
          <pc:sldMk cId="2203540903" sldId="499"/>
        </pc:sldMkLst>
      </pc:sldChg>
      <pc:sldChg chg="modSp mod">
        <pc:chgData name="Taylor Davis" userId="5c9e72a0-c39f-4aa1-9d7d-64125e78cbe6" providerId="ADAL" clId="{7DD106A1-E8C5-418F-AE30-786331B7B210}" dt="2024-10-29T03:30:26.445" v="490" actId="20577"/>
        <pc:sldMkLst>
          <pc:docMk/>
          <pc:sldMk cId="3348736581" sldId="518"/>
        </pc:sldMkLst>
        <pc:spChg chg="mod">
          <ac:chgData name="Taylor Davis" userId="5c9e72a0-c39f-4aa1-9d7d-64125e78cbe6" providerId="ADAL" clId="{7DD106A1-E8C5-418F-AE30-786331B7B210}" dt="2024-10-29T03:04:06.407" v="98" actId="20577"/>
          <ac:spMkLst>
            <pc:docMk/>
            <pc:sldMk cId="3348736581" sldId="518"/>
            <ac:spMk id="12" creationId="{32EE0BDF-0BD6-C413-7373-07B39FBF0CAC}"/>
          </ac:spMkLst>
        </pc:spChg>
        <pc:spChg chg="mod">
          <ac:chgData name="Taylor Davis" userId="5c9e72a0-c39f-4aa1-9d7d-64125e78cbe6" providerId="ADAL" clId="{7DD106A1-E8C5-418F-AE30-786331B7B210}" dt="2024-10-29T03:30:26.445" v="490" actId="20577"/>
          <ac:spMkLst>
            <pc:docMk/>
            <pc:sldMk cId="3348736581" sldId="518"/>
            <ac:spMk id="13" creationId="{820D1BA4-6D19-00FD-17FF-A0AD0AAAF7EE}"/>
          </ac:spMkLst>
        </pc:spChg>
      </pc:sldChg>
      <pc:sldChg chg="modSp mod">
        <pc:chgData name="Taylor Davis" userId="5c9e72a0-c39f-4aa1-9d7d-64125e78cbe6" providerId="ADAL" clId="{7DD106A1-E8C5-418F-AE30-786331B7B210}" dt="2024-10-29T03:00:27.147" v="90" actId="1036"/>
        <pc:sldMkLst>
          <pc:docMk/>
          <pc:sldMk cId="3034923006" sldId="527"/>
        </pc:sldMkLst>
        <pc:spChg chg="mod">
          <ac:chgData name="Taylor Davis" userId="5c9e72a0-c39f-4aa1-9d7d-64125e78cbe6" providerId="ADAL" clId="{7DD106A1-E8C5-418F-AE30-786331B7B210}" dt="2024-10-29T03:00:21.871" v="74" actId="1037"/>
          <ac:spMkLst>
            <pc:docMk/>
            <pc:sldMk cId="3034923006" sldId="527"/>
            <ac:spMk id="2" creationId="{BDC7C8AA-0E66-B861-59D6-F381D95EE319}"/>
          </ac:spMkLst>
        </pc:spChg>
        <pc:graphicFrameChg chg="mod modGraphic">
          <ac:chgData name="Taylor Davis" userId="5c9e72a0-c39f-4aa1-9d7d-64125e78cbe6" providerId="ADAL" clId="{7DD106A1-E8C5-418F-AE30-786331B7B210}" dt="2024-10-29T03:00:27.147" v="90" actId="1036"/>
          <ac:graphicFrameMkLst>
            <pc:docMk/>
            <pc:sldMk cId="3034923006" sldId="527"/>
            <ac:graphicFrameMk id="6" creationId="{00000000-0000-0000-0000-000000000000}"/>
          </ac:graphicFrameMkLst>
        </pc:graphicFrameChg>
      </pc:sldChg>
      <pc:sldChg chg="modSp add del mod">
        <pc:chgData name="Taylor Davis" userId="5c9e72a0-c39f-4aa1-9d7d-64125e78cbe6" providerId="ADAL" clId="{7DD106A1-E8C5-418F-AE30-786331B7B210}" dt="2024-10-29T03:16:39.266" v="387" actId="20577"/>
        <pc:sldMkLst>
          <pc:docMk/>
          <pc:sldMk cId="1419816550" sldId="536"/>
        </pc:sldMkLst>
        <pc:spChg chg="mod">
          <ac:chgData name="Taylor Davis" userId="5c9e72a0-c39f-4aa1-9d7d-64125e78cbe6" providerId="ADAL" clId="{7DD106A1-E8C5-418F-AE30-786331B7B210}" dt="2024-10-29T03:16:39.266" v="387" actId="20577"/>
          <ac:spMkLst>
            <pc:docMk/>
            <pc:sldMk cId="1419816550" sldId="536"/>
            <ac:spMk id="11" creationId="{A897897D-C568-B204-6568-514AD4B71A5C}"/>
          </ac:spMkLst>
        </pc:spChg>
      </pc:sldChg>
      <pc:sldChg chg="del">
        <pc:chgData name="Taylor Davis" userId="5c9e72a0-c39f-4aa1-9d7d-64125e78cbe6" providerId="ADAL" clId="{7DD106A1-E8C5-418F-AE30-786331B7B210}" dt="2024-10-29T03:10:28.678" v="114" actId="47"/>
        <pc:sldMkLst>
          <pc:docMk/>
          <pc:sldMk cId="315794589" sldId="548"/>
        </pc:sldMkLst>
      </pc:sldChg>
      <pc:sldChg chg="del">
        <pc:chgData name="Taylor Davis" userId="5c9e72a0-c39f-4aa1-9d7d-64125e78cbe6" providerId="ADAL" clId="{7DD106A1-E8C5-418F-AE30-786331B7B210}" dt="2024-10-29T03:10:28.678" v="114" actId="47"/>
        <pc:sldMkLst>
          <pc:docMk/>
          <pc:sldMk cId="3470905217" sldId="558"/>
        </pc:sldMkLst>
      </pc:sldChg>
      <pc:sldChg chg="modSp">
        <pc:chgData name="Taylor Davis" userId="5c9e72a0-c39f-4aa1-9d7d-64125e78cbe6" providerId="ADAL" clId="{7DD106A1-E8C5-418F-AE30-786331B7B210}" dt="2024-10-29T03:26:27.164" v="389"/>
        <pc:sldMkLst>
          <pc:docMk/>
          <pc:sldMk cId="1660060508" sldId="559"/>
        </pc:sldMkLst>
        <pc:graphicFrameChg chg="mod">
          <ac:chgData name="Taylor Davis" userId="5c9e72a0-c39f-4aa1-9d7d-64125e78cbe6" providerId="ADAL" clId="{7DD106A1-E8C5-418F-AE30-786331B7B210}" dt="2024-10-29T03:26:27.164" v="389"/>
          <ac:graphicFrameMkLst>
            <pc:docMk/>
            <pc:sldMk cId="1660060508" sldId="559"/>
            <ac:graphicFrameMk id="8" creationId="{B9E0A44D-EDC5-EBD5-4D77-F30FF46B060F}"/>
          </ac:graphicFrameMkLst>
        </pc:graphicFrameChg>
      </pc:sldChg>
      <pc:sldChg chg="modSp mod">
        <pc:chgData name="Taylor Davis" userId="5c9e72a0-c39f-4aa1-9d7d-64125e78cbe6" providerId="ADAL" clId="{7DD106A1-E8C5-418F-AE30-786331B7B210}" dt="2024-10-29T03:16:24.382" v="382" actId="20577"/>
        <pc:sldMkLst>
          <pc:docMk/>
          <pc:sldMk cId="4064752386" sldId="564"/>
        </pc:sldMkLst>
        <pc:spChg chg="mod">
          <ac:chgData name="Taylor Davis" userId="5c9e72a0-c39f-4aa1-9d7d-64125e78cbe6" providerId="ADAL" clId="{7DD106A1-E8C5-418F-AE30-786331B7B210}" dt="2024-10-29T03:16:24.382" v="382" actId="20577"/>
          <ac:spMkLst>
            <pc:docMk/>
            <pc:sldMk cId="4064752386" sldId="564"/>
            <ac:spMk id="6" creationId="{3E0219A2-C97D-9E0E-9C52-C5207AB41BD4}"/>
          </ac:spMkLst>
        </pc:spChg>
      </pc:sldChg>
      <pc:sldChg chg="modSp mod">
        <pc:chgData name="Taylor Davis" userId="5c9e72a0-c39f-4aa1-9d7d-64125e78cbe6" providerId="ADAL" clId="{7DD106A1-E8C5-418F-AE30-786331B7B210}" dt="2024-10-29T03:28:21.636" v="488" actId="1037"/>
        <pc:sldMkLst>
          <pc:docMk/>
          <pc:sldMk cId="0" sldId="571"/>
        </pc:sldMkLst>
        <pc:spChg chg="mod ord">
          <ac:chgData name="Taylor Davis" userId="5c9e72a0-c39f-4aa1-9d7d-64125e78cbe6" providerId="ADAL" clId="{7DD106A1-E8C5-418F-AE30-786331B7B210}" dt="2024-10-29T03:28:21.636" v="488" actId="1037"/>
          <ac:spMkLst>
            <pc:docMk/>
            <pc:sldMk cId="0" sldId="571"/>
            <ac:spMk id="2" creationId="{81B84BFE-A66C-EE28-0B82-3FC2737525CB}"/>
          </ac:spMkLst>
        </pc:spChg>
        <pc:graphicFrameChg chg="mod modGraphic">
          <ac:chgData name="Taylor Davis" userId="5c9e72a0-c39f-4aa1-9d7d-64125e78cbe6" providerId="ADAL" clId="{7DD106A1-E8C5-418F-AE30-786331B7B210}" dt="2024-10-29T03:01:08.981" v="95" actId="14100"/>
          <ac:graphicFrameMkLst>
            <pc:docMk/>
            <pc:sldMk cId="0" sldId="571"/>
            <ac:graphicFrameMk id="3" creationId="{00000000-0000-0000-0000-000000000000}"/>
          </ac:graphicFrameMkLst>
        </pc:graphicFrameChg>
      </pc:sldChg>
      <pc:sldChg chg="modSp add del mod">
        <pc:chgData name="Taylor Davis" userId="5c9e72a0-c39f-4aa1-9d7d-64125e78cbe6" providerId="ADAL" clId="{7DD106A1-E8C5-418F-AE30-786331B7B210}" dt="2024-10-29T03:11:47.114" v="122" actId="14100"/>
        <pc:sldMkLst>
          <pc:docMk/>
          <pc:sldMk cId="0" sldId="572"/>
        </pc:sldMkLst>
        <pc:graphicFrameChg chg="modGraphic">
          <ac:chgData name="Taylor Davis" userId="5c9e72a0-c39f-4aa1-9d7d-64125e78cbe6" providerId="ADAL" clId="{7DD106A1-E8C5-418F-AE30-786331B7B210}" dt="2024-10-29T03:11:47.114" v="122"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7DD106A1-E8C5-418F-AE30-786331B7B210}" dt="2024-10-29T03:11:42.424" v="121" actId="14100"/>
        <pc:sldMkLst>
          <pc:docMk/>
          <pc:sldMk cId="1064222983" sldId="574"/>
        </pc:sldMkLst>
        <pc:graphicFrameChg chg="modGraphic">
          <ac:chgData name="Taylor Davis" userId="5c9e72a0-c39f-4aa1-9d7d-64125e78cbe6" providerId="ADAL" clId="{7DD106A1-E8C5-418F-AE30-786331B7B210}" dt="2024-10-29T03:11:42.424" v="121"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7DD106A1-E8C5-418F-AE30-786331B7B210}" dt="2024-10-29T03:12:56.471" v="126" actId="1035"/>
        <pc:sldMkLst>
          <pc:docMk/>
          <pc:sldMk cId="3790917938" sldId="575"/>
        </pc:sldMkLst>
        <pc:graphicFrameChg chg="mod modGraphic">
          <ac:chgData name="Taylor Davis" userId="5c9e72a0-c39f-4aa1-9d7d-64125e78cbe6" providerId="ADAL" clId="{7DD106A1-E8C5-418F-AE30-786331B7B210}" dt="2024-10-29T03:12:56.471" v="126" actId="1035"/>
          <ac:graphicFrameMkLst>
            <pc:docMk/>
            <pc:sldMk cId="3790917938" sldId="575"/>
            <ac:graphicFrameMk id="2" creationId="{00000000-0000-0000-0000-000000000000}"/>
          </ac:graphicFrameMkLst>
        </pc:graphicFrameChg>
      </pc:sldChg>
      <pc:sldChg chg="modSp mod">
        <pc:chgData name="Taylor Davis" userId="5c9e72a0-c39f-4aa1-9d7d-64125e78cbe6" providerId="ADAL" clId="{7DD106A1-E8C5-418F-AE30-786331B7B210}" dt="2024-10-29T03:33:04.719" v="494" actId="20577"/>
        <pc:sldMkLst>
          <pc:docMk/>
          <pc:sldMk cId="636727059" sldId="577"/>
        </pc:sldMkLst>
        <pc:spChg chg="mod">
          <ac:chgData name="Taylor Davis" userId="5c9e72a0-c39f-4aa1-9d7d-64125e78cbe6" providerId="ADAL" clId="{7DD106A1-E8C5-418F-AE30-786331B7B210}" dt="2024-10-29T03:33:04.719" v="494" actId="20577"/>
          <ac:spMkLst>
            <pc:docMk/>
            <pc:sldMk cId="636727059" sldId="577"/>
            <ac:spMk id="5" creationId="{B981BBA2-A3ED-6F7B-693B-880E5B031B26}"/>
          </ac:spMkLst>
        </pc:spChg>
      </pc:sldChg>
      <pc:sldChg chg="add del">
        <pc:chgData name="Taylor Davis" userId="5c9e72a0-c39f-4aa1-9d7d-64125e78cbe6" providerId="ADAL" clId="{7DD106A1-E8C5-418F-AE30-786331B7B210}" dt="2024-10-29T03:10:00.706" v="112"/>
        <pc:sldMkLst>
          <pc:docMk/>
          <pc:sldMk cId="4294051359" sldId="582"/>
        </pc:sldMkLst>
      </pc:sldChg>
      <pc:sldChg chg="del">
        <pc:chgData name="Taylor Davis" userId="5c9e72a0-c39f-4aa1-9d7d-64125e78cbe6" providerId="ADAL" clId="{7DD106A1-E8C5-418F-AE30-786331B7B210}" dt="2024-10-29T02:58:32.896" v="36" actId="47"/>
        <pc:sldMkLst>
          <pc:docMk/>
          <pc:sldMk cId="3618341172" sldId="584"/>
        </pc:sldMkLst>
      </pc:sldChg>
      <pc:sldChg chg="modSp add del mod">
        <pc:chgData name="Taylor Davis" userId="5c9e72a0-c39f-4aa1-9d7d-64125e78cbe6" providerId="ADAL" clId="{7DD106A1-E8C5-418F-AE30-786331B7B210}" dt="2024-10-29T03:11:26.291" v="119" actId="14100"/>
        <pc:sldMkLst>
          <pc:docMk/>
          <pc:sldMk cId="2011724879" sldId="585"/>
        </pc:sldMkLst>
        <pc:graphicFrameChg chg="modGraphic">
          <ac:chgData name="Taylor Davis" userId="5c9e72a0-c39f-4aa1-9d7d-64125e78cbe6" providerId="ADAL" clId="{7DD106A1-E8C5-418F-AE30-786331B7B210}" dt="2024-10-29T03:11:26.291" v="119" actId="14100"/>
          <ac:graphicFrameMkLst>
            <pc:docMk/>
            <pc:sldMk cId="2011724879" sldId="585"/>
            <ac:graphicFrameMk id="7" creationId="{00000000-0000-0000-0000-000000000000}"/>
          </ac:graphicFrameMkLst>
        </pc:graphicFrameChg>
      </pc:sldChg>
      <pc:sldChg chg="addSp modSp mod">
        <pc:chgData name="Taylor Davis" userId="5c9e72a0-c39f-4aa1-9d7d-64125e78cbe6" providerId="ADAL" clId="{7DD106A1-E8C5-418F-AE30-786331B7B210}" dt="2024-10-29T02:55:39.777" v="10" actId="122"/>
        <pc:sldMkLst>
          <pc:docMk/>
          <pc:sldMk cId="4222550375" sldId="587"/>
        </pc:sldMkLst>
        <pc:spChg chg="add mod">
          <ac:chgData name="Taylor Davis" userId="5c9e72a0-c39f-4aa1-9d7d-64125e78cbe6" providerId="ADAL" clId="{7DD106A1-E8C5-418F-AE30-786331B7B210}" dt="2024-10-29T02:55:39.777" v="10" actId="122"/>
          <ac:spMkLst>
            <pc:docMk/>
            <pc:sldMk cId="4222550375" sldId="587"/>
            <ac:spMk id="9" creationId="{E2A68518-626A-8436-D872-0B4289D2593F}"/>
          </ac:spMkLst>
        </pc:spChg>
        <pc:picChg chg="add mod">
          <ac:chgData name="Taylor Davis" userId="5c9e72a0-c39f-4aa1-9d7d-64125e78cbe6" providerId="ADAL" clId="{7DD106A1-E8C5-418F-AE30-786331B7B210}" dt="2024-10-29T02:55:11.134" v="3" actId="1076"/>
          <ac:picMkLst>
            <pc:docMk/>
            <pc:sldMk cId="4222550375" sldId="587"/>
            <ac:picMk id="7" creationId="{F97C7BE6-9369-8F7B-976D-1F454B1D4FD6}"/>
          </ac:picMkLst>
        </pc:picChg>
      </pc:sldChg>
      <pc:sldChg chg="modSp add mod">
        <pc:chgData name="Taylor Davis" userId="5c9e72a0-c39f-4aa1-9d7d-64125e78cbe6" providerId="ADAL" clId="{7DD106A1-E8C5-418F-AE30-786331B7B210}" dt="2024-10-29T03:27:07.939" v="412" actId="20577"/>
        <pc:sldMkLst>
          <pc:docMk/>
          <pc:sldMk cId="835456127" sldId="588"/>
        </pc:sldMkLst>
        <pc:spChg chg="mod">
          <ac:chgData name="Taylor Davis" userId="5c9e72a0-c39f-4aa1-9d7d-64125e78cbe6" providerId="ADAL" clId="{7DD106A1-E8C5-418F-AE30-786331B7B210}" dt="2024-10-29T03:26:59.901" v="402" actId="1036"/>
          <ac:spMkLst>
            <pc:docMk/>
            <pc:sldMk cId="835456127" sldId="588"/>
            <ac:spMk id="9" creationId="{620CA171-241C-9006-DA4D-7174E70B2EF3}"/>
          </ac:spMkLst>
        </pc:spChg>
        <pc:spChg chg="mod">
          <ac:chgData name="Taylor Davis" userId="5c9e72a0-c39f-4aa1-9d7d-64125e78cbe6" providerId="ADAL" clId="{7DD106A1-E8C5-418F-AE30-786331B7B210}" dt="2024-10-29T03:27:07.939" v="412" actId="20577"/>
          <ac:spMkLst>
            <pc:docMk/>
            <pc:sldMk cId="835456127" sldId="588"/>
            <ac:spMk id="13" creationId="{32C9D62D-25B0-6CD9-8AD7-E6855B1B1B26}"/>
          </ac:spMkLst>
        </pc:spChg>
        <pc:spChg chg="mod">
          <ac:chgData name="Taylor Davis" userId="5c9e72a0-c39f-4aa1-9d7d-64125e78cbe6" providerId="ADAL" clId="{7DD106A1-E8C5-418F-AE30-786331B7B210}" dt="2024-10-29T03:26:59.901" v="402" actId="1036"/>
          <ac:spMkLst>
            <pc:docMk/>
            <pc:sldMk cId="835456127" sldId="588"/>
            <ac:spMk id="14" creationId="{A76920ED-352E-9285-CC83-BDA6AB18978D}"/>
          </ac:spMkLst>
        </pc:spChg>
        <pc:spChg chg="mod">
          <ac:chgData name="Taylor Davis" userId="5c9e72a0-c39f-4aa1-9d7d-64125e78cbe6" providerId="ADAL" clId="{7DD106A1-E8C5-418F-AE30-786331B7B210}" dt="2024-10-29T03:26:59.901" v="402" actId="1036"/>
          <ac:spMkLst>
            <pc:docMk/>
            <pc:sldMk cId="835456127" sldId="588"/>
            <ac:spMk id="15" creationId="{2559AB8C-6F23-81D3-4546-DE75EBD91879}"/>
          </ac:spMkLst>
        </pc:spChg>
        <pc:spChg chg="mod">
          <ac:chgData name="Taylor Davis" userId="5c9e72a0-c39f-4aa1-9d7d-64125e78cbe6" providerId="ADAL" clId="{7DD106A1-E8C5-418F-AE30-786331B7B210}" dt="2024-10-29T03:26:59.901" v="402" actId="1036"/>
          <ac:spMkLst>
            <pc:docMk/>
            <pc:sldMk cId="835456127" sldId="588"/>
            <ac:spMk id="16" creationId="{314AFF5C-ABDA-A82B-40C8-14E2DB160036}"/>
          </ac:spMkLst>
        </pc:spChg>
        <pc:spChg chg="mod">
          <ac:chgData name="Taylor Davis" userId="5c9e72a0-c39f-4aa1-9d7d-64125e78cbe6" providerId="ADAL" clId="{7DD106A1-E8C5-418F-AE30-786331B7B210}" dt="2024-10-29T03:26:59.901" v="402" actId="1036"/>
          <ac:spMkLst>
            <pc:docMk/>
            <pc:sldMk cId="835456127" sldId="588"/>
            <ac:spMk id="17" creationId="{2C03026B-6D1E-F7B1-9995-7D9DC1019C60}"/>
          </ac:spMkLst>
        </pc:spChg>
        <pc:spChg chg="mod">
          <ac:chgData name="Taylor Davis" userId="5c9e72a0-c39f-4aa1-9d7d-64125e78cbe6" providerId="ADAL" clId="{7DD106A1-E8C5-418F-AE30-786331B7B210}" dt="2024-10-29T03:26:59.901" v="402" actId="1036"/>
          <ac:spMkLst>
            <pc:docMk/>
            <pc:sldMk cId="835456127" sldId="588"/>
            <ac:spMk id="18" creationId="{9C64CEEB-E16A-926D-5DF0-DC8275443A40}"/>
          </ac:spMkLst>
        </pc:spChg>
        <pc:spChg chg="mod">
          <ac:chgData name="Taylor Davis" userId="5c9e72a0-c39f-4aa1-9d7d-64125e78cbe6" providerId="ADAL" clId="{7DD106A1-E8C5-418F-AE30-786331B7B210}" dt="2024-10-29T03:26:59.901" v="402" actId="1036"/>
          <ac:spMkLst>
            <pc:docMk/>
            <pc:sldMk cId="835456127" sldId="588"/>
            <ac:spMk id="19" creationId="{716000A2-AFB1-117D-BFF0-2BDA3EA8A77D}"/>
          </ac:spMkLst>
        </pc:spChg>
      </pc:sldChg>
      <pc:sldChg chg="add">
        <pc:chgData name="Taylor Davis" userId="5c9e72a0-c39f-4aa1-9d7d-64125e78cbe6" providerId="ADAL" clId="{7DD106A1-E8C5-418F-AE30-786331B7B210}" dt="2024-10-29T03:10:25.044" v="113"/>
        <pc:sldMkLst>
          <pc:docMk/>
          <pc:sldMk cId="482798451" sldId="589"/>
        </pc:sldMkLst>
      </pc:sldChg>
      <pc:sldChg chg="modSp add mod setBg">
        <pc:chgData name="Taylor Davis" userId="5c9e72a0-c39f-4aa1-9d7d-64125e78cbe6" providerId="ADAL" clId="{7DD106A1-E8C5-418F-AE30-786331B7B210}" dt="2024-10-29T03:31:53.675" v="492" actId="20577"/>
        <pc:sldMkLst>
          <pc:docMk/>
          <pc:sldMk cId="2973222972" sldId="590"/>
        </pc:sldMkLst>
        <pc:spChg chg="mod">
          <ac:chgData name="Taylor Davis" userId="5c9e72a0-c39f-4aa1-9d7d-64125e78cbe6" providerId="ADAL" clId="{7DD106A1-E8C5-418F-AE30-786331B7B210}" dt="2024-10-29T03:31:53.675" v="492" actId="20577"/>
          <ac:spMkLst>
            <pc:docMk/>
            <pc:sldMk cId="2973222972" sldId="590"/>
            <ac:spMk id="7" creationId="{AB8821D0-DEDE-002D-E87D-13E033D5D75F}"/>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jpeg"/><Relationship Id="rId4" Type="http://schemas.openxmlformats.org/officeDocument/2006/relationships/image" Target="../media/image32.png"/><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jpeg"/><Relationship Id="rId4" Type="http://schemas.microsoft.com/office/2007/relationships/hdphoto" Target="../media/hdphoto2.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6.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VANDERBILT HEALTH DIRECT-TO-EMPLOYER PLAN </a:t>
            </a:r>
          </a:p>
          <a:p>
            <a:r>
              <a:rPr lang="en-US" sz="2000" b="1" dirty="0">
                <a:solidFill>
                  <a:schemeClr val="bg1"/>
                </a:solidFill>
              </a:rPr>
              <a:t>October 29,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noChangeAspect="1"/>
          </p:cNvPicPr>
          <p:nvPr>
            <p:ph/>
          </p:nvPr>
        </p:nvPicPr>
        <p:blipFill>
          <a:blip r:embed="rId4" cstate="print"/>
          <a:stretch>
            <a:fillRect/>
          </a:stretch>
        </p:blipFill>
        <p:spPr>
          <a:xfrm>
            <a:off x="6883684" y="866269"/>
            <a:ext cx="5064235" cy="557066"/>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6" name="Content Placeholder 7">
            <a:extLst>
              <a:ext uri="{FF2B5EF4-FFF2-40B4-BE49-F238E27FC236}">
                <a16:creationId xmlns:a16="http://schemas.microsoft.com/office/drawing/2014/main" id="{2A5387C8-C0FD-3464-6F82-A89380B6DCC6}"/>
              </a:ext>
            </a:extLst>
          </p:cNvPr>
          <p:cNvPicPr>
            <a:picLocks noChangeAspect="1"/>
          </p:cNvPicPr>
          <p:nvPr/>
        </p:nvPicPr>
        <p:blipFill>
          <a:blip r:embed="rId3" cstate="print"/>
          <a:stretch>
            <a:fillRect/>
          </a:stretch>
        </p:blipFill>
        <p:spPr>
          <a:xfrm>
            <a:off x="6803297" y="258398"/>
            <a:ext cx="5064235" cy="557066"/>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Vanderbilt 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145203"/>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Vanderbilt Health is the quality and access leader </a:t>
            </a:r>
            <a:r>
              <a:rPr lang="en-US" dirty="0"/>
              <a:t>in </a:t>
            </a:r>
            <a:r>
              <a:rPr lang="en-US" sz="1800" dirty="0">
                <a:solidFill>
                  <a:srgbClr val="000B2E"/>
                </a:solidFill>
              </a:rPr>
              <a:t>Central Tennessee</a:t>
            </a:r>
            <a:r>
              <a:rPr lang="en-US" dirty="0"/>
              <a:t>. </a:t>
            </a:r>
            <a:r>
              <a:rPr lang="en-US" dirty="0">
                <a:solidFill/>
              </a:rPr>
              <a:t>Central Tennessee is a vibrant market, and Vanderbilt is a strong brand—ensuring this plan will work.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Vanderbilt 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~$1.09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~$0.10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26 for more details on the calculation of commercial and government-pay net income.</a:t>
            </a:r>
          </a:p>
        </p:txBody>
      </p:sp>
      <p:pic>
        <p:nvPicPr>
          <p:cNvPr id="17" name="Content Placeholder 7">
            <a:extLst>
              <a:ext uri="{FF2B5EF4-FFF2-40B4-BE49-F238E27FC236}">
                <a16:creationId xmlns:a16="http://schemas.microsoft.com/office/drawing/2014/main" id="{2D56A945-C73C-6920-CB62-E417BE61620C}"/>
              </a:ext>
            </a:extLst>
          </p:cNvPr>
          <p:cNvPicPr>
            <a:picLocks noChangeAspect="1"/>
          </p:cNvPicPr>
          <p:nvPr/>
        </p:nvPicPr>
        <p:blipFill>
          <a:blip r:embed="rId2" cstate="print"/>
          <a:stretch>
            <a:fillRect/>
          </a:stretch>
        </p:blipFill>
        <p:spPr>
          <a:xfrm>
            <a:off x="6883684" y="262498"/>
            <a:ext cx="5064235" cy="557066"/>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Vanderbilt Health</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Central Tennessee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74111450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115,900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99,500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126,600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194,600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194,000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486,000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208,600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179,100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227,900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350,300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349,200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874,800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4832" t="32692" r="36167" b="27319"/>
          <a:stretch/>
        </p:blipFill>
        <p:spPr>
          <a:xfrm>
            <a:off x="881349" y="2291356"/>
            <a:ext cx="3157253" cy="3290948"/>
          </a:xfrm>
          <a:prstGeom prst="rect">
            <a:avLst/>
          </a:prstGeom>
        </p:spPr>
      </p:pic>
      <p:sp>
        <p:nvSpPr>
          <p:cNvPr id="10" name="TextBox 75">
            <a:extLst>
              <a:ext uri="{FF2B5EF4-FFF2-40B4-BE49-F238E27FC236}">
                <a16:creationId xmlns:a16="http://schemas.microsoft.com/office/drawing/2014/main" id="{5DC7D246-CC55-18D6-C9FF-FE5B75D16ADB}"/>
              </a:ext>
            </a:extLst>
          </p:cNvPr>
          <p:cNvSpPr txBox="1"/>
          <p:nvPr/>
        </p:nvSpPr>
        <p:spPr>
          <a:xfrm>
            <a:off x="1307080" y="5801227"/>
            <a:ext cx="9514366" cy="646331"/>
          </a:xfrm>
          <a:prstGeom prst="rect">
            <a:avLst/>
          </a:prstGeom>
          <a:noFill/>
        </p:spPr>
        <p:txBody>
          <a:bodyPr wrap="square" rtlCol="0">
            <a:spAutoFit/>
          </a:bodyPr>
          <a:lstStyle/>
          <a:p>
            <a:r>
              <a:rPr lang="en-US" dirty="0">
                <a:solidFill/>
              </a:rPr>
              <a:t>Estimates include Sumner, Trousdale, Wilson, Smith, Davidson, Williamson, Rutherford, Cannon, Maury, Marshal, Bedford, Coffee, Moore, Lincoln, Franklin</a:t>
            </a:r>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646331"/>
          </a:xfrm>
          <a:prstGeom prst="rect">
            <a:avLst/>
          </a:prstGeom>
          <a:noFill/>
        </p:spPr>
        <p:txBody>
          <a:bodyPr wrap="square" rtlCol="0">
            <a:spAutoFit/>
          </a:bodyPr>
          <a:lstStyle/>
          <a:p>
            <a:r>
              <a:rPr lang="en-US" dirty="0">
                <a:solidFill/>
              </a:rPr>
              <a:t>Estimates include Sumner, Trousdale, Wilson, Smith, Davidson, Williamson, Rutherford, Cannon, Maury, Marshal, Bedford, Coffee, Moore, Lincoln, and Franklin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3,120K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1,885K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1,335K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704K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$54.62M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$4.43M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$405.54M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$34.07M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$851.65M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$71.5M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Vanderbilt Health has 26% inpatient market share, and 17% outpatient market compared to hospitals/clinics in the Central Tennessee.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57058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Vanderbilt Health 10% commercial margin. Conservatively, we model the DTE to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23171"/>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23171"/>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23171"/>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782024"/>
            <a:ext cx="785793" cy="369332"/>
          </a:xfrm>
          <a:prstGeom prst="rect">
            <a:avLst/>
          </a:prstGeom>
          <a:noFill/>
        </p:spPr>
        <p:txBody>
          <a:bodyPr wrap="none" rtlCol="0">
            <a:spAutoFit/>
          </a:bodyPr>
          <a:lstStyle/>
          <a:p>
            <a:r>
              <a:rPr lang="en-US" dirty="0">
                <a:solidFill/>
              </a:rPr>
              <a:t>5%</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793996"/>
            <a:ext cx="885179" cy="369332"/>
          </a:xfrm>
          <a:prstGeom prst="rect">
            <a:avLst/>
          </a:prstGeom>
          <a:noFill/>
        </p:spPr>
        <p:txBody>
          <a:bodyPr wrap="none" rtlCol="0">
            <a:spAutoFit/>
          </a:bodyPr>
          <a:lstStyle/>
          <a:p>
            <a:r>
              <a:rPr lang="en-US" dirty="0">
                <a:solidFill/>
              </a:rPr>
              <a:t>8%</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793996"/>
            <a:ext cx="832279" cy="369332"/>
          </a:xfrm>
          <a:prstGeom prst="rect">
            <a:avLst/>
          </a:prstGeom>
          <a:noFill/>
        </p:spPr>
        <p:txBody>
          <a:bodyPr wrap="none" rtlCol="0">
            <a:spAutoFit/>
          </a:bodyPr>
          <a:lstStyle/>
          <a:p>
            <a:r>
              <a:rPr lang="en-US" dirty="0">
                <a:solidFill/>
              </a:rPr>
              <a:t>11%</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835456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1,667.8K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3,160.5K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5,129.5K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517.5K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1,549.0K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5,104.3K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2,191.0K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6,879.1K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822.7K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2,091.4K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4,157.1K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6,906.7K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246.3K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972.7K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3,342.9K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48279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Vanderbilt Health Nashville, TN">
            <a:extLst>
              <a:ext uri="{FF2B5EF4-FFF2-40B4-BE49-F238E27FC236}">
                <a16:creationId xmlns:a16="http://schemas.microsoft.com/office/drawing/2014/main" id="{E778C276-4F87-2F8C-8943-B53DBD366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136" y="2143474"/>
            <a:ext cx="3021806" cy="3021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Vanderbilt Health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602666" y="2172109"/>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Vanderbilt Health has the strongest brand quality Central Tennessee.</a:t>
            </a:r>
          </a:p>
        </p:txBody>
      </p:sp>
      <p:graphicFrame>
        <p:nvGraphicFramePr>
          <p:cNvPr id="7" name="Table 6"/>
          <p:cNvGraphicFramePr>
            <a:graphicFrameLocks noGrp="1"/>
          </p:cNvGraphicFramePr>
          <p:nvPr/>
        </p:nvGraphicFramePr>
        <p:xfrm>
          <a:off x="1581912" y="1645920"/>
          <a:ext cx="7969694" cy="4012967"/>
        </p:xfrm>
        <a:graphic>
          <a:graphicData uri="http://schemas.openxmlformats.org/drawingml/2006/table">
            <a:tbl>
              <a:tblPr/>
              <a:tblGrid>
                <a:gridCol w="2357092">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Vanderbilt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1"/>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Ascension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Huntsville Hospital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CC9D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3"/>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4C2D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4"/>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Maury Regional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5"/>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Williamson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92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065A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6"/>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7"/>
                  </a:ext>
                </a:extLst>
              </a:tr>
              <a:tr h="36411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LifePoint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9D3E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5D0E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8"/>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Community Health Systems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8ECF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Patients Pass Other Hospitals to Come to Vanderbilt Health</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a:t>
            </a:r>
          </a:p>
        </p:txBody>
      </p:sp>
      <p:pic>
        <p:nvPicPr>
          <p:cNvPr id="7" name="Content Placeholder 7">
            <a:extLst>
              <a:ext uri="{FF2B5EF4-FFF2-40B4-BE49-F238E27FC236}">
                <a16:creationId xmlns:a16="http://schemas.microsoft.com/office/drawing/2014/main" id="{F97C7BE6-9369-8F7B-976D-1F454B1D4FD6}"/>
              </a:ext>
            </a:extLst>
          </p:cNvPr>
          <p:cNvPicPr>
            <a:picLocks/>
          </p:cNvPicPr>
          <p:nvPr/>
        </p:nvPicPr>
        <p:blipFill>
          <a:blip r:embed="rId2" cstate="print"/>
          <a:stretch>
            <a:fillRect/>
          </a:stretch>
        </p:blipFill>
        <p:spPr>
          <a:xfrm>
            <a:off x="903391" y="1267796"/>
            <a:ext cx="6188042" cy="4930331"/>
          </a:xfrm>
          <a:prstGeom prst="rect">
            <a:avLst/>
          </a:prstGeom>
        </p:spPr>
      </p:pic>
      <p:sp>
        <p:nvSpPr>
          <p:cNvPr id="9" name="TextBox 8">
            <a:extLst>
              <a:ext uri="{FF2B5EF4-FFF2-40B4-BE49-F238E27FC236}">
                <a16:creationId xmlns:a16="http://schemas.microsoft.com/office/drawing/2014/main" id="{E2A68518-626A-8436-D872-0B4289D2593F}"/>
              </a:ext>
            </a:extLst>
          </p:cNvPr>
          <p:cNvSpPr txBox="1"/>
          <p:nvPr/>
        </p:nvSpPr>
        <p:spPr>
          <a:xfrm>
            <a:off x="1790700" y="5476351"/>
            <a:ext cx="4305300" cy="840230"/>
          </a:xfrm>
          <a:prstGeom prst="rect">
            <a:avLst/>
          </a:prstGeom>
          <a:noFill/>
        </p:spPr>
        <p:txBody>
          <a:bodyPr wrap="square">
            <a:spAutoFit/>
          </a:bodyPr>
          <a:lstStyle/>
          <a:p>
            <a:pPr algn="ctr" defTabSz="914400">
              <a:lnSpc>
                <a:spcPct val="90000"/>
              </a:lnSpc>
              <a:spcBef>
                <a:spcPts val="1000"/>
              </a:spcBef>
            </a:pPr>
            <a:r>
              <a:rPr lang="en-US" sz="1800" b="1" kern="1200" dirty="0">
                <a:latin typeface="+mn-lt"/>
                <a:ea typeface="+mn-ea"/>
                <a:cs typeface="+mn-cs"/>
              </a:rPr>
              <a:t>12 patients (admissions) traveled 298.3 miles to Vanderbilt University Medical Center despite 271 closer hospitals. </a:t>
            </a:r>
          </a:p>
        </p:txBody>
      </p:sp>
    </p:spTree>
    <p:extLst>
      <p:ext uri="{BB962C8B-B14F-4D97-AF65-F5344CB8AC3E}">
        <p14:creationId xmlns:p14="http://schemas.microsoft.com/office/powerpoint/2010/main" val="4222550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Vanderbilt Health’s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Vanderbilt 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Vanderbilt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vert270">
            <a:noAutofit/>
          </a:bodyPr>
          <a:lstStyle/>
          <a:p>
            <a:pPr algn="ctr"/>
            <a:r>
              <a:rPr lang="en-US" sz="3200" b="0" cap="all" spc="-150" dirty="0">
                <a:solidFill>
                  <a:schemeClr val="bg1"/>
                </a:solidFill>
              </a:rPr>
              <a:t>Vanderbilt Health N</a:t>
            </a:r>
            <a:r>
              <a:rPr lang="en-US" sz="3200" b="0" spc="-150" dirty="0">
                <a:solidFill>
                  <a:schemeClr val="bg1"/>
                </a:solidFill>
              </a:rPr>
              <a:t>ETWORK</a:t>
            </a:r>
            <a:r>
              <a:rPr lang="en-US" sz="3200" b="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38360" y="4345686"/>
            <a:ext cx="1042416" cy="114666"/>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17</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VANDERBILT HEALTH</a:t>
            </a:r>
          </a:p>
        </p:txBody>
      </p:sp>
      <p:pic>
        <p:nvPicPr>
          <p:cNvPr id="9" name="Content Placeholder 8"/>
          <p:cNvPicPr>
            <a:picLocks noGrp="1" noChangeAspect="1"/>
          </p:cNvPicPr>
          <p:nvPr>
            <p:ph/>
          </p:nvPr>
        </p:nvPicPr>
        <p:blipFill>
          <a:blip r:embed="rId3" cstate="print"/>
          <a:stretch>
            <a:fillRect/>
          </a:stretch>
        </p:blipFill>
        <p:spPr>
          <a:xfrm>
            <a:off x="7943849" y="5609968"/>
            <a:ext cx="3829049" cy="421196"/>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26.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Vanderbilt Health’s approved site(s) with network integration, and development of Vanderbilt Health’s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$ 5,611K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$22,444K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$39,377K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$4,946K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$3,150K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$2,940K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$44,888K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$3,591K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$78,755K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$9,891K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$6,300K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$6,210K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73222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Vanderbilt Health’s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Vanderbilt 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Vanderbilt 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Vanderbilt Health’s managed care processes to KBA’s patented care management programs will turbocharge results – Positioning Vanderbilt Health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Vanderbilt Health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Vanderbilt 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Vanderbilt 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Vanderbilt Health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Vanderbilt Health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25</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26</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Vanderbilt Health</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653538269"/>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Vanderbilt Health</a:t>
                      </a:r>
                    </a:p>
                  </a:txBody>
                  <a:tcPr>
                    <a:solidFill>
                      <a:schemeClr val="accent3">
                        <a:lumMod val="20000"/>
                        <a:lumOff val="80000"/>
                      </a:schemeClr>
                    </a:solidFill>
                  </a:tcPr>
                </a:tc>
                <a:tc>
                  <a:txBody>
                    <a:bodyPr/>
                    <a:lstStyle/>
                    <a:p>
                      <a:pPr algn="ctr"/>
                      <a:r>
                        <a:rPr lang="en-US" sz="1400" dirty="0">
                          <a:solidFill>
                            <a:schemeClr val="accent1">
                              <a:lumMod val="75000"/>
                            </a:schemeClr>
                          </a:solidFill>
                        </a:rPr>
                        <a:t>399,154</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$5,605,273K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68,483</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$482,768K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17%</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50,361</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$732,249K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13%</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10,995</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-$141,553K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269,315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$4,385,344K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68%</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Vanderbilt Health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4,385,344K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2,832,865K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7,218,209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6,475,928</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$742,281K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10%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1,880,876K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1,215,017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3,095,893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6,475,928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-3,380,035</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-109%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723900" y="-311997"/>
            <a:ext cx="10515600" cy="1325563"/>
          </a:xfrm>
        </p:spPr>
        <p:txBody>
          <a:bodyPr>
            <a:normAutofit/>
          </a:bodyPr>
          <a:lstStyle/>
          <a:p>
            <a:r>
              <a:rPr lang="en-US" sz="28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49.1%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2091278485"/>
              </p:ext>
            </p:extLst>
          </p:nvPr>
        </p:nvGraphicFramePr>
        <p:xfrm>
          <a:off x="657224" y="571501"/>
          <a:ext cx="10877550" cy="5497551"/>
        </p:xfrm>
        <a:graphic>
          <a:graphicData uri="http://schemas.openxmlformats.org/drawingml/2006/table">
            <a:tbl>
              <a:tblPr/>
              <a:tblGrid>
                <a:gridCol w="3597276">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1281148">
                  <a:extLst>
                    <a:ext uri="{9D8B030D-6E8A-4147-A177-3AD203B41FA5}">
                      <a16:colId xmlns:a16="http://schemas.microsoft.com/office/drawing/2014/main" val="20002"/>
                    </a:ext>
                  </a:extLst>
                </a:gridCol>
                <a:gridCol w="1855752">
                  <a:extLst>
                    <a:ext uri="{9D8B030D-6E8A-4147-A177-3AD203B41FA5}">
                      <a16:colId xmlns:a16="http://schemas.microsoft.com/office/drawing/2014/main" val="20003"/>
                    </a:ext>
                  </a:extLst>
                </a:gridCol>
                <a:gridCol w="1432810">
                  <a:extLst>
                    <a:ext uri="{9D8B030D-6E8A-4147-A177-3AD203B41FA5}">
                      <a16:colId xmlns:a16="http://schemas.microsoft.com/office/drawing/2014/main" val="20004"/>
                    </a:ext>
                  </a:extLst>
                </a:gridCol>
                <a:gridCol w="1770764">
                  <a:extLst>
                    <a:ext uri="{9D8B030D-6E8A-4147-A177-3AD203B41FA5}">
                      <a16:colId xmlns:a16="http://schemas.microsoft.com/office/drawing/2014/main" val="20005"/>
                    </a:ext>
                  </a:extLst>
                </a:gridCol>
              </a:tblGrid>
              <a:tr h="499752">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49.1% of Physicians Employed by Hospitals)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3832">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Vanderbilt University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897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$7,532,944.4K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$10,745,687.9K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3832">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Vanderbilt Bedford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71,311.4K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197,533.1K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3832">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Vanderbilt Tullahoma-Harton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229,515.5K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281,258.3K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3832">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Vanderbilt Wilson County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388,275.9K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500,716.8K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3832">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Huntsville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944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$3,036,803.5K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$ 3,124,282.5K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3832">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Highlands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45,930.3K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117,153.9K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Crestwood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164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$1,373,100.3K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$ 2,137,273.9K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Monroe County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11,565.2K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32,626.3K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23832">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Highpoint Health - Sumner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438,964.6K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603,665.4K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Skyline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$2,518,656.5K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953,478.1K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Unity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13,287.3K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90,065.8K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2563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Southern Tennessee Regional Health System - Pulaski</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81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70,582.5K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152,785.1K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Williamson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203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248,977.3K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712,096.4K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Tennova Healthcare - Clarksville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827,386.9K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927,656.8K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Horizon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412,051.9K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665,398.0K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Rutherford</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285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$1,186,136.1K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855,487.7K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2563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Southern Tennessee Regional Health System - Winchester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152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189,261.4K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398,204.3K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NorthCrest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109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117,428.8K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255,729.4K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Maury Regional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572,205.3K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902,671.8K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West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643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$3,193,158.9K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$ 2,071,101.0K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Lincoln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11,931.3K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86,253.1K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Nashville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114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83,517.4K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203,842.8K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Summit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$1,266,958.4K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$ 1,184,206.8K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River Park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97,845.5K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245,030.4K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Centennial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790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$4,638,105.7K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$ 2,905,479.3K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Highlands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20,461.7K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120,602.3K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Hendersonville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129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689,436.3K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$ 1,009,709.3K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Southern Hills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430,719.1K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635,200.1K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Stones River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24,387.8K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19,324.2K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125637">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Hospital for Specialty Surgery</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101,926.1K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180,999.7K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TriStar StoneCrest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480,203.4K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665,901.8K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TrustPoint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171,146.9K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3,690.2K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Ascension Saint Thomas Hickman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6,178.2K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33,494.4K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Trousdale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7,636.3K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29,525.0K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Macon Community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11,306.0K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49,107.3K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Highpoint Health - Riverview</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36,630.8K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88,654.7K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123832">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Marshall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5,236.2K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74,181.2K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502329227"/>
              </p:ext>
            </p:extLst>
          </p:nvPr>
        </p:nvGraphicFramePr>
        <p:xfrm>
          <a:off x="0" y="1"/>
          <a:ext cx="12191999" cy="6094915"/>
        </p:xfrm>
        <a:graphic>
          <a:graphicData uri="http://schemas.openxmlformats.org/drawingml/2006/table">
            <a:tbl>
              <a:tblPr/>
              <a:tblGrid>
                <a:gridCol w="4659915">
                  <a:extLst>
                    <a:ext uri="{9D8B030D-6E8A-4147-A177-3AD203B41FA5}">
                      <a16:colId xmlns:a16="http://schemas.microsoft.com/office/drawing/2014/main" val="20000"/>
                    </a:ext>
                  </a:extLst>
                </a:gridCol>
                <a:gridCol w="3867759">
                  <a:extLst>
                    <a:ext uri="{9D8B030D-6E8A-4147-A177-3AD203B41FA5}">
                      <a16:colId xmlns:a16="http://schemas.microsoft.com/office/drawing/2014/main" val="20001"/>
                    </a:ext>
                  </a:extLst>
                </a:gridCol>
                <a:gridCol w="3664325">
                  <a:extLst>
                    <a:ext uri="{9D8B030D-6E8A-4147-A177-3AD203B41FA5}">
                      <a16:colId xmlns:a16="http://schemas.microsoft.com/office/drawing/2014/main" val="20002"/>
                    </a:ext>
                  </a:extLst>
                </a:gridCol>
              </a:tblGrid>
              <a:tr h="278231">
                <a:tc gridSpan="3">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80923">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Vanderbilt University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Vanderbilt Wilson County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630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$2,244,817K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$69,113K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6334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$3,202,215K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$89,128K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630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$459,652K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$23,116K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26438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$718,250K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630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$4,263,805K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$121,538K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6330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$120,812K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$20,741K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6330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$2,598,803K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$74,229K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6334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$3,707,172K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$95,725K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6438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$6,305,975K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$169,953K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630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$-864,267K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$-11,300K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63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63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6438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63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6434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6434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01575">
                <a:tc gridSpan="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01575">
                <a:tc gridSpan="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01575">
                <a:tc gridSpan="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57995">
                <a:tc gridSpan="3">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
        <p:nvSpPr>
          <p:cNvPr id="2" name="TextBox 1">
            <a:extLst>
              <a:ext uri="{FF2B5EF4-FFF2-40B4-BE49-F238E27FC236}">
                <a16:creationId xmlns:a16="http://schemas.microsoft.com/office/drawing/2014/main" id="{81B84BFE-A66C-EE28-0B82-3FC2737525CB}"/>
              </a:ext>
            </a:extLst>
          </p:cNvPr>
          <p:cNvSpPr txBox="1"/>
          <p:nvPr/>
        </p:nvSpPr>
        <p:spPr>
          <a:xfrm>
            <a:off x="748174" y="6332611"/>
            <a:ext cx="10821104" cy="307777"/>
          </a:xfrm>
          <a:prstGeom prst="rect">
            <a:avLst/>
          </a:prstGeom>
          <a:noFill/>
        </p:spPr>
        <p:txBody>
          <a:bodyPr wrap="none" rtlCol="0">
            <a:spAutoFit/>
          </a:bodyPr>
          <a:lstStyle/>
          <a:p>
            <a:r>
              <a:rPr lang="en-US" sz="1400" dirty="0">
                <a:solidFill>
                  <a:schemeClr val="accent2"/>
                </a:solidFill>
              </a:rPr>
              <a:t>Hospitals not included due to insufficient data in the Medicare Cost Report: Vanderbilt Bedford Hospital and Vanderbilt Tullahoma-Harton Hospital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839870718"/>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a:solidFill/>
                          <a:effectLst/>
                        </a:rPr>
                        <a:t>to Central Tennessee </a:t>
                      </a:r>
                      <a:r>
                        <a:rPr lang="en-US" sz="1400" b="1" u="none" strike="noStrike" dirty="0">
                          <a:effectLst/>
                        </a:rPr>
                        <a:t>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$ 3,197</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$ 5,813</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$ 2,714</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32</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Vanderbilt Health has 26% inpatient market share, and 17% outpatient market compared to hospitals/clinics in the Central Tennessee.</a:t>
            </a:r>
          </a:p>
          <a:p>
            <a:endParaRPr lang="en-US" sz="1400" dirty="0">
              <a:solidFill/>
            </a:endParaRPr>
          </a:p>
          <a:p>
            <a:r>
              <a:rPr lang="en-US" sz="1400" dirty="0">
                <a:solidFill/>
              </a:rPr>
              <a:t>Based on previous DTE experience, KBA expects a significant bump in patient steerage to Vanderbilt Health.</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2726506711"/>
              </p:ext>
            </p:extLst>
          </p:nvPr>
        </p:nvGraphicFramePr>
        <p:xfrm>
          <a:off x="1316736" y="384048"/>
          <a:ext cx="6858000" cy="542511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5786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Vanderbilt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Vanderbilt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256,000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1901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34</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12,900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$ 10,690,296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$ 12,449,120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$ 5,813,633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$ 28,953,049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$ 855,223.6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$ 995,929.6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$ 465,090.7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$ 2,316,244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$ 4,974,737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$ 154,800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$ 4,979,537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$ 4,949,537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$ 27,628,406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$ 43,291,906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$ 20,216,952</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$ 91,137,264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$ 2,210,273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$ 3,463,352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$ 1,617,356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$ 7,290,981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26% (inpatient) and 17%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8%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8%,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97658968"/>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$2,244.4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$56,110.6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$4,488.8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$19,688.7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$98,443.6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$2,472.9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$12,364.3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$1,575.1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$7,875.5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$1,305.1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$7,845.5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32871297"/>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$4,143.5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$20,717.6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$47,964.6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$27,247.0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$2,179.8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$4,825.2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$24,126.2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$72,658.6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$5,812.7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$3,882.6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$2,253.3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$11,266.7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$33,930.9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$2,714.5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$22,664.2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$1,813.1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$-166.5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$1,305.1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$7,845.5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1899594"/>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$2,244.4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$56,110.6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$4,488.8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$7,353.6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$36,768.2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$183,841.0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$2,554.6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$5,109.2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$25,546.1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$127,730.4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$20,222.5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$15,733.7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$311.3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$2,876.7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$15,703.7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50849317"/>
              </p:ext>
            </p:extLst>
          </p:nvPr>
        </p:nvGraphicFramePr>
        <p:xfrm>
          <a:off x="0" y="-37071"/>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$2,244.4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$11,222.1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$56,110.6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$4,488.8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$125,260.2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$2,766.0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$13,829.9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$69,149.6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$-247.0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$1,744.2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39</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Vanderbilt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Vanderbilt Health</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Vanderbilt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Vanderbilt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Vanderbilt Health</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Vanderbilt Health’s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43</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46113</TotalTime>
  <Words>5845</Words>
  <Application>Microsoft Office PowerPoint</Application>
  <PresentationFormat>Widescreen</PresentationFormat>
  <Paragraphs>1678</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Vanderbilt Health</vt:lpstr>
      <vt:lpstr>Every $1 of Care</vt:lpstr>
      <vt:lpstr>Direct-to-Employer Strategy: Powerful Employer Value</vt:lpstr>
      <vt:lpstr>Significant Opportunity for Plan Growth Researched for Central Tennessee</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Vanderbilt Health is Patient Recommended</vt:lpstr>
      <vt:lpstr>Patients Pass Other Hospitals to Come to Vanderbilt Health</vt:lpstr>
      <vt:lpstr>Vanderbilt Health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Vanderbilt Health’s 2022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2024-10-29T03:33:07Z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