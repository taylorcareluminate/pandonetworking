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68" r:id="rId5"/>
  </p:sldMasterIdLst>
  <p:notesMasterIdLst>
    <p:notesMasterId r:id="rId58"/>
  </p:notesMasterIdLst>
  <p:sldIdLst>
    <p:sldId id="488" r:id="rId6"/>
    <p:sldId id="454" r:id="rId7"/>
    <p:sldId id="549" r:id="rId8"/>
    <p:sldId id="487" r:id="rId9"/>
    <p:sldId id="518" r:id="rId10"/>
    <p:sldId id="520" r:id="rId11"/>
    <p:sldId id="466" r:id="rId12"/>
    <p:sldId id="517" r:id="rId13"/>
    <p:sldId id="580" r:id="rId14"/>
    <p:sldId id="582" r:id="rId15"/>
    <p:sldId id="558" r:id="rId16"/>
    <p:sldId id="548" r:id="rId17"/>
    <p:sldId id="521" r:id="rId18"/>
    <p:sldId id="267" r:id="rId19"/>
    <p:sldId id="259" r:id="rId20"/>
    <p:sldId id="263" r:id="rId21"/>
    <p:sldId id="265" r:id="rId22"/>
    <p:sldId id="456" r:id="rId23"/>
    <p:sldId id="489" r:id="rId24"/>
    <p:sldId id="499" r:id="rId25"/>
    <p:sldId id="458" r:id="rId26"/>
    <p:sldId id="446" r:id="rId27"/>
    <p:sldId id="461" r:id="rId28"/>
    <p:sldId id="462" r:id="rId29"/>
    <p:sldId id="469" r:id="rId30"/>
    <p:sldId id="336" r:id="rId31"/>
    <p:sldId id="337" r:id="rId32"/>
    <p:sldId id="583" r:id="rId33"/>
    <p:sldId id="585" r:id="rId34"/>
    <p:sldId id="586" r:id="rId35"/>
    <p:sldId id="587" r:id="rId36"/>
    <p:sldId id="588" r:id="rId37"/>
    <p:sldId id="589" r:id="rId38"/>
    <p:sldId id="501" r:id="rId39"/>
    <p:sldId id="584" r:id="rId40"/>
    <p:sldId id="525" r:id="rId41"/>
    <p:sldId id="527" r:id="rId42"/>
    <p:sldId id="571" r:id="rId43"/>
    <p:sldId id="546" r:id="rId44"/>
    <p:sldId id="547" r:id="rId45"/>
    <p:sldId id="536" r:id="rId46"/>
    <p:sldId id="574" r:id="rId47"/>
    <p:sldId id="256" r:id="rId48"/>
    <p:sldId id="575" r:id="rId49"/>
    <p:sldId id="572" r:id="rId50"/>
    <p:sldId id="576" r:id="rId51"/>
    <p:sldId id="573" r:id="rId52"/>
    <p:sldId id="498" r:id="rId53"/>
    <p:sldId id="325" r:id="rId54"/>
    <p:sldId id="326" r:id="rId55"/>
    <p:sldId id="491" r:id="rId56"/>
    <p:sldId id="472" r:id="rId57"/>
  </p:sldIdLst>
  <p:sldSz cx="12192000" cy="6858000"/>
  <p:notesSz cx="7315200" cy="9601200"/>
  <p:custDataLst>
    <p:tags r:id="rId5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8B9"/>
    <a:srgbClr val="59CAE8"/>
    <a:srgbClr val="30589B"/>
    <a:srgbClr val="843C0C"/>
    <a:srgbClr val="01A050"/>
    <a:srgbClr val="6A8C98"/>
    <a:srgbClr val="244F9A"/>
    <a:srgbClr val="254F96"/>
    <a:srgbClr val="61A606"/>
    <a:srgbClr val="019C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8645A0-D0F0-406C-B154-CD72F27E4492}" v="33" dt="2024-09-20T22:21:32.80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14" autoAdjust="0"/>
    <p:restoredTop sz="94660"/>
  </p:normalViewPr>
  <p:slideViewPr>
    <p:cSldViewPr snapToGrid="0">
      <p:cViewPr varScale="1">
        <p:scale>
          <a:sx n="108" d="100"/>
          <a:sy n="108" d="100"/>
        </p:scale>
        <p:origin x="390" y="1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gs" Target="tags/tag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938645A0-D0F0-406C-B154-CD72F27E4492}"/>
    <pc:docChg chg="undo redo custSel addSld delSld modSld sldOrd">
      <pc:chgData name="Taylor Davis" userId="5c9e72a0-c39f-4aa1-9d7d-64125e78cbe6" providerId="ADAL" clId="{938645A0-D0F0-406C-B154-CD72F27E4492}" dt="2024-09-20T23:40:04.069" v="1069" actId="20577"/>
      <pc:docMkLst>
        <pc:docMk/>
      </pc:docMkLst>
      <pc:sldChg chg="modSp add del mod">
        <pc:chgData name="Taylor Davis" userId="5c9e72a0-c39f-4aa1-9d7d-64125e78cbe6" providerId="ADAL" clId="{938645A0-D0F0-406C-B154-CD72F27E4492}" dt="2024-09-20T21:54:40.357" v="582"/>
        <pc:sldMkLst>
          <pc:docMk/>
          <pc:sldMk cId="0" sldId="256"/>
        </pc:sldMkLst>
        <pc:graphicFrameChg chg="mod modGraphic">
          <ac:chgData name="Taylor Davis" userId="5c9e72a0-c39f-4aa1-9d7d-64125e78cbe6" providerId="ADAL" clId="{938645A0-D0F0-406C-B154-CD72F27E4492}" dt="2024-09-20T21:54:40.357" v="582"/>
          <ac:graphicFrameMkLst>
            <pc:docMk/>
            <pc:sldMk cId="0" sldId="256"/>
            <ac:graphicFrameMk id="2" creationId="{00000000-0000-0000-0000-000000000000}"/>
          </ac:graphicFrameMkLst>
        </pc:graphicFrameChg>
      </pc:sldChg>
      <pc:sldChg chg="add">
        <pc:chgData name="Taylor Davis" userId="5c9e72a0-c39f-4aa1-9d7d-64125e78cbe6" providerId="ADAL" clId="{938645A0-D0F0-406C-B154-CD72F27E4492}" dt="2024-09-20T16:56:17.367" v="1"/>
        <pc:sldMkLst>
          <pc:docMk/>
          <pc:sldMk cId="334020455" sldId="454"/>
        </pc:sldMkLst>
      </pc:sldChg>
      <pc:sldChg chg="del">
        <pc:chgData name="Taylor Davis" userId="5c9e72a0-c39f-4aa1-9d7d-64125e78cbe6" providerId="ADAL" clId="{938645A0-D0F0-406C-B154-CD72F27E4492}" dt="2024-09-20T16:56:14.373" v="0" actId="2696"/>
        <pc:sldMkLst>
          <pc:docMk/>
          <pc:sldMk cId="1919135106" sldId="454"/>
        </pc:sldMkLst>
      </pc:sldChg>
      <pc:sldChg chg="addSp delSp modSp mod">
        <pc:chgData name="Taylor Davis" userId="5c9e72a0-c39f-4aa1-9d7d-64125e78cbe6" providerId="ADAL" clId="{938645A0-D0F0-406C-B154-CD72F27E4492}" dt="2024-09-20T21:31:01.498" v="345" actId="313"/>
        <pc:sldMkLst>
          <pc:docMk/>
          <pc:sldMk cId="2203540903" sldId="499"/>
        </pc:sldMkLst>
        <pc:graphicFrameChg chg="del">
          <ac:chgData name="Taylor Davis" userId="5c9e72a0-c39f-4aa1-9d7d-64125e78cbe6" providerId="ADAL" clId="{938645A0-D0F0-406C-B154-CD72F27E4492}" dt="2024-09-20T21:30:03.333" v="212" actId="478"/>
          <ac:graphicFrameMkLst>
            <pc:docMk/>
            <pc:sldMk cId="2203540903" sldId="499"/>
            <ac:graphicFrameMk id="2" creationId="{9044144D-BDD9-407D-D37E-C03EE39A20CC}"/>
          </ac:graphicFrameMkLst>
        </pc:graphicFrameChg>
        <pc:graphicFrameChg chg="add mod modGraphic">
          <ac:chgData name="Taylor Davis" userId="5c9e72a0-c39f-4aa1-9d7d-64125e78cbe6" providerId="ADAL" clId="{938645A0-D0F0-406C-B154-CD72F27E4492}" dt="2024-09-20T21:31:01.498" v="345" actId="313"/>
          <ac:graphicFrameMkLst>
            <pc:docMk/>
            <pc:sldMk cId="2203540903" sldId="499"/>
            <ac:graphicFrameMk id="6" creationId="{055925AA-F4BA-FD24-C405-FEC79BA84305}"/>
          </ac:graphicFrameMkLst>
        </pc:graphicFrameChg>
      </pc:sldChg>
      <pc:sldChg chg="modSp mod">
        <pc:chgData name="Taylor Davis" userId="5c9e72a0-c39f-4aa1-9d7d-64125e78cbe6" providerId="ADAL" clId="{938645A0-D0F0-406C-B154-CD72F27E4492}" dt="2024-09-20T16:58:07.705" v="69" actId="20577"/>
        <pc:sldMkLst>
          <pc:docMk/>
          <pc:sldMk cId="3348736581" sldId="518"/>
        </pc:sldMkLst>
        <pc:spChg chg="mod">
          <ac:chgData name="Taylor Davis" userId="5c9e72a0-c39f-4aa1-9d7d-64125e78cbe6" providerId="ADAL" clId="{938645A0-D0F0-406C-B154-CD72F27E4492}" dt="2024-09-20T16:58:03.188" v="67" actId="20577"/>
          <ac:spMkLst>
            <pc:docMk/>
            <pc:sldMk cId="3348736581" sldId="518"/>
            <ac:spMk id="13" creationId="{061C4F0D-14E1-8EB9-6313-04B404BF313E}"/>
          </ac:spMkLst>
        </pc:spChg>
        <pc:spChg chg="mod">
          <ac:chgData name="Taylor Davis" userId="5c9e72a0-c39f-4aa1-9d7d-64125e78cbe6" providerId="ADAL" clId="{938645A0-D0F0-406C-B154-CD72F27E4492}" dt="2024-09-20T16:58:07.705" v="69" actId="20577"/>
          <ac:spMkLst>
            <pc:docMk/>
            <pc:sldMk cId="3348736581" sldId="518"/>
            <ac:spMk id="17" creationId="{32EE0BDF-0BD6-C413-7373-07B39FBF0CAC}"/>
          </ac:spMkLst>
        </pc:spChg>
      </pc:sldChg>
      <pc:sldChg chg="del">
        <pc:chgData name="Taylor Davis" userId="5c9e72a0-c39f-4aa1-9d7d-64125e78cbe6" providerId="ADAL" clId="{938645A0-D0F0-406C-B154-CD72F27E4492}" dt="2024-09-20T16:56:53.991" v="3" actId="47"/>
        <pc:sldMkLst>
          <pc:docMk/>
          <pc:sldMk cId="3531208169" sldId="519"/>
        </pc:sldMkLst>
      </pc:sldChg>
      <pc:sldChg chg="del">
        <pc:chgData name="Taylor Davis" userId="5c9e72a0-c39f-4aa1-9d7d-64125e78cbe6" providerId="ADAL" clId="{938645A0-D0F0-406C-B154-CD72F27E4492}" dt="2024-09-20T21:47:51.699" v="389" actId="47"/>
        <pc:sldMkLst>
          <pc:docMk/>
          <pc:sldMk cId="1147401429" sldId="524"/>
        </pc:sldMkLst>
      </pc:sldChg>
      <pc:sldChg chg="add del">
        <pc:chgData name="Taylor Davis" userId="5c9e72a0-c39f-4aa1-9d7d-64125e78cbe6" providerId="ADAL" clId="{938645A0-D0F0-406C-B154-CD72F27E4492}" dt="2024-09-20T21:47:52.989" v="390"/>
        <pc:sldMkLst>
          <pc:docMk/>
          <pc:sldMk cId="36791873" sldId="525"/>
        </pc:sldMkLst>
      </pc:sldChg>
      <pc:sldChg chg="modSp mod">
        <pc:chgData name="Taylor Davis" userId="5c9e72a0-c39f-4aa1-9d7d-64125e78cbe6" providerId="ADAL" clId="{938645A0-D0F0-406C-B154-CD72F27E4492}" dt="2024-09-20T21:46:13.863" v="388" actId="207"/>
        <pc:sldMkLst>
          <pc:docMk/>
          <pc:sldMk cId="3034923006" sldId="527"/>
        </pc:sldMkLst>
        <pc:graphicFrameChg chg="mod modGraphic">
          <ac:chgData name="Taylor Davis" userId="5c9e72a0-c39f-4aa1-9d7d-64125e78cbe6" providerId="ADAL" clId="{938645A0-D0F0-406C-B154-CD72F27E4492}" dt="2024-09-20T21:46:13.863" v="388" actId="207"/>
          <ac:graphicFrameMkLst>
            <pc:docMk/>
            <pc:sldMk cId="3034923006" sldId="527"/>
            <ac:graphicFrameMk id="7" creationId="{4E8EAD19-4774-4C90-71AE-EC2459799810}"/>
          </ac:graphicFrameMkLst>
        </pc:graphicFrameChg>
      </pc:sldChg>
      <pc:sldChg chg="del">
        <pc:chgData name="Taylor Davis" userId="5c9e72a0-c39f-4aa1-9d7d-64125e78cbe6" providerId="ADAL" clId="{938645A0-D0F0-406C-B154-CD72F27E4492}" dt="2024-09-20T21:50:03.940" v="392" actId="47"/>
        <pc:sldMkLst>
          <pc:docMk/>
          <pc:sldMk cId="0" sldId="535"/>
        </pc:sldMkLst>
      </pc:sldChg>
      <pc:sldChg chg="add del">
        <pc:chgData name="Taylor Davis" userId="5c9e72a0-c39f-4aa1-9d7d-64125e78cbe6" providerId="ADAL" clId="{938645A0-D0F0-406C-B154-CD72F27E4492}" dt="2024-09-20T21:50:36.117" v="394"/>
        <pc:sldMkLst>
          <pc:docMk/>
          <pc:sldMk cId="1419816550" sldId="536"/>
        </pc:sldMkLst>
      </pc:sldChg>
      <pc:sldChg chg="addSp delSp modSp add del mod">
        <pc:chgData name="Taylor Davis" userId="5c9e72a0-c39f-4aa1-9d7d-64125e78cbe6" providerId="ADAL" clId="{938645A0-D0F0-406C-B154-CD72F27E4492}" dt="2024-09-20T22:20:20.434" v="779"/>
        <pc:sldMkLst>
          <pc:docMk/>
          <pc:sldMk cId="315794589" sldId="548"/>
        </pc:sldMkLst>
        <pc:spChg chg="del">
          <ac:chgData name="Taylor Davis" userId="5c9e72a0-c39f-4aa1-9d7d-64125e78cbe6" providerId="ADAL" clId="{938645A0-D0F0-406C-B154-CD72F27E4492}" dt="2024-09-20T21:28:22.791" v="210" actId="478"/>
          <ac:spMkLst>
            <pc:docMk/>
            <pc:sldMk cId="315794589" sldId="548"/>
            <ac:spMk id="2" creationId="{F136DF45-D5B0-585C-20C8-45741BA6198C}"/>
          </ac:spMkLst>
        </pc:spChg>
        <pc:spChg chg="del">
          <ac:chgData name="Taylor Davis" userId="5c9e72a0-c39f-4aa1-9d7d-64125e78cbe6" providerId="ADAL" clId="{938645A0-D0F0-406C-B154-CD72F27E4492}" dt="2024-09-20T21:28:35.458" v="211" actId="478"/>
          <ac:spMkLst>
            <pc:docMk/>
            <pc:sldMk cId="315794589" sldId="548"/>
            <ac:spMk id="3" creationId="{3F05FC98-89A0-63E0-1CBF-EF829E318F6F}"/>
          </ac:spMkLst>
        </pc:spChg>
        <pc:spChg chg="add del mod">
          <ac:chgData name="Taylor Davis" userId="5c9e72a0-c39f-4aa1-9d7d-64125e78cbe6" providerId="ADAL" clId="{938645A0-D0F0-406C-B154-CD72F27E4492}" dt="2024-09-20T21:28:05.215" v="155" actId="478"/>
          <ac:spMkLst>
            <pc:docMk/>
            <pc:sldMk cId="315794589" sldId="548"/>
            <ac:spMk id="12" creationId="{899A41DE-841D-5DFF-E9FB-B11BDF348960}"/>
          </ac:spMkLst>
        </pc:spChg>
        <pc:spChg chg="add mod">
          <ac:chgData name="Taylor Davis" userId="5c9e72a0-c39f-4aa1-9d7d-64125e78cbe6" providerId="ADAL" clId="{938645A0-D0F0-406C-B154-CD72F27E4492}" dt="2024-09-20T22:20:20.434" v="779"/>
          <ac:spMkLst>
            <pc:docMk/>
            <pc:sldMk cId="315794589" sldId="548"/>
            <ac:spMk id="13" creationId="{2AAFA5D4-D160-A5CA-0D5A-906D55DC41FA}"/>
          </ac:spMkLst>
        </pc:spChg>
        <pc:graphicFrameChg chg="mod">
          <ac:chgData name="Taylor Davis" userId="5c9e72a0-c39f-4aa1-9d7d-64125e78cbe6" providerId="ADAL" clId="{938645A0-D0F0-406C-B154-CD72F27E4492}" dt="2024-09-20T21:28:19.241" v="209" actId="1038"/>
          <ac:graphicFrameMkLst>
            <pc:docMk/>
            <pc:sldMk cId="315794589" sldId="548"/>
            <ac:graphicFrameMk id="7" creationId="{00000000-0000-0000-0000-000000000000}"/>
          </ac:graphicFrameMkLst>
        </pc:graphicFrameChg>
        <pc:graphicFrameChg chg="mod">
          <ac:chgData name="Taylor Davis" userId="5c9e72a0-c39f-4aa1-9d7d-64125e78cbe6" providerId="ADAL" clId="{938645A0-D0F0-406C-B154-CD72F27E4492}" dt="2024-09-20T21:28:19.241" v="209" actId="1038"/>
          <ac:graphicFrameMkLst>
            <pc:docMk/>
            <pc:sldMk cId="315794589" sldId="548"/>
            <ac:graphicFrameMk id="8" creationId="{00000000-0000-0000-0000-000000000000}"/>
          </ac:graphicFrameMkLst>
        </pc:graphicFrameChg>
        <pc:graphicFrameChg chg="mod">
          <ac:chgData name="Taylor Davis" userId="5c9e72a0-c39f-4aa1-9d7d-64125e78cbe6" providerId="ADAL" clId="{938645A0-D0F0-406C-B154-CD72F27E4492}" dt="2024-09-20T21:28:19.241" v="209" actId="1038"/>
          <ac:graphicFrameMkLst>
            <pc:docMk/>
            <pc:sldMk cId="315794589" sldId="548"/>
            <ac:graphicFrameMk id="9" creationId="{00000000-0000-0000-0000-000000000000}"/>
          </ac:graphicFrameMkLst>
        </pc:graphicFrameChg>
        <pc:picChg chg="del">
          <ac:chgData name="Taylor Davis" userId="5c9e72a0-c39f-4aa1-9d7d-64125e78cbe6" providerId="ADAL" clId="{938645A0-D0F0-406C-B154-CD72F27E4492}" dt="2024-09-20T21:28:00.357" v="154" actId="478"/>
          <ac:picMkLst>
            <pc:docMk/>
            <pc:sldMk cId="315794589" sldId="548"/>
            <ac:picMk id="6" creationId="{00000000-0000-0000-0000-000000000000}"/>
          </ac:picMkLst>
        </pc:picChg>
      </pc:sldChg>
      <pc:sldChg chg="del">
        <pc:chgData name="Taylor Davis" userId="5c9e72a0-c39f-4aa1-9d7d-64125e78cbe6" providerId="ADAL" clId="{938645A0-D0F0-406C-B154-CD72F27E4492}" dt="2024-09-20T21:50:34.747" v="393" actId="47"/>
        <pc:sldMkLst>
          <pc:docMk/>
          <pc:sldMk cId="0" sldId="550"/>
        </pc:sldMkLst>
      </pc:sldChg>
      <pc:sldChg chg="del">
        <pc:chgData name="Taylor Davis" userId="5c9e72a0-c39f-4aa1-9d7d-64125e78cbe6" providerId="ADAL" clId="{938645A0-D0F0-406C-B154-CD72F27E4492}" dt="2024-09-20T21:50:34.747" v="393" actId="47"/>
        <pc:sldMkLst>
          <pc:docMk/>
          <pc:sldMk cId="3886177265" sldId="551"/>
        </pc:sldMkLst>
      </pc:sldChg>
      <pc:sldChg chg="del">
        <pc:chgData name="Taylor Davis" userId="5c9e72a0-c39f-4aa1-9d7d-64125e78cbe6" providerId="ADAL" clId="{938645A0-D0F0-406C-B154-CD72F27E4492}" dt="2024-09-20T21:50:34.747" v="393" actId="47"/>
        <pc:sldMkLst>
          <pc:docMk/>
          <pc:sldMk cId="598962484" sldId="552"/>
        </pc:sldMkLst>
      </pc:sldChg>
      <pc:sldChg chg="modSp add mod">
        <pc:chgData name="Taylor Davis" userId="5c9e72a0-c39f-4aa1-9d7d-64125e78cbe6" providerId="ADAL" clId="{938645A0-D0F0-406C-B154-CD72F27E4492}" dt="2024-09-20T16:58:41.166" v="151" actId="20577"/>
        <pc:sldMkLst>
          <pc:docMk/>
          <pc:sldMk cId="3470905217" sldId="558"/>
        </pc:sldMkLst>
        <pc:spChg chg="mod">
          <ac:chgData name="Taylor Davis" userId="5c9e72a0-c39f-4aa1-9d7d-64125e78cbe6" providerId="ADAL" clId="{938645A0-D0F0-406C-B154-CD72F27E4492}" dt="2024-09-20T16:57:22.864" v="38" actId="6549"/>
          <ac:spMkLst>
            <pc:docMk/>
            <pc:sldMk cId="3470905217" sldId="558"/>
            <ac:spMk id="9" creationId="{025AE6BF-C458-13D4-626E-DAD4C1439055}"/>
          </ac:spMkLst>
        </pc:spChg>
        <pc:spChg chg="mod">
          <ac:chgData name="Taylor Davis" userId="5c9e72a0-c39f-4aa1-9d7d-64125e78cbe6" providerId="ADAL" clId="{938645A0-D0F0-406C-B154-CD72F27E4492}" dt="2024-09-20T16:57:36.591" v="66" actId="1038"/>
          <ac:spMkLst>
            <pc:docMk/>
            <pc:sldMk cId="3470905217" sldId="558"/>
            <ac:spMk id="13" creationId="{19FEE2C1-9161-C3CD-EE7F-6727C796DF0D}"/>
          </ac:spMkLst>
        </pc:spChg>
        <pc:spChg chg="mod">
          <ac:chgData name="Taylor Davis" userId="5c9e72a0-c39f-4aa1-9d7d-64125e78cbe6" providerId="ADAL" clId="{938645A0-D0F0-406C-B154-CD72F27E4492}" dt="2024-09-20T16:57:36.591" v="66" actId="1038"/>
          <ac:spMkLst>
            <pc:docMk/>
            <pc:sldMk cId="3470905217" sldId="558"/>
            <ac:spMk id="14" creationId="{1CC51BEE-0560-3D56-4AE8-86D704578774}"/>
          </ac:spMkLst>
        </pc:spChg>
        <pc:spChg chg="mod">
          <ac:chgData name="Taylor Davis" userId="5c9e72a0-c39f-4aa1-9d7d-64125e78cbe6" providerId="ADAL" clId="{938645A0-D0F0-406C-B154-CD72F27E4492}" dt="2024-09-20T16:57:36.591" v="66" actId="1038"/>
          <ac:spMkLst>
            <pc:docMk/>
            <pc:sldMk cId="3470905217" sldId="558"/>
            <ac:spMk id="15" creationId="{A17D3C89-20DF-71B2-E5D8-1DA9D1F926E7}"/>
          </ac:spMkLst>
        </pc:spChg>
        <pc:spChg chg="mod">
          <ac:chgData name="Taylor Davis" userId="5c9e72a0-c39f-4aa1-9d7d-64125e78cbe6" providerId="ADAL" clId="{938645A0-D0F0-406C-B154-CD72F27E4492}" dt="2024-09-20T16:58:41.166" v="151" actId="20577"/>
          <ac:spMkLst>
            <pc:docMk/>
            <pc:sldMk cId="3470905217" sldId="558"/>
            <ac:spMk id="20" creationId="{32C9D62D-25B0-6CD9-8AD7-E6855B1B1B26}"/>
          </ac:spMkLst>
        </pc:spChg>
      </pc:sldChg>
      <pc:sldChg chg="add">
        <pc:chgData name="Taylor Davis" userId="5c9e72a0-c39f-4aa1-9d7d-64125e78cbe6" providerId="ADAL" clId="{938645A0-D0F0-406C-B154-CD72F27E4492}" dt="2024-09-20T21:50:01.874" v="391"/>
        <pc:sldMkLst>
          <pc:docMk/>
          <pc:sldMk cId="0" sldId="571"/>
        </pc:sldMkLst>
      </pc:sldChg>
      <pc:sldChg chg="modSp add mod">
        <pc:chgData name="Taylor Davis" userId="5c9e72a0-c39f-4aa1-9d7d-64125e78cbe6" providerId="ADAL" clId="{938645A0-D0F0-406C-B154-CD72F27E4492}" dt="2024-09-20T21:56:45.632" v="624" actId="20577"/>
        <pc:sldMkLst>
          <pc:docMk/>
          <pc:sldMk cId="0" sldId="572"/>
        </pc:sldMkLst>
        <pc:graphicFrameChg chg="mod modGraphic">
          <ac:chgData name="Taylor Davis" userId="5c9e72a0-c39f-4aa1-9d7d-64125e78cbe6" providerId="ADAL" clId="{938645A0-D0F0-406C-B154-CD72F27E4492}" dt="2024-09-20T21:56:45.632" v="624" actId="20577"/>
          <ac:graphicFrameMkLst>
            <pc:docMk/>
            <pc:sldMk cId="0" sldId="572"/>
            <ac:graphicFrameMk id="2" creationId="{00000000-0000-0000-0000-000000000000}"/>
          </ac:graphicFrameMkLst>
        </pc:graphicFrameChg>
      </pc:sldChg>
      <pc:sldChg chg="modSp add mod">
        <pc:chgData name="Taylor Davis" userId="5c9e72a0-c39f-4aa1-9d7d-64125e78cbe6" providerId="ADAL" clId="{938645A0-D0F0-406C-B154-CD72F27E4492}" dt="2024-09-20T21:56:53.521" v="648" actId="20577"/>
        <pc:sldMkLst>
          <pc:docMk/>
          <pc:sldMk cId="0" sldId="573"/>
        </pc:sldMkLst>
        <pc:graphicFrameChg chg="mod modGraphic">
          <ac:chgData name="Taylor Davis" userId="5c9e72a0-c39f-4aa1-9d7d-64125e78cbe6" providerId="ADAL" clId="{938645A0-D0F0-406C-B154-CD72F27E4492}" dt="2024-09-20T21:56:53.521" v="648" actId="20577"/>
          <ac:graphicFrameMkLst>
            <pc:docMk/>
            <pc:sldMk cId="0" sldId="573"/>
            <ac:graphicFrameMk id="2" creationId="{00000000-0000-0000-0000-000000000000}"/>
          </ac:graphicFrameMkLst>
        </pc:graphicFrameChg>
      </pc:sldChg>
      <pc:sldChg chg="modSp add mod ord">
        <pc:chgData name="Taylor Davis" userId="5c9e72a0-c39f-4aa1-9d7d-64125e78cbe6" providerId="ADAL" clId="{938645A0-D0F0-406C-B154-CD72F27E4492}" dt="2024-09-20T21:55:05.988" v="594" actId="403"/>
        <pc:sldMkLst>
          <pc:docMk/>
          <pc:sldMk cId="1064222983" sldId="574"/>
        </pc:sldMkLst>
        <pc:graphicFrameChg chg="mod modGraphic">
          <ac:chgData name="Taylor Davis" userId="5c9e72a0-c39f-4aa1-9d7d-64125e78cbe6" providerId="ADAL" clId="{938645A0-D0F0-406C-B154-CD72F27E4492}" dt="2024-09-20T21:55:05.988" v="594" actId="403"/>
          <ac:graphicFrameMkLst>
            <pc:docMk/>
            <pc:sldMk cId="1064222983" sldId="574"/>
            <ac:graphicFrameMk id="2" creationId="{00000000-0000-0000-0000-000000000000}"/>
          </ac:graphicFrameMkLst>
        </pc:graphicFrameChg>
      </pc:sldChg>
      <pc:sldChg chg="modSp add mod ord">
        <pc:chgData name="Taylor Davis" userId="5c9e72a0-c39f-4aa1-9d7d-64125e78cbe6" providerId="ADAL" clId="{938645A0-D0F0-406C-B154-CD72F27E4492}" dt="2024-09-20T21:55:11.616" v="597" actId="403"/>
        <pc:sldMkLst>
          <pc:docMk/>
          <pc:sldMk cId="3790917938" sldId="575"/>
        </pc:sldMkLst>
        <pc:graphicFrameChg chg="mod modGraphic">
          <ac:chgData name="Taylor Davis" userId="5c9e72a0-c39f-4aa1-9d7d-64125e78cbe6" providerId="ADAL" clId="{938645A0-D0F0-406C-B154-CD72F27E4492}" dt="2024-09-20T21:55:11.616" v="597" actId="403"/>
          <ac:graphicFrameMkLst>
            <pc:docMk/>
            <pc:sldMk cId="3790917938" sldId="575"/>
            <ac:graphicFrameMk id="2" creationId="{00000000-0000-0000-0000-000000000000}"/>
          </ac:graphicFrameMkLst>
        </pc:graphicFrameChg>
      </pc:sldChg>
      <pc:sldChg chg="modSp add mod ord">
        <pc:chgData name="Taylor Davis" userId="5c9e72a0-c39f-4aa1-9d7d-64125e78cbe6" providerId="ADAL" clId="{938645A0-D0F0-406C-B154-CD72F27E4492}" dt="2024-09-20T21:55:17.377" v="600" actId="403"/>
        <pc:sldMkLst>
          <pc:docMk/>
          <pc:sldMk cId="250010407" sldId="576"/>
        </pc:sldMkLst>
        <pc:graphicFrameChg chg="mod modGraphic">
          <ac:chgData name="Taylor Davis" userId="5c9e72a0-c39f-4aa1-9d7d-64125e78cbe6" providerId="ADAL" clId="{938645A0-D0F0-406C-B154-CD72F27E4492}" dt="2024-09-20T21:55:17.377" v="600" actId="403"/>
          <ac:graphicFrameMkLst>
            <pc:docMk/>
            <pc:sldMk cId="250010407" sldId="576"/>
            <ac:graphicFrameMk id="2" creationId="{00000000-0000-0000-0000-000000000000}"/>
          </ac:graphicFrameMkLst>
        </pc:graphicFrameChg>
      </pc:sldChg>
      <pc:sldChg chg="add">
        <pc:chgData name="Taylor Davis" userId="5c9e72a0-c39f-4aa1-9d7d-64125e78cbe6" providerId="ADAL" clId="{938645A0-D0F0-406C-B154-CD72F27E4492}" dt="2024-09-20T16:56:44.499" v="2"/>
        <pc:sldMkLst>
          <pc:docMk/>
          <pc:sldMk cId="1082327325" sldId="580"/>
        </pc:sldMkLst>
      </pc:sldChg>
      <pc:sldChg chg="add">
        <pc:chgData name="Taylor Davis" userId="5c9e72a0-c39f-4aa1-9d7d-64125e78cbe6" providerId="ADAL" clId="{938645A0-D0F0-406C-B154-CD72F27E4492}" dt="2024-09-20T16:56:44.499" v="2"/>
        <pc:sldMkLst>
          <pc:docMk/>
          <pc:sldMk cId="4294051359" sldId="582"/>
        </pc:sldMkLst>
      </pc:sldChg>
      <pc:sldChg chg="addSp delSp modSp new mod modClrScheme chgLayout">
        <pc:chgData name="Taylor Davis" userId="5c9e72a0-c39f-4aa1-9d7d-64125e78cbe6" providerId="ADAL" clId="{938645A0-D0F0-406C-B154-CD72F27E4492}" dt="2024-09-20T23:39:45.485" v="1033" actId="20577"/>
        <pc:sldMkLst>
          <pc:docMk/>
          <pc:sldMk cId="2137708631" sldId="583"/>
        </pc:sldMkLst>
        <pc:spChg chg="del mod ord">
          <ac:chgData name="Taylor Davis" userId="5c9e72a0-c39f-4aa1-9d7d-64125e78cbe6" providerId="ADAL" clId="{938645A0-D0F0-406C-B154-CD72F27E4492}" dt="2024-09-20T21:34:33.609" v="347" actId="700"/>
          <ac:spMkLst>
            <pc:docMk/>
            <pc:sldMk cId="2137708631" sldId="583"/>
            <ac:spMk id="2" creationId="{BAD2A66C-C2A7-F015-A5A7-78B541C49281}"/>
          </ac:spMkLst>
        </pc:spChg>
        <pc:spChg chg="mod ord">
          <ac:chgData name="Taylor Davis" userId="5c9e72a0-c39f-4aa1-9d7d-64125e78cbe6" providerId="ADAL" clId="{938645A0-D0F0-406C-B154-CD72F27E4492}" dt="2024-09-20T21:34:33.609" v="347" actId="700"/>
          <ac:spMkLst>
            <pc:docMk/>
            <pc:sldMk cId="2137708631" sldId="583"/>
            <ac:spMk id="3" creationId="{98E3F39C-74FA-1F8E-562E-E33D5E8BD5A0}"/>
          </ac:spMkLst>
        </pc:spChg>
        <pc:spChg chg="mod ord">
          <ac:chgData name="Taylor Davis" userId="5c9e72a0-c39f-4aa1-9d7d-64125e78cbe6" providerId="ADAL" clId="{938645A0-D0F0-406C-B154-CD72F27E4492}" dt="2024-09-20T21:34:33.609" v="347" actId="700"/>
          <ac:spMkLst>
            <pc:docMk/>
            <pc:sldMk cId="2137708631" sldId="583"/>
            <ac:spMk id="4" creationId="{7D8344C3-961C-E8CA-CD2D-58BA7288BB75}"/>
          </ac:spMkLst>
        </pc:spChg>
        <pc:spChg chg="add mod ord">
          <ac:chgData name="Taylor Davis" userId="5c9e72a0-c39f-4aa1-9d7d-64125e78cbe6" providerId="ADAL" clId="{938645A0-D0F0-406C-B154-CD72F27E4492}" dt="2024-09-20T21:34:43.440" v="382" actId="20577"/>
          <ac:spMkLst>
            <pc:docMk/>
            <pc:sldMk cId="2137708631" sldId="583"/>
            <ac:spMk id="5" creationId="{9322C503-4966-5415-B9BE-A36E062F4598}"/>
          </ac:spMkLst>
        </pc:spChg>
        <pc:spChg chg="add mod ord">
          <ac:chgData name="Taylor Davis" userId="5c9e72a0-c39f-4aa1-9d7d-64125e78cbe6" providerId="ADAL" clId="{938645A0-D0F0-406C-B154-CD72F27E4492}" dt="2024-09-20T23:39:45.485" v="1033" actId="20577"/>
          <ac:spMkLst>
            <pc:docMk/>
            <pc:sldMk cId="2137708631" sldId="583"/>
            <ac:spMk id="6" creationId="{5793C937-E2F6-8FFF-5F7B-19BB43ACC671}"/>
          </ac:spMkLst>
        </pc:spChg>
        <pc:picChg chg="add">
          <ac:chgData name="Taylor Davis" userId="5c9e72a0-c39f-4aa1-9d7d-64125e78cbe6" providerId="ADAL" clId="{938645A0-D0F0-406C-B154-CD72F27E4492}" dt="2024-09-20T22:17:15.260" v="699"/>
          <ac:picMkLst>
            <pc:docMk/>
            <pc:sldMk cId="2137708631" sldId="583"/>
            <ac:picMk id="7" creationId="{2D014D83-5B5A-99B5-2930-6C8FA4E2AC66}"/>
          </ac:picMkLst>
        </pc:picChg>
      </pc:sldChg>
      <pc:sldChg chg="modSp add mod">
        <pc:chgData name="Taylor Davis" userId="5c9e72a0-c39f-4aa1-9d7d-64125e78cbe6" providerId="ADAL" clId="{938645A0-D0F0-406C-B154-CD72F27E4492}" dt="2024-09-20T22:12:59.259" v="695" actId="20577"/>
        <pc:sldMkLst>
          <pc:docMk/>
          <pc:sldMk cId="838631500" sldId="584"/>
        </pc:sldMkLst>
        <pc:graphicFrameChg chg="mod modGraphic">
          <ac:chgData name="Taylor Davis" userId="5c9e72a0-c39f-4aa1-9d7d-64125e78cbe6" providerId="ADAL" clId="{938645A0-D0F0-406C-B154-CD72F27E4492}" dt="2024-09-20T22:12:59.259" v="695" actId="20577"/>
          <ac:graphicFrameMkLst>
            <pc:docMk/>
            <pc:sldMk cId="838631500" sldId="584"/>
            <ac:graphicFrameMk id="5" creationId="{713AD275-CC86-F2BC-8594-AECC0B66117F}"/>
          </ac:graphicFrameMkLst>
        </pc:graphicFrameChg>
      </pc:sldChg>
      <pc:sldChg chg="new del">
        <pc:chgData name="Taylor Davis" userId="5c9e72a0-c39f-4aa1-9d7d-64125e78cbe6" providerId="ADAL" clId="{938645A0-D0F0-406C-B154-CD72F27E4492}" dt="2024-09-20T21:34:50.354" v="384" actId="47"/>
        <pc:sldMkLst>
          <pc:docMk/>
          <pc:sldMk cId="1134187544" sldId="584"/>
        </pc:sldMkLst>
      </pc:sldChg>
      <pc:sldChg chg="add del">
        <pc:chgData name="Taylor Davis" userId="5c9e72a0-c39f-4aa1-9d7d-64125e78cbe6" providerId="ADAL" clId="{938645A0-D0F0-406C-B154-CD72F27E4492}" dt="2024-09-20T21:58:36.955" v="650"/>
        <pc:sldMkLst>
          <pc:docMk/>
          <pc:sldMk cId="2310157327" sldId="585"/>
        </pc:sldMkLst>
      </pc:sldChg>
      <pc:sldChg chg="modSp add mod">
        <pc:chgData name="Taylor Davis" userId="5c9e72a0-c39f-4aa1-9d7d-64125e78cbe6" providerId="ADAL" clId="{938645A0-D0F0-406C-B154-CD72F27E4492}" dt="2024-09-20T23:40:04.069" v="1069" actId="20577"/>
        <pc:sldMkLst>
          <pc:docMk/>
          <pc:sldMk cId="3264830919" sldId="585"/>
        </pc:sldMkLst>
        <pc:spChg chg="mod">
          <ac:chgData name="Taylor Davis" userId="5c9e72a0-c39f-4aa1-9d7d-64125e78cbe6" providerId="ADAL" clId="{938645A0-D0F0-406C-B154-CD72F27E4492}" dt="2024-09-20T23:40:04.069" v="1069" actId="20577"/>
          <ac:spMkLst>
            <pc:docMk/>
            <pc:sldMk cId="3264830919" sldId="585"/>
            <ac:spMk id="3" creationId="{C03588DF-56D9-837C-AA1C-128F048C493A}"/>
          </ac:spMkLst>
        </pc:spChg>
      </pc:sldChg>
      <pc:sldChg chg="add del">
        <pc:chgData name="Taylor Davis" userId="5c9e72a0-c39f-4aa1-9d7d-64125e78cbe6" providerId="ADAL" clId="{938645A0-D0F0-406C-B154-CD72F27E4492}" dt="2024-09-20T22:17:14.686" v="698"/>
        <pc:sldMkLst>
          <pc:docMk/>
          <pc:sldMk cId="3352915381" sldId="585"/>
        </pc:sldMkLst>
      </pc:sldChg>
      <pc:sldChg chg="add del">
        <pc:chgData name="Taylor Davis" userId="5c9e72a0-c39f-4aa1-9d7d-64125e78cbe6" providerId="ADAL" clId="{938645A0-D0F0-406C-B154-CD72F27E4492}" dt="2024-09-20T22:17:22.480" v="701"/>
        <pc:sldMkLst>
          <pc:docMk/>
          <pc:sldMk cId="3505773198" sldId="585"/>
        </pc:sldMkLst>
      </pc:sldChg>
      <pc:sldChg chg="add del">
        <pc:chgData name="Taylor Davis" userId="5c9e72a0-c39f-4aa1-9d7d-64125e78cbe6" providerId="ADAL" clId="{938645A0-D0F0-406C-B154-CD72F27E4492}" dt="2024-09-20T22:17:07.327" v="696" actId="47"/>
        <pc:sldMkLst>
          <pc:docMk/>
          <pc:sldMk cId="3625830857" sldId="585"/>
        </pc:sldMkLst>
      </pc:sldChg>
      <pc:sldChg chg="modSp add mod">
        <pc:chgData name="Taylor Davis" userId="5c9e72a0-c39f-4aa1-9d7d-64125e78cbe6" providerId="ADAL" clId="{938645A0-D0F0-406C-B154-CD72F27E4492}" dt="2024-09-20T22:19:16.344" v="715"/>
        <pc:sldMkLst>
          <pc:docMk/>
          <pc:sldMk cId="1114487019" sldId="586"/>
        </pc:sldMkLst>
        <pc:spChg chg="mod">
          <ac:chgData name="Taylor Davis" userId="5c9e72a0-c39f-4aa1-9d7d-64125e78cbe6" providerId="ADAL" clId="{938645A0-D0F0-406C-B154-CD72F27E4492}" dt="2024-09-20T22:19:05.787" v="712"/>
          <ac:spMkLst>
            <pc:docMk/>
            <pc:sldMk cId="1114487019" sldId="586"/>
            <ac:spMk id="9" creationId="{025AE6BF-C458-13D4-626E-DAD4C1439055}"/>
          </ac:spMkLst>
        </pc:spChg>
        <pc:spChg chg="mod">
          <ac:chgData name="Taylor Davis" userId="5c9e72a0-c39f-4aa1-9d7d-64125e78cbe6" providerId="ADAL" clId="{938645A0-D0F0-406C-B154-CD72F27E4492}" dt="2024-09-20T22:19:16.344" v="715"/>
          <ac:spMkLst>
            <pc:docMk/>
            <pc:sldMk cId="1114487019" sldId="586"/>
            <ac:spMk id="20" creationId="{32C9D62D-25B0-6CD9-8AD7-E6855B1B1B26}"/>
          </ac:spMkLst>
        </pc:spChg>
      </pc:sldChg>
      <pc:sldChg chg="modSp add del mod">
        <pc:chgData name="Taylor Davis" userId="5c9e72a0-c39f-4aa1-9d7d-64125e78cbe6" providerId="ADAL" clId="{938645A0-D0F0-406C-B154-CD72F27E4492}" dt="2024-09-20T22:17:07.327" v="696" actId="47"/>
        <pc:sldMkLst>
          <pc:docMk/>
          <pc:sldMk cId="2333876389" sldId="586"/>
        </pc:sldMkLst>
        <pc:spChg chg="mod">
          <ac:chgData name="Taylor Davis" userId="5c9e72a0-c39f-4aa1-9d7d-64125e78cbe6" providerId="ADAL" clId="{938645A0-D0F0-406C-B154-CD72F27E4492}" dt="2024-09-20T21:59:32.350" v="685" actId="20577"/>
          <ac:spMkLst>
            <pc:docMk/>
            <pc:sldMk cId="2333876389" sldId="586"/>
            <ac:spMk id="9" creationId="{025AE6BF-C458-13D4-626E-DAD4C1439055}"/>
          </ac:spMkLst>
        </pc:spChg>
        <pc:spChg chg="mod">
          <ac:chgData name="Taylor Davis" userId="5c9e72a0-c39f-4aa1-9d7d-64125e78cbe6" providerId="ADAL" clId="{938645A0-D0F0-406C-B154-CD72F27E4492}" dt="2024-09-20T22:00:06.688" v="686"/>
          <ac:spMkLst>
            <pc:docMk/>
            <pc:sldMk cId="2333876389" sldId="586"/>
            <ac:spMk id="20" creationId="{32C9D62D-25B0-6CD9-8AD7-E6855B1B1B26}"/>
          </ac:spMkLst>
        </pc:spChg>
      </pc:sldChg>
      <pc:sldChg chg="addSp delSp modSp add mod">
        <pc:chgData name="Taylor Davis" userId="5c9e72a0-c39f-4aa1-9d7d-64125e78cbe6" providerId="ADAL" clId="{938645A0-D0F0-406C-B154-CD72F27E4492}" dt="2024-09-20T22:20:15.633" v="778" actId="2085"/>
        <pc:sldMkLst>
          <pc:docMk/>
          <pc:sldMk cId="741902717" sldId="587"/>
        </pc:sldMkLst>
        <pc:spChg chg="del">
          <ac:chgData name="Taylor Davis" userId="5c9e72a0-c39f-4aa1-9d7d-64125e78cbe6" providerId="ADAL" clId="{938645A0-D0F0-406C-B154-CD72F27E4492}" dt="2024-09-20T22:19:49.081" v="774" actId="478"/>
          <ac:spMkLst>
            <pc:docMk/>
            <pc:sldMk cId="741902717" sldId="587"/>
            <ac:spMk id="2" creationId="{F136DF45-D5B0-585C-20C8-45741BA6198C}"/>
          </ac:spMkLst>
        </pc:spChg>
        <pc:spChg chg="del">
          <ac:chgData name="Taylor Davis" userId="5c9e72a0-c39f-4aa1-9d7d-64125e78cbe6" providerId="ADAL" clId="{938645A0-D0F0-406C-B154-CD72F27E4492}" dt="2024-09-20T22:19:34.004" v="718" actId="478"/>
          <ac:spMkLst>
            <pc:docMk/>
            <pc:sldMk cId="741902717" sldId="587"/>
            <ac:spMk id="3" creationId="{3F05FC98-89A0-63E0-1CBF-EF829E318F6F}"/>
          </ac:spMkLst>
        </pc:spChg>
        <pc:spChg chg="add del mod">
          <ac:chgData name="Taylor Davis" userId="5c9e72a0-c39f-4aa1-9d7d-64125e78cbe6" providerId="ADAL" clId="{938645A0-D0F0-406C-B154-CD72F27E4492}" dt="2024-09-20T22:19:27.323" v="717" actId="478"/>
          <ac:spMkLst>
            <pc:docMk/>
            <pc:sldMk cId="741902717" sldId="587"/>
            <ac:spMk id="12" creationId="{C78F327F-CE0F-FFAC-58E6-495EC1F125AC}"/>
          </ac:spMkLst>
        </pc:spChg>
        <pc:spChg chg="add mod">
          <ac:chgData name="Taylor Davis" userId="5c9e72a0-c39f-4aa1-9d7d-64125e78cbe6" providerId="ADAL" clId="{938645A0-D0F0-406C-B154-CD72F27E4492}" dt="2024-09-20T22:20:15.633" v="778" actId="2085"/>
          <ac:spMkLst>
            <pc:docMk/>
            <pc:sldMk cId="741902717" sldId="587"/>
            <ac:spMk id="13" creationId="{69FF5BA1-FD48-6F90-EADD-6E8DAD13C904}"/>
          </ac:spMkLst>
        </pc:spChg>
        <pc:graphicFrameChg chg="mod">
          <ac:chgData name="Taylor Davis" userId="5c9e72a0-c39f-4aa1-9d7d-64125e78cbe6" providerId="ADAL" clId="{938645A0-D0F0-406C-B154-CD72F27E4492}" dt="2024-09-20T22:19:44.779" v="773" actId="1035"/>
          <ac:graphicFrameMkLst>
            <pc:docMk/>
            <pc:sldMk cId="741902717" sldId="587"/>
            <ac:graphicFrameMk id="7" creationId="{00000000-0000-0000-0000-000000000000}"/>
          </ac:graphicFrameMkLst>
        </pc:graphicFrameChg>
        <pc:graphicFrameChg chg="mod">
          <ac:chgData name="Taylor Davis" userId="5c9e72a0-c39f-4aa1-9d7d-64125e78cbe6" providerId="ADAL" clId="{938645A0-D0F0-406C-B154-CD72F27E4492}" dt="2024-09-20T22:19:44.779" v="773" actId="1035"/>
          <ac:graphicFrameMkLst>
            <pc:docMk/>
            <pc:sldMk cId="741902717" sldId="587"/>
            <ac:graphicFrameMk id="8" creationId="{00000000-0000-0000-0000-000000000000}"/>
          </ac:graphicFrameMkLst>
        </pc:graphicFrameChg>
        <pc:graphicFrameChg chg="mod">
          <ac:chgData name="Taylor Davis" userId="5c9e72a0-c39f-4aa1-9d7d-64125e78cbe6" providerId="ADAL" clId="{938645A0-D0F0-406C-B154-CD72F27E4492}" dt="2024-09-20T22:19:44.779" v="773" actId="1035"/>
          <ac:graphicFrameMkLst>
            <pc:docMk/>
            <pc:sldMk cId="741902717" sldId="587"/>
            <ac:graphicFrameMk id="9" creationId="{00000000-0000-0000-0000-000000000000}"/>
          </ac:graphicFrameMkLst>
        </pc:graphicFrameChg>
        <pc:picChg chg="del">
          <ac:chgData name="Taylor Davis" userId="5c9e72a0-c39f-4aa1-9d7d-64125e78cbe6" providerId="ADAL" clId="{938645A0-D0F0-406C-B154-CD72F27E4492}" dt="2024-09-20T22:19:23.068" v="716" actId="478"/>
          <ac:picMkLst>
            <pc:docMk/>
            <pc:sldMk cId="741902717" sldId="587"/>
            <ac:picMk id="6" creationId="{00000000-0000-0000-0000-000000000000}"/>
          </ac:picMkLst>
        </pc:picChg>
        <pc:picChg chg="mod">
          <ac:chgData name="Taylor Davis" userId="5c9e72a0-c39f-4aa1-9d7d-64125e78cbe6" providerId="ADAL" clId="{938645A0-D0F0-406C-B154-CD72F27E4492}" dt="2024-09-20T22:19:52.835" v="775" actId="1076"/>
          <ac:picMkLst>
            <pc:docMk/>
            <pc:sldMk cId="741902717" sldId="587"/>
            <ac:picMk id="10" creationId="{00000000-0000-0000-0000-000000000000}"/>
          </ac:picMkLst>
        </pc:picChg>
      </pc:sldChg>
      <pc:sldChg chg="modSp add mod setBg">
        <pc:chgData name="Taylor Davis" userId="5c9e72a0-c39f-4aa1-9d7d-64125e78cbe6" providerId="ADAL" clId="{938645A0-D0F0-406C-B154-CD72F27E4492}" dt="2024-09-20T22:21:01.444" v="781" actId="20577"/>
        <pc:sldMkLst>
          <pc:docMk/>
          <pc:sldMk cId="3026835362" sldId="588"/>
        </pc:sldMkLst>
        <pc:graphicFrameChg chg="modGraphic">
          <ac:chgData name="Taylor Davis" userId="5c9e72a0-c39f-4aa1-9d7d-64125e78cbe6" providerId="ADAL" clId="{938645A0-D0F0-406C-B154-CD72F27E4492}" dt="2024-09-20T22:21:01.444" v="781" actId="20577"/>
          <ac:graphicFrameMkLst>
            <pc:docMk/>
            <pc:sldMk cId="3026835362" sldId="588"/>
            <ac:graphicFrameMk id="8" creationId="{00000000-0000-0000-0000-000000000000}"/>
          </ac:graphicFrameMkLst>
        </pc:graphicFrameChg>
      </pc:sldChg>
      <pc:sldChg chg="modSp add mod">
        <pc:chgData name="Taylor Davis" userId="5c9e72a0-c39f-4aa1-9d7d-64125e78cbe6" providerId="ADAL" clId="{938645A0-D0F0-406C-B154-CD72F27E4492}" dt="2024-09-20T22:21:45.874" v="784" actId="20577"/>
        <pc:sldMkLst>
          <pc:docMk/>
          <pc:sldMk cId="3246782709" sldId="589"/>
        </pc:sldMkLst>
        <pc:spChg chg="mod">
          <ac:chgData name="Taylor Davis" userId="5c9e72a0-c39f-4aa1-9d7d-64125e78cbe6" providerId="ADAL" clId="{938645A0-D0F0-406C-B154-CD72F27E4492}" dt="2024-09-20T22:21:45.874" v="784" actId="20577"/>
          <ac:spMkLst>
            <pc:docMk/>
            <pc:sldMk cId="3246782709" sldId="589"/>
            <ac:spMk id="10" creationId="{C690F22E-C9CA-61DC-5584-149573110610}"/>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image" Target="../media/image33.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SLUHN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SLUHN’s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SLUHN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SLUHN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SLUHN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SLUHN’s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9/20/2024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023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39CA89-B4B2-4050-B038-8DF8E3A335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9/20/2024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9/20/2024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9/20/2024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9/20/2024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9/20/2024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9/20/2024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9/20/2024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5.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36.pn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jpeg"/><Relationship Id="rId4" Type="http://schemas.openxmlformats.org/officeDocument/2006/relationships/image" Target="../media/image38.png"/><Relationship Id="rId9"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6.xml"/><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jpeg"/><Relationship Id="rId4" Type="http://schemas.microsoft.com/office/2007/relationships/hdphoto" Target="../media/hdphoto2.wdp"/></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5.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5.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2.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jpeg"/><Relationship Id="rId1" Type="http://schemas.openxmlformats.org/officeDocument/2006/relationships/slideLayout" Target="../slideLayouts/slideLayout6.xml"/><Relationship Id="rId6" Type="http://schemas.openxmlformats.org/officeDocument/2006/relationships/image" Target="../media/image60.svg"/><Relationship Id="rId11" Type="http://schemas.openxmlformats.org/officeDocument/2006/relationships/image" Target="../media/image6.png"/><Relationship Id="rId5" Type="http://schemas.openxmlformats.org/officeDocument/2006/relationships/image" Target="../media/image59.pn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2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~$.47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~$.37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 27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SLUHN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654619"/>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4231" y="1560743"/>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5734" y="1906816"/>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9018" y="805543"/>
            <a:ext cx="4020910" cy="29391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2140949"/>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301490117"/>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SLUHS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08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Hunterdon, Warren, Bucks, Carbon, Lehigh, Luzerne, Northampton, and Schuylkill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2,106K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1,230K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935K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538K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$61.7M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$11.55M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$422.49M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$80.27M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$831.51M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$158.15M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34% inpatient market share, and 17% outpatient market compared to hospitals/clinics in the Luzerne, Carbon, Schuylkill, Lehigh, Northampton, Warren, Hunterdon, and Bucks Counties.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70791" y="3237256"/>
            <a:ext cx="583814" cy="369332"/>
          </a:xfrm>
          <a:prstGeom prst="rect">
            <a:avLst/>
          </a:prstGeom>
          <a:noFill/>
        </p:spPr>
        <p:txBody>
          <a:bodyPr wrap="none" rtlCol="0">
            <a:spAutoFit/>
          </a:bodyPr>
          <a:lstStyle/>
          <a:p>
            <a:r>
              <a:rPr lang="en-US" dirty="0">
                <a:solidFill/>
              </a:rPr>
              <a:t>70%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97852" y="3237256"/>
            <a:ext cx="583814" cy="369332"/>
          </a:xfrm>
          <a:prstGeom prst="rect">
            <a:avLst/>
          </a:prstGeom>
          <a:noFill/>
        </p:spPr>
        <p:txBody>
          <a:bodyPr wrap="none" rtlCol="0">
            <a:spAutoFit/>
          </a:bodyPr>
          <a:lstStyle/>
          <a:p>
            <a:r>
              <a:rPr lang="en-US" dirty="0">
                <a:solidFill/>
              </a:rPr>
              <a:t>77%</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35791" y="3237256"/>
            <a:ext cx="583814" cy="369332"/>
          </a:xfrm>
          <a:prstGeom prst="rect">
            <a:avLst/>
          </a:prstGeom>
          <a:noFill/>
        </p:spPr>
        <p:txBody>
          <a:bodyPr wrap="none" rtlCol="0">
            <a:spAutoFit/>
          </a:bodyPr>
          <a:lstStyle/>
          <a:p>
            <a:r>
              <a:rPr lang="en-US" dirty="0">
                <a:solidFill/>
              </a:rPr>
              <a:t>85%</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observes a SLUHN 36.7% commercial margin. Conservatively, we model the DTE to be 5% below the current commercial margin which we conservatively model to be:</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785793" cy="369332"/>
          </a:xfrm>
          <a:prstGeom prst="rect">
            <a:avLst/>
          </a:prstGeom>
          <a:noFill/>
        </p:spPr>
        <p:txBody>
          <a:bodyPr wrap="none" rtlCol="0">
            <a:spAutoFit/>
          </a:bodyPr>
          <a:lstStyle/>
          <a:p>
            <a:r>
              <a:rPr lang="en-US" dirty="0">
                <a:solidFill/>
              </a:rPr>
              <a:t>17%</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885179" cy="369332"/>
          </a:xfrm>
          <a:prstGeom prst="rect">
            <a:avLst/>
          </a:prstGeom>
          <a:noFill/>
        </p:spPr>
        <p:txBody>
          <a:bodyPr wrap="none" rtlCol="0">
            <a:spAutoFit/>
          </a:bodyPr>
          <a:lstStyle/>
          <a:p>
            <a:r>
              <a:rPr lang="en-US" dirty="0">
                <a:solidFill/>
              </a:rPr>
              <a:t>20.7%</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389339" y="5571573"/>
            <a:ext cx="832279" cy="369332"/>
          </a:xfrm>
          <a:prstGeom prst="rect">
            <a:avLst/>
          </a:prstGeom>
          <a:noFill/>
        </p:spPr>
        <p:txBody>
          <a:bodyPr wrap="none" rtlCol="0">
            <a:spAutoFit/>
          </a:bodyPr>
          <a:lstStyle/>
          <a:p>
            <a:r>
              <a:rPr lang="en-US" dirty="0">
                <a:solidFill/>
              </a:rPr>
              <a:t>26.2%</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extLst>
              <p:ext uri="{D42A27DB-BD31-4B8C-83A1-F6EECF244321}">
                <p14:modId xmlns:p14="http://schemas.microsoft.com/office/powerpoint/2010/main" val="655436246"/>
              </p:ext>
            </p:extLst>
          </p:nvPr>
        </p:nvGraphicFramePr>
        <p:xfrm>
          <a:off x="6076765" y="-4439"/>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2,635.1K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5,408.9K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9,014.8K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13,730.2K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2,327.9K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5,275.7K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8,912.8K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13,669.0K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75643568"/>
              </p:ext>
            </p:extLst>
          </p:nvPr>
        </p:nvGraphicFramePr>
        <p:xfrm>
          <a:off x="6076765" y="2281561"/>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3,605.9K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7,211.8K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11,927.3K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18,306.9K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3,307.1K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7,094.2K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11,850.5K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18,285.3K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305238153"/>
              </p:ext>
            </p:extLst>
          </p:nvPr>
        </p:nvGraphicFramePr>
        <p:xfrm>
          <a:off x="6076765" y="4567561"/>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3,605.9K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9,153.5K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1,488.6K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3,457.1K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5,835.2K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9,052.7K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10" name="Content Placeholder 9"/>
          <p:cNvPicPr>
            <a:picLocks noGrp="1"/>
          </p:cNvPicPr>
          <p:nvPr>
            <p:ph/>
          </p:nvPr>
        </p:nvPicPr>
        <p:blipFill>
          <a:blip r:embed="rId2" cstate="print"/>
          <a:stretch>
            <a:fillRect/>
          </a:stretch>
        </p:blipFill>
        <p:spPr>
          <a:xfrm>
            <a:off x="1179576" y="0"/>
            <a:ext cx="4572000" cy="6858000"/>
          </a:xfrm>
          <a:prstGeom prst="rect">
            <a:avLst/>
          </a:prstGeom>
        </p:spPr>
      </p:pic>
      <p:sp>
        <p:nvSpPr>
          <p:cNvPr id="13" name="Rectangle 12">
            <a:extLst>
              <a:ext uri="{FF2B5EF4-FFF2-40B4-BE49-F238E27FC236}">
                <a16:creationId xmlns:a16="http://schemas.microsoft.com/office/drawing/2014/main" id="{2AAFA5D4-D160-A5CA-0D5A-906D55DC41FA}"/>
              </a:ext>
            </a:extLst>
          </p:cNvPr>
          <p:cNvSpPr/>
          <p:nvPr/>
        </p:nvSpPr>
        <p:spPr>
          <a:xfrm>
            <a:off x="2947386" y="248575"/>
            <a:ext cx="1526960" cy="2574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a:t>
            </a:r>
            <a:r>
              <a:rPr lang="en-US" sz="4000" b="1" dirty="0">
                <a:solidFill>
                  <a:srgbClr val="59CAE8"/>
                </a:solidFill>
                <a:latin typeface="Arial" panose="020B0604020202020204" pitchFamily="34" charset="0"/>
                <a:cs typeface="Arial" panose="020B0604020202020204" pitchFamily="34" charset="0"/>
              </a:rPr>
              <a:t>Brand</a:t>
            </a:r>
            <a:r>
              <a:rPr lang="en-US" sz="4000" b="1" dirty="0">
                <a:solidFill>
                  <a:srgbClr val="000B2E"/>
                </a:solidFill>
                <a:latin typeface="Arial" panose="020B0604020202020204" pitchFamily="34" charset="0"/>
                <a:cs typeface="Arial" panose="020B0604020202020204" pitchFamily="34" charset="0"/>
              </a:rPr>
              <a:t>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4354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5ABC0E-AAB4-F399-F7BF-ED278C149419}"/>
              </a:ext>
            </a:extLst>
          </p:cNvPr>
          <p:cNvPicPr>
            <a:picLocks noGrp="1" noChangeAspect="1"/>
          </p:cNvPicPr>
          <p:nvPr>
            <p:ph idx="1"/>
          </p:nvPr>
        </p:nvPicPr>
        <p:blipFill>
          <a:blip r:embed="rId2"/>
          <a:stretch>
            <a:fillRect/>
          </a:stretch>
        </p:blipFill>
        <p:spPr>
          <a:xfrm>
            <a:off x="3490912" y="1858169"/>
            <a:ext cx="5210175" cy="4286250"/>
          </a:xfrm>
        </p:spPr>
      </p:pic>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1926190"/>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extLst>
              <p:ext uri="{D42A27DB-BD31-4B8C-83A1-F6EECF244321}">
                <p14:modId xmlns:p14="http://schemas.microsoft.com/office/powerpoint/2010/main" val="2214715677"/>
              </p:ext>
            </p:extLst>
          </p:nvPr>
        </p:nvGraphicFramePr>
        <p:xfrm>
          <a:off x="9199113" y="3139930"/>
          <a:ext cx="2766324" cy="338933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r h="251800">
                <a:tc>
                  <a:txBody>
                    <a:bodyPr/>
                    <a:lstStyle/>
                    <a:p>
                      <a:pPr algn="l"/>
                      <a:r>
                        <a:rPr lang="en-US" sz="1200" kern="1200" dirty="0">
                          <a:solidFill>
                            <a:schemeClr val="dk1"/>
                          </a:solidFill>
                          <a:latin typeface="+mn-lt"/>
                          <a:ea typeface="+mn-ea"/>
                          <a:cs typeface="+mn-cs"/>
                        </a:rPr>
                        <a:t>St. Luke’s Hospital Monroe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48,667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2385780560"/>
                  </a:ext>
                </a:extLst>
              </a:tr>
              <a:tr h="251800">
                <a:tc>
                  <a:txBody>
                    <a:bodyPr/>
                    <a:lstStyle/>
                    <a:p>
                      <a:pPr algn="l"/>
                      <a:r>
                        <a:rPr lang="en-US" sz="1200" kern="1200" dirty="0">
                          <a:solidFill>
                            <a:schemeClr val="dk1"/>
                          </a:solidFill>
                          <a:latin typeface="+mn-lt"/>
                          <a:ea typeface="+mn-ea"/>
                          <a:cs typeface="+mn-cs"/>
                        </a:rPr>
                        <a:t>St. Luke’s Hospital Carbon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26,628</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65044891"/>
                  </a:ext>
                </a:extLst>
              </a:tr>
            </a:tbl>
          </a:graphicData>
        </a:graphic>
      </p:graphicFrame>
      <p:sp>
        <p:nvSpPr>
          <p:cNvPr id="8" name="Title 1">
            <a:extLst>
              <a:ext uri="{FF2B5EF4-FFF2-40B4-BE49-F238E27FC236}">
                <a16:creationId xmlns:a16="http://schemas.microsoft.com/office/drawing/2014/main" id="{B7A296EC-ABAC-52BC-9CE3-E14DAA57D327}"/>
              </a:ext>
            </a:extLst>
          </p:cNvPr>
          <p:cNvSpPr>
            <a:spLocks noGrp="1"/>
          </p:cNvSpPr>
          <p:nvPr>
            <p:ph type="title"/>
          </p:nvPr>
        </p:nvSpPr>
        <p:spPr>
          <a:xfrm>
            <a:off x="480053" y="277460"/>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Best-in-Area </a:t>
            </a:r>
            <a:r>
              <a:rPr lang="en-US" sz="4000" b="1" dirty="0">
                <a:solidFill>
                  <a:srgbClr val="59CAE8"/>
                </a:solidFill>
                <a:latin typeface="Arial" panose="020B0604020202020204" pitchFamily="34" charset="0"/>
                <a:cs typeface="Arial" panose="020B0604020202020204" pitchFamily="34" charset="0"/>
              </a:rPr>
              <a:t>Patient Access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37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extLst>
              <p:ext uri="{D42A27DB-BD31-4B8C-83A1-F6EECF244321}">
                <p14:modId xmlns:p14="http://schemas.microsoft.com/office/powerpoint/2010/main" val="3487391422"/>
              </p:ext>
            </p:extLst>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8B5BAC4-765B-3901-8C3A-00577DDBB959}"/>
              </a:ext>
            </a:extLst>
          </p:cNvPr>
          <p:cNvSpPr>
            <a:spLocks noGrp="1"/>
          </p:cNvSpPr>
          <p:nvPr>
            <p:ph type="title"/>
          </p:nvPr>
        </p:nvSpPr>
        <p:spPr>
          <a:xfrm>
            <a:off x="1143446" y="281668"/>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Leading </a:t>
            </a:r>
            <a:r>
              <a:rPr lang="en-US" sz="4000" b="1" dirty="0">
                <a:solidFill>
                  <a:srgbClr val="59CAE8"/>
                </a:solidFill>
                <a:latin typeface="Arial" panose="020B0604020202020204" pitchFamily="34" charset="0"/>
                <a:cs typeface="Arial" panose="020B0604020202020204" pitchFamily="34" charset="0"/>
              </a:rPr>
              <a:t>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8920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2112748131"/>
              </p:ext>
            </p:extLst>
          </p:nvPr>
        </p:nvGraphicFramePr>
        <p:xfrm>
          <a:off x="1460500" y="2225675"/>
          <a:ext cx="10506457" cy="3765975"/>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Monroe County</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r" fontAlgn="b"/>
                      <a:r>
                        <a:rPr lang="en-US" sz="2200" b="0" i="0" u="none" strike="noStrike" dirty="0">
                          <a:solidFill>
                            <a:srgbClr val="000000"/>
                          </a:solidFill>
                          <a:effectLst/>
                          <a:latin typeface="Calibri" panose="020F0502020204030204" pitchFamily="34" charset="0"/>
                        </a:rPr>
                        <a:t>219%</a:t>
                      </a:r>
                    </a:p>
                  </a:txBody>
                  <a:tcPr marL="19105" marR="19105" marT="19105" marB="0" anchor="b">
                    <a:lnL>
                      <a:noFill/>
                    </a:lnL>
                    <a:lnR>
                      <a:noFill/>
                    </a:lnR>
                    <a:lnT>
                      <a:noFill/>
                    </a:lnT>
                    <a:lnB>
                      <a:noFill/>
                    </a:lnB>
                    <a:solidFill>
                      <a:srgbClr val="FCD8B9"/>
                    </a:solidFill>
                  </a:tcPr>
                </a:tc>
                <a:extLst>
                  <a:ext uri="{0D108BD9-81ED-4DB2-BD59-A6C34878D82A}">
                    <a16:rowId xmlns:a16="http://schemas.microsoft.com/office/drawing/2014/main" val="4245907629"/>
                  </a:ext>
                </a:extLst>
              </a:tr>
              <a:tr h="428716">
                <a:tc>
                  <a:txBody>
                    <a:bodyPr/>
                    <a:lstStyle/>
                    <a:p>
                      <a:pPr algn="l" fontAlgn="b"/>
                      <a:r>
                        <a:rPr lang="en-US" sz="2200" b="0" i="0" u="none" strike="noStrike">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DFF233D9-7F19-9283-14DF-A46881A805AF}"/>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Care at </a:t>
            </a:r>
            <a:r>
              <a:rPr lang="en-US" sz="4000" b="1" dirty="0">
                <a:solidFill>
                  <a:srgbClr val="59CAE8"/>
                </a:solidFill>
                <a:latin typeface="Arial" panose="020B0604020202020204" pitchFamily="34" charset="0"/>
                <a:cs typeface="Arial" panose="020B0604020202020204" pitchFamily="34" charset="0"/>
              </a:rPr>
              <a:t>Value Pricing</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6184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SLUHN’s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SLUHN</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SLUHN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19</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SLUHN</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34.  </a:t>
            </a:r>
          </a:p>
          <a:p>
            <a:pPr marL="285750" indent="-285750">
              <a:buFont typeface="Arial" panose="020B0604020202020204" pitchFamily="34" charset="0"/>
              <a:buChar char="•"/>
            </a:pPr>
            <a:r>
              <a:rPr lang="en-US" sz="1600" dirty="0"/>
              <a:t>Financial projections do not include 340B contribution margin, which could represent $136 pmpm based upon optimizing 340B through plan design, SLUHN’s approved site(s) with network integration, and development of SLUHN’s proprietary PBM program.</a:t>
            </a:r>
            <a:r>
              <a:rPr lang="en-US" sz="1600" dirty="0">
                <a:highlight>
                  <a:srgbClr val="FFFF00"/>
                </a:highlight>
              </a:rPr>
              <a:t>   </a:t>
            </a:r>
          </a:p>
        </p:txBody>
      </p:sp>
      <p:graphicFrame>
        <p:nvGraphicFramePr>
          <p:cNvPr id="6" name="Table 5">
            <a:extLst>
              <a:ext uri="{FF2B5EF4-FFF2-40B4-BE49-F238E27FC236}">
                <a16:creationId xmlns:a16="http://schemas.microsoft.com/office/drawing/2014/main" id="{055925AA-F4BA-FD24-C405-FEC79BA84305}"/>
              </a:ext>
            </a:extLst>
          </p:cNvPr>
          <p:cNvGraphicFramePr>
            <a:graphicFrameLocks noGrp="1"/>
          </p:cNvGraphicFramePr>
          <p:nvPr>
            <p:extLst>
              <p:ext uri="{D42A27DB-BD31-4B8C-83A1-F6EECF244321}">
                <p14:modId xmlns:p14="http://schemas.microsoft.com/office/powerpoint/2010/main" val="403254573"/>
              </p:ext>
            </p:extLst>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lang="en-US" sz="1400" b="1" i="0" u="none" cap="none" dirty="0">
                          <a:solidFill>
                            <a:srgbClr val="FFFFFF">
                              <a:alpha val="100000"/>
                            </a:srgbClr>
                          </a:solidFill>
                          <a:latin typeface="Arial"/>
                          <a:cs typeface="Arial"/>
                          <a:sym typeface="Arial"/>
                        </a:rPr>
                        <a:t>Assuming Patient Steerage of 77% and a Commercial Margin of 21%</a:t>
                      </a:r>
                      <a:endParaRPr sz="1400" b="1" i="0" u="none" cap="none" dirty="0">
                        <a:solidFill>
                          <a:srgbClr val="FFFFFF">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$ 18,367K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$ 3,437K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$29,282K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$ 73,467K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$21,276K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$13,539K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$58,563K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$146,934K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$42,553K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$27,408K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21</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SLUHS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SLUHS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will only turbocharge the overall results – Positioning SLUHS as the transformational PA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SLUHN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22</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SLUHS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23</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24</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25</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572426963"/>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26</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27</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22C503-4966-5415-B9BE-A36E062F4598}"/>
              </a:ext>
            </a:extLst>
          </p:cNvPr>
          <p:cNvSpPr>
            <a:spLocks noGrp="1"/>
          </p:cNvSpPr>
          <p:nvPr>
            <p:ph type="title"/>
          </p:nvPr>
        </p:nvSpPr>
        <p:spPr/>
        <p:txBody>
          <a:bodyPr/>
          <a:lstStyle/>
          <a:p>
            <a:r>
              <a:rPr lang="en-US" dirty="0"/>
              <a:t>Modeling for Community-Based Plan</a:t>
            </a:r>
          </a:p>
        </p:txBody>
      </p:sp>
      <p:sp>
        <p:nvSpPr>
          <p:cNvPr id="6" name="Text Placeholder 5">
            <a:extLst>
              <a:ext uri="{FF2B5EF4-FFF2-40B4-BE49-F238E27FC236}">
                <a16:creationId xmlns:a16="http://schemas.microsoft.com/office/drawing/2014/main" id="{5793C937-E2F6-8FFF-5F7B-19BB43ACC671}"/>
              </a:ext>
            </a:extLst>
          </p:cNvPr>
          <p:cNvSpPr>
            <a:spLocks noGrp="1"/>
          </p:cNvSpPr>
          <p:nvPr>
            <p:ph type="body" idx="1"/>
          </p:nvPr>
        </p:nvSpPr>
        <p:spPr/>
        <p:txBody>
          <a:bodyPr/>
          <a:lstStyle/>
          <a:p>
            <a:r>
              <a:rPr lang="en-US" dirty="0"/>
              <a:t>Plan modeled at far lower patient steerage rates but above current market share. Patient steerage can be achieved through pay card and virtual primary care. </a:t>
            </a:r>
          </a:p>
        </p:txBody>
      </p:sp>
      <p:sp>
        <p:nvSpPr>
          <p:cNvPr id="3" name="Footer Placeholder 2">
            <a:extLst>
              <a:ext uri="{FF2B5EF4-FFF2-40B4-BE49-F238E27FC236}">
                <a16:creationId xmlns:a16="http://schemas.microsoft.com/office/drawing/2014/main" id="{98E3F39C-74FA-1F8E-562E-E33D5E8BD5A0}"/>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D8344C3-961C-E8CA-CD2D-58BA7288BB75}"/>
              </a:ext>
            </a:extLst>
          </p:cNvPr>
          <p:cNvSpPr>
            <a:spLocks noGrp="1"/>
          </p:cNvSpPr>
          <p:nvPr>
            <p:ph type="sldNum" sz="quarter" idx="12"/>
          </p:nvPr>
        </p:nvSpPr>
        <p:spPr/>
        <p:txBody>
          <a:bodyPr/>
          <a:lstStyle/>
          <a:p>
            <a:fld id="{3AFC719D-C4A7-4544-876E-D411D11AF6C9}" type="slidenum">
              <a:rPr lang="en-US" smtClean="0"/>
              <a:t>28</a:t>
            </a:fld>
            <a:endParaRPr lang="en-US" dirty="0"/>
          </a:p>
        </p:txBody>
      </p:sp>
    </p:spTree>
    <p:extLst>
      <p:ext uri="{BB962C8B-B14F-4D97-AF65-F5344CB8AC3E}">
        <p14:creationId xmlns:p14="http://schemas.microsoft.com/office/powerpoint/2010/main" val="2137708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Far Lower Profitability Growth</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dirty="0">
                <a:ln>
                  <a:noFill/>
                </a:ln>
                <a:solidFill>
                  <a:prstClr val="black">
                    <a:tint val="75000"/>
                  </a:prstClr>
                </a:solidFill>
                <a:effectLst/>
                <a:uLnTx/>
                <a:uFillTx/>
                <a:latin typeface="Calibri" panose="020F0502020204030204"/>
                <a:ea typeface="+mn-ea"/>
                <a:cs typeface="+mn-cs"/>
              </a:rPr>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6087CE"/>
                </a:solidFill>
                <a:effectLst/>
                <a:uLnTx/>
                <a:uFillTx/>
                <a:latin typeface="Calibri" panose="020F0502020204030204"/>
                <a:ea typeface="+mn-ea"/>
                <a:cs typeface="+mn-cs"/>
              </a:rPr>
              <a:t>Early Stage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087CE"/>
                </a:solidFill>
                <a:effectLst/>
                <a:uLnTx/>
                <a:uFillTx/>
                <a:latin typeface="Calibri" panose="020F0502020204030204"/>
                <a:ea typeface="+mn-ea"/>
                <a:cs typeface="+mn-cs"/>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087CE"/>
                </a:solidFill>
                <a:effectLst/>
                <a:uLnTx/>
                <a:uFillTx/>
                <a:latin typeface="Calibri" panose="020F0502020204030204"/>
                <a:ea typeface="+mn-ea"/>
                <a:cs typeface="+mn-cs"/>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087CE"/>
                </a:solidFill>
                <a:effectLst/>
                <a:uLnTx/>
                <a:uFillTx/>
                <a:latin typeface="Calibri" panose="020F0502020204030204"/>
                <a:ea typeface="+mn-ea"/>
                <a:cs typeface="+mn-cs"/>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6087CE"/>
                </a:solidFill>
                <a:effectLst/>
                <a:uLnTx/>
                <a:uFillTx/>
                <a:latin typeface="Calibri" panose="020F0502020204030204"/>
                <a:ea typeface="+mn-ea"/>
                <a:cs typeface="+mn-cs"/>
              </a:rPr>
              <a:t>$14.47M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6087CE"/>
                </a:solidFill>
                <a:effectLst/>
                <a:uLnTx/>
                <a:uFillTx/>
                <a:latin typeface="Calibri" panose="020F0502020204030204"/>
                <a:ea typeface="+mn-ea"/>
                <a:cs typeface="+mn-cs"/>
              </a:rPr>
              <a:t>$1.8M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F5597"/>
                </a:solidFill>
                <a:effectLst/>
                <a:uLnTx/>
                <a:uFillTx/>
                <a:latin typeface="Calibri" panose="020F0502020204030204"/>
                <a:ea typeface="+mn-ea"/>
                <a:cs typeface="+mn-cs"/>
              </a:rPr>
              <a:t>Growth Stage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F5597"/>
                </a:solidFill>
                <a:effectLst/>
                <a:uLnTx/>
                <a:uFillTx/>
                <a:latin typeface="Calibri" panose="020F0502020204030204"/>
                <a:ea typeface="+mn-ea"/>
                <a:cs typeface="+mn-cs"/>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F5597"/>
                </a:solidFill>
                <a:effectLst/>
                <a:uLnTx/>
                <a:uFillTx/>
                <a:latin typeface="Calibri" panose="020F0502020204030204"/>
                <a:ea typeface="+mn-ea"/>
                <a:cs typeface="+mn-cs"/>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F5597"/>
                </a:solidFill>
                <a:effectLst/>
                <a:uLnTx/>
                <a:uFillTx/>
                <a:latin typeface="Calibri" panose="020F0502020204030204"/>
                <a:ea typeface="+mn-ea"/>
                <a:cs typeface="+mn-cs"/>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F5597"/>
                </a:solidFill>
                <a:effectLst/>
                <a:uLnTx/>
                <a:uFillTx/>
                <a:latin typeface="Calibri" panose="020F0502020204030204"/>
                <a:ea typeface="+mn-ea"/>
                <a:cs typeface="+mn-cs"/>
              </a:rPr>
              <a:t>$99.06M</a:t>
            </a:r>
            <a:endParaRPr kumimoji="0" lang="en-US" sz="2000" b="0" i="0" u="none" strike="noStrike" kern="1200" cap="none" spc="0" normalizeH="0" baseline="0" noProof="0" dirty="0">
              <a:ln>
                <a:noFill/>
              </a:ln>
              <a:solidFill>
                <a:srgbClr val="2F5597"/>
              </a:solidFill>
              <a:effectLst/>
              <a:uLnTx/>
              <a:uFillTx/>
              <a:latin typeface="Calibri" panose="020F0502020204030204"/>
              <a:ea typeface="+mn-ea"/>
              <a:cs typeface="+mn-cs"/>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F5597"/>
                </a:solidFill>
                <a:effectLst/>
                <a:uLnTx/>
                <a:uFillTx/>
                <a:latin typeface="Calibri" panose="020F0502020204030204"/>
                <a:ea typeface="+mn-ea"/>
                <a:cs typeface="+mn-cs"/>
              </a:rPr>
              <a:t>$13.53M</a:t>
            </a:r>
            <a:endParaRPr kumimoji="0" lang="en-US" sz="2000" b="0" i="0" u="none" strike="noStrike" kern="1200" cap="none" spc="0" normalizeH="0" baseline="0" noProof="0" dirty="0">
              <a:ln>
                <a:noFill/>
              </a:ln>
              <a:solidFill>
                <a:srgbClr val="2F5597"/>
              </a:solidFill>
              <a:effectLst/>
              <a:uLnTx/>
              <a:uFillTx/>
              <a:latin typeface="Calibri" panose="020F0502020204030204"/>
              <a:ea typeface="+mn-ea"/>
              <a:cs typeface="+mn-cs"/>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F5597"/>
                </a:solidFill>
                <a:effectLst/>
                <a:uLnTx/>
                <a:uFillTx/>
                <a:latin typeface="Calibri" panose="020F0502020204030204"/>
                <a:ea typeface="+mn-ea"/>
                <a:cs typeface="+mn-cs"/>
              </a:rPr>
              <a:t>Mature Stage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F5597"/>
                </a:solidFill>
                <a:effectLst/>
                <a:uLnTx/>
                <a:uFillTx/>
                <a:latin typeface="Calibri" panose="020F0502020204030204"/>
                <a:ea typeface="+mn-ea"/>
                <a:cs typeface="+mn-cs"/>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F5597"/>
                </a:solidFill>
                <a:effectLst/>
                <a:uLnTx/>
                <a:uFillTx/>
                <a:latin typeface="Calibri" panose="020F0502020204030204"/>
                <a:ea typeface="+mn-ea"/>
                <a:cs typeface="+mn-cs"/>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F5597"/>
                </a:solidFill>
                <a:effectLst/>
                <a:uLnTx/>
                <a:uFillTx/>
                <a:latin typeface="Calibri" panose="020F0502020204030204"/>
                <a:ea typeface="+mn-ea"/>
                <a:cs typeface="+mn-cs"/>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F5597"/>
                </a:solidFill>
                <a:effectLst/>
                <a:uLnTx/>
                <a:uFillTx/>
                <a:latin typeface="Calibri" panose="020F0502020204030204"/>
                <a:ea typeface="+mn-ea"/>
                <a:cs typeface="+mn-cs"/>
              </a:rPr>
              <a:t>$194.97M</a:t>
            </a:r>
            <a:endParaRPr kumimoji="0" lang="en-US" sz="2000" b="0" i="0" u="none" strike="noStrike" kern="1200" cap="none" spc="0" normalizeH="0" baseline="0" noProof="0" dirty="0">
              <a:ln>
                <a:noFill/>
              </a:ln>
              <a:solidFill>
                <a:srgbClr val="2F5597"/>
              </a:solidFill>
              <a:effectLst/>
              <a:uLnTx/>
              <a:uFillTx/>
              <a:latin typeface="Calibri" panose="020F0502020204030204"/>
              <a:ea typeface="+mn-ea"/>
              <a:cs typeface="+mn-cs"/>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F5597"/>
                </a:solidFill>
                <a:effectLst/>
                <a:uLnTx/>
                <a:uFillTx/>
                <a:latin typeface="Calibri" panose="020F0502020204030204"/>
                <a:ea typeface="+mn-ea"/>
                <a:cs typeface="+mn-cs"/>
              </a:rPr>
              <a:t>$26.81M</a:t>
            </a:r>
            <a:endParaRPr kumimoji="0" lang="en-US" sz="2000" b="0" i="0" u="none" strike="noStrike" kern="1200" cap="none" spc="0" normalizeH="0" baseline="0" noProof="0" dirty="0">
              <a:ln>
                <a:noFill/>
              </a:ln>
              <a:solidFill>
                <a:srgbClr val="2F5597"/>
              </a:solidFill>
              <a:effectLst/>
              <a:uLnTx/>
              <a:uFillTx/>
              <a:latin typeface="Calibri" panose="020F0502020204030204"/>
              <a:ea typeface="+mn-ea"/>
              <a:cs typeface="+mn-cs"/>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3264830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30</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34% inpatient market share, and 17% outpatient market compared to hospitals/clinics in the Luzerne, Carbon, Schuylkill, Lehigh, Northampton, Warren, Hunterdon, and Bucks Counties.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531093" y="3237256"/>
            <a:ext cx="1383712" cy="369332"/>
          </a:xfrm>
          <a:prstGeom prst="rect">
            <a:avLst/>
          </a:prstGeom>
          <a:noFill/>
        </p:spPr>
        <p:txBody>
          <a:bodyPr wrap="none" rtlCol="0">
            <a:spAutoFit/>
          </a:bodyPr>
          <a:lstStyle/>
          <a:p>
            <a:r>
              <a:rPr lang="en-US" dirty="0">
                <a:solidFill/>
              </a:rPr>
              <a:t>37%/25%</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358154" y="3237256"/>
            <a:ext cx="1383712" cy="369332"/>
          </a:xfrm>
          <a:prstGeom prst="rect">
            <a:avLst/>
          </a:prstGeom>
          <a:noFill/>
        </p:spPr>
        <p:txBody>
          <a:bodyPr wrap="none" rtlCol="0">
            <a:spAutoFit/>
          </a:bodyPr>
          <a:lstStyle/>
          <a:p>
            <a:r>
              <a:rPr lang="en-US" dirty="0">
                <a:solidFill/>
              </a:rPr>
              <a:t>42%/32%</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0996093" y="3237256"/>
            <a:ext cx="1383712" cy="369332"/>
          </a:xfrm>
          <a:prstGeom prst="rect">
            <a:avLst/>
          </a:prstGeom>
          <a:noFill/>
        </p:spPr>
        <p:txBody>
          <a:bodyPr wrap="none" rtlCol="0">
            <a:spAutoFit/>
          </a:bodyPr>
          <a:lstStyle/>
          <a:p>
            <a:r>
              <a:rPr lang="en-US" dirty="0">
                <a:solidFill/>
              </a:rPr>
              <a:t>50%/40%</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observes a SLUHN 36.7% commercial margin. Conservatively, we model the DTE to be 5% below the current commercial margin which we conservatively model to be:</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785793" cy="369332"/>
          </a:xfrm>
          <a:prstGeom prst="rect">
            <a:avLst/>
          </a:prstGeom>
          <a:noFill/>
        </p:spPr>
        <p:txBody>
          <a:bodyPr wrap="none" rtlCol="0">
            <a:spAutoFit/>
          </a:bodyPr>
          <a:lstStyle/>
          <a:p>
            <a:r>
              <a:rPr lang="en-US" dirty="0">
                <a:solidFill/>
              </a:rPr>
              <a:t>17.2%</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885179" cy="369332"/>
          </a:xfrm>
          <a:prstGeom prst="rect">
            <a:avLst/>
          </a:prstGeom>
          <a:noFill/>
        </p:spPr>
        <p:txBody>
          <a:bodyPr wrap="none" rtlCol="0">
            <a:spAutoFit/>
          </a:bodyPr>
          <a:lstStyle/>
          <a:p>
            <a:r>
              <a:rPr lang="en-US" dirty="0">
                <a:solidFill/>
              </a:rPr>
              <a:t>20.9%</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389339" y="5571573"/>
            <a:ext cx="832279" cy="369332"/>
          </a:xfrm>
          <a:prstGeom prst="rect">
            <a:avLst/>
          </a:prstGeom>
          <a:noFill/>
        </p:spPr>
        <p:txBody>
          <a:bodyPr wrap="none" rtlCol="0">
            <a:spAutoFit/>
          </a:bodyPr>
          <a:lstStyle/>
          <a:p>
            <a:r>
              <a:rPr lang="en-US" dirty="0">
                <a:solidFill/>
              </a:rPr>
              <a:t>26.5%</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1114487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extLst>
              <p:ext uri="{D42A27DB-BD31-4B8C-83A1-F6EECF244321}">
                <p14:modId xmlns:p14="http://schemas.microsoft.com/office/powerpoint/2010/main" val="1916060328"/>
              </p:ext>
            </p:extLst>
          </p:nvPr>
        </p:nvGraphicFramePr>
        <p:xfrm>
          <a:off x="6192174" y="1331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1,472.2K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2,242.3K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750.1K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1,370.2K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2,181.1K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118703102"/>
              </p:ext>
            </p:extLst>
          </p:nvPr>
        </p:nvGraphicFramePr>
        <p:xfrm>
          <a:off x="6192174" y="229931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2,989.7K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290.1K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1,060.2K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1,871.0K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2,968.1K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844452200"/>
              </p:ext>
            </p:extLst>
          </p:nvPr>
        </p:nvGraphicFramePr>
        <p:xfrm>
          <a:off x="6192174" y="4585314"/>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440.1K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845.5K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1,394.0K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10" name="Content Placeholder 9"/>
          <p:cNvPicPr>
            <a:picLocks noGrp="1"/>
          </p:cNvPicPr>
          <p:nvPr>
            <p:ph/>
          </p:nvPr>
        </p:nvPicPr>
        <p:blipFill>
          <a:blip r:embed="rId2" cstate="print"/>
          <a:stretch>
            <a:fillRect/>
          </a:stretch>
        </p:blipFill>
        <p:spPr>
          <a:xfrm>
            <a:off x="1299291" y="0"/>
            <a:ext cx="4572000" cy="6858000"/>
          </a:xfrm>
          <a:prstGeom prst="rect">
            <a:avLst/>
          </a:prstGeom>
        </p:spPr>
      </p:pic>
      <p:sp>
        <p:nvSpPr>
          <p:cNvPr id="13" name="Rectangle 12">
            <a:extLst>
              <a:ext uri="{FF2B5EF4-FFF2-40B4-BE49-F238E27FC236}">
                <a16:creationId xmlns:a16="http://schemas.microsoft.com/office/drawing/2014/main" id="{69FF5BA1-FD48-6F90-EADD-6E8DAD13C904}"/>
              </a:ext>
            </a:extLst>
          </p:cNvPr>
          <p:cNvSpPr/>
          <p:nvPr/>
        </p:nvSpPr>
        <p:spPr>
          <a:xfrm>
            <a:off x="2947386" y="248575"/>
            <a:ext cx="1526960" cy="2574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1902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SLUHN’s approved site(s) with network integration, and development of SLUHN’s proprietary PBM program.</a:t>
            </a:r>
            <a:r>
              <a:rPr lang="en-US" sz="1600" dirty="0">
                <a:highlight>
                  <a:srgbClr val="FFFF00"/>
                </a:highlight>
              </a:rPr>
              <a:t>   </a:t>
            </a:r>
          </a:p>
        </p:txBody>
      </p:sp>
      <p:graphicFrame>
        <p:nvGraphicFramePr>
          <p:cNvPr id="8" name="Table 7"/>
          <p:cNvGraphicFramePr>
            <a:graphicFrameLocks noGrp="1"/>
          </p:cNvGraphicFramePr>
          <p:nvPr>
            <p:extLst>
              <p:ext uri="{D42A27DB-BD31-4B8C-83A1-F6EECF244321}">
                <p14:modId xmlns:p14="http://schemas.microsoft.com/office/powerpoint/2010/main" val="420132241"/>
              </p:ext>
            </p:extLst>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endParaRPr sz="1400" b="1" i="0" u="none" cap="none" dirty="0">
                        <a:solidFill>
                          <a:srgbClr val="FFFFFF">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NA.</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$ 4,634K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$29,114K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$46,340K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$ 9,686K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$1,935K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$92,680K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$34,452K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$4,200K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26835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$ 5,822,400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$ 5,954,400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$ 2,780,100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$ 14,556,900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$ 1,508,128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$ 1,542,319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$ 720,106.3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$ 3,770,553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$ 1,072,459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$ 1,132,459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$ 802,459.1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$ 7,641,900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$ 10,585,600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$ 4,942,400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$ 23,169,900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$ 1,597,323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$ 2,212,620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$ 1,033,069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$ 4,843,012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18%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20.9%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30777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42% market steerage.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17.2%,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3246782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34</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SLUHN’s 2021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789913062"/>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316,301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$2,393,180K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103,307</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$475,586K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19,760</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$225,955K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12,842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($102,024K)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180,392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$1,693,393K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1,693,393K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1,631,785K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3,325,178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$1,229,671K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728,028K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701,541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1,429,569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-665,937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E8EAD19-4774-4C90-71AE-EC2459799810}"/>
              </a:ext>
            </a:extLst>
          </p:cNvPr>
          <p:cNvGraphicFramePr>
            <a:graphicFrameLocks noGrp="1"/>
          </p:cNvGraphicFramePr>
          <p:nvPr>
            <p:extLst>
              <p:ext uri="{D42A27DB-BD31-4B8C-83A1-F6EECF244321}">
                <p14:modId xmlns:p14="http://schemas.microsoft.com/office/powerpoint/2010/main" val="703538536"/>
              </p:ext>
            </p:extLst>
          </p:nvPr>
        </p:nvGraphicFramePr>
        <p:xfrm>
          <a:off x="1079500" y="931917"/>
          <a:ext cx="10033000" cy="4873890"/>
        </p:xfrm>
        <a:graphic>
          <a:graphicData uri="http://schemas.openxmlformats.org/drawingml/2006/table">
            <a:tbl>
              <a:tblPr/>
              <a:tblGrid>
                <a:gridCol w="3203988">
                  <a:extLst>
                    <a:ext uri="{9D8B030D-6E8A-4147-A177-3AD203B41FA5}">
                      <a16:colId xmlns:a16="http://schemas.microsoft.com/office/drawing/2014/main" val="20000"/>
                    </a:ext>
                  </a:extLst>
                </a:gridCol>
                <a:gridCol w="955035">
                  <a:extLst>
                    <a:ext uri="{9D8B030D-6E8A-4147-A177-3AD203B41FA5}">
                      <a16:colId xmlns:a16="http://schemas.microsoft.com/office/drawing/2014/main" val="20001"/>
                    </a:ext>
                  </a:extLst>
                </a:gridCol>
                <a:gridCol w="1170688">
                  <a:extLst>
                    <a:ext uri="{9D8B030D-6E8A-4147-A177-3AD203B41FA5}">
                      <a16:colId xmlns:a16="http://schemas.microsoft.com/office/drawing/2014/main" val="20002"/>
                    </a:ext>
                  </a:extLst>
                </a:gridCol>
                <a:gridCol w="1622532">
                  <a:extLst>
                    <a:ext uri="{9D8B030D-6E8A-4147-A177-3AD203B41FA5}">
                      <a16:colId xmlns:a16="http://schemas.microsoft.com/office/drawing/2014/main" val="20003"/>
                    </a:ext>
                  </a:extLst>
                </a:gridCol>
                <a:gridCol w="1458225">
                  <a:extLst>
                    <a:ext uri="{9D8B030D-6E8A-4147-A177-3AD203B41FA5}">
                      <a16:colId xmlns:a16="http://schemas.microsoft.com/office/drawing/2014/main" val="20004"/>
                    </a:ext>
                  </a:extLst>
                </a:gridCol>
                <a:gridCol w="1622532">
                  <a:extLst>
                    <a:ext uri="{9D8B030D-6E8A-4147-A177-3AD203B41FA5}">
                      <a16:colId xmlns:a16="http://schemas.microsoft.com/office/drawing/2014/main" val="20005"/>
                    </a:ext>
                  </a:extLst>
                </a:gridCol>
              </a:tblGrid>
              <a:tr h="745991">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368,161.2K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628,908.6K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Quakertown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59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279,999.3K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443,390.2K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a:t>
                      </a:r>
                      <a:r>
                        <a:rPr lang="en-US" sz="1000" b="0" i="0" u="none" cap="none" dirty="0">
                          <a:solidFill>
                            <a:schemeClr val="accent1"/>
                          </a:solidFill>
                          <a:latin typeface="Arial"/>
                          <a:cs typeface="Arial"/>
                          <a:sym typeface="Arial"/>
                        </a:rPr>
                        <a:t>e</a:t>
                      </a:r>
                      <a:r>
                        <a:rPr sz="1000" b="0" i="0" u="none" cap="none" dirty="0">
                          <a:solidFill>
                            <a:schemeClr val="accent1"/>
                          </a:solidFill>
                          <a:latin typeface="Arial"/>
                          <a:cs typeface="Arial"/>
                          <a:sym typeface="Arial"/>
                        </a:rPr>
                        <a:t>s Hospital Bethlehem</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476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$3,198,742.0K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$2,640,398.0K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Easton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164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352,608.5K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429,718.2K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Miners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122,533.8K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316,335.6K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96226">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Anderson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680,242.5K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$1,131,691.6K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r h="146057">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St. Lukes Hospital –Monroe Campus</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98</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  542,096.7K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  704,753.1K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4%</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3%</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035165995"/>
                  </a:ext>
                </a:extLst>
              </a:tr>
              <a:tr h="146057">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*St. Lukes Hospital – Carbon County</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80</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2%</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2%</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562188481"/>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Grand View Health</a:t>
                      </a: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155</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229,623.2K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316,907.9K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2904986349"/>
                  </a:ext>
                </a:extLst>
              </a:tr>
              <a:tr h="146057">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Hunterdon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301,818.9K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448,678.7K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Lansdale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176,684.4K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164,286.6K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Reading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$1,593,063.7K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$1,526,971.0K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Pottstown Hospital</a:t>
                      </a: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465,072.2K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441,982.0K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4028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$4,967,638.2K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$5,033,370.6K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Hazleton</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214,053.4K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443,957.1K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Pocono</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473,920.8K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739,891.7K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Doylestown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482,710.4K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638,299.8K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836,819.8K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695,324.9K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Physicians Care Surgical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83,225.4K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88,359.5K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Luke's Hospital - Monroe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542,096.7K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704,753.1K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b="1" dirty="0">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37</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849910"/>
            <a:ext cx="10515600" cy="784830"/>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a:p>
            <a:r>
              <a:rPr lang="en-US" sz="900" dirty="0">
                <a:latin typeface="Arial" panose="020B0604020202020204" pitchFamily="34" charset="0"/>
                <a:cs typeface="Arial" panose="020B0604020202020204" pitchFamily="34" charset="0"/>
              </a:rPr>
              <a:t>*Inpatient and outpatient charges are not known for St Lukes Hospital – Carbon County because this hospital is not currently included in the Medicare Provider Cost Report. Market share is estimated at 2%, similar to Warren Hospital</a:t>
            </a:r>
          </a:p>
        </p:txBody>
      </p:sp>
    </p:spTree>
    <p:extLst>
      <p:ext uri="{BB962C8B-B14F-4D97-AF65-F5344CB8AC3E}">
        <p14:creationId xmlns:p14="http://schemas.microsoft.com/office/powerpoint/2010/main" val="3034923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 y="1"/>
          <a:ext cx="12192001" cy="6858004"/>
        </p:xfrm>
        <a:graphic>
          <a:graphicData uri="http://schemas.openxmlformats.org/drawingml/2006/table">
            <a:tbl>
              <a:tblPr/>
              <a:tblGrid>
                <a:gridCol w="2023014">
                  <a:extLst>
                    <a:ext uri="{9D8B030D-6E8A-4147-A177-3AD203B41FA5}">
                      <a16:colId xmlns:a16="http://schemas.microsoft.com/office/drawing/2014/main" val="20000"/>
                    </a:ext>
                  </a:extLst>
                </a:gridCol>
                <a:gridCol w="1382450">
                  <a:extLst>
                    <a:ext uri="{9D8B030D-6E8A-4147-A177-3AD203B41FA5}">
                      <a16:colId xmlns:a16="http://schemas.microsoft.com/office/drawing/2014/main" val="20001"/>
                    </a:ext>
                  </a:extLst>
                </a:gridCol>
                <a:gridCol w="1768162">
                  <a:extLst>
                    <a:ext uri="{9D8B030D-6E8A-4147-A177-3AD203B41FA5}">
                      <a16:colId xmlns:a16="http://schemas.microsoft.com/office/drawing/2014/main" val="20002"/>
                    </a:ext>
                  </a:extLst>
                </a:gridCol>
                <a:gridCol w="1499734">
                  <a:extLst>
                    <a:ext uri="{9D8B030D-6E8A-4147-A177-3AD203B41FA5}">
                      <a16:colId xmlns:a16="http://schemas.microsoft.com/office/drawing/2014/main" val="20003"/>
                    </a:ext>
                  </a:extLst>
                </a:gridCol>
                <a:gridCol w="1626674">
                  <a:extLst>
                    <a:ext uri="{9D8B030D-6E8A-4147-A177-3AD203B41FA5}">
                      <a16:colId xmlns:a16="http://schemas.microsoft.com/office/drawing/2014/main" val="20004"/>
                    </a:ext>
                  </a:extLst>
                </a:gridCol>
                <a:gridCol w="1235941">
                  <a:extLst>
                    <a:ext uri="{9D8B030D-6E8A-4147-A177-3AD203B41FA5}">
                      <a16:colId xmlns:a16="http://schemas.microsoft.com/office/drawing/2014/main" val="20005"/>
                    </a:ext>
                  </a:extLst>
                </a:gridCol>
                <a:gridCol w="1651006">
                  <a:extLst>
                    <a:ext uri="{9D8B030D-6E8A-4147-A177-3AD203B41FA5}">
                      <a16:colId xmlns:a16="http://schemas.microsoft.com/office/drawing/2014/main" val="20006"/>
                    </a:ext>
                  </a:extLst>
                </a:gridCol>
                <a:gridCol w="1005020">
                  <a:extLst>
                    <a:ext uri="{9D8B030D-6E8A-4147-A177-3AD203B41FA5}">
                      <a16:colId xmlns:a16="http://schemas.microsoft.com/office/drawing/2014/main" val="20007"/>
                    </a:ext>
                  </a:extLst>
                </a:gridCol>
              </a:tblGrid>
              <a:tr h="232916">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28888">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Grand View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34,414</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13,584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$602,108.1K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$191,795.8K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$60,120.5K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$27,847.82K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$63,154.19K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$14,624.38K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$95,947.68K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$613,155.9K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$239,790.1K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$86,069.32K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$79,750.91K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$137,201.8K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$41,012.13K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$140,601K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$239,589.9K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$94,531.81K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$34,117.06K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$16,775.95K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$40,371.26K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$8,186.026K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$42,014.48K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$136,616.8K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$33,310.48K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$10,636.72K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$12,644.13K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$19,332.77K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$4,531.892K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$8,881.773K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$839,057.3K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$305,159.9K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$101,702.4K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$78,292.09K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$141,070.3K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$42,705.19K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$185,405.8K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$48,987.31K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$14,933.32K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$7,920.645K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$6,751.937K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$3,875.871K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$6,692.891K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$12,862.06K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$507,803.4K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$152,854.5K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$57,209.3K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$24,434K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$45,493.67K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$13,401.86K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$120,788.3K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$517,120.8K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$191,104.2K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$81,901.61K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$69,974.36K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$98,834.53K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$37,583.72K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$177,002.2K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213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$1,024,924K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$343,958.6K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$139,110.9K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$94,408.36K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$144,328.2K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$50,985.57K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$297,790.4K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$89,043.57K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$7,345.306K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$13,303.81K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$56,446.17K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$4,437.54K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$-61,488.33K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48.9%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40.2%</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42.9%</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29.5%</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9144" marB="9144"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55532">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24651206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$ 3,939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$ 3,089</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39</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40</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41</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$ 5,813,802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$ 5,356,579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$ 2,500,978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$ 13,671,359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$ 1,505,901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$ 1,387,470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$ 647,807.7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$ 3,541,179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$ 7,197,186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$ 7,257,186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$ 6,927,186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$ 14,010,150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$ 25,471,600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$ 11,892,650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$ 51,374,400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$ 2,928,426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$ 5,324,118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$ 2,485,822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$ 10,738,365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16%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20.9%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77%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17.2%,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14198165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87722487"/>
              </p:ext>
            </p:extLst>
          </p:nvPr>
        </p:nvGraphicFramePr>
        <p:xfrm>
          <a:off x="0" y="0"/>
          <a:ext cx="12191998" cy="6858000"/>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540000">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Target Revenue and Profit Growth (Overall)</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05000">
                <a:tc gridSpan="5">
                  <a:txBody>
                    <a:bodyPr/>
                    <a:lstStyle/>
                    <a:p>
                      <a:pPr marL="127000" marR="127000" algn="l">
                        <a:lnSpc>
                          <a:spcPct val="100000"/>
                        </a:lnSpc>
                        <a:spcBef>
                          <a:spcPts val="0"/>
                        </a:spcBef>
                        <a:spcAft>
                          <a:spcPts val="0"/>
                        </a:spcAft>
                        <a:buNone/>
                      </a:pPr>
                      <a:r>
                        <a:rPr sz="1400" b="1" i="0" u="none" cap="none" dirty="0">
                          <a:solidFill>
                            <a:srgbClr val="FFFFFF">
                              <a:alpha val="100000"/>
                            </a:srgbClr>
                          </a:solidFill>
                          <a:latin typeface="Arial"/>
                          <a:cs typeface="Arial"/>
                          <a:sym typeface="Arial"/>
                        </a:rPr>
                        <a:t>All values in thousands of dollars</a:t>
                      </a:r>
                      <a:r>
                        <a:rPr lang="en-US" sz="1400" b="1" i="0" u="none" cap="none" dirty="0">
                          <a:solidFill>
                            <a:srgbClr val="FFFFFF">
                              <a:alpha val="100000"/>
                            </a:srgbClr>
                          </a:solidFill>
                          <a:latin typeface="Arial"/>
                          <a:cs typeface="Arial"/>
                          <a:sym typeface="Arial"/>
                        </a:rPr>
                        <a:t> – Estimated With 77% Steerage and 21% Commercial Margin</a:t>
                      </a:r>
                      <a:endParaRPr sz="14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891000">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05000">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05000">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05000">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$10,274.9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94000">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$3,770.3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$37,703.0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$188,515.2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94000">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05000">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$2,147.7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$10,738.4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$53,691.8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94000">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$719.7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$1,439.4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$7,197.2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$35,985.9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05000">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05000">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05000">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05000">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$1,121.4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$6,927.2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$35,955.9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01903454"/>
              </p:ext>
            </p:extLst>
          </p:nvPr>
        </p:nvGraphicFramePr>
        <p:xfrm>
          <a:off x="0" y="-1"/>
          <a:ext cx="12191998" cy="674913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402934">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Target Revenue and Profit Growth by Service Line</a:t>
                      </a:r>
                      <a:endParaRPr sz="20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02200">
                <a:tc gridSpan="5">
                  <a:txBody>
                    <a:bodyPr/>
                    <a:lstStyle/>
                    <a:p>
                      <a:pPr marL="127000" marR="127000" algn="l">
                        <a:lnSpc>
                          <a:spcPct val="100000"/>
                        </a:lnSpc>
                        <a:spcBef>
                          <a:spcPts val="0"/>
                        </a:spcBef>
                        <a:spcAft>
                          <a:spcPts val="0"/>
                        </a:spcAft>
                        <a:buNone/>
                      </a:pPr>
                      <a:r>
                        <a:rPr sz="1400" b="1" i="0" u="none" cap="none" dirty="0">
                          <a:solidFill>
                            <a:srgbClr val="FFFFFF">
                              <a:alpha val="100000"/>
                            </a:srgbClr>
                          </a:solidFill>
                          <a:latin typeface="Arial"/>
                          <a:cs typeface="Arial"/>
                          <a:sym typeface="Arial"/>
                        </a:rPr>
                        <a:t>All values in thousands of dollars</a:t>
                      </a:r>
                      <a:r>
                        <a:rPr lang="en-US" sz="1400" b="1" i="0" u="none" cap="none" dirty="0">
                          <a:solidFill>
                            <a:srgbClr val="FFFFFF">
                              <a:alpha val="100000"/>
                            </a:srgbClr>
                          </a:solidFill>
                          <a:latin typeface="Arial"/>
                          <a:cs typeface="Arial"/>
                          <a:sym typeface="Arial"/>
                        </a:rPr>
                        <a:t> – Estimated With 77% Steerage and 21% Commercial Margin</a:t>
                      </a:r>
                      <a:endParaRPr sz="14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02200">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$2,928.4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$14,642.1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$142.3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$1,422.5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$7,112.6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$100,575.1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$393.7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$787.3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$3,936.6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$19,683.2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$12,429.1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$46,958.4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022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$1,838.0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$9,190.1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302200">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$395.7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$1,121.4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$6,927.2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$35,955.9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66027306"/>
              </p:ext>
            </p:extLst>
          </p:nvPr>
        </p:nvGraphicFramePr>
        <p:xfrm>
          <a:off x="0" y="0"/>
          <a:ext cx="12191998" cy="685799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591207">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High Revenue and Profit Growth (Overall)</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443405">
                <a:tc gridSpan="5">
                  <a:txBody>
                    <a:bodyPr/>
                    <a:lstStyle/>
                    <a:p>
                      <a:pPr marL="127000" marR="127000" algn="l">
                        <a:lnSpc>
                          <a:spcPct val="100000"/>
                        </a:lnSpc>
                        <a:spcBef>
                          <a:spcPts val="0"/>
                        </a:spcBef>
                        <a:spcAft>
                          <a:spcPts val="0"/>
                        </a:spcAft>
                        <a:buNone/>
                      </a:pPr>
                      <a:r>
                        <a:rPr sz="1400" b="1" i="0" u="none" cap="none" dirty="0">
                          <a:solidFill>
                            <a:srgbClr val="FFFFFF">
                              <a:alpha val="100000"/>
                            </a:srgbClr>
                          </a:solidFill>
                          <a:latin typeface="Arial"/>
                          <a:cs typeface="Arial"/>
                          <a:sym typeface="Arial"/>
                        </a:rPr>
                        <a:t>All values in thousands of dollars</a:t>
                      </a:r>
                      <a:r>
                        <a:rPr lang="en-US" sz="1400" b="1" i="0" u="none" cap="none" dirty="0">
                          <a:solidFill>
                            <a:srgbClr val="FFFFFF">
                              <a:alpha val="100000"/>
                            </a:srgbClr>
                          </a:solidFill>
                          <a:latin typeface="Arial"/>
                          <a:cs typeface="Arial"/>
                          <a:sym typeface="Arial"/>
                        </a:rPr>
                        <a:t> – Estimated With 85% Steerage and 27% Commercial Margin</a:t>
                      </a:r>
                      <a:endParaRPr sz="14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975491">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dirty="0">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$860.0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$21,500.0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$11,342.4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$283,560.0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650328">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$8,608.1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$43,040.6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$215,203.2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$75,009.1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650328">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$1,070.2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$2,140.4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$10,701.8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$53,509.1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405">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$746.2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$1,822.4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$10,431.8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$53,479.1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94840452"/>
              </p:ext>
            </p:extLst>
          </p:nvPr>
        </p:nvGraphicFramePr>
        <p:xfrm>
          <a:off x="0" y="0"/>
          <a:ext cx="12191998" cy="6858001"/>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325024">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High Revenue and Profit Growth by Service Line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43768">
                <a:tc gridSpan="5">
                  <a:txBody>
                    <a:bodyPr/>
                    <a:lstStyle/>
                    <a:p>
                      <a:pPr marL="127000" marR="127000" algn="l">
                        <a:lnSpc>
                          <a:spcPct val="100000"/>
                        </a:lnSpc>
                        <a:spcBef>
                          <a:spcPts val="0"/>
                        </a:spcBef>
                        <a:spcAft>
                          <a:spcPts val="0"/>
                        </a:spcAft>
                        <a:buNone/>
                      </a:pPr>
                      <a:r>
                        <a:rPr sz="1400" b="1" i="0" u="none" cap="none" dirty="0">
                          <a:solidFill>
                            <a:srgbClr val="FFFFFF">
                              <a:alpha val="100000"/>
                            </a:srgbClr>
                          </a:solidFill>
                          <a:latin typeface="Arial"/>
                          <a:cs typeface="Arial"/>
                          <a:sym typeface="Arial"/>
                        </a:rPr>
                        <a:t>All values in thousands of dollars</a:t>
                      </a:r>
                      <a:r>
                        <a:rPr lang="en-US" sz="1400" b="1" i="0" u="none" cap="none" dirty="0">
                          <a:solidFill>
                            <a:srgbClr val="FFFFFF">
                              <a:alpha val="100000"/>
                            </a:srgbClr>
                          </a:solidFill>
                          <a:latin typeface="Arial"/>
                          <a:cs typeface="Arial"/>
                          <a:sym typeface="Arial"/>
                        </a:rPr>
                        <a:t> – Estimated With 85% Steerage and 27% Commercial Margin</a:t>
                      </a:r>
                      <a:endParaRPr sz="14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536289">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$9,143.0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$77,328.8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$20,455.5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$11,312.5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$1,684.8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$8,423.9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$140,590.0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$7,438.0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$37,189.8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$113,807.1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$5,753.2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$28,765.8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$3,472.8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$17,363.8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$53,136.4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$537.2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$2,686.1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$13,430.7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86096204"/>
              </p:ext>
            </p:extLst>
          </p:nvPr>
        </p:nvGraphicFramePr>
        <p:xfrm>
          <a:off x="0" y="0"/>
          <a:ext cx="12191998" cy="685799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591207">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Low Revenue and Profit Growth (Overall)</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443405">
                <a:tc gridSpan="5">
                  <a:txBody>
                    <a:bodyPr/>
                    <a:lstStyle/>
                    <a:p>
                      <a:pPr marL="127000" marR="127000" algn="l">
                        <a:lnSpc>
                          <a:spcPct val="100000"/>
                        </a:lnSpc>
                        <a:spcBef>
                          <a:spcPts val="0"/>
                        </a:spcBef>
                        <a:spcAft>
                          <a:spcPts val="0"/>
                        </a:spcAft>
                        <a:buNone/>
                      </a:pPr>
                      <a:r>
                        <a:rPr sz="1400" b="1" i="0" u="none" cap="none" dirty="0">
                          <a:solidFill>
                            <a:srgbClr val="FFFFFF">
                              <a:alpha val="100000"/>
                            </a:srgbClr>
                          </a:solidFill>
                          <a:latin typeface="Arial"/>
                          <a:cs typeface="Arial"/>
                          <a:sym typeface="Arial"/>
                        </a:rPr>
                        <a:t>All values in thousands of dollars</a:t>
                      </a:r>
                      <a:r>
                        <a:rPr lang="en-US" sz="1400" b="1" i="0" u="none" cap="none" dirty="0">
                          <a:solidFill>
                            <a:srgbClr val="FFFFFF">
                              <a:alpha val="100000"/>
                            </a:srgbClr>
                          </a:solidFill>
                          <a:latin typeface="Arial"/>
                          <a:cs typeface="Arial"/>
                          <a:sym typeface="Arial"/>
                        </a:rPr>
                        <a:t> – Estimated With 70% Steerage and 17% Commercial Margin</a:t>
                      </a:r>
                      <a:endParaRPr sz="14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975491">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$607.1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$3,035.3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$15,176.5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$4,670.4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$9,340.8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$46,704.0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$233,520.0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650328">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$6,606.5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$33,032.6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$165,163.2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$803.4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$1,606.8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$8,034.0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$40,169.8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650328">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$4,998.7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$24,993.3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405">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405">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$175.9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$681.7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$4,728.7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$24,963.3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06212559"/>
              </p:ext>
            </p:extLst>
          </p:nvPr>
        </p:nvGraphicFramePr>
        <p:xfrm>
          <a:off x="0" y="0"/>
          <a:ext cx="12191998" cy="6858001"/>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325024">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Low Revenue and Profit Growth by Service Line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NA</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43768">
                <a:tc gridSpan="5">
                  <a:txBody>
                    <a:bodyPr/>
                    <a:lstStyle/>
                    <a:p>
                      <a:pPr marL="127000" marR="127000" algn="l">
                        <a:lnSpc>
                          <a:spcPct val="100000"/>
                        </a:lnSpc>
                        <a:spcBef>
                          <a:spcPts val="0"/>
                        </a:spcBef>
                        <a:spcAft>
                          <a:spcPts val="0"/>
                        </a:spcAft>
                        <a:buNone/>
                      </a:pPr>
                      <a:r>
                        <a:rPr sz="1400" b="1" i="0" u="none" cap="none" dirty="0">
                          <a:solidFill>
                            <a:srgbClr val="FFFFFF">
                              <a:alpha val="100000"/>
                            </a:srgbClr>
                          </a:solidFill>
                          <a:latin typeface="Arial"/>
                          <a:cs typeface="Arial"/>
                          <a:sym typeface="Arial"/>
                        </a:rPr>
                        <a:t>All values in thousands of dollars</a:t>
                      </a:r>
                      <a:r>
                        <a:rPr lang="en-US" sz="1400" b="1" i="0" u="none" cap="none" dirty="0">
                          <a:solidFill>
                            <a:srgbClr val="FFFFFF">
                              <a:alpha val="100000"/>
                            </a:srgbClr>
                          </a:solidFill>
                          <a:latin typeface="Arial"/>
                          <a:cs typeface="Arial"/>
                          <a:sym typeface="Arial"/>
                        </a:rPr>
                        <a:t> – Estimated With 70% Steerage and 17% Commercial Margin</a:t>
                      </a:r>
                      <a:endParaRPr sz="1400" b="1" i="0" u="none" cap="none" dirty="0">
                        <a:solidFill>
                          <a:srgbClr val="FFFFFF">
                            <a:alpha val="100000"/>
                          </a:srgbClr>
                        </a:solidFill>
                        <a:latin typeface="Arial"/>
                        <a:cs typeface="Arial"/>
                        <a:sym typeface="Arial"/>
                      </a:endParaRP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536289">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$63,682.5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$2,190.9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$10,954.6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$34,613.5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$900.1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$4,500.7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$3,983.3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$19,916.3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$88,997.1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$2,794.0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$13,970.0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$54,057.5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$9,298.9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$41,552.6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$1,304.5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$6,522.6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SLUHN’s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SLUHN</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48</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34793797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SLUHN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49</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976902650"/>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51</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52</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44688</TotalTime>
  <Words>6728</Words>
  <Application>Microsoft Office PowerPoint</Application>
  <PresentationFormat>Widescreen</PresentationFormat>
  <Paragraphs>2039</Paragraphs>
  <Slides>52</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52</vt:i4>
      </vt:variant>
    </vt:vector>
  </HeadingPairs>
  <TitlesOfParts>
    <vt:vector size="63" baseType="lpstr">
      <vt:lpstr>Aileron</vt:lpstr>
      <vt:lpstr>Aileron Light</vt:lpstr>
      <vt:lpstr>Aptos Narrow</vt:lpstr>
      <vt:lpstr>Arial</vt:lpstr>
      <vt:lpstr>Arial Black</vt:lpstr>
      <vt:lpstr>Calibri</vt:lpstr>
      <vt:lpstr>Calibri Light</vt:lpstr>
      <vt:lpstr>Century Gothic</vt:lpstr>
      <vt:lpstr>Wingdings</vt:lpstr>
      <vt:lpstr>Office Theme</vt:lpstr>
      <vt:lpstr>2_Office Theme</vt:lpstr>
      <vt:lpstr>PowerPoint Presentation</vt:lpstr>
      <vt:lpstr>PowerPoint Presentation</vt:lpstr>
      <vt:lpstr>Healthcare Leader in Private Labeled DTE Plans</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SLUHS</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SLUHS Advantage: Strong Brand Quality</vt:lpstr>
      <vt:lpstr>SLUHS Advantage: Best-in-Area Patient Access</vt:lpstr>
      <vt:lpstr>SLUHS Advantage: Leading Care Quality</vt:lpstr>
      <vt:lpstr>SLUHS Advantage: Care at Value Pricing</vt:lpstr>
      <vt:lpstr>SLUHN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Modeling for Community-Based Plan</vt:lpstr>
      <vt:lpstr>Far Lower Profitability Growth</vt:lpstr>
      <vt:lpstr>Estimated Financial Returns and Assumptions</vt:lpstr>
      <vt:lpstr>FOUR-YEAR PROJECTIONS</vt:lpstr>
      <vt:lpstr>SINGLE YEAR SUMMARY</vt:lpstr>
      <vt:lpstr>PowerPoint Presentation</vt:lpstr>
      <vt:lpstr>FINANCIAL PROJECTIONS &amp; ASSUMPTIONS</vt:lpstr>
      <vt:lpstr>Estimation of SLUHN’s 2021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105</cp:revision>
  <cp:lastPrinted>2023-07-13T10:24:43Z</cp:lastPrinted>
  <dcterms:created xsi:type="dcterms:W3CDTF">2021-01-20T14:12:11Z</dcterms:created>
  <dcterms:modified xsi:type="dcterms:W3CDTF">2024-09-20T23:40:08Z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