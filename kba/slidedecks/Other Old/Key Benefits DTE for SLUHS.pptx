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68" r:id="rId5"/>
  </p:sldMasterIdLst>
  <p:notesMasterIdLst>
    <p:notesMasterId r:id="rId52"/>
  </p:notesMasterIdLst>
  <p:sldIdLst>
    <p:sldId id="488" r:id="rId6"/>
    <p:sldId id="454" r:id="rId7"/>
    <p:sldId id="549" r:id="rId8"/>
    <p:sldId id="487" r:id="rId9"/>
    <p:sldId id="518" r:id="rId10"/>
    <p:sldId id="520" r:id="rId11"/>
    <p:sldId id="466" r:id="rId12"/>
    <p:sldId id="517" r:id="rId13"/>
    <p:sldId id="580" r:id="rId14"/>
    <p:sldId id="582" r:id="rId15"/>
    <p:sldId id="558" r:id="rId16"/>
    <p:sldId id="583" r:id="rId17"/>
    <p:sldId id="521" r:id="rId18"/>
    <p:sldId id="267" r:id="rId19"/>
    <p:sldId id="259" r:id="rId20"/>
    <p:sldId id="263" r:id="rId21"/>
    <p:sldId id="265" r:id="rId22"/>
    <p:sldId id="456" r:id="rId23"/>
    <p:sldId id="489" r:id="rId24"/>
    <p:sldId id="499" r:id="rId25"/>
    <p:sldId id="458" r:id="rId26"/>
    <p:sldId id="446" r:id="rId27"/>
    <p:sldId id="461" r:id="rId28"/>
    <p:sldId id="462" r:id="rId29"/>
    <p:sldId id="469" r:id="rId30"/>
    <p:sldId id="336" r:id="rId31"/>
    <p:sldId id="337" r:id="rId32"/>
    <p:sldId id="501" r:id="rId33"/>
    <p:sldId id="584" r:id="rId34"/>
    <p:sldId id="585" r:id="rId35"/>
    <p:sldId id="527" r:id="rId36"/>
    <p:sldId id="535" r:id="rId37"/>
    <p:sldId id="546" r:id="rId38"/>
    <p:sldId id="547" r:id="rId39"/>
    <p:sldId id="586" r:id="rId40"/>
    <p:sldId id="574" r:id="rId41"/>
    <p:sldId id="256" r:id="rId42"/>
    <p:sldId id="575" r:id="rId43"/>
    <p:sldId id="572" r:id="rId44"/>
    <p:sldId id="576" r:id="rId45"/>
    <p:sldId id="573" r:id="rId46"/>
    <p:sldId id="498" r:id="rId47"/>
    <p:sldId id="325" r:id="rId48"/>
    <p:sldId id="326" r:id="rId49"/>
    <p:sldId id="491" r:id="rId50"/>
    <p:sldId id="472" r:id="rId51"/>
  </p:sldIdLst>
  <p:sldSz cx="12192000" cy="6858000"/>
  <p:notesSz cx="7315200" cy="9601200"/>
  <p:custDataLst>
    <p:tags r:id="rId5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CAE8"/>
    <a:srgbClr val="30589B"/>
    <a:srgbClr val="843C0C"/>
    <a:srgbClr val="01A050"/>
    <a:srgbClr val="6A8C98"/>
    <a:srgbClr val="244F9A"/>
    <a:srgbClr val="254F96"/>
    <a:srgbClr val="61A606"/>
    <a:srgbClr val="019CA5"/>
    <a:srgbClr val="7D3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677D82-E50E-41A9-A5E4-EF5939AA214E}" v="36" dt="2024-09-13T16:46:03.839"/>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8" d="100"/>
          <a:sy n="108" d="100"/>
        </p:scale>
        <p:origin x="576" y="10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B1677D82-E50E-41A9-A5E4-EF5939AA214E}"/>
    <pc:docChg chg="undo custSel addSld delSld modSld sldOrd">
      <pc:chgData name="Taylor Davis" userId="5c9e72a0-c39f-4aa1-9d7d-64125e78cbe6" providerId="ADAL" clId="{B1677D82-E50E-41A9-A5E4-EF5939AA214E}" dt="2024-09-13T16:47:17.383" v="398" actId="478"/>
      <pc:docMkLst>
        <pc:docMk/>
      </pc:docMkLst>
      <pc:sldChg chg="modSp add del mod">
        <pc:chgData name="Taylor Davis" userId="5c9e72a0-c39f-4aa1-9d7d-64125e78cbe6" providerId="ADAL" clId="{B1677D82-E50E-41A9-A5E4-EF5939AA214E}" dt="2024-09-13T15:41:32.870" v="186" actId="20577"/>
        <pc:sldMkLst>
          <pc:docMk/>
          <pc:sldMk cId="0" sldId="256"/>
        </pc:sldMkLst>
        <pc:graphicFrameChg chg="modGraphic">
          <ac:chgData name="Taylor Davis" userId="5c9e72a0-c39f-4aa1-9d7d-64125e78cbe6" providerId="ADAL" clId="{B1677D82-E50E-41A9-A5E4-EF5939AA214E}" dt="2024-09-13T15:41:32.870" v="186" actId="20577"/>
          <ac:graphicFrameMkLst>
            <pc:docMk/>
            <pc:sldMk cId="0" sldId="256"/>
            <ac:graphicFrameMk id="2" creationId="{00000000-0000-0000-0000-000000000000}"/>
          </ac:graphicFrameMkLst>
        </pc:graphicFrameChg>
      </pc:sldChg>
      <pc:sldChg chg="modSp">
        <pc:chgData name="Taylor Davis" userId="5c9e72a0-c39f-4aa1-9d7d-64125e78cbe6" providerId="ADAL" clId="{B1677D82-E50E-41A9-A5E4-EF5939AA214E}" dt="2024-09-13T15:16:45.596" v="2"/>
        <pc:sldMkLst>
          <pc:docMk/>
          <pc:sldMk cId="413337631" sldId="259"/>
        </pc:sldMkLst>
        <pc:spChg chg="mod">
          <ac:chgData name="Taylor Davis" userId="5c9e72a0-c39f-4aa1-9d7d-64125e78cbe6" providerId="ADAL" clId="{B1677D82-E50E-41A9-A5E4-EF5939AA214E}" dt="2024-09-13T15:16:45.596" v="2"/>
          <ac:spMkLst>
            <pc:docMk/>
            <pc:sldMk cId="413337631" sldId="259"/>
            <ac:spMk id="8" creationId="{B7A296EC-ABAC-52BC-9CE3-E14DAA57D327}"/>
          </ac:spMkLst>
        </pc:spChg>
      </pc:sldChg>
      <pc:sldChg chg="modSp">
        <pc:chgData name="Taylor Davis" userId="5c9e72a0-c39f-4aa1-9d7d-64125e78cbe6" providerId="ADAL" clId="{B1677D82-E50E-41A9-A5E4-EF5939AA214E}" dt="2024-09-13T15:16:45.596" v="2"/>
        <pc:sldMkLst>
          <pc:docMk/>
          <pc:sldMk cId="3598920730" sldId="263"/>
        </pc:sldMkLst>
        <pc:spChg chg="mod">
          <ac:chgData name="Taylor Davis" userId="5c9e72a0-c39f-4aa1-9d7d-64125e78cbe6" providerId="ADAL" clId="{B1677D82-E50E-41A9-A5E4-EF5939AA214E}" dt="2024-09-13T15:16:45.596" v="2"/>
          <ac:spMkLst>
            <pc:docMk/>
            <pc:sldMk cId="3598920730" sldId="263"/>
            <ac:spMk id="10" creationId="{58B5BAC4-765B-3901-8C3A-00577DDBB959}"/>
          </ac:spMkLst>
        </pc:spChg>
      </pc:sldChg>
      <pc:sldChg chg="modSp">
        <pc:chgData name="Taylor Davis" userId="5c9e72a0-c39f-4aa1-9d7d-64125e78cbe6" providerId="ADAL" clId="{B1677D82-E50E-41A9-A5E4-EF5939AA214E}" dt="2024-09-13T15:16:45.596" v="2"/>
        <pc:sldMkLst>
          <pc:docMk/>
          <pc:sldMk cId="2256184360" sldId="265"/>
        </pc:sldMkLst>
        <pc:spChg chg="mod">
          <ac:chgData name="Taylor Davis" userId="5c9e72a0-c39f-4aa1-9d7d-64125e78cbe6" providerId="ADAL" clId="{B1677D82-E50E-41A9-A5E4-EF5939AA214E}" dt="2024-09-13T15:16:45.596" v="2"/>
          <ac:spMkLst>
            <pc:docMk/>
            <pc:sldMk cId="2256184360" sldId="265"/>
            <ac:spMk id="8" creationId="{DFF233D9-7F19-9283-14DF-A46881A805AF}"/>
          </ac:spMkLst>
        </pc:spChg>
      </pc:sldChg>
      <pc:sldChg chg="modSp">
        <pc:chgData name="Taylor Davis" userId="5c9e72a0-c39f-4aa1-9d7d-64125e78cbe6" providerId="ADAL" clId="{B1677D82-E50E-41A9-A5E4-EF5939AA214E}" dt="2024-09-13T15:16:45.596" v="2"/>
        <pc:sldMkLst>
          <pc:docMk/>
          <pc:sldMk cId="2494354821" sldId="267"/>
        </pc:sldMkLst>
        <pc:spChg chg="mod">
          <ac:chgData name="Taylor Davis" userId="5c9e72a0-c39f-4aa1-9d7d-64125e78cbe6" providerId="ADAL" clId="{B1677D82-E50E-41A9-A5E4-EF5939AA214E}" dt="2024-09-13T15:16:45.596" v="2"/>
          <ac:spMkLst>
            <pc:docMk/>
            <pc:sldMk cId="2494354821" sldId="267"/>
            <ac:spMk id="10" creationId="{9164B861-2919-13B0-DF11-6C92DA49C7C5}"/>
          </ac:spMkLst>
        </pc:spChg>
      </pc:sldChg>
      <pc:sldChg chg="modSp">
        <pc:chgData name="Taylor Davis" userId="5c9e72a0-c39f-4aa1-9d7d-64125e78cbe6" providerId="ADAL" clId="{B1677D82-E50E-41A9-A5E4-EF5939AA214E}" dt="2024-09-13T15:16:45.596" v="2"/>
        <pc:sldMkLst>
          <pc:docMk/>
          <pc:sldMk cId="2984433661" sldId="446"/>
        </pc:sldMkLst>
        <pc:spChg chg="mod">
          <ac:chgData name="Taylor Davis" userId="5c9e72a0-c39f-4aa1-9d7d-64125e78cbe6" providerId="ADAL" clId="{B1677D82-E50E-41A9-A5E4-EF5939AA214E}" dt="2024-09-13T15:16:45.596" v="2"/>
          <ac:spMkLst>
            <pc:docMk/>
            <pc:sldMk cId="2984433661" sldId="446"/>
            <ac:spMk id="2" creationId="{0255DED4-CAB2-4C40-8464-BA04A291D04E}"/>
          </ac:spMkLst>
        </pc:spChg>
      </pc:sldChg>
      <pc:sldChg chg="del">
        <pc:chgData name="Taylor Davis" userId="5c9e72a0-c39f-4aa1-9d7d-64125e78cbe6" providerId="ADAL" clId="{B1677D82-E50E-41A9-A5E4-EF5939AA214E}" dt="2024-09-13T15:16:16.761" v="0" actId="2696"/>
        <pc:sldMkLst>
          <pc:docMk/>
          <pc:sldMk cId="1919135106" sldId="454"/>
        </pc:sldMkLst>
      </pc:sldChg>
      <pc:sldChg chg="modSp add mod">
        <pc:chgData name="Taylor Davis" userId="5c9e72a0-c39f-4aa1-9d7d-64125e78cbe6" providerId="ADAL" clId="{B1677D82-E50E-41A9-A5E4-EF5939AA214E}" dt="2024-09-13T16:44:55.927" v="254" actId="1076"/>
        <pc:sldMkLst>
          <pc:docMk/>
          <pc:sldMk cId="2365801835" sldId="454"/>
        </pc:sldMkLst>
        <pc:spChg chg="mod">
          <ac:chgData name="Taylor Davis" userId="5c9e72a0-c39f-4aa1-9d7d-64125e78cbe6" providerId="ADAL" clId="{B1677D82-E50E-41A9-A5E4-EF5939AA214E}" dt="2024-09-13T16:44:55.927" v="254" actId="1076"/>
          <ac:spMkLst>
            <pc:docMk/>
            <pc:sldMk cId="2365801835" sldId="454"/>
            <ac:spMk id="5" creationId="{AD1D7B3D-91CE-4826-90BB-5F92F8BB9481}"/>
          </ac:spMkLst>
        </pc:spChg>
        <pc:spChg chg="mod">
          <ac:chgData name="Taylor Davis" userId="5c9e72a0-c39f-4aa1-9d7d-64125e78cbe6" providerId="ADAL" clId="{B1677D82-E50E-41A9-A5E4-EF5939AA214E}" dt="2024-09-13T16:44:55.927" v="254" actId="1076"/>
          <ac:spMkLst>
            <pc:docMk/>
            <pc:sldMk cId="2365801835" sldId="454"/>
            <ac:spMk id="6" creationId="{D616A404-B324-4680-9ED6-0746BB2B3A16}"/>
          </ac:spMkLst>
        </pc:spChg>
      </pc:sldChg>
      <pc:sldChg chg="modSp">
        <pc:chgData name="Taylor Davis" userId="5c9e72a0-c39f-4aa1-9d7d-64125e78cbe6" providerId="ADAL" clId="{B1677D82-E50E-41A9-A5E4-EF5939AA214E}" dt="2024-09-13T15:16:45.596" v="2"/>
        <pc:sldMkLst>
          <pc:docMk/>
          <pc:sldMk cId="3958060990" sldId="458"/>
        </pc:sldMkLst>
        <pc:spChg chg="mod">
          <ac:chgData name="Taylor Davis" userId="5c9e72a0-c39f-4aa1-9d7d-64125e78cbe6" providerId="ADAL" clId="{B1677D82-E50E-41A9-A5E4-EF5939AA214E}" dt="2024-09-13T15:16:45.596" v="2"/>
          <ac:spMkLst>
            <pc:docMk/>
            <pc:sldMk cId="3958060990" sldId="458"/>
            <ac:spMk id="5" creationId="{F78CFBEA-CEF2-471A-842D-8314716A34E9}"/>
          </ac:spMkLst>
        </pc:spChg>
      </pc:sldChg>
      <pc:sldChg chg="modSp mod">
        <pc:chgData name="Taylor Davis" userId="5c9e72a0-c39f-4aa1-9d7d-64125e78cbe6" providerId="ADAL" clId="{B1677D82-E50E-41A9-A5E4-EF5939AA214E}" dt="2024-09-13T16:43:32.795" v="253" actId="1076"/>
        <pc:sldMkLst>
          <pc:docMk/>
          <pc:sldMk cId="2317283943" sldId="472"/>
        </pc:sldMkLst>
        <pc:spChg chg="mod">
          <ac:chgData name="Taylor Davis" userId="5c9e72a0-c39f-4aa1-9d7d-64125e78cbe6" providerId="ADAL" clId="{B1677D82-E50E-41A9-A5E4-EF5939AA214E}" dt="2024-09-13T16:43:32.795" v="253" actId="1076"/>
          <ac:spMkLst>
            <pc:docMk/>
            <pc:sldMk cId="2317283943" sldId="472"/>
            <ac:spMk id="21" creationId="{37AD4757-49A8-4E8D-B5EB-262D21C155F1}"/>
          </ac:spMkLst>
        </pc:spChg>
      </pc:sldChg>
      <pc:sldChg chg="modSp">
        <pc:chgData name="Taylor Davis" userId="5c9e72a0-c39f-4aa1-9d7d-64125e78cbe6" providerId="ADAL" clId="{B1677D82-E50E-41A9-A5E4-EF5939AA214E}" dt="2024-09-13T16:08:41.039" v="246" actId="1076"/>
        <pc:sldMkLst>
          <pc:docMk/>
          <pc:sldMk cId="3100464503" sldId="488"/>
        </pc:sldMkLst>
        <pc:picChg chg="mod">
          <ac:chgData name="Taylor Davis" userId="5c9e72a0-c39f-4aa1-9d7d-64125e78cbe6" providerId="ADAL" clId="{B1677D82-E50E-41A9-A5E4-EF5939AA214E}" dt="2024-09-13T16:08:41.039" v="246" actId="1076"/>
          <ac:picMkLst>
            <pc:docMk/>
            <pc:sldMk cId="3100464503" sldId="488"/>
            <ac:picMk id="2050" creationId="{960FC751-2A37-9680-5086-37ED9D505D28}"/>
          </ac:picMkLst>
        </pc:picChg>
      </pc:sldChg>
      <pc:sldChg chg="addSp delSp modSp mod">
        <pc:chgData name="Taylor Davis" userId="5c9e72a0-c39f-4aa1-9d7d-64125e78cbe6" providerId="ADAL" clId="{B1677D82-E50E-41A9-A5E4-EF5939AA214E}" dt="2024-09-13T15:37:55.647" v="77" actId="20577"/>
        <pc:sldMkLst>
          <pc:docMk/>
          <pc:sldMk cId="2203540903" sldId="499"/>
        </pc:sldMkLst>
        <pc:graphicFrameChg chg="add mod modGraphic">
          <ac:chgData name="Taylor Davis" userId="5c9e72a0-c39f-4aa1-9d7d-64125e78cbe6" providerId="ADAL" clId="{B1677D82-E50E-41A9-A5E4-EF5939AA214E}" dt="2024-09-13T15:37:55.647" v="77" actId="20577"/>
          <ac:graphicFrameMkLst>
            <pc:docMk/>
            <pc:sldMk cId="2203540903" sldId="499"/>
            <ac:graphicFrameMk id="2" creationId="{0EB10D4E-9A35-265C-22A2-62E2983BD4B8}"/>
          </ac:graphicFrameMkLst>
        </pc:graphicFrameChg>
        <pc:graphicFrameChg chg="del">
          <ac:chgData name="Taylor Davis" userId="5c9e72a0-c39f-4aa1-9d7d-64125e78cbe6" providerId="ADAL" clId="{B1677D82-E50E-41A9-A5E4-EF5939AA214E}" dt="2024-09-13T15:37:43.616" v="50" actId="478"/>
          <ac:graphicFrameMkLst>
            <pc:docMk/>
            <pc:sldMk cId="2203540903" sldId="499"/>
            <ac:graphicFrameMk id="6" creationId="{F7A81C79-4BB4-41D9-ACA4-AFBAF7A7BC0D}"/>
          </ac:graphicFrameMkLst>
        </pc:graphicFrameChg>
      </pc:sldChg>
      <pc:sldChg chg="modSp">
        <pc:chgData name="Taylor Davis" userId="5c9e72a0-c39f-4aa1-9d7d-64125e78cbe6" providerId="ADAL" clId="{B1677D82-E50E-41A9-A5E4-EF5939AA214E}" dt="2024-09-13T15:16:45.596" v="2"/>
        <pc:sldMkLst>
          <pc:docMk/>
          <pc:sldMk cId="3680080401" sldId="517"/>
        </pc:sldMkLst>
        <pc:spChg chg="mod">
          <ac:chgData name="Taylor Davis" userId="5c9e72a0-c39f-4aa1-9d7d-64125e78cbe6" providerId="ADAL" clId="{B1677D82-E50E-41A9-A5E4-EF5939AA214E}" dt="2024-09-13T15:16:45.596" v="2"/>
          <ac:spMkLst>
            <pc:docMk/>
            <pc:sldMk cId="3680080401" sldId="517"/>
            <ac:spMk id="16" creationId="{012C7A76-8C4C-0C17-C582-24A807F19DA5}"/>
          </ac:spMkLst>
        </pc:spChg>
        <pc:graphicFrameChg chg="mod">
          <ac:chgData name="Taylor Davis" userId="5c9e72a0-c39f-4aa1-9d7d-64125e78cbe6" providerId="ADAL" clId="{B1677D82-E50E-41A9-A5E4-EF5939AA214E}" dt="2024-09-13T15:16:45.596" v="2"/>
          <ac:graphicFrameMkLst>
            <pc:docMk/>
            <pc:sldMk cId="3680080401" sldId="517"/>
            <ac:graphicFrameMk id="13" creationId="{C5BE1B27-9F04-9265-C933-6FD598A73DFA}"/>
          </ac:graphicFrameMkLst>
        </pc:graphicFrameChg>
      </pc:sldChg>
      <pc:sldChg chg="addSp delSp modSp add del mod">
        <pc:chgData name="Taylor Davis" userId="5c9e72a0-c39f-4aa1-9d7d-64125e78cbe6" providerId="ADAL" clId="{B1677D82-E50E-41A9-A5E4-EF5939AA214E}" dt="2024-09-13T15:44:08.537" v="244" actId="20577"/>
        <pc:sldMkLst>
          <pc:docMk/>
          <pc:sldMk cId="3348736581" sldId="518"/>
        </pc:sldMkLst>
        <pc:spChg chg="mod">
          <ac:chgData name="Taylor Davis" userId="5c9e72a0-c39f-4aa1-9d7d-64125e78cbe6" providerId="ADAL" clId="{B1677D82-E50E-41A9-A5E4-EF5939AA214E}" dt="2024-09-13T15:44:08.537" v="244" actId="20577"/>
          <ac:spMkLst>
            <pc:docMk/>
            <pc:sldMk cId="3348736581" sldId="518"/>
            <ac:spMk id="13" creationId="{820D1BA4-6D19-00FD-17FF-A0AD0AAAF7EE}"/>
          </ac:spMkLst>
        </pc:spChg>
        <pc:picChg chg="del">
          <ac:chgData name="Taylor Davis" userId="5c9e72a0-c39f-4aa1-9d7d-64125e78cbe6" providerId="ADAL" clId="{B1677D82-E50E-41A9-A5E4-EF5939AA214E}" dt="2024-09-13T15:28:05.572" v="10" actId="478"/>
          <ac:picMkLst>
            <pc:docMk/>
            <pc:sldMk cId="3348736581" sldId="518"/>
            <ac:picMk id="14" creationId="{A2140339-CFE6-8190-F8C6-C8F6BB7B9C75}"/>
          </ac:picMkLst>
        </pc:picChg>
        <pc:picChg chg="add mod">
          <ac:chgData name="Taylor Davis" userId="5c9e72a0-c39f-4aa1-9d7d-64125e78cbe6" providerId="ADAL" clId="{B1677D82-E50E-41A9-A5E4-EF5939AA214E}" dt="2024-09-13T15:28:06.632" v="11"/>
          <ac:picMkLst>
            <pc:docMk/>
            <pc:sldMk cId="3348736581" sldId="518"/>
            <ac:picMk id="15" creationId="{6E4067FF-ED73-EF88-0C50-B7A048B0AA4E}"/>
          </ac:picMkLst>
        </pc:picChg>
      </pc:sldChg>
      <pc:sldChg chg="del">
        <pc:chgData name="Taylor Davis" userId="5c9e72a0-c39f-4aa1-9d7d-64125e78cbe6" providerId="ADAL" clId="{B1677D82-E50E-41A9-A5E4-EF5939AA214E}" dt="2024-09-13T15:36:16.341" v="42" actId="47"/>
        <pc:sldMkLst>
          <pc:docMk/>
          <pc:sldMk cId="3531208169" sldId="519"/>
        </pc:sldMkLst>
      </pc:sldChg>
      <pc:sldChg chg="del">
        <pc:chgData name="Taylor Davis" userId="5c9e72a0-c39f-4aa1-9d7d-64125e78cbe6" providerId="ADAL" clId="{B1677D82-E50E-41A9-A5E4-EF5939AA214E}" dt="2024-09-13T15:38:11.018" v="79" actId="47"/>
        <pc:sldMkLst>
          <pc:docMk/>
          <pc:sldMk cId="1147401429" sldId="524"/>
        </pc:sldMkLst>
      </pc:sldChg>
      <pc:sldChg chg="del">
        <pc:chgData name="Taylor Davis" userId="5c9e72a0-c39f-4aa1-9d7d-64125e78cbe6" providerId="ADAL" clId="{B1677D82-E50E-41A9-A5E4-EF5939AA214E}" dt="2024-09-13T15:38:47.856" v="91" actId="47"/>
        <pc:sldMkLst>
          <pc:docMk/>
          <pc:sldMk cId="36791873" sldId="525"/>
        </pc:sldMkLst>
      </pc:sldChg>
      <pc:sldChg chg="modSp mod">
        <pc:chgData name="Taylor Davis" userId="5c9e72a0-c39f-4aa1-9d7d-64125e78cbe6" providerId="ADAL" clId="{B1677D82-E50E-41A9-A5E4-EF5939AA214E}" dt="2024-09-13T15:38:55.529" v="95" actId="1076"/>
        <pc:sldMkLst>
          <pc:docMk/>
          <pc:sldMk cId="3034923006" sldId="527"/>
        </pc:sldMkLst>
        <pc:spChg chg="mod">
          <ac:chgData name="Taylor Davis" userId="5c9e72a0-c39f-4aa1-9d7d-64125e78cbe6" providerId="ADAL" clId="{B1677D82-E50E-41A9-A5E4-EF5939AA214E}" dt="2024-09-13T15:38:55.529" v="95" actId="1076"/>
          <ac:spMkLst>
            <pc:docMk/>
            <pc:sldMk cId="3034923006" sldId="527"/>
            <ac:spMk id="10" creationId="{DD333F58-1E5B-D213-65EE-BB627B8B12A8}"/>
          </ac:spMkLst>
        </pc:spChg>
      </pc:sldChg>
      <pc:sldChg chg="addSp delSp modSp mod">
        <pc:chgData name="Taylor Davis" userId="5c9e72a0-c39f-4aa1-9d7d-64125e78cbe6" providerId="ADAL" clId="{B1677D82-E50E-41A9-A5E4-EF5939AA214E}" dt="2024-09-13T15:40:04.695" v="110" actId="14100"/>
        <pc:sldMkLst>
          <pc:docMk/>
          <pc:sldMk cId="0" sldId="535"/>
        </pc:sldMkLst>
        <pc:graphicFrameChg chg="del">
          <ac:chgData name="Taylor Davis" userId="5c9e72a0-c39f-4aa1-9d7d-64125e78cbe6" providerId="ADAL" clId="{B1677D82-E50E-41A9-A5E4-EF5939AA214E}" dt="2024-09-13T15:39:07.628" v="96" actId="478"/>
          <ac:graphicFrameMkLst>
            <pc:docMk/>
            <pc:sldMk cId="0" sldId="535"/>
            <ac:graphicFrameMk id="2" creationId="{00000000-0000-0000-0000-000000000000}"/>
          </ac:graphicFrameMkLst>
        </pc:graphicFrameChg>
        <pc:graphicFrameChg chg="add mod modGraphic">
          <ac:chgData name="Taylor Davis" userId="5c9e72a0-c39f-4aa1-9d7d-64125e78cbe6" providerId="ADAL" clId="{B1677D82-E50E-41A9-A5E4-EF5939AA214E}" dt="2024-09-13T15:40:04.695" v="110" actId="14100"/>
          <ac:graphicFrameMkLst>
            <pc:docMk/>
            <pc:sldMk cId="0" sldId="535"/>
            <ac:graphicFrameMk id="3" creationId="{A7D8E951-B2BB-0B03-B787-F0052CA4A369}"/>
          </ac:graphicFrameMkLst>
        </pc:graphicFrameChg>
      </pc:sldChg>
      <pc:sldChg chg="del">
        <pc:chgData name="Taylor Davis" userId="5c9e72a0-c39f-4aa1-9d7d-64125e78cbe6" providerId="ADAL" clId="{B1677D82-E50E-41A9-A5E4-EF5939AA214E}" dt="2024-09-13T15:40:20.417" v="112" actId="47"/>
        <pc:sldMkLst>
          <pc:docMk/>
          <pc:sldMk cId="1419816550" sldId="536"/>
        </pc:sldMkLst>
      </pc:sldChg>
      <pc:sldChg chg="del">
        <pc:chgData name="Taylor Davis" userId="5c9e72a0-c39f-4aa1-9d7d-64125e78cbe6" providerId="ADAL" clId="{B1677D82-E50E-41A9-A5E4-EF5939AA214E}" dt="2024-09-13T15:40:35.734" v="113" actId="47"/>
        <pc:sldMkLst>
          <pc:docMk/>
          <pc:sldMk cId="0" sldId="538"/>
        </pc:sldMkLst>
      </pc:sldChg>
      <pc:sldChg chg="del">
        <pc:chgData name="Taylor Davis" userId="5c9e72a0-c39f-4aa1-9d7d-64125e78cbe6" providerId="ADAL" clId="{B1677D82-E50E-41A9-A5E4-EF5939AA214E}" dt="2024-09-13T15:40:35.734" v="113" actId="47"/>
        <pc:sldMkLst>
          <pc:docMk/>
          <pc:sldMk cId="48855742" sldId="539"/>
        </pc:sldMkLst>
      </pc:sldChg>
      <pc:sldChg chg="add del">
        <pc:chgData name="Taylor Davis" userId="5c9e72a0-c39f-4aa1-9d7d-64125e78cbe6" providerId="ADAL" clId="{B1677D82-E50E-41A9-A5E4-EF5939AA214E}" dt="2024-09-13T15:37:17.641" v="49" actId="47"/>
        <pc:sldMkLst>
          <pc:docMk/>
          <pc:sldMk cId="315794589" sldId="548"/>
        </pc:sldMkLst>
      </pc:sldChg>
      <pc:sldChg chg="del">
        <pc:chgData name="Taylor Davis" userId="5c9e72a0-c39f-4aa1-9d7d-64125e78cbe6" providerId="ADAL" clId="{B1677D82-E50E-41A9-A5E4-EF5939AA214E}" dt="2024-09-13T15:40:35.734" v="113" actId="47"/>
        <pc:sldMkLst>
          <pc:docMk/>
          <pc:sldMk cId="1179748723" sldId="550"/>
        </pc:sldMkLst>
      </pc:sldChg>
      <pc:sldChg chg="modSp add del mod">
        <pc:chgData name="Taylor Davis" userId="5c9e72a0-c39f-4aa1-9d7d-64125e78cbe6" providerId="ADAL" clId="{B1677D82-E50E-41A9-A5E4-EF5939AA214E}" dt="2024-09-13T15:36:23.207" v="45"/>
        <pc:sldMkLst>
          <pc:docMk/>
          <pc:sldMk cId="3470905217" sldId="558"/>
        </pc:sldMkLst>
        <pc:spChg chg="mod">
          <ac:chgData name="Taylor Davis" userId="5c9e72a0-c39f-4aa1-9d7d-64125e78cbe6" providerId="ADAL" clId="{B1677D82-E50E-41A9-A5E4-EF5939AA214E}" dt="2024-09-13T15:28:43.272" v="39" actId="1038"/>
          <ac:spMkLst>
            <pc:docMk/>
            <pc:sldMk cId="3470905217" sldId="558"/>
            <ac:spMk id="13" creationId="{19FEE2C1-9161-C3CD-EE7F-6727C796DF0D}"/>
          </ac:spMkLst>
        </pc:spChg>
        <pc:spChg chg="mod">
          <ac:chgData name="Taylor Davis" userId="5c9e72a0-c39f-4aa1-9d7d-64125e78cbe6" providerId="ADAL" clId="{B1677D82-E50E-41A9-A5E4-EF5939AA214E}" dt="2024-09-13T15:28:43.272" v="39" actId="1038"/>
          <ac:spMkLst>
            <pc:docMk/>
            <pc:sldMk cId="3470905217" sldId="558"/>
            <ac:spMk id="14" creationId="{1CC51BEE-0560-3D56-4AE8-86D704578774}"/>
          </ac:spMkLst>
        </pc:spChg>
        <pc:spChg chg="mod">
          <ac:chgData name="Taylor Davis" userId="5c9e72a0-c39f-4aa1-9d7d-64125e78cbe6" providerId="ADAL" clId="{B1677D82-E50E-41A9-A5E4-EF5939AA214E}" dt="2024-09-13T15:28:43.272" v="39" actId="1038"/>
          <ac:spMkLst>
            <pc:docMk/>
            <pc:sldMk cId="3470905217" sldId="558"/>
            <ac:spMk id="15" creationId="{A17D3C89-20DF-71B2-E5D8-1DA9D1F926E7}"/>
          </ac:spMkLst>
        </pc:spChg>
      </pc:sldChg>
      <pc:sldChg chg="modSp add mod">
        <pc:chgData name="Taylor Davis" userId="5c9e72a0-c39f-4aa1-9d7d-64125e78cbe6" providerId="ADAL" clId="{B1677D82-E50E-41A9-A5E4-EF5939AA214E}" dt="2024-09-13T15:43:08.727" v="228" actId="14100"/>
        <pc:sldMkLst>
          <pc:docMk/>
          <pc:sldMk cId="0" sldId="572"/>
        </pc:sldMkLst>
        <pc:graphicFrameChg chg="mod modGraphic">
          <ac:chgData name="Taylor Davis" userId="5c9e72a0-c39f-4aa1-9d7d-64125e78cbe6" providerId="ADAL" clId="{B1677D82-E50E-41A9-A5E4-EF5939AA214E}" dt="2024-09-13T15:43:08.727" v="228" actId="14100"/>
          <ac:graphicFrameMkLst>
            <pc:docMk/>
            <pc:sldMk cId="0" sldId="572"/>
            <ac:graphicFrameMk id="2" creationId="{00000000-0000-0000-0000-000000000000}"/>
          </ac:graphicFrameMkLst>
        </pc:graphicFrameChg>
      </pc:sldChg>
      <pc:sldChg chg="modSp add mod">
        <pc:chgData name="Taylor Davis" userId="5c9e72a0-c39f-4aa1-9d7d-64125e78cbe6" providerId="ADAL" clId="{B1677D82-E50E-41A9-A5E4-EF5939AA214E}" dt="2024-09-13T15:42:49.099" v="210" actId="14100"/>
        <pc:sldMkLst>
          <pc:docMk/>
          <pc:sldMk cId="0" sldId="573"/>
        </pc:sldMkLst>
        <pc:graphicFrameChg chg="mod modGraphic">
          <ac:chgData name="Taylor Davis" userId="5c9e72a0-c39f-4aa1-9d7d-64125e78cbe6" providerId="ADAL" clId="{B1677D82-E50E-41A9-A5E4-EF5939AA214E}" dt="2024-09-13T15:42:49.099" v="210" actId="14100"/>
          <ac:graphicFrameMkLst>
            <pc:docMk/>
            <pc:sldMk cId="0" sldId="573"/>
            <ac:graphicFrameMk id="2" creationId="{00000000-0000-0000-0000-000000000000}"/>
          </ac:graphicFrameMkLst>
        </pc:graphicFrameChg>
      </pc:sldChg>
      <pc:sldChg chg="modSp add mod ord">
        <pc:chgData name="Taylor Davis" userId="5c9e72a0-c39f-4aa1-9d7d-64125e78cbe6" providerId="ADAL" clId="{B1677D82-E50E-41A9-A5E4-EF5939AA214E}" dt="2024-09-13T15:43:33.992" v="238"/>
        <pc:sldMkLst>
          <pc:docMk/>
          <pc:sldMk cId="1064222983" sldId="574"/>
        </pc:sldMkLst>
        <pc:graphicFrameChg chg="mod modGraphic">
          <ac:chgData name="Taylor Davis" userId="5c9e72a0-c39f-4aa1-9d7d-64125e78cbe6" providerId="ADAL" clId="{B1677D82-E50E-41A9-A5E4-EF5939AA214E}" dt="2024-09-13T15:43:24.218" v="234" actId="403"/>
          <ac:graphicFrameMkLst>
            <pc:docMk/>
            <pc:sldMk cId="1064222983" sldId="574"/>
            <ac:graphicFrameMk id="2" creationId="{00000000-0000-0000-0000-000000000000}"/>
          </ac:graphicFrameMkLst>
        </pc:graphicFrameChg>
      </pc:sldChg>
      <pc:sldChg chg="modSp add mod ord">
        <pc:chgData name="Taylor Davis" userId="5c9e72a0-c39f-4aa1-9d7d-64125e78cbe6" providerId="ADAL" clId="{B1677D82-E50E-41A9-A5E4-EF5939AA214E}" dt="2024-09-13T15:43:35.188" v="240"/>
        <pc:sldMkLst>
          <pc:docMk/>
          <pc:sldMk cId="3790917938" sldId="575"/>
        </pc:sldMkLst>
        <pc:graphicFrameChg chg="mod modGraphic">
          <ac:chgData name="Taylor Davis" userId="5c9e72a0-c39f-4aa1-9d7d-64125e78cbe6" providerId="ADAL" clId="{B1677D82-E50E-41A9-A5E4-EF5939AA214E}" dt="2024-09-13T15:43:19.345" v="232" actId="403"/>
          <ac:graphicFrameMkLst>
            <pc:docMk/>
            <pc:sldMk cId="3790917938" sldId="575"/>
            <ac:graphicFrameMk id="2" creationId="{00000000-0000-0000-0000-000000000000}"/>
          </ac:graphicFrameMkLst>
        </pc:graphicFrameChg>
      </pc:sldChg>
      <pc:sldChg chg="modSp add mod ord">
        <pc:chgData name="Taylor Davis" userId="5c9e72a0-c39f-4aa1-9d7d-64125e78cbe6" providerId="ADAL" clId="{B1677D82-E50E-41A9-A5E4-EF5939AA214E}" dt="2024-09-13T15:43:36.303" v="242"/>
        <pc:sldMkLst>
          <pc:docMk/>
          <pc:sldMk cId="250010407" sldId="576"/>
        </pc:sldMkLst>
        <pc:graphicFrameChg chg="mod modGraphic">
          <ac:chgData name="Taylor Davis" userId="5c9e72a0-c39f-4aa1-9d7d-64125e78cbe6" providerId="ADAL" clId="{B1677D82-E50E-41A9-A5E4-EF5939AA214E}" dt="2024-09-13T15:43:30.925" v="236" actId="403"/>
          <ac:graphicFrameMkLst>
            <pc:docMk/>
            <pc:sldMk cId="250010407" sldId="576"/>
            <ac:graphicFrameMk id="2" creationId="{00000000-0000-0000-0000-000000000000}"/>
          </ac:graphicFrameMkLst>
        </pc:graphicFrameChg>
      </pc:sldChg>
      <pc:sldChg chg="add del">
        <pc:chgData name="Taylor Davis" userId="5c9e72a0-c39f-4aa1-9d7d-64125e78cbe6" providerId="ADAL" clId="{B1677D82-E50E-41A9-A5E4-EF5939AA214E}" dt="2024-09-13T15:32:38.190" v="41"/>
        <pc:sldMkLst>
          <pc:docMk/>
          <pc:sldMk cId="1082327325" sldId="580"/>
        </pc:sldMkLst>
      </pc:sldChg>
      <pc:sldChg chg="modSp add del mod">
        <pc:chgData name="Taylor Davis" userId="5c9e72a0-c39f-4aa1-9d7d-64125e78cbe6" providerId="ADAL" clId="{B1677D82-E50E-41A9-A5E4-EF5939AA214E}" dt="2024-09-13T16:41:26.593" v="251" actId="1076"/>
        <pc:sldMkLst>
          <pc:docMk/>
          <pc:sldMk cId="4294051359" sldId="582"/>
        </pc:sldMkLst>
        <pc:picChg chg="mod">
          <ac:chgData name="Taylor Davis" userId="5c9e72a0-c39f-4aa1-9d7d-64125e78cbe6" providerId="ADAL" clId="{B1677D82-E50E-41A9-A5E4-EF5939AA214E}" dt="2024-09-13T16:41:26.593" v="251" actId="1076"/>
          <ac:picMkLst>
            <pc:docMk/>
            <pc:sldMk cId="4294051359" sldId="582"/>
            <ac:picMk id="2" creationId="{2478D38F-2055-3BED-F325-F30BC9616D52}"/>
          </ac:picMkLst>
        </pc:picChg>
        <pc:picChg chg="mod">
          <ac:chgData name="Taylor Davis" userId="5c9e72a0-c39f-4aa1-9d7d-64125e78cbe6" providerId="ADAL" clId="{B1677D82-E50E-41A9-A5E4-EF5939AA214E}" dt="2024-09-13T16:15:14.506" v="248" actId="1076"/>
          <ac:picMkLst>
            <pc:docMk/>
            <pc:sldMk cId="4294051359" sldId="582"/>
            <ac:picMk id="25" creationId="{00000000-0000-0000-0000-000000000000}"/>
          </ac:picMkLst>
        </pc:picChg>
      </pc:sldChg>
      <pc:sldChg chg="add del">
        <pc:chgData name="Taylor Davis" userId="5c9e72a0-c39f-4aa1-9d7d-64125e78cbe6" providerId="ADAL" clId="{B1677D82-E50E-41A9-A5E4-EF5939AA214E}" dt="2024-09-13T15:28:01.634" v="9" actId="47"/>
        <pc:sldMkLst>
          <pc:docMk/>
          <pc:sldMk cId="2233983926" sldId="583"/>
        </pc:sldMkLst>
      </pc:sldChg>
      <pc:sldChg chg="add">
        <pc:chgData name="Taylor Davis" userId="5c9e72a0-c39f-4aa1-9d7d-64125e78cbe6" providerId="ADAL" clId="{B1677D82-E50E-41A9-A5E4-EF5939AA214E}" dt="2024-09-13T15:37:09.610" v="46"/>
        <pc:sldMkLst>
          <pc:docMk/>
          <pc:sldMk cId="2814145312" sldId="583"/>
        </pc:sldMkLst>
      </pc:sldChg>
      <pc:sldChg chg="add del">
        <pc:chgData name="Taylor Davis" userId="5c9e72a0-c39f-4aa1-9d7d-64125e78cbe6" providerId="ADAL" clId="{B1677D82-E50E-41A9-A5E4-EF5939AA214E}" dt="2024-09-13T15:36:19.443" v="44"/>
        <pc:sldMkLst>
          <pc:docMk/>
          <pc:sldMk cId="3253925894" sldId="583"/>
        </pc:sldMkLst>
      </pc:sldChg>
      <pc:sldChg chg="add del">
        <pc:chgData name="Taylor Davis" userId="5c9e72a0-c39f-4aa1-9d7d-64125e78cbe6" providerId="ADAL" clId="{B1677D82-E50E-41A9-A5E4-EF5939AA214E}" dt="2024-09-13T15:36:19.443" v="44"/>
        <pc:sldMkLst>
          <pc:docMk/>
          <pc:sldMk cId="132273815" sldId="584"/>
        </pc:sldMkLst>
      </pc:sldChg>
      <pc:sldChg chg="modSp add mod">
        <pc:chgData name="Taylor Davis" userId="5c9e72a0-c39f-4aa1-9d7d-64125e78cbe6" providerId="ADAL" clId="{B1677D82-E50E-41A9-A5E4-EF5939AA214E}" dt="2024-09-13T15:38:30.449" v="89" actId="20577"/>
        <pc:sldMkLst>
          <pc:docMk/>
          <pc:sldMk cId="838631500" sldId="584"/>
        </pc:sldMkLst>
        <pc:graphicFrameChg chg="mod modGraphic">
          <ac:chgData name="Taylor Davis" userId="5c9e72a0-c39f-4aa1-9d7d-64125e78cbe6" providerId="ADAL" clId="{B1677D82-E50E-41A9-A5E4-EF5939AA214E}" dt="2024-09-13T15:38:30.449" v="89" actId="20577"/>
          <ac:graphicFrameMkLst>
            <pc:docMk/>
            <pc:sldMk cId="838631500" sldId="584"/>
            <ac:graphicFrameMk id="5" creationId="{713AD275-CC86-F2BC-8594-AECC0B66117F}"/>
          </ac:graphicFrameMkLst>
        </pc:graphicFrameChg>
      </pc:sldChg>
      <pc:sldChg chg="add">
        <pc:chgData name="Taylor Davis" userId="5c9e72a0-c39f-4aa1-9d7d-64125e78cbe6" providerId="ADAL" clId="{B1677D82-E50E-41A9-A5E4-EF5939AA214E}" dt="2024-09-13T15:38:43.244" v="90"/>
        <pc:sldMkLst>
          <pc:docMk/>
          <pc:sldMk cId="2780090179" sldId="585"/>
        </pc:sldMkLst>
      </pc:sldChg>
      <pc:sldChg chg="add">
        <pc:chgData name="Taylor Davis" userId="5c9e72a0-c39f-4aa1-9d7d-64125e78cbe6" providerId="ADAL" clId="{B1677D82-E50E-41A9-A5E4-EF5939AA214E}" dt="2024-09-13T15:40:17.982" v="111"/>
        <pc:sldMkLst>
          <pc:docMk/>
          <pc:sldMk cId="3227278108" sldId="586"/>
        </pc:sldMkLst>
      </pc:sldChg>
      <pc:sldChg chg="addSp delSp modSp add mod">
        <pc:chgData name="Taylor Davis" userId="5c9e72a0-c39f-4aa1-9d7d-64125e78cbe6" providerId="ADAL" clId="{B1677D82-E50E-41A9-A5E4-EF5939AA214E}" dt="2024-09-13T16:47:17.383" v="398" actId="478"/>
        <pc:sldMkLst>
          <pc:docMk/>
          <pc:sldMk cId="1313622481" sldId="587"/>
        </pc:sldMkLst>
        <pc:spChg chg="del">
          <ac:chgData name="Taylor Davis" userId="5c9e72a0-c39f-4aa1-9d7d-64125e78cbe6" providerId="ADAL" clId="{B1677D82-E50E-41A9-A5E4-EF5939AA214E}" dt="2024-09-13T16:45:11.443" v="256" actId="478"/>
          <ac:spMkLst>
            <pc:docMk/>
            <pc:sldMk cId="1313622481" sldId="587"/>
            <ac:spMk id="3" creationId="{C03588DF-56D9-837C-AA1C-128F048C493A}"/>
          </ac:spMkLst>
        </pc:spChg>
        <pc:spChg chg="del mod">
          <ac:chgData name="Taylor Davis" userId="5c9e72a0-c39f-4aa1-9d7d-64125e78cbe6" providerId="ADAL" clId="{B1677D82-E50E-41A9-A5E4-EF5939AA214E}" dt="2024-09-13T16:45:36.861" v="261" actId="478"/>
          <ac:spMkLst>
            <pc:docMk/>
            <pc:sldMk cId="1313622481" sldId="587"/>
            <ac:spMk id="4" creationId="{69C057C1-F13C-F6D8-AD44-F92FA29D30D9}"/>
          </ac:spMkLst>
        </pc:spChg>
        <pc:spChg chg="del mod">
          <ac:chgData name="Taylor Davis" userId="5c9e72a0-c39f-4aa1-9d7d-64125e78cbe6" providerId="ADAL" clId="{B1677D82-E50E-41A9-A5E4-EF5939AA214E}" dt="2024-09-13T16:47:17.383" v="398" actId="478"/>
          <ac:spMkLst>
            <pc:docMk/>
            <pc:sldMk cId="1313622481" sldId="587"/>
            <ac:spMk id="5" creationId="{BF46B415-80AF-26A8-45D6-1254179BD411}"/>
          </ac:spMkLst>
        </pc:spChg>
        <pc:spChg chg="del">
          <ac:chgData name="Taylor Davis" userId="5c9e72a0-c39f-4aa1-9d7d-64125e78cbe6" providerId="ADAL" clId="{B1677D82-E50E-41A9-A5E4-EF5939AA214E}" dt="2024-09-13T16:47:15.306" v="397" actId="478"/>
          <ac:spMkLst>
            <pc:docMk/>
            <pc:sldMk cId="1313622481" sldId="587"/>
            <ac:spMk id="6" creationId="{239038F2-C307-DC75-4AEA-316E0211A3AE}"/>
          </ac:spMkLst>
        </pc:spChg>
        <pc:spChg chg="mod">
          <ac:chgData name="Taylor Davis" userId="5c9e72a0-c39f-4aa1-9d7d-64125e78cbe6" providerId="ADAL" clId="{B1677D82-E50E-41A9-A5E4-EF5939AA214E}" dt="2024-09-13T16:45:33" v="260" actId="1076"/>
          <ac:spMkLst>
            <pc:docMk/>
            <pc:sldMk cId="1313622481" sldId="587"/>
            <ac:spMk id="7" creationId="{C0C1C4CA-44D9-9691-E058-46CEB5C35DF2}"/>
          </ac:spMkLst>
        </pc:spChg>
        <pc:spChg chg="mod">
          <ac:chgData name="Taylor Davis" userId="5c9e72a0-c39f-4aa1-9d7d-64125e78cbe6" providerId="ADAL" clId="{B1677D82-E50E-41A9-A5E4-EF5939AA214E}" dt="2024-09-13T16:45:33" v="260" actId="1076"/>
          <ac:spMkLst>
            <pc:docMk/>
            <pc:sldMk cId="1313622481" sldId="587"/>
            <ac:spMk id="8" creationId="{8DCAE5A5-11EC-16C5-5F5F-C5DF9E3B0859}"/>
          </ac:spMkLst>
        </pc:spChg>
        <pc:spChg chg="mod">
          <ac:chgData name="Taylor Davis" userId="5c9e72a0-c39f-4aa1-9d7d-64125e78cbe6" providerId="ADAL" clId="{B1677D82-E50E-41A9-A5E4-EF5939AA214E}" dt="2024-09-13T16:45:33" v="260" actId="1076"/>
          <ac:spMkLst>
            <pc:docMk/>
            <pc:sldMk cId="1313622481" sldId="587"/>
            <ac:spMk id="9" creationId="{98C73641-C807-1985-E19A-CA79DA10785E}"/>
          </ac:spMkLst>
        </pc:spChg>
        <pc:spChg chg="mod">
          <ac:chgData name="Taylor Davis" userId="5c9e72a0-c39f-4aa1-9d7d-64125e78cbe6" providerId="ADAL" clId="{B1677D82-E50E-41A9-A5E4-EF5939AA214E}" dt="2024-09-13T16:45:33" v="260" actId="1076"/>
          <ac:spMkLst>
            <pc:docMk/>
            <pc:sldMk cId="1313622481" sldId="587"/>
            <ac:spMk id="10" creationId="{8546D6DB-89F3-8B35-A9E8-670CED022928}"/>
          </ac:spMkLst>
        </pc:spChg>
        <pc:spChg chg="mod">
          <ac:chgData name="Taylor Davis" userId="5c9e72a0-c39f-4aa1-9d7d-64125e78cbe6" providerId="ADAL" clId="{B1677D82-E50E-41A9-A5E4-EF5939AA214E}" dt="2024-09-13T16:45:33" v="260" actId="1076"/>
          <ac:spMkLst>
            <pc:docMk/>
            <pc:sldMk cId="1313622481" sldId="587"/>
            <ac:spMk id="11" creationId="{0C35DE11-AC92-1958-1813-38A8A86CBCE8}"/>
          </ac:spMkLst>
        </pc:spChg>
        <pc:spChg chg="mod">
          <ac:chgData name="Taylor Davis" userId="5c9e72a0-c39f-4aa1-9d7d-64125e78cbe6" providerId="ADAL" clId="{B1677D82-E50E-41A9-A5E4-EF5939AA214E}" dt="2024-09-13T16:45:33" v="260" actId="1076"/>
          <ac:spMkLst>
            <pc:docMk/>
            <pc:sldMk cId="1313622481" sldId="587"/>
            <ac:spMk id="12" creationId="{2E2DA353-8032-9A29-CBFC-5E2CAB8FA818}"/>
          </ac:spMkLst>
        </pc:spChg>
        <pc:spChg chg="mod">
          <ac:chgData name="Taylor Davis" userId="5c9e72a0-c39f-4aa1-9d7d-64125e78cbe6" providerId="ADAL" clId="{B1677D82-E50E-41A9-A5E4-EF5939AA214E}" dt="2024-09-13T16:45:33" v="260" actId="1076"/>
          <ac:spMkLst>
            <pc:docMk/>
            <pc:sldMk cId="1313622481" sldId="587"/>
            <ac:spMk id="13" creationId="{2EE70FCE-698F-980C-DE5B-A5E0DD82F2B7}"/>
          </ac:spMkLst>
        </pc:spChg>
        <pc:spChg chg="mod">
          <ac:chgData name="Taylor Davis" userId="5c9e72a0-c39f-4aa1-9d7d-64125e78cbe6" providerId="ADAL" clId="{B1677D82-E50E-41A9-A5E4-EF5939AA214E}" dt="2024-09-13T16:45:33" v="260" actId="1076"/>
          <ac:spMkLst>
            <pc:docMk/>
            <pc:sldMk cId="1313622481" sldId="587"/>
            <ac:spMk id="14" creationId="{DBAF8120-09F6-4EB0-E666-C1CBDC5CF295}"/>
          </ac:spMkLst>
        </pc:spChg>
        <pc:spChg chg="mod">
          <ac:chgData name="Taylor Davis" userId="5c9e72a0-c39f-4aa1-9d7d-64125e78cbe6" providerId="ADAL" clId="{B1677D82-E50E-41A9-A5E4-EF5939AA214E}" dt="2024-09-13T16:45:33" v="260" actId="1076"/>
          <ac:spMkLst>
            <pc:docMk/>
            <pc:sldMk cId="1313622481" sldId="587"/>
            <ac:spMk id="15" creationId="{5B374298-411A-3F68-B672-E1DC32DEA9AE}"/>
          </ac:spMkLst>
        </pc:spChg>
        <pc:spChg chg="mod">
          <ac:chgData name="Taylor Davis" userId="5c9e72a0-c39f-4aa1-9d7d-64125e78cbe6" providerId="ADAL" clId="{B1677D82-E50E-41A9-A5E4-EF5939AA214E}" dt="2024-09-13T16:45:33" v="260" actId="1076"/>
          <ac:spMkLst>
            <pc:docMk/>
            <pc:sldMk cId="1313622481" sldId="587"/>
            <ac:spMk id="16" creationId="{734215D0-1B81-9E25-D893-D1A81A7D90DE}"/>
          </ac:spMkLst>
        </pc:spChg>
        <pc:spChg chg="mod">
          <ac:chgData name="Taylor Davis" userId="5c9e72a0-c39f-4aa1-9d7d-64125e78cbe6" providerId="ADAL" clId="{B1677D82-E50E-41A9-A5E4-EF5939AA214E}" dt="2024-09-13T16:45:33" v="260" actId="1076"/>
          <ac:spMkLst>
            <pc:docMk/>
            <pc:sldMk cId="1313622481" sldId="587"/>
            <ac:spMk id="17" creationId="{44D03DDF-E57A-E22B-A334-B0D6BAD568C1}"/>
          </ac:spMkLst>
        </pc:spChg>
        <pc:spChg chg="mod">
          <ac:chgData name="Taylor Davis" userId="5c9e72a0-c39f-4aa1-9d7d-64125e78cbe6" providerId="ADAL" clId="{B1677D82-E50E-41A9-A5E4-EF5939AA214E}" dt="2024-09-13T16:45:33" v="260" actId="1076"/>
          <ac:spMkLst>
            <pc:docMk/>
            <pc:sldMk cId="1313622481" sldId="587"/>
            <ac:spMk id="18" creationId="{2F96F890-CA85-53B4-4C86-B02186E9E89E}"/>
          </ac:spMkLst>
        </pc:spChg>
        <pc:spChg chg="mod">
          <ac:chgData name="Taylor Davis" userId="5c9e72a0-c39f-4aa1-9d7d-64125e78cbe6" providerId="ADAL" clId="{B1677D82-E50E-41A9-A5E4-EF5939AA214E}" dt="2024-09-13T16:45:33" v="260" actId="1076"/>
          <ac:spMkLst>
            <pc:docMk/>
            <pc:sldMk cId="1313622481" sldId="587"/>
            <ac:spMk id="19" creationId="{BD5125C9-83DD-4D9F-DE79-D476BE3F058D}"/>
          </ac:spMkLst>
        </pc:spChg>
        <pc:spChg chg="mod">
          <ac:chgData name="Taylor Davis" userId="5c9e72a0-c39f-4aa1-9d7d-64125e78cbe6" providerId="ADAL" clId="{B1677D82-E50E-41A9-A5E4-EF5939AA214E}" dt="2024-09-13T16:45:33" v="260" actId="1076"/>
          <ac:spMkLst>
            <pc:docMk/>
            <pc:sldMk cId="1313622481" sldId="587"/>
            <ac:spMk id="20" creationId="{DEBB9E11-84A3-58F8-237D-4A265C29D49C}"/>
          </ac:spMkLst>
        </pc:spChg>
        <pc:spChg chg="mod">
          <ac:chgData name="Taylor Davis" userId="5c9e72a0-c39f-4aa1-9d7d-64125e78cbe6" providerId="ADAL" clId="{B1677D82-E50E-41A9-A5E4-EF5939AA214E}" dt="2024-09-13T16:45:33" v="260" actId="1076"/>
          <ac:spMkLst>
            <pc:docMk/>
            <pc:sldMk cId="1313622481" sldId="587"/>
            <ac:spMk id="21" creationId="{E4C2D887-78BC-455D-E84B-4706DBDF3CA1}"/>
          </ac:spMkLst>
        </pc:spChg>
        <pc:spChg chg="mod">
          <ac:chgData name="Taylor Davis" userId="5c9e72a0-c39f-4aa1-9d7d-64125e78cbe6" providerId="ADAL" clId="{B1677D82-E50E-41A9-A5E4-EF5939AA214E}" dt="2024-09-13T16:45:33" v="260" actId="1076"/>
          <ac:spMkLst>
            <pc:docMk/>
            <pc:sldMk cId="1313622481" sldId="587"/>
            <ac:spMk id="22" creationId="{FC3AFD72-934E-C314-76C9-3BD3C3ADC5D7}"/>
          </ac:spMkLst>
        </pc:spChg>
        <pc:spChg chg="mod">
          <ac:chgData name="Taylor Davis" userId="5c9e72a0-c39f-4aa1-9d7d-64125e78cbe6" providerId="ADAL" clId="{B1677D82-E50E-41A9-A5E4-EF5939AA214E}" dt="2024-09-13T16:45:33" v="260" actId="1076"/>
          <ac:spMkLst>
            <pc:docMk/>
            <pc:sldMk cId="1313622481" sldId="587"/>
            <ac:spMk id="23" creationId="{AFC7E587-98BA-0E7B-D632-50ECCC546F0C}"/>
          </ac:spMkLst>
        </pc:spChg>
        <pc:spChg chg="mod">
          <ac:chgData name="Taylor Davis" userId="5c9e72a0-c39f-4aa1-9d7d-64125e78cbe6" providerId="ADAL" clId="{B1677D82-E50E-41A9-A5E4-EF5939AA214E}" dt="2024-09-13T16:45:33" v="260" actId="1076"/>
          <ac:spMkLst>
            <pc:docMk/>
            <pc:sldMk cId="1313622481" sldId="587"/>
            <ac:spMk id="24" creationId="{CDADE326-124A-38EC-26DF-B19515A72278}"/>
          </ac:spMkLst>
        </pc:spChg>
        <pc:spChg chg="add del mod">
          <ac:chgData name="Taylor Davis" userId="5c9e72a0-c39f-4aa1-9d7d-64125e78cbe6" providerId="ADAL" clId="{B1677D82-E50E-41A9-A5E4-EF5939AA214E}" dt="2024-09-13T16:45:16.595" v="259" actId="478"/>
          <ac:spMkLst>
            <pc:docMk/>
            <pc:sldMk cId="1313622481" sldId="587"/>
            <ac:spMk id="27" creationId="{AE8E5DB1-AC1A-CA53-6CBA-4E8D4FB1BA55}"/>
          </ac:spMkLst>
        </pc:spChg>
        <pc:spChg chg="add mod">
          <ac:chgData name="Taylor Davis" userId="5c9e72a0-c39f-4aa1-9d7d-64125e78cbe6" providerId="ADAL" clId="{B1677D82-E50E-41A9-A5E4-EF5939AA214E}" dt="2024-09-13T16:46:55.904" v="396" actId="1076"/>
          <ac:spMkLst>
            <pc:docMk/>
            <pc:sldMk cId="1313622481" sldId="587"/>
            <ac:spMk id="28" creationId="{CC540C2A-D336-42CC-956A-7713AE557989}"/>
          </ac:spMkLst>
        </pc:spChg>
        <pc:picChg chg="add del">
          <ac:chgData name="Taylor Davis" userId="5c9e72a0-c39f-4aa1-9d7d-64125e78cbe6" providerId="ADAL" clId="{B1677D82-E50E-41A9-A5E4-EF5939AA214E}" dt="2024-09-13T16:45:14.347" v="258" actId="478"/>
          <ac:picMkLst>
            <pc:docMk/>
            <pc:sldMk cId="1313622481" sldId="587"/>
            <ac:picMk id="2" creationId="{2478D38F-2055-3BED-F325-F30BC9616D52}"/>
          </ac:picMkLst>
        </pc:picChg>
        <pc:picChg chg="mod">
          <ac:chgData name="Taylor Davis" userId="5c9e72a0-c39f-4aa1-9d7d-64125e78cbe6" providerId="ADAL" clId="{B1677D82-E50E-41A9-A5E4-EF5939AA214E}" dt="2024-09-13T16:45:33" v="260" actId="1076"/>
          <ac:picMkLst>
            <pc:docMk/>
            <pc:sldMk cId="1313622481" sldId="587"/>
            <ac:picMk id="25" creationId="{00000000-0000-0000-0000-000000000000}"/>
          </ac:picMkLst>
        </pc:picChg>
      </pc:sldChg>
    </pc:docChg>
  </pc:docChgLst>
  <pc:docChgLst>
    <pc:chgData name="Taylor Davis" userId="5c9e72a0-c39f-4aa1-9d7d-64125e78cbe6" providerId="ADAL" clId="{69EC20BC-A36B-49F6-A5AC-455000DCECBB}"/>
    <pc:docChg chg="undo redo custSel addSld delSld modSld sldOrd">
      <pc:chgData name="Taylor Davis" userId="5c9e72a0-c39f-4aa1-9d7d-64125e78cbe6" providerId="ADAL" clId="{69EC20BC-A36B-49F6-A5AC-455000DCECBB}" dt="2024-07-28T00:02:50.874" v="610" actId="20577"/>
      <pc:docMkLst>
        <pc:docMk/>
      </pc:docMkLst>
      <pc:sldChg chg="modSp add del mod">
        <pc:chgData name="Taylor Davis" userId="5c9e72a0-c39f-4aa1-9d7d-64125e78cbe6" providerId="ADAL" clId="{69EC20BC-A36B-49F6-A5AC-455000DCECBB}" dt="2024-07-23T00:02:01.027" v="337" actId="20577"/>
        <pc:sldMkLst>
          <pc:docMk/>
          <pc:sldMk cId="0" sldId="256"/>
        </pc:sldMkLst>
        <pc:graphicFrameChg chg="mod modGraphic">
          <ac:chgData name="Taylor Davis" userId="5c9e72a0-c39f-4aa1-9d7d-64125e78cbe6" providerId="ADAL" clId="{69EC20BC-A36B-49F6-A5AC-455000DCECBB}" dt="2024-07-23T00:02:01.027" v="337" actId="20577"/>
          <ac:graphicFrameMkLst>
            <pc:docMk/>
            <pc:sldMk cId="0" sldId="256"/>
            <ac:graphicFrameMk id="2" creationId="{00000000-0000-0000-0000-000000000000}"/>
          </ac:graphicFrameMkLst>
        </pc:graphicFrameChg>
      </pc:sldChg>
      <pc:sldChg chg="addSp delSp modSp mod">
        <pc:chgData name="Taylor Davis" userId="5c9e72a0-c39f-4aa1-9d7d-64125e78cbe6" providerId="ADAL" clId="{69EC20BC-A36B-49F6-A5AC-455000DCECBB}" dt="2024-07-22T22:55:05.684" v="185" actId="20577"/>
        <pc:sldMkLst>
          <pc:docMk/>
          <pc:sldMk cId="413337631" sldId="259"/>
        </pc:sldMkLst>
        <pc:spChg chg="del">
          <ac:chgData name="Taylor Davis" userId="5c9e72a0-c39f-4aa1-9d7d-64125e78cbe6" providerId="ADAL" clId="{69EC20BC-A36B-49F6-A5AC-455000DCECBB}" dt="2024-07-22T22:54:39.533" v="147" actId="478"/>
          <ac:spMkLst>
            <pc:docMk/>
            <pc:sldMk cId="413337631" sldId="259"/>
            <ac:spMk id="2" creationId="{79B1A362-2AA1-DB6F-E381-95548BA50FD2}"/>
          </ac:spMkLst>
        </pc:spChg>
        <pc:spChg chg="add del mod">
          <ac:chgData name="Taylor Davis" userId="5c9e72a0-c39f-4aa1-9d7d-64125e78cbe6" providerId="ADAL" clId="{69EC20BC-A36B-49F6-A5AC-455000DCECBB}" dt="2024-07-22T22:54:41.612" v="148" actId="478"/>
          <ac:spMkLst>
            <pc:docMk/>
            <pc:sldMk cId="413337631" sldId="259"/>
            <ac:spMk id="4" creationId="{DE59C22B-642D-DB9F-AB11-AA30AAC0698A}"/>
          </ac:spMkLst>
        </pc:spChg>
        <pc:spChg chg="add mod">
          <ac:chgData name="Taylor Davis" userId="5c9e72a0-c39f-4aa1-9d7d-64125e78cbe6" providerId="ADAL" clId="{69EC20BC-A36B-49F6-A5AC-455000DCECBB}" dt="2024-07-22T22:55:05.684" v="185" actId="20577"/>
          <ac:spMkLst>
            <pc:docMk/>
            <pc:sldMk cId="413337631" sldId="259"/>
            <ac:spMk id="8" creationId="{B7A296EC-ABAC-52BC-9CE3-E14DAA57D327}"/>
          </ac:spMkLst>
        </pc:spChg>
      </pc:sldChg>
      <pc:sldChg chg="del mod modShow">
        <pc:chgData name="Taylor Davis" userId="5c9e72a0-c39f-4aa1-9d7d-64125e78cbe6" providerId="ADAL" clId="{69EC20BC-A36B-49F6-A5AC-455000DCECBB}" dt="2024-07-22T23:01:39.491" v="266" actId="47"/>
        <pc:sldMkLst>
          <pc:docMk/>
          <pc:sldMk cId="2431101630" sldId="260"/>
        </pc:sldMkLst>
      </pc:sldChg>
      <pc:sldChg chg="addSp delSp modSp mod">
        <pc:chgData name="Taylor Davis" userId="5c9e72a0-c39f-4aa1-9d7d-64125e78cbe6" providerId="ADAL" clId="{69EC20BC-A36B-49F6-A5AC-455000DCECBB}" dt="2024-07-22T22:55:30.495" v="209" actId="20577"/>
        <pc:sldMkLst>
          <pc:docMk/>
          <pc:sldMk cId="3598920730" sldId="263"/>
        </pc:sldMkLst>
        <pc:spChg chg="del">
          <ac:chgData name="Taylor Davis" userId="5c9e72a0-c39f-4aa1-9d7d-64125e78cbe6" providerId="ADAL" clId="{69EC20BC-A36B-49F6-A5AC-455000DCECBB}" dt="2024-07-22T22:55:18.889" v="187" actId="478"/>
          <ac:spMkLst>
            <pc:docMk/>
            <pc:sldMk cId="3598920730" sldId="263"/>
            <ac:spMk id="2" creationId="{CBB4A991-6A91-FF6F-33FF-985C159014CE}"/>
          </ac:spMkLst>
        </pc:spChg>
        <pc:spChg chg="add del mod">
          <ac:chgData name="Taylor Davis" userId="5c9e72a0-c39f-4aa1-9d7d-64125e78cbe6" providerId="ADAL" clId="{69EC20BC-A36B-49F6-A5AC-455000DCECBB}" dt="2024-07-22T22:55:20.480" v="188" actId="478"/>
          <ac:spMkLst>
            <pc:docMk/>
            <pc:sldMk cId="3598920730" sldId="263"/>
            <ac:spMk id="9" creationId="{435B719F-6638-ACB8-A736-6F1A664C3322}"/>
          </ac:spMkLst>
        </pc:spChg>
        <pc:spChg chg="add mod">
          <ac:chgData name="Taylor Davis" userId="5c9e72a0-c39f-4aa1-9d7d-64125e78cbe6" providerId="ADAL" clId="{69EC20BC-A36B-49F6-A5AC-455000DCECBB}" dt="2024-07-22T22:55:30.495" v="209" actId="20577"/>
          <ac:spMkLst>
            <pc:docMk/>
            <pc:sldMk cId="3598920730" sldId="263"/>
            <ac:spMk id="10" creationId="{58B5BAC4-765B-3901-8C3A-00577DDBB959}"/>
          </ac:spMkLst>
        </pc:spChg>
      </pc:sldChg>
      <pc:sldChg chg="addSp delSp modSp mod">
        <pc:chgData name="Taylor Davis" userId="5c9e72a0-c39f-4aa1-9d7d-64125e78cbe6" providerId="ADAL" clId="{69EC20BC-A36B-49F6-A5AC-455000DCECBB}" dt="2024-07-22T22:55:47.251" v="234" actId="20577"/>
        <pc:sldMkLst>
          <pc:docMk/>
          <pc:sldMk cId="2256184360" sldId="265"/>
        </pc:sldMkLst>
        <pc:spChg chg="del">
          <ac:chgData name="Taylor Davis" userId="5c9e72a0-c39f-4aa1-9d7d-64125e78cbe6" providerId="ADAL" clId="{69EC20BC-A36B-49F6-A5AC-455000DCECBB}" dt="2024-07-22T22:55:34.676" v="210" actId="478"/>
          <ac:spMkLst>
            <pc:docMk/>
            <pc:sldMk cId="2256184360" sldId="265"/>
            <ac:spMk id="2" creationId="{7B577EF7-48E1-59B9-7425-C8FFAD79147B}"/>
          </ac:spMkLst>
        </pc:spChg>
        <pc:spChg chg="add del mod">
          <ac:chgData name="Taylor Davis" userId="5c9e72a0-c39f-4aa1-9d7d-64125e78cbe6" providerId="ADAL" clId="{69EC20BC-A36B-49F6-A5AC-455000DCECBB}" dt="2024-07-22T22:55:36.271" v="211" actId="478"/>
          <ac:spMkLst>
            <pc:docMk/>
            <pc:sldMk cId="2256184360" sldId="265"/>
            <ac:spMk id="7" creationId="{563C53AB-5D58-3767-5216-29711B64136C}"/>
          </ac:spMkLst>
        </pc:spChg>
        <pc:spChg chg="add mod">
          <ac:chgData name="Taylor Davis" userId="5c9e72a0-c39f-4aa1-9d7d-64125e78cbe6" providerId="ADAL" clId="{69EC20BC-A36B-49F6-A5AC-455000DCECBB}" dt="2024-07-22T22:55:47.251" v="234" actId="20577"/>
          <ac:spMkLst>
            <pc:docMk/>
            <pc:sldMk cId="2256184360" sldId="265"/>
            <ac:spMk id="8" creationId="{DFF233D9-7F19-9283-14DF-A46881A805AF}"/>
          </ac:spMkLst>
        </pc:spChg>
      </pc:sldChg>
      <pc:sldChg chg="addSp delSp modSp mod">
        <pc:chgData name="Taylor Davis" userId="5c9e72a0-c39f-4aa1-9d7d-64125e78cbe6" providerId="ADAL" clId="{69EC20BC-A36B-49F6-A5AC-455000DCECBB}" dt="2024-07-22T22:54:29.954" v="146" actId="207"/>
        <pc:sldMkLst>
          <pc:docMk/>
          <pc:sldMk cId="2494354821" sldId="267"/>
        </pc:sldMkLst>
        <pc:spChg chg="add del">
          <ac:chgData name="Taylor Davis" userId="5c9e72a0-c39f-4aa1-9d7d-64125e78cbe6" providerId="ADAL" clId="{69EC20BC-A36B-49F6-A5AC-455000DCECBB}" dt="2024-07-22T22:53:10.806" v="94" actId="478"/>
          <ac:spMkLst>
            <pc:docMk/>
            <pc:sldMk cId="2494354821" sldId="267"/>
            <ac:spMk id="2" creationId="{1074F099-195A-A047-B40B-2C937AB25DBD}"/>
          </ac:spMkLst>
        </pc:spChg>
        <pc:spChg chg="add del mod">
          <ac:chgData name="Taylor Davis" userId="5c9e72a0-c39f-4aa1-9d7d-64125e78cbe6" providerId="ADAL" clId="{69EC20BC-A36B-49F6-A5AC-455000DCECBB}" dt="2024-07-22T22:53:10.953" v="95" actId="478"/>
          <ac:spMkLst>
            <pc:docMk/>
            <pc:sldMk cId="2494354821" sldId="267"/>
            <ac:spMk id="6" creationId="{D0CD6CE5-D4DB-F48F-3C12-16B78EED9096}"/>
          </ac:spMkLst>
        </pc:spChg>
        <pc:spChg chg="add mod">
          <ac:chgData name="Taylor Davis" userId="5c9e72a0-c39f-4aa1-9d7d-64125e78cbe6" providerId="ADAL" clId="{69EC20BC-A36B-49F6-A5AC-455000DCECBB}" dt="2024-07-22T22:54:29.954" v="146" actId="207"/>
          <ac:spMkLst>
            <pc:docMk/>
            <pc:sldMk cId="2494354821" sldId="267"/>
            <ac:spMk id="10" creationId="{9164B861-2919-13B0-DF11-6C92DA49C7C5}"/>
          </ac:spMkLst>
        </pc:spChg>
      </pc:sldChg>
      <pc:sldChg chg="modSp mod">
        <pc:chgData name="Taylor Davis" userId="5c9e72a0-c39f-4aa1-9d7d-64125e78cbe6" providerId="ADAL" clId="{69EC20BC-A36B-49F6-A5AC-455000DCECBB}" dt="2024-07-22T22:57:35.215" v="237" actId="20577"/>
        <pc:sldMkLst>
          <pc:docMk/>
          <pc:sldMk cId="2984433661" sldId="446"/>
        </pc:sldMkLst>
        <pc:spChg chg="mod">
          <ac:chgData name="Taylor Davis" userId="5c9e72a0-c39f-4aa1-9d7d-64125e78cbe6" providerId="ADAL" clId="{69EC20BC-A36B-49F6-A5AC-455000DCECBB}" dt="2024-07-22T22:57:35.215" v="237" actId="20577"/>
          <ac:spMkLst>
            <pc:docMk/>
            <pc:sldMk cId="2984433661" sldId="446"/>
            <ac:spMk id="5" creationId="{E37C4D6D-E015-C93E-59BD-2C619644D714}"/>
          </ac:spMkLst>
        </pc:spChg>
      </pc:sldChg>
      <pc:sldChg chg="del">
        <pc:chgData name="Taylor Davis" userId="5c9e72a0-c39f-4aa1-9d7d-64125e78cbe6" providerId="ADAL" clId="{69EC20BC-A36B-49F6-A5AC-455000DCECBB}" dt="2024-07-22T22:57:00.378" v="235" actId="47"/>
        <pc:sldMkLst>
          <pc:docMk/>
          <pc:sldMk cId="1944836368" sldId="450"/>
        </pc:sldMkLst>
      </pc:sldChg>
      <pc:sldChg chg="ord">
        <pc:chgData name="Taylor Davis" userId="5c9e72a0-c39f-4aa1-9d7d-64125e78cbe6" providerId="ADAL" clId="{69EC20BC-A36B-49F6-A5AC-455000DCECBB}" dt="2024-07-22T23:02:06.110" v="268"/>
        <pc:sldMkLst>
          <pc:docMk/>
          <pc:sldMk cId="1919135106" sldId="454"/>
        </pc:sldMkLst>
      </pc:sldChg>
      <pc:sldChg chg="addSp delSp modSp mod">
        <pc:chgData name="Taylor Davis" userId="5c9e72a0-c39f-4aa1-9d7d-64125e78cbe6" providerId="ADAL" clId="{69EC20BC-A36B-49F6-A5AC-455000DCECBB}" dt="2024-07-22T22:51:14.282" v="41" actId="1076"/>
        <pc:sldMkLst>
          <pc:docMk/>
          <pc:sldMk cId="1714126014" sldId="466"/>
        </pc:sldMkLst>
        <pc:spChg chg="del">
          <ac:chgData name="Taylor Davis" userId="5c9e72a0-c39f-4aa1-9d7d-64125e78cbe6" providerId="ADAL" clId="{69EC20BC-A36B-49F6-A5AC-455000DCECBB}" dt="2024-07-22T22:50:49.182" v="1" actId="478"/>
          <ac:spMkLst>
            <pc:docMk/>
            <pc:sldMk cId="1714126014" sldId="466"/>
            <ac:spMk id="2" creationId="{A342FB80-C911-47BE-AB6A-45B5849C73D3}"/>
          </ac:spMkLst>
        </pc:spChg>
        <pc:spChg chg="add del mod">
          <ac:chgData name="Taylor Davis" userId="5c9e72a0-c39f-4aa1-9d7d-64125e78cbe6" providerId="ADAL" clId="{69EC20BC-A36B-49F6-A5AC-455000DCECBB}" dt="2024-07-22T22:50:51.263" v="2"/>
          <ac:spMkLst>
            <pc:docMk/>
            <pc:sldMk cId="1714126014" sldId="466"/>
            <ac:spMk id="8" creationId="{27AD47A7-FBA1-E663-62CE-A6A1E7B60CB0}"/>
          </ac:spMkLst>
        </pc:spChg>
        <pc:spChg chg="add mod">
          <ac:chgData name="Taylor Davis" userId="5c9e72a0-c39f-4aa1-9d7d-64125e78cbe6" providerId="ADAL" clId="{69EC20BC-A36B-49F6-A5AC-455000DCECBB}" dt="2024-07-22T22:51:14.282" v="41" actId="1076"/>
          <ac:spMkLst>
            <pc:docMk/>
            <pc:sldMk cId="1714126014" sldId="466"/>
            <ac:spMk id="9" creationId="{E9C15F56-47BD-D180-EBFB-0843E8BBCCEE}"/>
          </ac:spMkLst>
        </pc:spChg>
      </pc:sldChg>
      <pc:sldChg chg="addSp delSp modSp mod">
        <pc:chgData name="Taylor Davis" userId="5c9e72a0-c39f-4aa1-9d7d-64125e78cbe6" providerId="ADAL" clId="{69EC20BC-A36B-49F6-A5AC-455000DCECBB}" dt="2024-07-22T23:58:27.503" v="302" actId="6549"/>
        <pc:sldMkLst>
          <pc:docMk/>
          <pc:sldMk cId="2203540903" sldId="499"/>
        </pc:sldMkLst>
        <pc:graphicFrameChg chg="del">
          <ac:chgData name="Taylor Davis" userId="5c9e72a0-c39f-4aa1-9d7d-64125e78cbe6" providerId="ADAL" clId="{69EC20BC-A36B-49F6-A5AC-455000DCECBB}" dt="2024-07-22T23:57:59.415" v="298" actId="478"/>
          <ac:graphicFrameMkLst>
            <pc:docMk/>
            <pc:sldMk cId="2203540903" sldId="499"/>
            <ac:graphicFrameMk id="2" creationId="{078061F7-7E32-674A-73E9-5C3CACEDD9A1}"/>
          </ac:graphicFrameMkLst>
        </pc:graphicFrameChg>
        <pc:graphicFrameChg chg="add mod modGraphic">
          <ac:chgData name="Taylor Davis" userId="5c9e72a0-c39f-4aa1-9d7d-64125e78cbe6" providerId="ADAL" clId="{69EC20BC-A36B-49F6-A5AC-455000DCECBB}" dt="2024-07-22T23:58:27.503" v="302" actId="6549"/>
          <ac:graphicFrameMkLst>
            <pc:docMk/>
            <pc:sldMk cId="2203540903" sldId="499"/>
            <ac:graphicFrameMk id="6" creationId="{F7A81C79-4BB4-41D9-ACA4-AFBAF7A7BC0D}"/>
          </ac:graphicFrameMkLst>
        </pc:graphicFrameChg>
      </pc:sldChg>
      <pc:sldChg chg="addSp modSp mod">
        <pc:chgData name="Taylor Davis" userId="5c9e72a0-c39f-4aa1-9d7d-64125e78cbe6" providerId="ADAL" clId="{69EC20BC-A36B-49F6-A5AC-455000DCECBB}" dt="2024-07-22T22:52:32.159" v="88" actId="20577"/>
        <pc:sldMkLst>
          <pc:docMk/>
          <pc:sldMk cId="3680080401" sldId="517"/>
        </pc:sldMkLst>
        <pc:spChg chg="mod">
          <ac:chgData name="Taylor Davis" userId="5c9e72a0-c39f-4aa1-9d7d-64125e78cbe6" providerId="ADAL" clId="{69EC20BC-A36B-49F6-A5AC-455000DCECBB}" dt="2024-07-22T22:52:06.301" v="46" actId="1076"/>
          <ac:spMkLst>
            <pc:docMk/>
            <pc:sldMk cId="3680080401" sldId="517"/>
            <ac:spMk id="6" creationId="{C9963971-9E27-D1D8-44A6-33EAA3782592}"/>
          </ac:spMkLst>
        </pc:spChg>
        <pc:spChg chg="mod">
          <ac:chgData name="Taylor Davis" userId="5c9e72a0-c39f-4aa1-9d7d-64125e78cbe6" providerId="ADAL" clId="{69EC20BC-A36B-49F6-A5AC-455000DCECBB}" dt="2024-07-22T22:52:06.301" v="46" actId="1076"/>
          <ac:spMkLst>
            <pc:docMk/>
            <pc:sldMk cId="3680080401" sldId="517"/>
            <ac:spMk id="9" creationId="{CCED4F75-71FE-39B7-D7A7-16E95303FB5C}"/>
          </ac:spMkLst>
        </pc:spChg>
        <pc:spChg chg="mod">
          <ac:chgData name="Taylor Davis" userId="5c9e72a0-c39f-4aa1-9d7d-64125e78cbe6" providerId="ADAL" clId="{69EC20BC-A36B-49F6-A5AC-455000DCECBB}" dt="2024-07-22T22:52:06.301" v="46" actId="1076"/>
          <ac:spMkLst>
            <pc:docMk/>
            <pc:sldMk cId="3680080401" sldId="517"/>
            <ac:spMk id="10" creationId="{340F1AD2-D85A-D177-8D19-AC9B027C53E2}"/>
          </ac:spMkLst>
        </pc:spChg>
        <pc:spChg chg="add mod">
          <ac:chgData name="Taylor Davis" userId="5c9e72a0-c39f-4aa1-9d7d-64125e78cbe6" providerId="ADAL" clId="{69EC20BC-A36B-49F6-A5AC-455000DCECBB}" dt="2024-07-22T22:52:32.159" v="88" actId="20577"/>
          <ac:spMkLst>
            <pc:docMk/>
            <pc:sldMk cId="3680080401" sldId="517"/>
            <ac:spMk id="16" creationId="{012C7A76-8C4C-0C17-C582-24A807F19DA5}"/>
          </ac:spMkLst>
        </pc:spChg>
        <pc:graphicFrameChg chg="mod modGraphic">
          <ac:chgData name="Taylor Davis" userId="5c9e72a0-c39f-4aa1-9d7d-64125e78cbe6" providerId="ADAL" clId="{69EC20BC-A36B-49F6-A5AC-455000DCECBB}" dt="2024-07-22T22:51:54.100" v="45" actId="1076"/>
          <ac:graphicFrameMkLst>
            <pc:docMk/>
            <pc:sldMk cId="3680080401" sldId="517"/>
            <ac:graphicFrameMk id="13" creationId="{C5BE1B27-9F04-9265-C933-6FD598A73DFA}"/>
          </ac:graphicFrameMkLst>
        </pc:graphicFrameChg>
        <pc:picChg chg="mod">
          <ac:chgData name="Taylor Davis" userId="5c9e72a0-c39f-4aa1-9d7d-64125e78cbe6" providerId="ADAL" clId="{69EC20BC-A36B-49F6-A5AC-455000DCECBB}" dt="2024-07-22T22:51:46.412" v="42" actId="1076"/>
          <ac:picMkLst>
            <pc:docMk/>
            <pc:sldMk cId="3680080401" sldId="517"/>
            <ac:picMk id="12" creationId="{68AEB764-7282-2935-C706-89FC9DB8EB8C}"/>
          </ac:picMkLst>
        </pc:picChg>
      </pc:sldChg>
      <pc:sldChg chg="modSp mod">
        <pc:chgData name="Taylor Davis" userId="5c9e72a0-c39f-4aa1-9d7d-64125e78cbe6" providerId="ADAL" clId="{69EC20BC-A36B-49F6-A5AC-455000DCECBB}" dt="2024-07-22T23:04:28.811" v="286" actId="20577"/>
        <pc:sldMkLst>
          <pc:docMk/>
          <pc:sldMk cId="3348736581" sldId="518"/>
        </pc:sldMkLst>
        <pc:spChg chg="mod">
          <ac:chgData name="Taylor Davis" userId="5c9e72a0-c39f-4aa1-9d7d-64125e78cbe6" providerId="ADAL" clId="{69EC20BC-A36B-49F6-A5AC-455000DCECBB}" dt="2024-07-22T22:50:25.454" v="0" actId="20577"/>
          <ac:spMkLst>
            <pc:docMk/>
            <pc:sldMk cId="3348736581" sldId="518"/>
            <ac:spMk id="7" creationId="{820D1BA4-6D19-00FD-17FF-A0AD0AAAF7EE}"/>
          </ac:spMkLst>
        </pc:spChg>
        <pc:spChg chg="mod">
          <ac:chgData name="Taylor Davis" userId="5c9e72a0-c39f-4aa1-9d7d-64125e78cbe6" providerId="ADAL" clId="{69EC20BC-A36B-49F6-A5AC-455000DCECBB}" dt="2024-07-22T23:04:25.396" v="284" actId="20577"/>
          <ac:spMkLst>
            <pc:docMk/>
            <pc:sldMk cId="3348736581" sldId="518"/>
            <ac:spMk id="13" creationId="{061C4F0D-14E1-8EB9-6313-04B404BF313E}"/>
          </ac:spMkLst>
        </pc:spChg>
        <pc:spChg chg="mod">
          <ac:chgData name="Taylor Davis" userId="5c9e72a0-c39f-4aa1-9d7d-64125e78cbe6" providerId="ADAL" clId="{69EC20BC-A36B-49F6-A5AC-455000DCECBB}" dt="2024-07-22T23:04:28.811" v="286" actId="20577"/>
          <ac:spMkLst>
            <pc:docMk/>
            <pc:sldMk cId="3348736581" sldId="518"/>
            <ac:spMk id="17" creationId="{32EE0BDF-0BD6-C413-7373-07B39FBF0CAC}"/>
          </ac:spMkLst>
        </pc:spChg>
      </pc:sldChg>
      <pc:sldChg chg="addSp delSp modSp del mod">
        <pc:chgData name="Taylor Davis" userId="5c9e72a0-c39f-4aa1-9d7d-64125e78cbe6" providerId="ADAL" clId="{69EC20BC-A36B-49F6-A5AC-455000DCECBB}" dt="2024-07-23T00:07:02.423" v="415" actId="2696"/>
        <pc:sldMkLst>
          <pc:docMk/>
          <pc:sldMk cId="2847395540" sldId="519"/>
        </pc:sldMkLst>
        <pc:spChg chg="mod">
          <ac:chgData name="Taylor Davis" userId="5c9e72a0-c39f-4aa1-9d7d-64125e78cbe6" providerId="ADAL" clId="{69EC20BC-A36B-49F6-A5AC-455000DCECBB}" dt="2024-07-22T22:59:57.679" v="257" actId="14100"/>
          <ac:spMkLst>
            <pc:docMk/>
            <pc:sldMk cId="2847395540" sldId="519"/>
            <ac:spMk id="4" creationId="{85EBC102-0292-B21D-323C-61E512F17964}"/>
          </ac:spMkLst>
        </pc:spChg>
        <pc:spChg chg="mod">
          <ac:chgData name="Taylor Davis" userId="5c9e72a0-c39f-4aa1-9d7d-64125e78cbe6" providerId="ADAL" clId="{69EC20BC-A36B-49F6-A5AC-455000DCECBB}" dt="2024-07-22T22:59:57.679" v="257" actId="14100"/>
          <ac:spMkLst>
            <pc:docMk/>
            <pc:sldMk cId="2847395540" sldId="519"/>
            <ac:spMk id="5" creationId="{7847DC0F-0600-2929-C50B-65887D04AC6C}"/>
          </ac:spMkLst>
        </pc:spChg>
        <pc:spChg chg="mod">
          <ac:chgData name="Taylor Davis" userId="5c9e72a0-c39f-4aa1-9d7d-64125e78cbe6" providerId="ADAL" clId="{69EC20BC-A36B-49F6-A5AC-455000DCECBB}" dt="2024-07-22T22:59:57.679" v="257" actId="14100"/>
          <ac:spMkLst>
            <pc:docMk/>
            <pc:sldMk cId="2847395540" sldId="519"/>
            <ac:spMk id="6" creationId="{3F864769-7530-1C3E-AA58-26FAB6C19A22}"/>
          </ac:spMkLst>
        </pc:spChg>
        <pc:spChg chg="mod">
          <ac:chgData name="Taylor Davis" userId="5c9e72a0-c39f-4aa1-9d7d-64125e78cbe6" providerId="ADAL" clId="{69EC20BC-A36B-49F6-A5AC-455000DCECBB}" dt="2024-07-22T23:00:05.533" v="259" actId="1076"/>
          <ac:spMkLst>
            <pc:docMk/>
            <pc:sldMk cId="2847395540" sldId="519"/>
            <ac:spMk id="7" creationId="{704ED7B9-92F8-AFD1-B5A1-41759F44ED98}"/>
          </ac:spMkLst>
        </pc:spChg>
        <pc:spChg chg="mod">
          <ac:chgData name="Taylor Davis" userId="5c9e72a0-c39f-4aa1-9d7d-64125e78cbe6" providerId="ADAL" clId="{69EC20BC-A36B-49F6-A5AC-455000DCECBB}" dt="2024-07-22T22:59:57.679" v="257" actId="14100"/>
          <ac:spMkLst>
            <pc:docMk/>
            <pc:sldMk cId="2847395540" sldId="519"/>
            <ac:spMk id="9" creationId="{106C6F00-FF77-9938-4004-A9A20659EF51}"/>
          </ac:spMkLst>
        </pc:spChg>
        <pc:spChg chg="mod">
          <ac:chgData name="Taylor Davis" userId="5c9e72a0-c39f-4aa1-9d7d-64125e78cbe6" providerId="ADAL" clId="{69EC20BC-A36B-49F6-A5AC-455000DCECBB}" dt="2024-07-22T23:00:11.934" v="261" actId="1076"/>
          <ac:spMkLst>
            <pc:docMk/>
            <pc:sldMk cId="2847395540" sldId="519"/>
            <ac:spMk id="15" creationId="{CC492FF3-DF1B-F12B-D5ED-5B279CB47C24}"/>
          </ac:spMkLst>
        </pc:spChg>
        <pc:spChg chg="mod">
          <ac:chgData name="Taylor Davis" userId="5c9e72a0-c39f-4aa1-9d7d-64125e78cbe6" providerId="ADAL" clId="{69EC20BC-A36B-49F6-A5AC-455000DCECBB}" dt="2024-07-23T00:02:20.011" v="357" actId="20577"/>
          <ac:spMkLst>
            <pc:docMk/>
            <pc:sldMk cId="2847395540" sldId="519"/>
            <ac:spMk id="16" creationId="{5CD262C4-7EB6-BACC-2D76-818773A77342}"/>
          </ac:spMkLst>
        </pc:spChg>
        <pc:picChg chg="add mod">
          <ac:chgData name="Taylor Davis" userId="5c9e72a0-c39f-4aa1-9d7d-64125e78cbe6" providerId="ADAL" clId="{69EC20BC-A36B-49F6-A5AC-455000DCECBB}" dt="2024-07-22T23:59:50.078" v="308" actId="1076"/>
          <ac:picMkLst>
            <pc:docMk/>
            <pc:sldMk cId="2847395540" sldId="519"/>
            <ac:picMk id="3" creationId="{268F1165-3DA3-CD69-49B7-333E376B8FFD}"/>
          </ac:picMkLst>
        </pc:picChg>
        <pc:picChg chg="del mod">
          <ac:chgData name="Taylor Davis" userId="5c9e72a0-c39f-4aa1-9d7d-64125e78cbe6" providerId="ADAL" clId="{69EC20BC-A36B-49F6-A5AC-455000DCECBB}" dt="2024-07-22T23:59:43.923" v="303" actId="478"/>
          <ac:picMkLst>
            <pc:docMk/>
            <pc:sldMk cId="2847395540" sldId="519"/>
            <ac:picMk id="10" creationId="{A0FB99D7-ACFC-2A9C-A898-256404198AD1}"/>
          </ac:picMkLst>
        </pc:picChg>
      </pc:sldChg>
      <pc:sldChg chg="modSp add mod">
        <pc:chgData name="Taylor Davis" userId="5c9e72a0-c39f-4aa1-9d7d-64125e78cbe6" providerId="ADAL" clId="{69EC20BC-A36B-49F6-A5AC-455000DCECBB}" dt="2024-07-23T00:07:58.428" v="466" actId="20577"/>
        <pc:sldMkLst>
          <pc:docMk/>
          <pc:sldMk cId="3531208169" sldId="519"/>
        </pc:sldMkLst>
        <pc:spChg chg="mod">
          <ac:chgData name="Taylor Davis" userId="5c9e72a0-c39f-4aa1-9d7d-64125e78cbe6" providerId="ADAL" clId="{69EC20BC-A36B-49F6-A5AC-455000DCECBB}" dt="2024-07-23T00:07:58.428" v="466" actId="20577"/>
          <ac:spMkLst>
            <pc:docMk/>
            <pc:sldMk cId="3531208169" sldId="519"/>
            <ac:spMk id="7" creationId="{704ED7B9-92F8-AFD1-B5A1-41759F44ED98}"/>
          </ac:spMkLst>
        </pc:spChg>
      </pc:sldChg>
      <pc:sldChg chg="modSp mod">
        <pc:chgData name="Taylor Davis" userId="5c9e72a0-c39f-4aa1-9d7d-64125e78cbe6" providerId="ADAL" clId="{69EC20BC-A36B-49F6-A5AC-455000DCECBB}" dt="2024-07-22T22:58:23.373" v="238" actId="113"/>
        <pc:sldMkLst>
          <pc:docMk/>
          <pc:sldMk cId="1147401429" sldId="524"/>
        </pc:sldMkLst>
        <pc:spChg chg="mod">
          <ac:chgData name="Taylor Davis" userId="5c9e72a0-c39f-4aa1-9d7d-64125e78cbe6" providerId="ADAL" clId="{69EC20BC-A36B-49F6-A5AC-455000DCECBB}" dt="2024-07-22T22:58:23.373" v="238" actId="113"/>
          <ac:spMkLst>
            <pc:docMk/>
            <pc:sldMk cId="1147401429" sldId="524"/>
            <ac:spMk id="2" creationId="{748BE3BD-F9EE-3EE4-860C-3826F1F8465B}"/>
          </ac:spMkLst>
        </pc:spChg>
      </pc:sldChg>
      <pc:sldChg chg="modSp mod">
        <pc:chgData name="Taylor Davis" userId="5c9e72a0-c39f-4aa1-9d7d-64125e78cbe6" providerId="ADAL" clId="{69EC20BC-A36B-49F6-A5AC-455000DCECBB}" dt="2024-07-22T22:58:27.710" v="239" actId="113"/>
        <pc:sldMkLst>
          <pc:docMk/>
          <pc:sldMk cId="36791873" sldId="525"/>
        </pc:sldMkLst>
        <pc:spChg chg="mod">
          <ac:chgData name="Taylor Davis" userId="5c9e72a0-c39f-4aa1-9d7d-64125e78cbe6" providerId="ADAL" clId="{69EC20BC-A36B-49F6-A5AC-455000DCECBB}" dt="2024-07-22T22:58:27.710" v="239" actId="113"/>
          <ac:spMkLst>
            <pc:docMk/>
            <pc:sldMk cId="36791873" sldId="525"/>
            <ac:spMk id="2" creationId="{7C513EFE-107F-C70D-DA9D-3AACDFE5F414}"/>
          </ac:spMkLst>
        </pc:spChg>
      </pc:sldChg>
      <pc:sldChg chg="modSp mod">
        <pc:chgData name="Taylor Davis" userId="5c9e72a0-c39f-4aa1-9d7d-64125e78cbe6" providerId="ADAL" clId="{69EC20BC-A36B-49F6-A5AC-455000DCECBB}" dt="2024-07-28T00:02:50.874" v="610" actId="20577"/>
        <pc:sldMkLst>
          <pc:docMk/>
          <pc:sldMk cId="3034923006" sldId="527"/>
        </pc:sldMkLst>
        <pc:spChg chg="mod">
          <ac:chgData name="Taylor Davis" userId="5c9e72a0-c39f-4aa1-9d7d-64125e78cbe6" providerId="ADAL" clId="{69EC20BC-A36B-49F6-A5AC-455000DCECBB}" dt="2024-07-22T22:58:36.063" v="241" actId="2711"/>
          <ac:spMkLst>
            <pc:docMk/>
            <pc:sldMk cId="3034923006" sldId="527"/>
            <ac:spMk id="2" creationId="{BDC7C8AA-0E66-B861-59D6-F381D95EE319}"/>
          </ac:spMkLst>
        </pc:spChg>
        <pc:graphicFrameChg chg="modGraphic">
          <ac:chgData name="Taylor Davis" userId="5c9e72a0-c39f-4aa1-9d7d-64125e78cbe6" providerId="ADAL" clId="{69EC20BC-A36B-49F6-A5AC-455000DCECBB}" dt="2024-07-28T00:02:50.874" v="610" actId="20577"/>
          <ac:graphicFrameMkLst>
            <pc:docMk/>
            <pc:sldMk cId="3034923006" sldId="527"/>
            <ac:graphicFrameMk id="7" creationId="{4E8EAD19-4774-4C90-71AE-EC2459799810}"/>
          </ac:graphicFrameMkLst>
        </pc:graphicFrameChg>
      </pc:sldChg>
      <pc:sldChg chg="modSp mod">
        <pc:chgData name="Taylor Davis" userId="5c9e72a0-c39f-4aa1-9d7d-64125e78cbe6" providerId="ADAL" clId="{69EC20BC-A36B-49F6-A5AC-455000DCECBB}" dt="2024-07-23T00:06:33.347" v="414" actId="20577"/>
        <pc:sldMkLst>
          <pc:docMk/>
          <pc:sldMk cId="1419816550" sldId="536"/>
        </pc:sldMkLst>
        <pc:spChg chg="mod">
          <ac:chgData name="Taylor Davis" userId="5c9e72a0-c39f-4aa1-9d7d-64125e78cbe6" providerId="ADAL" clId="{69EC20BC-A36B-49F6-A5AC-455000DCECBB}" dt="2024-07-22T22:59:26.262" v="254" actId="2711"/>
          <ac:spMkLst>
            <pc:docMk/>
            <pc:sldMk cId="1419816550" sldId="536"/>
            <ac:spMk id="2" creationId="{60820A86-1B9D-21A4-BBB6-DDFB73605882}"/>
          </ac:spMkLst>
        </pc:spChg>
        <pc:spChg chg="mod">
          <ac:chgData name="Taylor Davis" userId="5c9e72a0-c39f-4aa1-9d7d-64125e78cbe6" providerId="ADAL" clId="{69EC20BC-A36B-49F6-A5AC-455000DCECBB}" dt="2024-07-23T00:02:38.636" v="362" actId="20577"/>
          <ac:spMkLst>
            <pc:docMk/>
            <pc:sldMk cId="1419816550" sldId="536"/>
            <ac:spMk id="3" creationId="{6CDBA057-BBD2-8F54-E977-26B782E37F88}"/>
          </ac:spMkLst>
        </pc:spChg>
        <pc:spChg chg="mod">
          <ac:chgData name="Taylor Davis" userId="5c9e72a0-c39f-4aa1-9d7d-64125e78cbe6" providerId="ADAL" clId="{69EC20BC-A36B-49F6-A5AC-455000DCECBB}" dt="2024-07-22T22:59:26.262" v="254" actId="2711"/>
          <ac:spMkLst>
            <pc:docMk/>
            <pc:sldMk cId="1419816550" sldId="536"/>
            <ac:spMk id="4" creationId="{3E4D1330-6559-4480-ECC7-66909D09D0BD}"/>
          </ac:spMkLst>
        </pc:spChg>
        <pc:spChg chg="mod">
          <ac:chgData name="Taylor Davis" userId="5c9e72a0-c39f-4aa1-9d7d-64125e78cbe6" providerId="ADAL" clId="{69EC20BC-A36B-49F6-A5AC-455000DCECBB}" dt="2024-07-22T22:59:26.262" v="254" actId="2711"/>
          <ac:spMkLst>
            <pc:docMk/>
            <pc:sldMk cId="1419816550" sldId="536"/>
            <ac:spMk id="5" creationId="{FAD03FEC-C905-CEF4-1EA9-88A1334154D0}"/>
          </ac:spMkLst>
        </pc:spChg>
        <pc:spChg chg="mod">
          <ac:chgData name="Taylor Davis" userId="5c9e72a0-c39f-4aa1-9d7d-64125e78cbe6" providerId="ADAL" clId="{69EC20BC-A36B-49F6-A5AC-455000DCECBB}" dt="2024-07-22T22:59:26.262" v="254" actId="2711"/>
          <ac:spMkLst>
            <pc:docMk/>
            <pc:sldMk cId="1419816550" sldId="536"/>
            <ac:spMk id="7" creationId="{C690F22E-C9CA-61DC-5584-149573110610}"/>
          </ac:spMkLst>
        </pc:spChg>
        <pc:spChg chg="mod">
          <ac:chgData name="Taylor Davis" userId="5c9e72a0-c39f-4aa1-9d7d-64125e78cbe6" providerId="ADAL" clId="{69EC20BC-A36B-49F6-A5AC-455000DCECBB}" dt="2024-07-23T00:02:49.354" v="363" actId="20577"/>
          <ac:spMkLst>
            <pc:docMk/>
            <pc:sldMk cId="1419816550" sldId="536"/>
            <ac:spMk id="8" creationId="{A897897D-C568-B204-6568-514AD4B71A5C}"/>
          </ac:spMkLst>
        </pc:spChg>
        <pc:graphicFrameChg chg="mod modGraphic">
          <ac:chgData name="Taylor Davis" userId="5c9e72a0-c39f-4aa1-9d7d-64125e78cbe6" providerId="ADAL" clId="{69EC20BC-A36B-49F6-A5AC-455000DCECBB}" dt="2024-07-23T00:04:27.725" v="370"/>
          <ac:graphicFrameMkLst>
            <pc:docMk/>
            <pc:sldMk cId="1419816550" sldId="536"/>
            <ac:graphicFrameMk id="6" creationId="{176BAF2A-5136-E457-9AAC-D0878752F10C}"/>
          </ac:graphicFrameMkLst>
        </pc:graphicFrameChg>
        <pc:graphicFrameChg chg="modGraphic">
          <ac:chgData name="Taylor Davis" userId="5c9e72a0-c39f-4aa1-9d7d-64125e78cbe6" providerId="ADAL" clId="{69EC20BC-A36B-49F6-A5AC-455000DCECBB}" dt="2024-07-23T00:06:33.347" v="414" actId="20577"/>
          <ac:graphicFrameMkLst>
            <pc:docMk/>
            <pc:sldMk cId="1419816550" sldId="536"/>
            <ac:graphicFrameMk id="15" creationId="{FF3ACACB-7F38-7EAA-4BDF-1A816CA00AAE}"/>
          </ac:graphicFrameMkLst>
        </pc:graphicFrameChg>
        <pc:graphicFrameChg chg="mod">
          <ac:chgData name="Taylor Davis" userId="5c9e72a0-c39f-4aa1-9d7d-64125e78cbe6" providerId="ADAL" clId="{69EC20BC-A36B-49F6-A5AC-455000DCECBB}" dt="2024-07-23T00:04:58.004" v="375"/>
          <ac:graphicFrameMkLst>
            <pc:docMk/>
            <pc:sldMk cId="1419816550" sldId="536"/>
            <ac:graphicFrameMk id="16" creationId="{32A51F3A-032C-30E2-F635-DD59B5A29A34}"/>
          </ac:graphicFrameMkLst>
        </pc:graphicFrameChg>
      </pc:sldChg>
      <pc:sldChg chg="del">
        <pc:chgData name="Taylor Davis" userId="5c9e72a0-c39f-4aa1-9d7d-64125e78cbe6" providerId="ADAL" clId="{69EC20BC-A36B-49F6-A5AC-455000DCECBB}" dt="2024-07-23T00:00:07.606" v="309" actId="47"/>
        <pc:sldMkLst>
          <pc:docMk/>
          <pc:sldMk cId="2876319705" sldId="537"/>
        </pc:sldMkLst>
      </pc:sldChg>
      <pc:sldChg chg="modSp mod">
        <pc:chgData name="Taylor Davis" userId="5c9e72a0-c39f-4aa1-9d7d-64125e78cbe6" providerId="ADAL" clId="{69EC20BC-A36B-49F6-A5AC-455000DCECBB}" dt="2024-07-25T04:00:54.986" v="499" actId="20577"/>
        <pc:sldMkLst>
          <pc:docMk/>
          <pc:sldMk cId="94944115" sldId="546"/>
        </pc:sldMkLst>
        <pc:spChg chg="mod">
          <ac:chgData name="Taylor Davis" userId="5c9e72a0-c39f-4aa1-9d7d-64125e78cbe6" providerId="ADAL" clId="{69EC20BC-A36B-49F6-A5AC-455000DCECBB}" dt="2024-07-22T22:58:55.806" v="247" actId="20577"/>
          <ac:spMkLst>
            <pc:docMk/>
            <pc:sldMk cId="94944115" sldId="546"/>
            <ac:spMk id="2" creationId="{7C883DE4-3AC3-AC60-06C5-41C0EE69E332}"/>
          </ac:spMkLst>
        </pc:spChg>
        <pc:graphicFrameChg chg="modGraphic">
          <ac:chgData name="Taylor Davis" userId="5c9e72a0-c39f-4aa1-9d7d-64125e78cbe6" providerId="ADAL" clId="{69EC20BC-A36B-49F6-A5AC-455000DCECBB}" dt="2024-07-25T04:00:54.986" v="499" actId="20577"/>
          <ac:graphicFrameMkLst>
            <pc:docMk/>
            <pc:sldMk cId="94944115" sldId="546"/>
            <ac:graphicFrameMk id="6" creationId="{3C07E302-CC45-B04C-2C2D-C436C7863084}"/>
          </ac:graphicFrameMkLst>
        </pc:graphicFrameChg>
      </pc:sldChg>
      <pc:sldChg chg="modSp mod">
        <pc:chgData name="Taylor Davis" userId="5c9e72a0-c39f-4aa1-9d7d-64125e78cbe6" providerId="ADAL" clId="{69EC20BC-A36B-49F6-A5AC-455000DCECBB}" dt="2024-07-22T22:59:14.795" v="253" actId="404"/>
        <pc:sldMkLst>
          <pc:docMk/>
          <pc:sldMk cId="3616502281" sldId="547"/>
        </pc:sldMkLst>
        <pc:spChg chg="mod">
          <ac:chgData name="Taylor Davis" userId="5c9e72a0-c39f-4aa1-9d7d-64125e78cbe6" providerId="ADAL" clId="{69EC20BC-A36B-49F6-A5AC-455000DCECBB}" dt="2024-07-22T22:59:14.795" v="253" actId="404"/>
          <ac:spMkLst>
            <pc:docMk/>
            <pc:sldMk cId="3616502281" sldId="547"/>
            <ac:spMk id="2" creationId="{4953670C-7BD0-B908-CA73-21D945CCB08B}"/>
          </ac:spMkLst>
        </pc:spChg>
      </pc:sldChg>
      <pc:sldChg chg="addSp delSp modSp mod ord">
        <pc:chgData name="Taylor Davis" userId="5c9e72a0-c39f-4aa1-9d7d-64125e78cbe6" providerId="ADAL" clId="{69EC20BC-A36B-49F6-A5AC-455000DCECBB}" dt="2024-07-23T20:53:10.600" v="472" actId="1076"/>
        <pc:sldMkLst>
          <pc:docMk/>
          <pc:sldMk cId="315794589" sldId="548"/>
        </pc:sldMkLst>
        <pc:spChg chg="mod">
          <ac:chgData name="Taylor Davis" userId="5c9e72a0-c39f-4aa1-9d7d-64125e78cbe6" providerId="ADAL" clId="{69EC20BC-A36B-49F6-A5AC-455000DCECBB}" dt="2024-07-23T00:07:44.622" v="438" actId="122"/>
          <ac:spMkLst>
            <pc:docMk/>
            <pc:sldMk cId="315794589" sldId="548"/>
            <ac:spMk id="8" creationId="{C0B88E4A-751F-FB75-BED6-F09D9D7F21CD}"/>
          </ac:spMkLst>
        </pc:spChg>
        <pc:graphicFrameChg chg="add mod">
          <ac:chgData name="Taylor Davis" userId="5c9e72a0-c39f-4aa1-9d7d-64125e78cbe6" providerId="ADAL" clId="{69EC20BC-A36B-49F6-A5AC-455000DCECBB}" dt="2024-07-23T20:52:58.940" v="468"/>
          <ac:graphicFrameMkLst>
            <pc:docMk/>
            <pc:sldMk cId="315794589" sldId="548"/>
            <ac:graphicFrameMk id="2" creationId="{7F23E013-B058-D96D-A3EC-54CF59696B40}"/>
          </ac:graphicFrameMkLst>
        </pc:graphicFrameChg>
        <pc:picChg chg="add del mod">
          <ac:chgData name="Taylor Davis" userId="5c9e72a0-c39f-4aa1-9d7d-64125e78cbe6" providerId="ADAL" clId="{69EC20BC-A36B-49F6-A5AC-455000DCECBB}" dt="2024-07-22T23:37:11.703" v="290" actId="478"/>
          <ac:picMkLst>
            <pc:docMk/>
            <pc:sldMk cId="315794589" sldId="548"/>
            <ac:picMk id="5" creationId="{357EC31C-2F8F-A0F1-06BD-FC4835D4F5B8}"/>
          </ac:picMkLst>
        </pc:picChg>
        <pc:picChg chg="add mod">
          <ac:chgData name="Taylor Davis" userId="5c9e72a0-c39f-4aa1-9d7d-64125e78cbe6" providerId="ADAL" clId="{69EC20BC-A36B-49F6-A5AC-455000DCECBB}" dt="2024-07-23T20:53:10.600" v="472" actId="1076"/>
          <ac:picMkLst>
            <pc:docMk/>
            <pc:sldMk cId="315794589" sldId="548"/>
            <ac:picMk id="6" creationId="{58C5DFCF-5E73-5931-CFE0-0178434497D7}"/>
          </ac:picMkLst>
        </pc:picChg>
        <pc:picChg chg="add del mod">
          <ac:chgData name="Taylor Davis" userId="5c9e72a0-c39f-4aa1-9d7d-64125e78cbe6" providerId="ADAL" clId="{69EC20BC-A36B-49F6-A5AC-455000DCECBB}" dt="2024-07-22T23:56:48.702" v="293" actId="478"/>
          <ac:picMkLst>
            <pc:docMk/>
            <pc:sldMk cId="315794589" sldId="548"/>
            <ac:picMk id="9" creationId="{F2FA8CC8-B844-759B-3828-E35363AB8088}"/>
          </ac:picMkLst>
        </pc:picChg>
        <pc:picChg chg="del">
          <ac:chgData name="Taylor Davis" userId="5c9e72a0-c39f-4aa1-9d7d-64125e78cbe6" providerId="ADAL" clId="{69EC20BC-A36B-49F6-A5AC-455000DCECBB}" dt="2024-07-22T23:34:51.548" v="287" actId="478"/>
          <ac:picMkLst>
            <pc:docMk/>
            <pc:sldMk cId="315794589" sldId="548"/>
            <ac:picMk id="10" creationId="{00C1DBAF-05BC-6490-CA87-77A89F1F0B5E}"/>
          </ac:picMkLst>
        </pc:picChg>
        <pc:picChg chg="add del mod">
          <ac:chgData name="Taylor Davis" userId="5c9e72a0-c39f-4aa1-9d7d-64125e78cbe6" providerId="ADAL" clId="{69EC20BC-A36B-49F6-A5AC-455000DCECBB}" dt="2024-07-23T20:52:54.217" v="467" actId="478"/>
          <ac:picMkLst>
            <pc:docMk/>
            <pc:sldMk cId="315794589" sldId="548"/>
            <ac:picMk id="12" creationId="{40C900D7-A250-46F4-3B0C-782C223B13DA}"/>
          </ac:picMkLst>
        </pc:picChg>
      </pc:sldChg>
      <pc:sldChg chg="modSp add mod">
        <pc:chgData name="Taylor Davis" userId="5c9e72a0-c39f-4aa1-9d7d-64125e78cbe6" providerId="ADAL" clId="{69EC20BC-A36B-49F6-A5AC-455000DCECBB}" dt="2024-07-23T00:02:07.620" v="352" actId="20577"/>
        <pc:sldMkLst>
          <pc:docMk/>
          <pc:sldMk cId="1179748723" sldId="550"/>
        </pc:sldMkLst>
        <pc:graphicFrameChg chg="modGraphic">
          <ac:chgData name="Taylor Davis" userId="5c9e72a0-c39f-4aa1-9d7d-64125e78cbe6" providerId="ADAL" clId="{69EC20BC-A36B-49F6-A5AC-455000DCECBB}" dt="2024-07-23T00:02:07.620" v="352" actId="20577"/>
          <ac:graphicFrameMkLst>
            <pc:docMk/>
            <pc:sldMk cId="1179748723" sldId="550"/>
            <ac:graphicFrameMk id="2" creationId="{00000000-0000-0000-0000-000000000000}"/>
          </ac:graphicFrameMkLst>
        </pc:graphicFrame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image" Target="../media/image32.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image" Target="../media/image32.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SLUHN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SLUHN’s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SLUHN</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SLUHN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SLUHN</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SLUHN’s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9/16/2024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6288C0-024E-429E-B9F9-88F45D0B6B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1023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9/16/2024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9/16/2024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9/16/2024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9/16/2024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9/16/2024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9/16/2024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9/16/2024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9/16/2024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9/16/2024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9/16/2024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9/16/2024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F80E-CA35-C63B-47F4-CC11DF60B7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9C5256-98EC-A333-1F96-35A29C9400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BD36D9-E54A-02C1-9D01-07CEC057512E}"/>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9/16/2024</a:t>
            </a:fld>
            <a:endParaRPr lang="en-US"/>
          </a:p>
        </p:txBody>
      </p:sp>
      <p:sp>
        <p:nvSpPr>
          <p:cNvPr id="5" name="Footer Placeholder 4">
            <a:extLst>
              <a:ext uri="{FF2B5EF4-FFF2-40B4-BE49-F238E27FC236}">
                <a16:creationId xmlns:a16="http://schemas.microsoft.com/office/drawing/2014/main" id="{57C5BD99-A0E5-C8E6-0293-C8F4E7ADB4F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29629F-1D20-FF76-5EB6-240309CFAA9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576444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2AC4-349D-A897-6171-03399A1D79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75E28-04F2-0BB8-CAA3-EAA16C700BB4}"/>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9/16/2024</a:t>
            </a:fld>
            <a:endParaRPr lang="en-US"/>
          </a:p>
        </p:txBody>
      </p:sp>
      <p:sp>
        <p:nvSpPr>
          <p:cNvPr id="5" name="Footer Placeholder 4">
            <a:extLst>
              <a:ext uri="{FF2B5EF4-FFF2-40B4-BE49-F238E27FC236}">
                <a16:creationId xmlns:a16="http://schemas.microsoft.com/office/drawing/2014/main" id="{EBE8921E-7A76-6CA3-63C8-C8BEF6D7FCF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B3FBE9D-47C9-B56A-3EC3-6120B283D13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437030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Outp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a:xfrm>
            <a:off x="838200" y="723207"/>
            <a:ext cx="10515600" cy="5203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058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522A-5659-8E58-0C7C-8DF74D11B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92466-9973-B746-9C73-FB335C44BB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605841-E333-8EF3-13A4-B887A17F5BB2}"/>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9/16/2024</a:t>
            </a:fld>
            <a:endParaRPr lang="en-US"/>
          </a:p>
        </p:txBody>
      </p:sp>
      <p:sp>
        <p:nvSpPr>
          <p:cNvPr id="5" name="Footer Placeholder 4">
            <a:extLst>
              <a:ext uri="{FF2B5EF4-FFF2-40B4-BE49-F238E27FC236}">
                <a16:creationId xmlns:a16="http://schemas.microsoft.com/office/drawing/2014/main" id="{C0D55581-7211-C530-1B0A-5B6FABC5D4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3750AD-5B48-0726-4977-83576D9A2851}"/>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27393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F885-B892-AF4E-14F6-5BF965E9D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7E1770-FA2D-DFFD-19D7-51C803C2A3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21ABB0-2FF2-50E1-1D39-1209FC2FE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9C5AA1-7869-F7B1-1AAA-9AB491751C2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9/16/2024</a:t>
            </a:fld>
            <a:endParaRPr lang="en-US"/>
          </a:p>
        </p:txBody>
      </p:sp>
      <p:sp>
        <p:nvSpPr>
          <p:cNvPr id="6" name="Footer Placeholder 5">
            <a:extLst>
              <a:ext uri="{FF2B5EF4-FFF2-40B4-BE49-F238E27FC236}">
                <a16:creationId xmlns:a16="http://schemas.microsoft.com/office/drawing/2014/main" id="{30C631CC-0ED4-0DBA-3B11-951955097C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EA0F43-4FF6-41EA-54B8-4C2B9B6AAD16}"/>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745093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9208-B29A-5C1B-0F83-0D22E83022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3FC125-6ED1-2C82-D3ED-F51C43D5F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2CF8AA-AEDB-5574-67D8-C4CF4BAE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0A1351-7B1F-3D2B-8CC3-AD63799BB8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B1D59-8D71-169B-800D-1B6369565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17602-A406-BF7F-1159-4B4C378EF6D0}"/>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9/16/2024</a:t>
            </a:fld>
            <a:endParaRPr lang="en-US"/>
          </a:p>
        </p:txBody>
      </p:sp>
      <p:sp>
        <p:nvSpPr>
          <p:cNvPr id="8" name="Footer Placeholder 7">
            <a:extLst>
              <a:ext uri="{FF2B5EF4-FFF2-40B4-BE49-F238E27FC236}">
                <a16:creationId xmlns:a16="http://schemas.microsoft.com/office/drawing/2014/main" id="{5FE251BD-2045-1E2C-E87C-4EFC8120926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23B3598-579D-3653-EDD8-A878B177B824}"/>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431104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C5C9-55E7-611E-0F37-4EE6F2A3A9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637D8-C95D-4CFA-CBF5-2ADEF685D61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9/16/2024</a:t>
            </a:fld>
            <a:endParaRPr lang="en-US"/>
          </a:p>
        </p:txBody>
      </p:sp>
      <p:sp>
        <p:nvSpPr>
          <p:cNvPr id="4" name="Footer Placeholder 3">
            <a:extLst>
              <a:ext uri="{FF2B5EF4-FFF2-40B4-BE49-F238E27FC236}">
                <a16:creationId xmlns:a16="http://schemas.microsoft.com/office/drawing/2014/main" id="{42AB4C0A-D1FD-786C-5A2E-8A4B2720872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4A6D1C3-0C4C-016B-EC68-78B7509E3715}"/>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2452499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3E7AE-170E-91FA-7315-36E3FEE36516}"/>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9/16/2024</a:t>
            </a:fld>
            <a:endParaRPr lang="en-US"/>
          </a:p>
        </p:txBody>
      </p:sp>
      <p:sp>
        <p:nvSpPr>
          <p:cNvPr id="3" name="Footer Placeholder 2">
            <a:extLst>
              <a:ext uri="{FF2B5EF4-FFF2-40B4-BE49-F238E27FC236}">
                <a16:creationId xmlns:a16="http://schemas.microsoft.com/office/drawing/2014/main" id="{BF6B2EE4-5A93-5729-1EAC-03E66A0B56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C18D43F-B7E2-7961-9FFE-21EB28342D5A}"/>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334929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CCE6-8084-DA30-31CB-CD9726E36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64A11-4BA3-288B-80CE-24DCC4C5BC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AF7808-6760-899B-5637-5AF891200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9F123-B801-4BD3-C9F2-562B462B5B8A}"/>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9/16/2024</a:t>
            </a:fld>
            <a:endParaRPr lang="en-US"/>
          </a:p>
        </p:txBody>
      </p:sp>
      <p:sp>
        <p:nvSpPr>
          <p:cNvPr id="6" name="Footer Placeholder 5">
            <a:extLst>
              <a:ext uri="{FF2B5EF4-FFF2-40B4-BE49-F238E27FC236}">
                <a16:creationId xmlns:a16="http://schemas.microsoft.com/office/drawing/2014/main" id="{1D499435-4ECB-552D-F273-B2E602B9126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C8A5FE-E587-D277-E8C4-8DC54ED6E293}"/>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735123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9A34-ECF4-CD06-A854-8EED594D9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E85963-B99D-0D48-F74E-5347F28C1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209FE-05AD-1F83-2A16-595EF372B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EEA6-1CE3-D581-30FA-B8A6BB4BFB6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9/16/2024</a:t>
            </a:fld>
            <a:endParaRPr lang="en-US"/>
          </a:p>
        </p:txBody>
      </p:sp>
      <p:sp>
        <p:nvSpPr>
          <p:cNvPr id="6" name="Footer Placeholder 5">
            <a:extLst>
              <a:ext uri="{FF2B5EF4-FFF2-40B4-BE49-F238E27FC236}">
                <a16:creationId xmlns:a16="http://schemas.microsoft.com/office/drawing/2014/main" id="{7D9DEB60-F0E3-E3A7-BDE3-3F3D04B3D1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0D5625-5E2A-FDD7-240B-CE4AD3D04E8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0728659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38964-CFDD-EEE7-561D-6CD0AA4762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BBC7B5-E245-21C1-36FF-25BF670F53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11137-3CC6-DE86-3F8F-12263490118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9/16/2024</a:t>
            </a:fld>
            <a:endParaRPr lang="en-US"/>
          </a:p>
        </p:txBody>
      </p:sp>
      <p:sp>
        <p:nvSpPr>
          <p:cNvPr id="5" name="Footer Placeholder 4">
            <a:extLst>
              <a:ext uri="{FF2B5EF4-FFF2-40B4-BE49-F238E27FC236}">
                <a16:creationId xmlns:a16="http://schemas.microsoft.com/office/drawing/2014/main" id="{1349A0C3-B51F-2043-29A8-381E40D744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42932E-13ED-745D-FD1E-DB6D1C575E9E}"/>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06448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2DD41-03F0-5A20-D0FC-53F8C68AD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BF3F08-A716-9B80-7DAD-A5D0BE30EC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C8755-E2ED-FEEE-B158-E0DD3FB12F61}"/>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9/16/2024</a:t>
            </a:fld>
            <a:endParaRPr lang="en-US"/>
          </a:p>
        </p:txBody>
      </p:sp>
      <p:sp>
        <p:nvSpPr>
          <p:cNvPr id="5" name="Footer Placeholder 4">
            <a:extLst>
              <a:ext uri="{FF2B5EF4-FFF2-40B4-BE49-F238E27FC236}">
                <a16:creationId xmlns:a16="http://schemas.microsoft.com/office/drawing/2014/main" id="{B7DB962C-DB69-9313-835E-9A96B9436FE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60384AD-5BB3-6E37-4160-F0641747085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18125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9/16/2024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B39A1-2181-7751-3A9C-DD497656D778}"/>
              </a:ext>
            </a:extLst>
          </p:cNvPr>
          <p:cNvSpPr>
            <a:spLocks noGrp="1"/>
          </p:cNvSpPr>
          <p:nvPr>
            <p:ph type="title"/>
          </p:nvPr>
        </p:nvSpPr>
        <p:spPr>
          <a:xfrm>
            <a:off x="838200" y="36512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76B2F-4CF9-EA9D-2AF2-B6F1F3AF1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837844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1.png"/><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2.png"/><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4.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1.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jpeg"/><Relationship Id="rId7" Type="http://schemas.openxmlformats.org/officeDocument/2006/relationships/image" Target="../media/image40.jpeg"/><Relationship Id="rId2" Type="http://schemas.openxmlformats.org/officeDocument/2006/relationships/image" Target="../media/image35.png"/><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jpeg"/><Relationship Id="rId4" Type="http://schemas.openxmlformats.org/officeDocument/2006/relationships/image" Target="../media/image37.png"/><Relationship Id="rId9"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6.xml"/><Relationship Id="rId4" Type="http://schemas.openxmlformats.org/officeDocument/2006/relationships/image" Target="../media/image46.svg"/></Relationships>
</file>

<file path=ppt/slides/_rels/slide29.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 Id="rId6" Type="http://schemas.openxmlformats.org/officeDocument/2006/relationships/image" Target="../media/image50.jpeg"/><Relationship Id="rId5" Type="http://schemas.openxmlformats.org/officeDocument/2006/relationships/image" Target="../media/image49.jpeg"/><Relationship Id="rId4" Type="http://schemas.microsoft.com/office/2007/relationships/hdphoto" Target="../media/hdphoto2.wdp"/></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1.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1.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6.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jpeg"/><Relationship Id="rId1" Type="http://schemas.openxmlformats.org/officeDocument/2006/relationships/slideLayout" Target="../slideLayouts/slideLayout6.xml"/><Relationship Id="rId6" Type="http://schemas.openxmlformats.org/officeDocument/2006/relationships/image" Target="../media/image56.svg"/><Relationship Id="rId11" Type="http://schemas.openxmlformats.org/officeDocument/2006/relationships/image" Target="../media/image6.png"/><Relationship Id="rId5" Type="http://schemas.openxmlformats.org/officeDocument/2006/relationships/image" Target="../media/image55.png"/><Relationship Id="rId10" Type="http://schemas.openxmlformats.org/officeDocument/2006/relationships/image" Target="../media/image60.svg"/><Relationship Id="rId4" Type="http://schemas.openxmlformats.org/officeDocument/2006/relationships/image" Target="../media/image54.svg"/><Relationship Id="rId9"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July 22,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050" name="Picture 2" descr="Lehigh Valley | Bethlehem, PA, US | Bill Dickinson | Flickr">
            <a:extLst>
              <a:ext uri="{FF2B5EF4-FFF2-40B4-BE49-F238E27FC236}">
                <a16:creationId xmlns:a16="http://schemas.microsoft.com/office/drawing/2014/main" id="{960FC751-2A37-9680-5086-37ED9D505D2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81075" y="1708929"/>
            <a:ext cx="11210925" cy="51490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St. Luke's University Health Network's 150th Anniversary">
            <a:extLst>
              <a:ext uri="{FF2B5EF4-FFF2-40B4-BE49-F238E27FC236}">
                <a16:creationId xmlns:a16="http://schemas.microsoft.com/office/drawing/2014/main" id="{418AEC1D-1E1C-A206-08BE-266A53346372}"/>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507764" y="579749"/>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580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4" descr="St. Luke's University Health Network's 150th Anniversary">
            <a:extLst>
              <a:ext uri="{FF2B5EF4-FFF2-40B4-BE49-F238E27FC236}">
                <a16:creationId xmlns:a16="http://schemas.microsoft.com/office/drawing/2014/main" id="{D6AB8280-65CC-A73E-FAC0-B6BB8F43AF67}"/>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93250" y="-64796"/>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938992"/>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~$0.38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~$0.41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29 for more details on the calculation of commercial and government-pay net income.</a:t>
            </a:r>
          </a:p>
        </p:txBody>
      </p:sp>
      <p:pic>
        <p:nvPicPr>
          <p:cNvPr id="15" name="Picture 4" descr="St. Luke's University Health Network's 150th Anniversary">
            <a:extLst>
              <a:ext uri="{FF2B5EF4-FFF2-40B4-BE49-F238E27FC236}">
                <a16:creationId xmlns:a16="http://schemas.microsoft.com/office/drawing/2014/main" id="{6E4067FF-ED73-EF88-0C50-B7A048B0AA4E}"/>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93250" y="-64796"/>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73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6276" y="2989943"/>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0790" y="3004458"/>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6276" y="2989943"/>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79304" y="3265715"/>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09598"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SLUHN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49794"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69892"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2676" y="2772229"/>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29696"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0676" y="2685143"/>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0047" y="2772229"/>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07419" y="2670629"/>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0047" y="2772229"/>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6276" y="2699658"/>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2867" y="1654619"/>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4" descr="St. Luke's University Health Network's 150th Anniversary">
            <a:extLst>
              <a:ext uri="{FF2B5EF4-FFF2-40B4-BE49-F238E27FC236}">
                <a16:creationId xmlns:a16="http://schemas.microsoft.com/office/drawing/2014/main" id="{A26B9B8E-7E0B-E284-9526-7C2858C04978}"/>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4231" y="1560743"/>
            <a:ext cx="2713741" cy="14255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elcome to Lehigh Valley Health Network ...">
            <a:extLst>
              <a:ext uri="{FF2B5EF4-FFF2-40B4-BE49-F238E27FC236}">
                <a16:creationId xmlns:a16="http://schemas.microsoft.com/office/drawing/2014/main" id="{8CB795D1-F1A5-27E9-EDB4-5FB2922F8AF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035734" y="1906816"/>
            <a:ext cx="3987995" cy="79284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rinity Health Muskegon – Grand Rapids, MI - RQI Partners, LLC">
            <a:extLst>
              <a:ext uri="{FF2B5EF4-FFF2-40B4-BE49-F238E27FC236}">
                <a16:creationId xmlns:a16="http://schemas.microsoft.com/office/drawing/2014/main" id="{9A6B5F68-2EDD-4425-9E94-7AEACCC0AF0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09018" y="805543"/>
            <a:ext cx="4020910" cy="293914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9E01D9EC-3751-78C1-9D95-70AEB63694E1}"/>
              </a:ext>
            </a:extLst>
          </p:cNvPr>
          <p:cNvSpPr>
            <a:spLocks noGrp="1"/>
          </p:cNvSpPr>
          <p:nvPr>
            <p:ph type="title"/>
          </p:nvPr>
        </p:nvSpPr>
        <p:spPr>
          <a:xfrm>
            <a:off x="696174" y="23483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b="1" dirty="0">
                <a:solidFill>
                  <a:srgbClr val="000B2E"/>
                </a:solidFill>
                <a:latin typeface="Arial" panose="020B0604020202020204" pitchFamily="34" charset="0"/>
                <a:cs typeface="Arial" panose="020B0604020202020204" pitchFamily="34" charset="0"/>
              </a:rPr>
              <a:t>Increased Capture of Commercial Market Share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3269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SLUHN</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9"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2,353 Employers       390,000</a:t>
            </a:r>
            <a:r>
              <a:rPr lang="en-US" sz="1800" spc="200" dirty="0">
                <a:latin typeface="+mj-lt"/>
                <a:cs typeface="+mj-cs"/>
                <a:sym typeface="Wingdings" panose="05000000000000000000" pitchFamily="2" charset="2"/>
              </a:rPr>
              <a:t>+ Employees       627,000+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pic>
        <p:nvPicPr>
          <p:cNvPr id="12" name="Picture 11">
            <a:extLst>
              <a:ext uri="{FF2B5EF4-FFF2-40B4-BE49-F238E27FC236}">
                <a16:creationId xmlns:a16="http://schemas.microsoft.com/office/drawing/2014/main" id="{68AEB764-7282-2935-C706-89FC9DB8EB8C}"/>
              </a:ext>
            </a:extLst>
          </p:cNvPr>
          <p:cNvPicPr>
            <a:picLocks noChangeAspect="1"/>
          </p:cNvPicPr>
          <p:nvPr/>
        </p:nvPicPr>
        <p:blipFill>
          <a:blip r:embed="rId2"/>
          <a:stretch>
            <a:fillRect/>
          </a:stretch>
        </p:blipFill>
        <p:spPr>
          <a:xfrm>
            <a:off x="0" y="2140949"/>
            <a:ext cx="4150841" cy="3901736"/>
          </a:xfrm>
          <a:prstGeom prst="rect">
            <a:avLst/>
          </a:prstGeom>
        </p:spPr>
      </p:pic>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301490117"/>
              </p:ext>
            </p:extLst>
          </p:nvPr>
        </p:nvGraphicFramePr>
        <p:xfrm>
          <a:off x="4889297" y="2140949"/>
          <a:ext cx="6949427" cy="4273027"/>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Total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73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15</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767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278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10</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SLUHN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1908</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775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544</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290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105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330736"/>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Employees at Above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39,150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165,000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57,525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52,500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110,000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SLUHN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143,100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116,250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163,200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203,000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210,000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825,000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452134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0" i="0" u="none" strike="noStrike" dirty="0">
                          <a:solidFill>
                            <a:srgbClr val="000000"/>
                          </a:solidFill>
                          <a:effectLst/>
                          <a:latin typeface="Aptos Narrow" panose="020B0004020202020204" pitchFamily="34" charset="0"/>
                        </a:rPr>
                        <a:t>Total Members at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66240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62640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77,280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81,760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264,000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SLUHN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92040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66720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96,320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176,000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21-30 Miles of SLUHN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228960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186000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261,120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324,800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336,000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1,320,000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4502753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595490" y="-66318"/>
            <a:ext cx="11001020" cy="1325563"/>
          </a:xfrm>
        </p:spPr>
        <p:txBody>
          <a:bodyPr>
            <a:noAutofit/>
          </a:bodyPr>
          <a:lstStyle/>
          <a:p>
            <a:pPr>
              <a:lnSpc>
                <a:spcPct val="100000"/>
              </a:lnSpc>
              <a:spcBef>
                <a:spcPts val="1800"/>
              </a:spcBef>
              <a:spcAft>
                <a:spcPts val="600"/>
              </a:spcAft>
            </a:pPr>
            <a:r>
              <a:rPr lang="en-US" sz="3600" dirty="0">
                <a:solidFill>
                  <a:srgbClr val="000B2E"/>
                </a:solidFill>
              </a:rPr>
              <a:t>Significant Opportunity for SLUHN</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0080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Hunterdon, Warren, Bucks, Carbon, Lehigh, Luzerne, Northampton, and Schuylkill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2,106K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1,230K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935K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538K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Graining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$61.84M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$13.22M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$423.45M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$91.72M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$833.41M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$180.69M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6"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9"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solidFill/>
              </a:rPr>
              <a:t>KBA currently estimates that Saint Luke's University Health Network has 32% inpatient market share, and 18% outpatient market compared to hospitals/clinics in the Luzerne, Carbon, Schuylkill, Lehigh, Northampton, Warren, Hunterdon, and Bucks. Based on other  KBA DTE networks, we expect steerage to be:</a:t>
            </a:r>
          </a:p>
        </p:txBody>
      </p:sp>
      <p:sp>
        <p:nvSpPr>
          <p:cNvPr id="10"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1"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2"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3" name="TextBox 16">
            <a:extLst>
              <a:ext uri="{FF2B5EF4-FFF2-40B4-BE49-F238E27FC236}">
                <a16:creationId xmlns:a16="http://schemas.microsoft.com/office/drawing/2014/main" id="{19FEE2C1-9161-C3CD-EE7F-6727C796DF0D}"/>
              </a:ext>
            </a:extLst>
          </p:cNvPr>
          <p:cNvSpPr txBox="1"/>
          <p:nvPr/>
        </p:nvSpPr>
        <p:spPr>
          <a:xfrm>
            <a:off x="7762204" y="3237256"/>
            <a:ext cx="583814" cy="369332"/>
          </a:xfrm>
          <a:prstGeom prst="rect">
            <a:avLst/>
          </a:prstGeom>
          <a:noFill/>
        </p:spPr>
        <p:txBody>
          <a:bodyPr wrap="none" rtlCol="0">
            <a:spAutoFit/>
          </a:bodyPr>
          <a:lstStyle/>
          <a:p>
            <a:r>
              <a:rPr lang="en-US" dirty="0">
                <a:solidFill/>
              </a:rPr>
              <a:t>70%</a:t>
            </a:r>
          </a:p>
        </p:txBody>
      </p:sp>
      <p:sp>
        <p:nvSpPr>
          <p:cNvPr id="14" name="TextBox 17">
            <a:extLst>
              <a:ext uri="{FF2B5EF4-FFF2-40B4-BE49-F238E27FC236}">
                <a16:creationId xmlns:a16="http://schemas.microsoft.com/office/drawing/2014/main" id="{1CC51BEE-0560-3D56-4AE8-86D704578774}"/>
              </a:ext>
            </a:extLst>
          </p:cNvPr>
          <p:cNvSpPr txBox="1"/>
          <p:nvPr/>
        </p:nvSpPr>
        <p:spPr>
          <a:xfrm>
            <a:off x="9589265" y="3237256"/>
            <a:ext cx="583814" cy="369332"/>
          </a:xfrm>
          <a:prstGeom prst="rect">
            <a:avLst/>
          </a:prstGeom>
          <a:noFill/>
        </p:spPr>
        <p:txBody>
          <a:bodyPr wrap="none" rtlCol="0">
            <a:spAutoFit/>
          </a:bodyPr>
          <a:lstStyle/>
          <a:p>
            <a:r>
              <a:rPr lang="en-US" dirty="0">
                <a:solidFill/>
              </a:rPr>
              <a:t>77%</a:t>
            </a:r>
          </a:p>
        </p:txBody>
      </p:sp>
      <p:sp>
        <p:nvSpPr>
          <p:cNvPr id="15" name="TextBox 18">
            <a:extLst>
              <a:ext uri="{FF2B5EF4-FFF2-40B4-BE49-F238E27FC236}">
                <a16:creationId xmlns:a16="http://schemas.microsoft.com/office/drawing/2014/main" id="{A17D3C89-20DF-71B2-E5D8-1DA9D1F926E7}"/>
              </a:ext>
            </a:extLst>
          </p:cNvPr>
          <p:cNvSpPr txBox="1"/>
          <p:nvPr/>
        </p:nvSpPr>
        <p:spPr>
          <a:xfrm>
            <a:off x="11227204" y="3237256"/>
            <a:ext cx="583814" cy="369332"/>
          </a:xfrm>
          <a:prstGeom prst="rect">
            <a:avLst/>
          </a:prstGeom>
          <a:noFill/>
        </p:spPr>
        <p:txBody>
          <a:bodyPr wrap="none" rtlCol="0">
            <a:spAutoFit/>
          </a:bodyPr>
          <a:lstStyle/>
          <a:p>
            <a:r>
              <a:rPr lang="en-US" dirty="0">
                <a:solidFill/>
              </a:rPr>
              <a:t>85%</a:t>
            </a:r>
          </a:p>
        </p:txBody>
      </p:sp>
      <p:sp>
        <p:nvSpPr>
          <p:cNvPr id="16"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0" name="TextBox 24">
            <a:extLst>
              <a:ext uri="{FF2B5EF4-FFF2-40B4-BE49-F238E27FC236}">
                <a16:creationId xmlns:a16="http://schemas.microsoft.com/office/drawing/2014/main" id="{32C9D62D-25B0-6CD9-8AD7-E6855B1B1B26}"/>
              </a:ext>
            </a:extLst>
          </p:cNvPr>
          <p:cNvSpPr txBox="1"/>
          <p:nvPr/>
        </p:nvSpPr>
        <p:spPr>
          <a:xfrm>
            <a:off x="7509029" y="4771081"/>
            <a:ext cx="4616389" cy="415498"/>
          </a:xfrm>
          <a:prstGeom prst="rect">
            <a:avLst/>
          </a:prstGeom>
          <a:noFill/>
        </p:spPr>
        <p:txBody>
          <a:bodyPr wrap="square" rtlCol="0">
            <a:spAutoFit/>
          </a:bodyPr>
          <a:lstStyle/>
          <a:p>
            <a:r>
              <a:rPr lang="en-US" sz="1050" dirty="0">
                <a:solidFill/>
              </a:rPr>
              <a:t>KBA observes a SLUHN 40.5% commercial margin. Conservatively, we model with a lower margin as follows:</a:t>
            </a:r>
          </a:p>
        </p:txBody>
      </p:sp>
      <p:sp>
        <p:nvSpPr>
          <p:cNvPr id="21"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2"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3"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4" name="TextBox 28">
            <a:extLst>
              <a:ext uri="{FF2B5EF4-FFF2-40B4-BE49-F238E27FC236}">
                <a16:creationId xmlns:a16="http://schemas.microsoft.com/office/drawing/2014/main" id="{2C03026B-6D1E-F7B1-9995-7D9DC1019C60}"/>
              </a:ext>
            </a:extLst>
          </p:cNvPr>
          <p:cNvSpPr txBox="1"/>
          <p:nvPr/>
        </p:nvSpPr>
        <p:spPr>
          <a:xfrm>
            <a:off x="7659946" y="5559601"/>
            <a:ext cx="785793" cy="369332"/>
          </a:xfrm>
          <a:prstGeom prst="rect">
            <a:avLst/>
          </a:prstGeom>
          <a:noFill/>
        </p:spPr>
        <p:txBody>
          <a:bodyPr wrap="none" rtlCol="0">
            <a:spAutoFit/>
          </a:bodyPr>
          <a:lstStyle/>
          <a:p>
            <a:r>
              <a:rPr lang="en-US" dirty="0">
                <a:solidFill/>
              </a:rPr>
              <a:t>19.3%</a:t>
            </a:r>
          </a:p>
        </p:txBody>
      </p:sp>
      <p:sp>
        <p:nvSpPr>
          <p:cNvPr id="25" name="TextBox 29">
            <a:extLst>
              <a:ext uri="{FF2B5EF4-FFF2-40B4-BE49-F238E27FC236}">
                <a16:creationId xmlns:a16="http://schemas.microsoft.com/office/drawing/2014/main" id="{9C64CEEB-E16A-926D-5DF0-DC8275443A40}"/>
              </a:ext>
            </a:extLst>
          </p:cNvPr>
          <p:cNvSpPr txBox="1"/>
          <p:nvPr/>
        </p:nvSpPr>
        <p:spPr>
          <a:xfrm>
            <a:off x="9580061" y="5571573"/>
            <a:ext cx="885179" cy="369332"/>
          </a:xfrm>
          <a:prstGeom prst="rect">
            <a:avLst/>
          </a:prstGeom>
          <a:noFill/>
        </p:spPr>
        <p:txBody>
          <a:bodyPr wrap="none" rtlCol="0">
            <a:spAutoFit/>
          </a:bodyPr>
          <a:lstStyle/>
          <a:p>
            <a:r>
              <a:rPr lang="en-US" dirty="0">
                <a:solidFill/>
              </a:rPr>
              <a:t>23.4%</a:t>
            </a:r>
          </a:p>
        </p:txBody>
      </p:sp>
      <p:sp>
        <p:nvSpPr>
          <p:cNvPr id="26" name="TextBox 30">
            <a:extLst>
              <a:ext uri="{FF2B5EF4-FFF2-40B4-BE49-F238E27FC236}">
                <a16:creationId xmlns:a16="http://schemas.microsoft.com/office/drawing/2014/main" id="{716000A2-AFB1-117D-BFF0-2BDA3EA8A77D}"/>
              </a:ext>
            </a:extLst>
          </p:cNvPr>
          <p:cNvSpPr txBox="1"/>
          <p:nvPr/>
        </p:nvSpPr>
        <p:spPr>
          <a:xfrm>
            <a:off x="11389339" y="5571573"/>
            <a:ext cx="832279" cy="369332"/>
          </a:xfrm>
          <a:prstGeom prst="rect">
            <a:avLst/>
          </a:prstGeom>
          <a:noFill/>
        </p:spPr>
        <p:txBody>
          <a:bodyPr wrap="none" rtlCol="0">
            <a:spAutoFit/>
          </a:bodyPr>
          <a:lstStyle/>
          <a:p>
            <a:r>
              <a:rPr lang="en-US" dirty="0">
                <a:solidFill/>
              </a:rPr>
              <a:t>29.4%</a:t>
            </a:r>
          </a:p>
        </p:txBody>
      </p:sp>
      <p:sp>
        <p:nvSpPr>
          <p:cNvPr id="27"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29" name="Content Placeholder 28"/>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7" name="Table 6"/>
          <p:cNvGraphicFramePr>
            <a:graphicFrameLocks noGrp="1"/>
          </p:cNvGraphicFramePr>
          <p:nvPr/>
        </p:nvGraphicFramePr>
        <p:xfrm>
          <a:off x="6124468" y="2512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6,185.7K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10,309.5K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15,702.2K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2,706.4K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6,052.5K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10,207.5K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15,641.0K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nvGraphicFramePr>
        <p:xfrm>
          <a:off x="6124468" y="231112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4,123.8K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8,247.6K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13,640.3K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20,936.3K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3,825.0K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8,130.0K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13,563.5K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20,914.7K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nvGraphicFramePr>
        <p:xfrm>
          <a:off x="6135218" y="4597568"/>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2,061.9K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4,123.8K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6,820.1K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10,468.1K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1,747.5K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3,975.0K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6,691.7K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10,367.3K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10" name="Content Placeholder 9"/>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2814145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4" descr="St. Luke's University Health Network's 150th Anniversary">
            <a:extLst>
              <a:ext uri="{FF2B5EF4-FFF2-40B4-BE49-F238E27FC236}">
                <a16:creationId xmlns:a16="http://schemas.microsoft.com/office/drawing/2014/main" id="{54C4C891-BACC-B531-6B4E-417D42F3127C}"/>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53935" y="2433244"/>
            <a:ext cx="2910924" cy="152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6B5926E-4AAC-8204-A9FD-B546D2D620A9}"/>
              </a:ext>
            </a:extLst>
          </p:cNvPr>
          <p:cNvPicPr>
            <a:picLocks noGrp="1" noChangeAspect="1"/>
          </p:cNvPicPr>
          <p:nvPr>
            <p:ph idx="1"/>
          </p:nvPr>
        </p:nvPicPr>
        <p:blipFill>
          <a:blip r:embed="rId2"/>
          <a:stretch>
            <a:fillRect/>
          </a:stretch>
        </p:blipFill>
        <p:spPr>
          <a:xfrm>
            <a:off x="4609338" y="1690687"/>
            <a:ext cx="5768630" cy="4518224"/>
          </a:xfrm>
        </p:spPr>
      </p:pic>
      <p:pic>
        <p:nvPicPr>
          <p:cNvPr id="8" name="Picture 2" descr="Welcome to Lehigh Valley Health Network ...">
            <a:extLst>
              <a:ext uri="{FF2B5EF4-FFF2-40B4-BE49-F238E27FC236}">
                <a16:creationId xmlns:a16="http://schemas.microsoft.com/office/drawing/2014/main" id="{DDC94D88-BA34-5AA9-EA9B-C148FD0A715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82212" y="5178426"/>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 Luke's University Health Network's 150th Anniversary">
            <a:extLst>
              <a:ext uri="{FF2B5EF4-FFF2-40B4-BE49-F238E27FC236}">
                <a16:creationId xmlns:a16="http://schemas.microsoft.com/office/drawing/2014/main" id="{86AC65E6-F3F0-4B89-D1E6-216DC9C8C86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502650" y="3328966"/>
            <a:ext cx="2266950" cy="11908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2A072E6-5B59-F58D-E1D5-FBB1C6050929}"/>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F890093-D539-CA4F-976A-7B1A5C58F15B}"/>
              </a:ext>
            </a:extLst>
          </p:cNvPr>
          <p:cNvSpPr txBox="1"/>
          <p:nvPr/>
        </p:nvSpPr>
        <p:spPr>
          <a:xfrm>
            <a:off x="1284079" y="2851320"/>
            <a:ext cx="2757206"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Comparison of Medicare payment market share by zip code: St Luke’s vs Lehigh Valley Health Network</a:t>
            </a:r>
          </a:p>
        </p:txBody>
      </p:sp>
      <p:sp>
        <p:nvSpPr>
          <p:cNvPr id="10" name="Title 1">
            <a:extLst>
              <a:ext uri="{FF2B5EF4-FFF2-40B4-BE49-F238E27FC236}">
                <a16:creationId xmlns:a16="http://schemas.microsoft.com/office/drawing/2014/main" id="{9164B861-2919-13B0-DF11-6C92DA49C7C5}"/>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Strong </a:t>
            </a:r>
            <a:r>
              <a:rPr lang="en-US" sz="4000" b="1" dirty="0">
                <a:solidFill>
                  <a:srgbClr val="59CAE8"/>
                </a:solidFill>
                <a:latin typeface="Arial" panose="020B0604020202020204" pitchFamily="34" charset="0"/>
                <a:cs typeface="Arial" panose="020B0604020202020204" pitchFamily="34" charset="0"/>
              </a:rPr>
              <a:t>Brand</a:t>
            </a:r>
            <a:r>
              <a:rPr lang="en-US" sz="4000" b="1" dirty="0">
                <a:solidFill>
                  <a:srgbClr val="000B2E"/>
                </a:solidFill>
                <a:latin typeface="Arial" panose="020B0604020202020204" pitchFamily="34" charset="0"/>
                <a:cs typeface="Arial" panose="020B0604020202020204" pitchFamily="34" charset="0"/>
              </a:rPr>
              <a:t>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4354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5ABC0E-AAB4-F399-F7BF-ED278C149419}"/>
              </a:ext>
            </a:extLst>
          </p:cNvPr>
          <p:cNvPicPr>
            <a:picLocks noGrp="1" noChangeAspect="1"/>
          </p:cNvPicPr>
          <p:nvPr>
            <p:ph idx="1"/>
          </p:nvPr>
        </p:nvPicPr>
        <p:blipFill>
          <a:blip r:embed="rId2"/>
          <a:stretch>
            <a:fillRect/>
          </a:stretch>
        </p:blipFill>
        <p:spPr>
          <a:xfrm>
            <a:off x="3490912" y="1858169"/>
            <a:ext cx="5210175" cy="4286250"/>
          </a:xfrm>
        </p:spPr>
      </p:pic>
      <p:pic>
        <p:nvPicPr>
          <p:cNvPr id="1026" name="Picture 2" descr="Welcome to Lehigh Valley Health Network ...">
            <a:extLst>
              <a:ext uri="{FF2B5EF4-FFF2-40B4-BE49-F238E27FC236}">
                <a16:creationId xmlns:a16="http://schemas.microsoft.com/office/drawing/2014/main" id="{D35E0F37-25DB-A6ED-FA0B-749C789F743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1604" y="2216823"/>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 Luke's University Health Network's 150th Anniversary">
            <a:extLst>
              <a:ext uri="{FF2B5EF4-FFF2-40B4-BE49-F238E27FC236}">
                <a16:creationId xmlns:a16="http://schemas.microsoft.com/office/drawing/2014/main" id="{81F606B0-F3E0-4A78-98C0-7AA2580C33ED}"/>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48800" y="1926190"/>
            <a:ext cx="2266950" cy="11908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02C5E5F-C08F-02C6-5478-0FD5169A64CD}"/>
              </a:ext>
            </a:extLst>
          </p:cNvPr>
          <p:cNvGraphicFramePr>
            <a:graphicFrameLocks noGrp="1"/>
          </p:cNvGraphicFramePr>
          <p:nvPr/>
        </p:nvGraphicFramePr>
        <p:xfrm>
          <a:off x="311586" y="3139930"/>
          <a:ext cx="2766324" cy="1097280"/>
        </p:xfrm>
        <a:graphic>
          <a:graphicData uri="http://schemas.openxmlformats.org/drawingml/2006/table">
            <a:tbl>
              <a:tblPr firstRow="1" bandRow="1">
                <a:tableStyleId>{5C22544A-7EE6-4342-B048-85BDC9FD1C3A}</a:tableStyleId>
              </a:tblPr>
              <a:tblGrid>
                <a:gridCol w="1383162">
                  <a:extLst>
                    <a:ext uri="{9D8B030D-6E8A-4147-A177-3AD203B41FA5}">
                      <a16:colId xmlns:a16="http://schemas.microsoft.com/office/drawing/2014/main" val="1499193583"/>
                    </a:ext>
                  </a:extLst>
                </a:gridCol>
                <a:gridCol w="1383162">
                  <a:extLst>
                    <a:ext uri="{9D8B030D-6E8A-4147-A177-3AD203B41FA5}">
                      <a16:colId xmlns:a16="http://schemas.microsoft.com/office/drawing/2014/main" val="3693673618"/>
                    </a:ext>
                  </a:extLst>
                </a:gridCol>
              </a:tblGrid>
              <a:tr h="251800">
                <a:tc>
                  <a:txBody>
                    <a:bodyPr/>
                    <a:lstStyle/>
                    <a:p>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3311402759"/>
                  </a:ext>
                </a:extLst>
              </a:tr>
              <a:tr h="251800">
                <a:tc>
                  <a:txBody>
                    <a:bodyPr/>
                    <a:lstStyle/>
                    <a:p>
                      <a:r>
                        <a:rPr lang="en-US" sz="1200" dirty="0"/>
                        <a:t>Lehigh Valley Hospital Cedar Crest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tc>
                  <a:txBody>
                    <a:bodyPr/>
                    <a:lstStyle/>
                    <a:p>
                      <a:pPr algn="ctr"/>
                      <a:r>
                        <a:rPr lang="en-US" sz="1200" dirty="0"/>
                        <a:t>227,393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extLst>
                  <a:ext uri="{0D108BD9-81ED-4DB2-BD59-A6C34878D82A}">
                    <a16:rowId xmlns:a16="http://schemas.microsoft.com/office/drawing/2014/main" val="316278004"/>
                  </a:ext>
                </a:extLst>
              </a:tr>
            </a:tbl>
          </a:graphicData>
        </a:graphic>
      </p:graphicFrame>
      <p:graphicFrame>
        <p:nvGraphicFramePr>
          <p:cNvPr id="7" name="Table 6">
            <a:extLst>
              <a:ext uri="{FF2B5EF4-FFF2-40B4-BE49-F238E27FC236}">
                <a16:creationId xmlns:a16="http://schemas.microsoft.com/office/drawing/2014/main" id="{F5DFB184-5687-810D-E027-F824D29970B6}"/>
              </a:ext>
            </a:extLst>
          </p:cNvPr>
          <p:cNvGraphicFramePr>
            <a:graphicFrameLocks noGrp="1"/>
          </p:cNvGraphicFramePr>
          <p:nvPr/>
        </p:nvGraphicFramePr>
        <p:xfrm>
          <a:off x="9199113" y="3139930"/>
          <a:ext cx="2766324" cy="2474935"/>
        </p:xfrm>
        <a:graphic>
          <a:graphicData uri="http://schemas.openxmlformats.org/drawingml/2006/table">
            <a:tbl>
              <a:tblPr firstRow="1" bandRow="1">
                <a:tableStyleId>{5C22544A-7EE6-4342-B048-85BDC9FD1C3A}</a:tableStyleId>
              </a:tblPr>
              <a:tblGrid>
                <a:gridCol w="1810632">
                  <a:extLst>
                    <a:ext uri="{9D8B030D-6E8A-4147-A177-3AD203B41FA5}">
                      <a16:colId xmlns:a16="http://schemas.microsoft.com/office/drawing/2014/main" val="1499193583"/>
                    </a:ext>
                  </a:extLst>
                </a:gridCol>
                <a:gridCol w="955692">
                  <a:extLst>
                    <a:ext uri="{9D8B030D-6E8A-4147-A177-3AD203B41FA5}">
                      <a16:colId xmlns:a16="http://schemas.microsoft.com/office/drawing/2014/main" val="3693673618"/>
                    </a:ext>
                  </a:extLst>
                </a:gridCol>
              </a:tblGrid>
              <a:tr h="251800">
                <a:tc>
                  <a:txBody>
                    <a:bodyPr/>
                    <a:lstStyle/>
                    <a:p>
                      <a:pPr algn="l"/>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311402759"/>
                  </a:ext>
                </a:extLst>
              </a:tr>
              <a:tr h="251800">
                <a:tc>
                  <a:txBody>
                    <a:bodyPr/>
                    <a:lstStyle/>
                    <a:p>
                      <a:pPr algn="l" fontAlgn="b"/>
                      <a:r>
                        <a:rPr lang="en-US" sz="1200" kern="1200" dirty="0">
                          <a:solidFill>
                            <a:schemeClr val="dk1"/>
                          </a:solidFill>
                          <a:latin typeface="+mn-lt"/>
                          <a:ea typeface="+mn-ea"/>
                          <a:cs typeface="+mn-cs"/>
                        </a:rPr>
                        <a:t>St Luke's Hospital - Anderson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142,000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16278004"/>
                  </a:ext>
                </a:extLst>
              </a:tr>
              <a:tr h="251800">
                <a:tc>
                  <a:txBody>
                    <a:bodyPr/>
                    <a:lstStyle/>
                    <a:p>
                      <a:pPr algn="l" fontAlgn="b"/>
                      <a:r>
                        <a:rPr lang="en-US" sz="1200" kern="1200" dirty="0">
                          <a:solidFill>
                            <a:schemeClr val="dk1"/>
                          </a:solidFill>
                          <a:latin typeface="+mn-lt"/>
                          <a:ea typeface="+mn-ea"/>
                          <a:cs typeface="+mn-cs"/>
                        </a:rPr>
                        <a:t>St Lukes Upper Bucks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46,000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52114391"/>
                  </a:ext>
                </a:extLst>
              </a:tr>
              <a:tr h="251800">
                <a:tc>
                  <a:txBody>
                    <a:bodyPr/>
                    <a:lstStyle/>
                    <a:p>
                      <a:pPr algn="l" fontAlgn="b"/>
                      <a:r>
                        <a:rPr lang="en-US" sz="1200" kern="1200" dirty="0">
                          <a:solidFill>
                            <a:schemeClr val="dk1"/>
                          </a:solidFill>
                          <a:latin typeface="+mn-lt"/>
                          <a:ea typeface="+mn-ea"/>
                          <a:cs typeface="+mn-cs"/>
                        </a:rPr>
                        <a:t>St Luke's Hospital Bethlehem</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255,000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612802536"/>
                  </a:ext>
                </a:extLst>
              </a:tr>
              <a:tr h="251800">
                <a:tc>
                  <a:txBody>
                    <a:bodyPr/>
                    <a:lstStyle/>
                    <a:p>
                      <a:pPr algn="l" fontAlgn="b"/>
                      <a:r>
                        <a:rPr lang="en-US" sz="1200" kern="1200" dirty="0">
                          <a:solidFill>
                            <a:schemeClr val="dk1"/>
                          </a:solidFill>
                          <a:latin typeface="+mn-lt"/>
                          <a:ea typeface="+mn-ea"/>
                          <a:cs typeface="+mn-cs"/>
                        </a:rPr>
                        <a:t>St Luke's Warren Hospital</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118,000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81464314"/>
                  </a:ext>
                </a:extLst>
              </a:tr>
              <a:tr h="251800">
                <a:tc>
                  <a:txBody>
                    <a:bodyPr/>
                    <a:lstStyle/>
                    <a:p>
                      <a:pPr algn="l"/>
                      <a:r>
                        <a:rPr lang="en-US" sz="1200" kern="1200" dirty="0">
                          <a:solidFill>
                            <a:schemeClr val="dk1"/>
                          </a:solidFill>
                          <a:latin typeface="+mn-lt"/>
                          <a:ea typeface="+mn-ea"/>
                          <a:cs typeface="+mn-cs"/>
                        </a:rPr>
                        <a:t>St Luke's Hospital - Easton Campus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141,000</a:t>
                      </a:r>
                    </a:p>
                    <a:p>
                      <a:pPr algn="r"/>
                      <a:endParaRPr lang="en-US" sz="120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713141400"/>
                  </a:ext>
                </a:extLst>
              </a:tr>
            </a:tbl>
          </a:graphicData>
        </a:graphic>
      </p:graphicFrame>
      <p:sp>
        <p:nvSpPr>
          <p:cNvPr id="8" name="Title 1">
            <a:extLst>
              <a:ext uri="{FF2B5EF4-FFF2-40B4-BE49-F238E27FC236}">
                <a16:creationId xmlns:a16="http://schemas.microsoft.com/office/drawing/2014/main" id="{B7A296EC-ABAC-52BC-9CE3-E14DAA57D327}"/>
              </a:ext>
            </a:extLst>
          </p:cNvPr>
          <p:cNvSpPr>
            <a:spLocks noGrp="1"/>
          </p:cNvSpPr>
          <p:nvPr>
            <p:ph type="title"/>
          </p:nvPr>
        </p:nvSpPr>
        <p:spPr>
          <a:xfrm>
            <a:off x="480053" y="277460"/>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Best-in-Area </a:t>
            </a:r>
            <a:r>
              <a:rPr lang="en-US" sz="4000" b="1" dirty="0">
                <a:solidFill>
                  <a:srgbClr val="59CAE8"/>
                </a:solidFill>
                <a:latin typeface="Arial" panose="020B0604020202020204" pitchFamily="34" charset="0"/>
                <a:cs typeface="Arial" panose="020B0604020202020204" pitchFamily="34" charset="0"/>
              </a:rPr>
              <a:t>Patient Access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337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C61F8C-B152-2706-CA9F-96880601EEFA}"/>
              </a:ext>
            </a:extLst>
          </p:cNvPr>
          <p:cNvGraphicFramePr>
            <a:graphicFrameLocks noGrp="1"/>
          </p:cNvGraphicFramePr>
          <p:nvPr>
            <p:ph idx="1"/>
            <p:extLst>
              <p:ext uri="{D42A27DB-BD31-4B8C-83A1-F6EECF244321}">
                <p14:modId xmlns:p14="http://schemas.microsoft.com/office/powerpoint/2010/main" val="3487391422"/>
              </p:ext>
            </p:extLst>
          </p:nvPr>
        </p:nvGraphicFramePr>
        <p:xfrm>
          <a:off x="4102100" y="-123825"/>
          <a:ext cx="7963024" cy="5886452"/>
        </p:xfrm>
        <a:graphic>
          <a:graphicData uri="http://schemas.openxmlformats.org/drawingml/2006/table">
            <a:tbl>
              <a:tblPr/>
              <a:tblGrid>
                <a:gridCol w="2120045">
                  <a:extLst>
                    <a:ext uri="{9D8B030D-6E8A-4147-A177-3AD203B41FA5}">
                      <a16:colId xmlns:a16="http://schemas.microsoft.com/office/drawing/2014/main" val="2222280177"/>
                    </a:ext>
                  </a:extLst>
                </a:gridCol>
                <a:gridCol w="2120045">
                  <a:extLst>
                    <a:ext uri="{9D8B030D-6E8A-4147-A177-3AD203B41FA5}">
                      <a16:colId xmlns:a16="http://schemas.microsoft.com/office/drawing/2014/main" val="1625810600"/>
                    </a:ext>
                  </a:extLst>
                </a:gridCol>
                <a:gridCol w="2152929">
                  <a:extLst>
                    <a:ext uri="{9D8B030D-6E8A-4147-A177-3AD203B41FA5}">
                      <a16:colId xmlns:a16="http://schemas.microsoft.com/office/drawing/2014/main" val="1336689831"/>
                    </a:ext>
                  </a:extLst>
                </a:gridCol>
                <a:gridCol w="1570005">
                  <a:extLst>
                    <a:ext uri="{9D8B030D-6E8A-4147-A177-3AD203B41FA5}">
                      <a16:colId xmlns:a16="http://schemas.microsoft.com/office/drawing/2014/main" val="300144108"/>
                    </a:ext>
                  </a:extLst>
                </a:gridCol>
              </a:tblGrid>
              <a:tr h="3309550">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Patient HCAHPS Recommendation Rate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CMS Quality Stars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Mortality Average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Readmission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extLst>
                  <a:ext uri="{0D108BD9-81ED-4DB2-BD59-A6C34878D82A}">
                    <a16:rowId xmlns:a16="http://schemas.microsoft.com/office/drawing/2014/main" val="2286023769"/>
                  </a:ext>
                </a:extLst>
              </a:tr>
              <a:tr h="1288451">
                <a:tc>
                  <a:txBody>
                    <a:bodyPr/>
                    <a:lstStyle/>
                    <a:p>
                      <a:pPr algn="r" fontAlgn="b">
                        <a:spcBef>
                          <a:spcPts val="0"/>
                        </a:spcBef>
                        <a:spcAft>
                          <a:spcPts val="0"/>
                        </a:spcAft>
                      </a:pPr>
                      <a:r>
                        <a:rPr lang="en-US" sz="2000" b="0" i="0" u="none" strike="noStrike" dirty="0">
                          <a:solidFill>
                            <a:srgbClr val="000000"/>
                          </a:solidFill>
                          <a:effectLst/>
                          <a:highlight>
                            <a:srgbClr val="B8E1C5"/>
                          </a:highlight>
                          <a:latin typeface="Arial" panose="020B0604020202020204" pitchFamily="34" charset="0"/>
                          <a:cs typeface="Arial" panose="020B0604020202020204" pitchFamily="34" charset="0"/>
                        </a:rPr>
                        <a:t>73%</a:t>
                      </a:r>
                      <a:endParaRPr lang="en-US" sz="4000" b="0" i="0" u="none" strike="noStrike" dirty="0">
                        <a:effectLst/>
                        <a:highlight>
                          <a:srgbClr val="B8E1C5"/>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8E1C5"/>
                    </a:solidFill>
                  </a:tcPr>
                </a:tc>
                <a:tc>
                  <a:txBody>
                    <a:bodyPr/>
                    <a:lstStyle/>
                    <a:p>
                      <a:pPr algn="r" fontAlgn="b">
                        <a:spcBef>
                          <a:spcPts val="0"/>
                        </a:spcBef>
                        <a:spcAft>
                          <a:spcPts val="0"/>
                        </a:spcAft>
                      </a:pPr>
                      <a:r>
                        <a:rPr lang="en-US" sz="2000" b="0" i="0" u="none" strike="noStrike">
                          <a:solidFill>
                            <a:srgbClr val="000000"/>
                          </a:solidFill>
                          <a:effectLst/>
                          <a:highlight>
                            <a:srgbClr val="63BE7B"/>
                          </a:highlight>
                          <a:latin typeface="Arial" panose="020B0604020202020204" pitchFamily="34" charset="0"/>
                          <a:cs typeface="Arial" panose="020B0604020202020204" pitchFamily="34" charset="0"/>
                        </a:rPr>
                        <a:t>99%</a:t>
                      </a:r>
                      <a:endParaRPr lang="en-US" sz="4000" b="0" i="0" u="none" strike="noStrike">
                        <a:effectLst/>
                        <a:highlight>
                          <a:srgbClr val="63BE7B"/>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63BE7B"/>
                    </a:solidFill>
                  </a:tcPr>
                </a:tc>
                <a:tc>
                  <a:txBody>
                    <a:bodyPr/>
                    <a:lstStyle/>
                    <a:p>
                      <a:pPr algn="r" fontAlgn="b">
                        <a:spcBef>
                          <a:spcPts val="0"/>
                        </a:spcBef>
                        <a:spcAft>
                          <a:spcPts val="0"/>
                        </a:spcAft>
                      </a:pPr>
                      <a:r>
                        <a:rPr lang="en-US" sz="2000" b="0" i="0" u="none" strike="noStrike">
                          <a:solidFill>
                            <a:srgbClr val="000000"/>
                          </a:solidFill>
                          <a:effectLst/>
                          <a:highlight>
                            <a:srgbClr val="8ED0A0"/>
                          </a:highlight>
                          <a:latin typeface="Arial" panose="020B0604020202020204" pitchFamily="34" charset="0"/>
                          <a:cs typeface="Arial" panose="020B0604020202020204" pitchFamily="34" charset="0"/>
                        </a:rPr>
                        <a:t>86%</a:t>
                      </a:r>
                      <a:endParaRPr lang="en-US" sz="4000" b="0" i="0" u="none" strike="noStrike">
                        <a:effectLst/>
                        <a:highlight>
                          <a:srgbClr val="8ED0A0"/>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8ED0A0"/>
                    </a:solidFill>
                  </a:tcPr>
                </a:tc>
                <a:tc>
                  <a:txBody>
                    <a:bodyPr/>
                    <a:lstStyle/>
                    <a:p>
                      <a:pPr algn="r" fontAlgn="b">
                        <a:spcBef>
                          <a:spcPts val="0"/>
                        </a:spcBef>
                        <a:spcAft>
                          <a:spcPts val="0"/>
                        </a:spcAft>
                      </a:pPr>
                      <a:r>
                        <a:rPr lang="en-US" sz="2000" b="0" i="0" u="none" strike="noStrike">
                          <a:solidFill>
                            <a:srgbClr val="000000"/>
                          </a:solidFill>
                          <a:effectLst/>
                          <a:highlight>
                            <a:srgbClr val="DDF0E4"/>
                          </a:highlight>
                          <a:latin typeface="Arial" panose="020B0604020202020204" pitchFamily="34" charset="0"/>
                          <a:cs typeface="Arial" panose="020B0604020202020204" pitchFamily="34" charset="0"/>
                        </a:rPr>
                        <a:t>63%</a:t>
                      </a:r>
                      <a:endParaRPr lang="en-US" sz="4000" b="0" i="0" u="none" strike="noStrike">
                        <a:effectLst/>
                        <a:highlight>
                          <a:srgbClr val="DDF0E4"/>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DF0E4"/>
                    </a:solidFill>
                  </a:tcPr>
                </a:tc>
                <a:extLst>
                  <a:ext uri="{0D108BD9-81ED-4DB2-BD59-A6C34878D82A}">
                    <a16:rowId xmlns:a16="http://schemas.microsoft.com/office/drawing/2014/main" val="1456460964"/>
                  </a:ext>
                </a:extLst>
              </a:tr>
              <a:tr h="1288451">
                <a:tc>
                  <a:txBody>
                    <a:bodyPr/>
                    <a:lstStyle/>
                    <a:p>
                      <a:pPr algn="r" fontAlgn="b">
                        <a:spcBef>
                          <a:spcPts val="0"/>
                        </a:spcBef>
                        <a:spcAft>
                          <a:spcPts val="0"/>
                        </a:spcAft>
                      </a:pPr>
                      <a:r>
                        <a:rPr lang="en-US" sz="2000" b="0" i="0" u="none" strike="noStrike">
                          <a:solidFill>
                            <a:srgbClr val="000000"/>
                          </a:solidFill>
                          <a:effectLst/>
                          <a:highlight>
                            <a:srgbClr val="FCFCFF"/>
                          </a:highlight>
                          <a:latin typeface="Arial" panose="020B0604020202020204" pitchFamily="34" charset="0"/>
                          <a:cs typeface="Arial" panose="020B0604020202020204" pitchFamily="34" charset="0"/>
                        </a:rPr>
                        <a:t>53%</a:t>
                      </a:r>
                      <a:endParaRPr lang="en-US" sz="4000" b="0" i="0" u="none" strike="noStrike">
                        <a:effectLst/>
                        <a:highlight>
                          <a:srgbClr val="FCFCFF"/>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FCFCFF"/>
                    </a:solidFill>
                  </a:tcPr>
                </a:tc>
                <a:tc>
                  <a:txBody>
                    <a:bodyPr/>
                    <a:lstStyle/>
                    <a:p>
                      <a:pPr algn="r" fontAlgn="b">
                        <a:spcBef>
                          <a:spcPts val="0"/>
                        </a:spcBef>
                        <a:spcAft>
                          <a:spcPts val="0"/>
                        </a:spcAft>
                      </a:pPr>
                      <a:r>
                        <a:rPr lang="en-US" sz="2000" b="0" i="0" u="none" strike="noStrike" dirty="0">
                          <a:solidFill>
                            <a:srgbClr val="000000"/>
                          </a:solidFill>
                          <a:effectLst/>
                          <a:highlight>
                            <a:srgbClr val="ECF6F1"/>
                          </a:highlight>
                          <a:latin typeface="Arial" panose="020B0604020202020204" pitchFamily="34" charset="0"/>
                          <a:cs typeface="Arial" panose="020B0604020202020204" pitchFamily="34" charset="0"/>
                        </a:rPr>
                        <a:t>58%</a:t>
                      </a:r>
                      <a:endParaRPr lang="en-US" sz="4000" b="0" i="0" u="none" strike="noStrike" dirty="0">
                        <a:effectLst/>
                        <a:highlight>
                          <a:srgbClr val="ECF6F1"/>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ECF6F1"/>
                    </a:solidFill>
                  </a:tcPr>
                </a:tc>
                <a:tc>
                  <a:txBody>
                    <a:bodyPr/>
                    <a:lstStyle/>
                    <a:p>
                      <a:pPr algn="r" fontAlgn="b">
                        <a:spcBef>
                          <a:spcPts val="0"/>
                        </a:spcBef>
                        <a:spcAft>
                          <a:spcPts val="0"/>
                        </a:spcAft>
                      </a:pPr>
                      <a:r>
                        <a:rPr lang="en-US" sz="2000" b="0" i="0" u="none" strike="noStrike">
                          <a:solidFill>
                            <a:srgbClr val="000000"/>
                          </a:solidFill>
                          <a:effectLst/>
                          <a:highlight>
                            <a:srgbClr val="BDE3C9"/>
                          </a:highlight>
                          <a:latin typeface="Arial" panose="020B0604020202020204" pitchFamily="34" charset="0"/>
                          <a:cs typeface="Arial" panose="020B0604020202020204" pitchFamily="34" charset="0"/>
                        </a:rPr>
                        <a:t>72%</a:t>
                      </a:r>
                      <a:endParaRPr lang="en-US" sz="4000" b="0" i="0" u="none" strike="noStrike">
                        <a:effectLst/>
                        <a:highlight>
                          <a:srgbClr val="BDE3C9"/>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DE3C9"/>
                    </a:solidFill>
                  </a:tcPr>
                </a:tc>
                <a:tc>
                  <a:txBody>
                    <a:bodyPr/>
                    <a:lstStyle/>
                    <a:p>
                      <a:pPr algn="r" fontAlgn="b">
                        <a:spcBef>
                          <a:spcPts val="0"/>
                        </a:spcBef>
                        <a:spcAft>
                          <a:spcPts val="0"/>
                        </a:spcAft>
                      </a:pPr>
                      <a:r>
                        <a:rPr lang="en-US" sz="2000" b="0" i="0" u="none" strike="noStrike" dirty="0">
                          <a:solidFill>
                            <a:srgbClr val="000000"/>
                          </a:solidFill>
                          <a:effectLst/>
                          <a:highlight>
                            <a:srgbClr val="DBEFE3"/>
                          </a:highlight>
                          <a:latin typeface="Arial" panose="020B0604020202020204" pitchFamily="34" charset="0"/>
                          <a:cs typeface="Arial" panose="020B0604020202020204" pitchFamily="34" charset="0"/>
                        </a:rPr>
                        <a:t>63%</a:t>
                      </a:r>
                      <a:endParaRPr lang="en-US" sz="4000" b="0" i="0" u="none" strike="noStrike" dirty="0">
                        <a:effectLst/>
                        <a:highlight>
                          <a:srgbClr val="DBEFE3"/>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BEFE3"/>
                    </a:solidFill>
                  </a:tcPr>
                </a:tc>
                <a:extLst>
                  <a:ext uri="{0D108BD9-81ED-4DB2-BD59-A6C34878D82A}">
                    <a16:rowId xmlns:a16="http://schemas.microsoft.com/office/drawing/2014/main" val="543260720"/>
                  </a:ext>
                </a:extLst>
              </a:tr>
            </a:tbl>
          </a:graphicData>
        </a:graphic>
      </p:graphicFrame>
      <p:pic>
        <p:nvPicPr>
          <p:cNvPr id="5" name="Picture 2" descr="Welcome to Lehigh Valley Health Network ...">
            <a:extLst>
              <a:ext uri="{FF2B5EF4-FFF2-40B4-BE49-F238E27FC236}">
                <a16:creationId xmlns:a16="http://schemas.microsoft.com/office/drawing/2014/main" id="{F9CBBC25-2379-DA66-C994-34C7894D093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70112" y="4895461"/>
            <a:ext cx="2266950" cy="4506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t. Luke's University Health Network's 150th Anniversary">
            <a:extLst>
              <a:ext uri="{FF2B5EF4-FFF2-40B4-BE49-F238E27FC236}">
                <a16:creationId xmlns:a16="http://schemas.microsoft.com/office/drawing/2014/main" id="{359DA4E3-A816-8BBD-E4DF-EBB8182B642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266693" y="3419623"/>
            <a:ext cx="1505331" cy="7907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F85B4F-4461-B17C-D1D9-5A4173F20833}"/>
              </a:ext>
            </a:extLst>
          </p:cNvPr>
          <p:cNvSpPr txBox="1"/>
          <p:nvPr/>
        </p:nvSpPr>
        <p:spPr>
          <a:xfrm>
            <a:off x="3019358" y="6015534"/>
            <a:ext cx="8788525"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Source: CMS measurements of HCAHPS patient experience (percent who would strongly recommend), CMS Stars, high-variation mortality rates and high-variation readmission rates all shown as percentiles compared to all hospitals nationally, with the 99</a:t>
            </a:r>
            <a:r>
              <a:rPr kumimoji="0" lang="en-US" sz="1400" b="0" i="0" u="none" strike="noStrike" kern="1200" cap="none" spc="0" normalizeH="0" baseline="30000" noProof="0" dirty="0">
                <a:ln>
                  <a:noFill/>
                </a:ln>
                <a:solidFill>
                  <a:srgbClr val="5B5B5B"/>
                </a:solidFill>
                <a:effectLst/>
                <a:uLnTx/>
                <a:uFillTx/>
                <a:latin typeface="Arial" panose="020B0604020202020204" pitchFamily="34" charset="0"/>
                <a:cs typeface="Arial" panose="020B0604020202020204" pitchFamily="34" charset="0"/>
              </a:rPr>
              <a:t>th</a:t>
            </a: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 percentile being the best. </a:t>
            </a:r>
          </a:p>
        </p:txBody>
      </p:sp>
      <p:sp>
        <p:nvSpPr>
          <p:cNvPr id="7" name="Rectangle 6">
            <a:extLst>
              <a:ext uri="{FF2B5EF4-FFF2-40B4-BE49-F238E27FC236}">
                <a16:creationId xmlns:a16="http://schemas.microsoft.com/office/drawing/2014/main" id="{06EC2811-E3FF-9DAD-A862-D025B8B049B2}"/>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58B5BAC4-765B-3901-8C3A-00577DDBB959}"/>
              </a:ext>
            </a:extLst>
          </p:cNvPr>
          <p:cNvSpPr>
            <a:spLocks noGrp="1"/>
          </p:cNvSpPr>
          <p:nvPr>
            <p:ph type="title"/>
          </p:nvPr>
        </p:nvSpPr>
        <p:spPr>
          <a:xfrm>
            <a:off x="1143446" y="281668"/>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Leading </a:t>
            </a:r>
            <a:r>
              <a:rPr lang="en-US" sz="4000" b="1" dirty="0">
                <a:solidFill>
                  <a:srgbClr val="59CAE8"/>
                </a:solidFill>
                <a:latin typeface="Arial" panose="020B0604020202020204" pitchFamily="34" charset="0"/>
                <a:cs typeface="Arial" panose="020B0604020202020204" pitchFamily="34" charset="0"/>
              </a:rPr>
              <a:t>Care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8920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AFA2A0DF-5447-9DFA-147E-C70145DBB6EE}"/>
              </a:ext>
            </a:extLst>
          </p:cNvPr>
          <p:cNvGraphicFramePr>
            <a:graphicFrameLocks noGrp="1"/>
          </p:cNvGraphicFramePr>
          <p:nvPr>
            <p:ph idx="1"/>
            <p:extLst>
              <p:ext uri="{D42A27DB-BD31-4B8C-83A1-F6EECF244321}">
                <p14:modId xmlns:p14="http://schemas.microsoft.com/office/powerpoint/2010/main" val="2319058349"/>
              </p:ext>
            </p:extLst>
          </p:nvPr>
        </p:nvGraphicFramePr>
        <p:xfrm>
          <a:off x="1460500" y="2225675"/>
          <a:ext cx="10506457" cy="3337259"/>
        </p:xfrm>
        <a:graphic>
          <a:graphicData uri="http://schemas.openxmlformats.org/drawingml/2006/table">
            <a:tbl>
              <a:tblPr firstRow="1" bandRow="1"/>
              <a:tblGrid>
                <a:gridCol w="4496672">
                  <a:extLst>
                    <a:ext uri="{9D8B030D-6E8A-4147-A177-3AD203B41FA5}">
                      <a16:colId xmlns:a16="http://schemas.microsoft.com/office/drawing/2014/main" val="3878184201"/>
                    </a:ext>
                  </a:extLst>
                </a:gridCol>
                <a:gridCol w="3108378">
                  <a:extLst>
                    <a:ext uri="{9D8B030D-6E8A-4147-A177-3AD203B41FA5}">
                      <a16:colId xmlns:a16="http://schemas.microsoft.com/office/drawing/2014/main" val="184236409"/>
                    </a:ext>
                  </a:extLst>
                </a:gridCol>
                <a:gridCol w="2901407">
                  <a:extLst>
                    <a:ext uri="{9D8B030D-6E8A-4147-A177-3AD203B41FA5}">
                      <a16:colId xmlns:a16="http://schemas.microsoft.com/office/drawing/2014/main" val="1684919295"/>
                    </a:ext>
                  </a:extLst>
                </a:gridCol>
              </a:tblGrid>
              <a:tr h="764963">
                <a:tc>
                  <a:txBody>
                    <a:bodyPr/>
                    <a:lstStyle/>
                    <a:p>
                      <a:pPr algn="l" fontAlgn="b"/>
                      <a:r>
                        <a:rPr lang="en-US" sz="2200" b="0" i="0" u="none" strike="noStrike" dirty="0">
                          <a:solidFill>
                            <a:srgbClr val="000000"/>
                          </a:solidFill>
                          <a:effectLst/>
                          <a:latin typeface="Calibri" panose="020F0502020204030204" pitchFamily="34" charset="0"/>
                        </a:rPr>
                        <a:t>Hospital</a:t>
                      </a:r>
                    </a:p>
                  </a:txBody>
                  <a:tcPr marL="19105" marR="19105" marT="19105" marB="0" anchor="b">
                    <a:lnL>
                      <a:noFill/>
                    </a:lnL>
                    <a:lnR>
                      <a:noFill/>
                    </a:lnR>
                    <a:lnT>
                      <a:noFill/>
                    </a:lnT>
                    <a:lnB>
                      <a:noFill/>
                    </a:lnB>
                    <a:noFill/>
                  </a:tcPr>
                </a:tc>
                <a:tc>
                  <a:txBody>
                    <a:bodyPr/>
                    <a:lstStyle/>
                    <a:p>
                      <a:pPr algn="l" fontAlgn="b"/>
                      <a:r>
                        <a:rPr lang="en-US" sz="2200" b="0" i="0" u="none" strike="noStrike" dirty="0">
                          <a:solidFill>
                            <a:srgbClr val="000000"/>
                          </a:solidFill>
                          <a:effectLst/>
                          <a:latin typeface="Calibri" panose="020F0502020204030204" pitchFamily="34" charset="0"/>
                        </a:rPr>
                        <a:t>Rand Outpatient Services Percent of Medicare</a:t>
                      </a:r>
                    </a:p>
                  </a:txBody>
                  <a:tcPr marL="19105" marR="19105" marT="19105" marB="0" anchor="b">
                    <a:lnL>
                      <a:noFill/>
                    </a:lnL>
                    <a:lnR>
                      <a:noFill/>
                    </a:lnR>
                    <a:lnT>
                      <a:noFill/>
                    </a:lnT>
                    <a:lnB>
                      <a:noFill/>
                    </a:lnB>
                    <a:noFill/>
                  </a:tcPr>
                </a:tc>
                <a:tc>
                  <a:txBody>
                    <a:bodyPr/>
                    <a:lstStyle/>
                    <a:p>
                      <a:pPr algn="l" fontAlgn="b"/>
                      <a:r>
                        <a:rPr lang="en-US" sz="2200" b="0" i="0" u="none" strike="noStrike">
                          <a:solidFill>
                            <a:srgbClr val="000000"/>
                          </a:solidFill>
                          <a:effectLst/>
                          <a:latin typeface="Calibri" panose="020F0502020204030204" pitchFamily="34" charset="0"/>
                        </a:rPr>
                        <a:t>Rand Inpatient Services Percent of Medicare</a:t>
                      </a:r>
                    </a:p>
                  </a:txBody>
                  <a:tcPr marL="19105" marR="19105" marT="19105" marB="0" anchor="b">
                    <a:lnL>
                      <a:noFill/>
                    </a:lnL>
                    <a:lnR>
                      <a:noFill/>
                    </a:lnR>
                    <a:lnT>
                      <a:noFill/>
                    </a:lnT>
                    <a:lnB>
                      <a:noFill/>
                    </a:lnB>
                    <a:noFill/>
                  </a:tcPr>
                </a:tc>
                <a:extLst>
                  <a:ext uri="{0D108BD9-81ED-4DB2-BD59-A6C34878D82A}">
                    <a16:rowId xmlns:a16="http://schemas.microsoft.com/office/drawing/2014/main" val="1885184669"/>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Anderson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B073"/>
                          </a:highlight>
                          <a:latin typeface="Calibri" panose="020F0502020204030204" pitchFamily="34" charset="0"/>
                        </a:rPr>
                        <a:t>290%</a:t>
                      </a:r>
                    </a:p>
                  </a:txBody>
                  <a:tcPr marL="19105" marR="19105" marT="19105" marB="0" anchor="b">
                    <a:lnL>
                      <a:noFill/>
                    </a:lnL>
                    <a:lnR>
                      <a:noFill/>
                    </a:lnR>
                    <a:lnT>
                      <a:noFill/>
                    </a:lnT>
                    <a:lnB>
                      <a:noFill/>
                    </a:lnB>
                    <a:solidFill>
                      <a:srgbClr val="F9B073"/>
                    </a:solidFill>
                  </a:tcPr>
                </a:tc>
                <a:tc>
                  <a:txBody>
                    <a:bodyPr/>
                    <a:lstStyle/>
                    <a:p>
                      <a:pPr algn="r" fontAlgn="b"/>
                      <a:r>
                        <a:rPr lang="en-US" sz="2200" b="0" i="0" u="none" strike="noStrike">
                          <a:solidFill>
                            <a:srgbClr val="000000"/>
                          </a:solidFill>
                          <a:effectLst/>
                          <a:highlight>
                            <a:srgbClr val="FABA85"/>
                          </a:highlight>
                          <a:latin typeface="Calibri" panose="020F0502020204030204" pitchFamily="34" charset="0"/>
                        </a:rPr>
                        <a:t>280%</a:t>
                      </a:r>
                    </a:p>
                  </a:txBody>
                  <a:tcPr marL="19105" marR="19105" marT="19105" marB="0" anchor="b">
                    <a:lnL>
                      <a:noFill/>
                    </a:lnL>
                    <a:lnR>
                      <a:noFill/>
                    </a:lnR>
                    <a:lnT>
                      <a:noFill/>
                    </a:lnT>
                    <a:lnB>
                      <a:noFill/>
                    </a:lnB>
                    <a:solidFill>
                      <a:srgbClr val="FABA85"/>
                    </a:solidFill>
                  </a:tcPr>
                </a:tc>
                <a:extLst>
                  <a:ext uri="{0D108BD9-81ED-4DB2-BD59-A6C34878D82A}">
                    <a16:rowId xmlns:a16="http://schemas.microsoft.com/office/drawing/2014/main" val="4015801012"/>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Upper Bucks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AE70"/>
                          </a:highlight>
                          <a:latin typeface="Calibri" panose="020F0502020204030204" pitchFamily="34" charset="0"/>
                        </a:rPr>
                        <a:t>292%</a:t>
                      </a:r>
                    </a:p>
                  </a:txBody>
                  <a:tcPr marL="19105" marR="19105" marT="19105" marB="0" anchor="b">
                    <a:lnL>
                      <a:noFill/>
                    </a:lnL>
                    <a:lnR>
                      <a:noFill/>
                    </a:lnR>
                    <a:lnT>
                      <a:noFill/>
                    </a:lnT>
                    <a:lnB>
                      <a:noFill/>
                    </a:lnB>
                    <a:solidFill>
                      <a:srgbClr val="F9AE70"/>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873359961"/>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Bethlehem</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AB379"/>
                          </a:highlight>
                          <a:latin typeface="Calibri" panose="020F0502020204030204" pitchFamily="34" charset="0"/>
                        </a:rPr>
                        <a:t>287%</a:t>
                      </a:r>
                    </a:p>
                  </a:txBody>
                  <a:tcPr marL="19105" marR="19105" marT="19105" marB="0" anchor="b">
                    <a:lnL>
                      <a:noFill/>
                    </a:lnL>
                    <a:lnR>
                      <a:noFill/>
                    </a:lnR>
                    <a:lnT>
                      <a:noFill/>
                    </a:lnT>
                    <a:lnB>
                      <a:noFill/>
                    </a:lnB>
                    <a:solidFill>
                      <a:srgbClr val="FAB379"/>
                    </a:solidFill>
                  </a:tcPr>
                </a:tc>
                <a:tc>
                  <a:txBody>
                    <a:bodyPr/>
                    <a:lstStyle/>
                    <a:p>
                      <a:pPr algn="r" fontAlgn="b"/>
                      <a:r>
                        <a:rPr lang="en-US" sz="2200" b="0" i="0" u="none" strike="noStrike">
                          <a:solidFill>
                            <a:srgbClr val="000000"/>
                          </a:solidFill>
                          <a:effectLst/>
                          <a:highlight>
                            <a:srgbClr val="FFFDFC"/>
                          </a:highlight>
                          <a:latin typeface="Calibri" panose="020F0502020204030204" pitchFamily="34" charset="0"/>
                        </a:rPr>
                        <a:t>214%</a:t>
                      </a:r>
                    </a:p>
                  </a:txBody>
                  <a:tcPr marL="19105" marR="19105" marT="19105" marB="0" anchor="b">
                    <a:lnL>
                      <a:noFill/>
                    </a:lnL>
                    <a:lnR>
                      <a:noFill/>
                    </a:lnR>
                    <a:lnT>
                      <a:noFill/>
                    </a:lnT>
                    <a:lnB>
                      <a:noFill/>
                    </a:lnB>
                    <a:solidFill>
                      <a:srgbClr val="FFFDFC"/>
                    </a:solidFill>
                  </a:tcPr>
                </a:tc>
                <a:extLst>
                  <a:ext uri="{0D108BD9-81ED-4DB2-BD59-A6C34878D82A}">
                    <a16:rowId xmlns:a16="http://schemas.microsoft.com/office/drawing/2014/main" val="195949457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Warren Hospital</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CD8B9"/>
                          </a:highligh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205911860"/>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 Easton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FFFFF"/>
                          </a:highlight>
                          <a:latin typeface="Calibri" panose="020F0502020204030204" pitchFamily="34" charset="0"/>
                        </a:rPr>
                        <a:t>212%</a:t>
                      </a:r>
                    </a:p>
                  </a:txBody>
                  <a:tcPr marL="19105" marR="19105" marT="19105" marB="0" anchor="b">
                    <a:lnL>
                      <a:noFill/>
                    </a:lnL>
                    <a:lnR>
                      <a:noFill/>
                    </a:lnR>
                    <a:lnT>
                      <a:noFill/>
                    </a:lnT>
                    <a:lnB>
                      <a:noFill/>
                    </a:lnB>
                    <a:solidFill>
                      <a:srgbClr val="FFFFFF"/>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2759948968"/>
                  </a:ext>
                </a:extLst>
              </a:tr>
              <a:tr h="428716">
                <a:tc>
                  <a:txBody>
                    <a:bodyPr/>
                    <a:lstStyle/>
                    <a:p>
                      <a:pPr algn="l" fontAlgn="b"/>
                      <a:r>
                        <a:rPr lang="en-US" sz="2200" b="0" i="0" u="none" strike="noStrike">
                          <a:solidFill>
                            <a:srgbClr val="000000"/>
                          </a:solidFill>
                          <a:effectLst/>
                          <a:latin typeface="Calibri" panose="020F0502020204030204" pitchFamily="34" charset="0"/>
                        </a:rPr>
                        <a:t>Lehigh Valley Hospital Cedar Crest</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79646"/>
                          </a:highlight>
                          <a:latin typeface="Calibri" panose="020F0502020204030204" pitchFamily="34" charset="0"/>
                        </a:rPr>
                        <a:t>315%</a:t>
                      </a:r>
                    </a:p>
                  </a:txBody>
                  <a:tcPr marL="19105" marR="19105" marT="19105" marB="0" anchor="b">
                    <a:lnL>
                      <a:noFill/>
                    </a:lnL>
                    <a:lnR>
                      <a:noFill/>
                    </a:lnR>
                    <a:lnT>
                      <a:noFill/>
                    </a:lnT>
                    <a:lnB>
                      <a:noFill/>
                    </a:lnB>
                    <a:solidFill>
                      <a:srgbClr val="F79646"/>
                    </a:solidFill>
                  </a:tcPr>
                </a:tc>
                <a:tc>
                  <a:txBody>
                    <a:bodyPr/>
                    <a:lstStyle/>
                    <a:p>
                      <a:pPr algn="r" fontAlgn="b"/>
                      <a:r>
                        <a:rPr lang="en-US" sz="2200" b="0" i="0" u="none" strike="noStrike" dirty="0">
                          <a:solidFill>
                            <a:srgbClr val="000000"/>
                          </a:solidFill>
                          <a:effectLst/>
                          <a:highlight>
                            <a:srgbClr val="FDDABD"/>
                          </a:highlight>
                          <a:latin typeface="Calibri" panose="020F0502020204030204" pitchFamily="34" charset="0"/>
                        </a:rPr>
                        <a:t>249%</a:t>
                      </a:r>
                    </a:p>
                  </a:txBody>
                  <a:tcPr marL="19105" marR="19105" marT="19105" marB="0" anchor="b">
                    <a:lnL>
                      <a:noFill/>
                    </a:lnL>
                    <a:lnR>
                      <a:noFill/>
                    </a:lnR>
                    <a:lnT>
                      <a:noFill/>
                    </a:lnT>
                    <a:lnB>
                      <a:noFill/>
                    </a:lnB>
                    <a:solidFill>
                      <a:srgbClr val="FDDABD"/>
                    </a:solidFill>
                  </a:tcPr>
                </a:tc>
                <a:extLst>
                  <a:ext uri="{0D108BD9-81ED-4DB2-BD59-A6C34878D82A}">
                    <a16:rowId xmlns:a16="http://schemas.microsoft.com/office/drawing/2014/main" val="2437637617"/>
                  </a:ext>
                </a:extLst>
              </a:tr>
            </a:tbl>
          </a:graphicData>
        </a:graphic>
      </p:graphicFrame>
      <p:sp>
        <p:nvSpPr>
          <p:cNvPr id="3" name="TextBox 2">
            <a:extLst>
              <a:ext uri="{FF2B5EF4-FFF2-40B4-BE49-F238E27FC236}">
                <a16:creationId xmlns:a16="http://schemas.microsoft.com/office/drawing/2014/main" id="{76CBA33A-A09D-F008-EFF9-25B34FFB78DA}"/>
              </a:ext>
            </a:extLst>
          </p:cNvPr>
          <p:cNvSpPr txBox="1"/>
          <p:nvPr/>
        </p:nvSpPr>
        <p:spPr>
          <a:xfrm>
            <a:off x="2813414" y="5982133"/>
            <a:ext cx="878852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RAND round 5 hospital cost data: https://www.rand.org/pubs/research_reports/RRA1144-2.html</a:t>
            </a:r>
          </a:p>
        </p:txBody>
      </p:sp>
      <p:sp>
        <p:nvSpPr>
          <p:cNvPr id="5" name="Rectangle 4">
            <a:extLst>
              <a:ext uri="{FF2B5EF4-FFF2-40B4-BE49-F238E27FC236}">
                <a16:creationId xmlns:a16="http://schemas.microsoft.com/office/drawing/2014/main" id="{071177CF-501D-49B4-18C3-24177CC6F96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DFF233D9-7F19-9283-14DF-A46881A805AF}"/>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SLUHN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Care at </a:t>
            </a:r>
            <a:r>
              <a:rPr lang="en-US" sz="4000" b="1" dirty="0">
                <a:solidFill>
                  <a:srgbClr val="59CAE8"/>
                </a:solidFill>
                <a:latin typeface="Arial" panose="020B0604020202020204" pitchFamily="34" charset="0"/>
                <a:cs typeface="Arial" panose="020B0604020202020204" pitchFamily="34" charset="0"/>
              </a:rPr>
              <a:t>Value Pricing</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6184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SLUHN’s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SLUHN’s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SLUHN</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SLUHN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4" descr="St. Luke's University Health Network's 150th Anniversary">
            <a:extLst>
              <a:ext uri="{FF2B5EF4-FFF2-40B4-BE49-F238E27FC236}">
                <a16:creationId xmlns:a16="http://schemas.microsoft.com/office/drawing/2014/main" id="{A601C53D-270A-F96F-E93A-2884C7DD245B}"/>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721850" y="4104340"/>
            <a:ext cx="1123950" cy="59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19</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BENEFIT PLAN DESIGNS THAT OPTIMIZE STEERAGE TO SLUHN</a:t>
            </a:r>
          </a:p>
        </p:txBody>
      </p:sp>
      <p:pic>
        <p:nvPicPr>
          <p:cNvPr id="5" name="Picture 4" descr="St. Luke's University Health Network's 150th Anniversary">
            <a:extLst>
              <a:ext uri="{FF2B5EF4-FFF2-40B4-BE49-F238E27FC236}">
                <a16:creationId xmlns:a16="http://schemas.microsoft.com/office/drawing/2014/main" id="{DF60A471-4B8E-0C1D-0527-74B37F295BF6}"/>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378950" y="5036083"/>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0" y="5162550"/>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34.  </a:t>
            </a:r>
          </a:p>
          <a:p>
            <a:pPr marL="285750" indent="-285750">
              <a:buFont typeface="Arial" panose="020B0604020202020204" pitchFamily="34" charset="0"/>
              <a:buChar char="•"/>
            </a:pPr>
            <a:r>
              <a:rPr lang="en-US" sz="1600" dirty="0"/>
              <a:t>Financial projections do not include 340B contribution margin, which could represent $136 pmpm based upon optimizing 340B through plan design, SLUHN’s approved site(s) with network integration, and development of SLUHN’s proprietary PBM program.</a:t>
            </a:r>
            <a:r>
              <a:rPr lang="en-US" sz="1600" dirty="0">
                <a:highlight>
                  <a:srgbClr val="FFFF00"/>
                </a:highlight>
              </a:rPr>
              <a:t>   </a:t>
            </a:r>
          </a:p>
        </p:txBody>
      </p:sp>
      <p:graphicFrame>
        <p:nvGraphicFramePr>
          <p:cNvPr id="2" name="Table 1">
            <a:extLst>
              <a:ext uri="{FF2B5EF4-FFF2-40B4-BE49-F238E27FC236}">
                <a16:creationId xmlns:a16="http://schemas.microsoft.com/office/drawing/2014/main" id="{0EB10D4E-9A35-265C-22A2-62E2983BD4B8}"/>
              </a:ext>
            </a:extLst>
          </p:cNvPr>
          <p:cNvGraphicFramePr>
            <a:graphicFrameLocks noGrp="1"/>
          </p:cNvGraphicFramePr>
          <p:nvPr>
            <p:extLst>
              <p:ext uri="{D42A27DB-BD31-4B8C-83A1-F6EECF244321}">
                <p14:modId xmlns:p14="http://schemas.microsoft.com/office/powerpoint/2010/main" val="1376078622"/>
              </p:ext>
            </p:extLst>
          </p:nvPr>
        </p:nvGraphicFramePr>
        <p:xfrm>
          <a:off x="1936575" y="499901"/>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lang="en-US" sz="1400" b="1" i="0" u="none" cap="none" dirty="0">
                          <a:solidFill>
                            <a:srgbClr val="FFFFFF">
                              <a:alpha val="100000"/>
                            </a:srgbClr>
                          </a:solidFill>
                          <a:latin typeface="Arial"/>
                          <a:cs typeface="Arial"/>
                          <a:sym typeface="Arial"/>
                        </a:rPr>
                        <a:t>Target Estimate</a:t>
                      </a:r>
                      <a:endParaRPr sz="1400" b="1" i="0" u="none" cap="none" dirty="0">
                        <a:solidFill>
                          <a:srgbClr val="FFFFFF">
                            <a:alpha val="100000"/>
                          </a:srgbClr>
                        </a:solidFill>
                        <a:latin typeface="Arial"/>
                        <a:cs typeface="Arial"/>
                        <a:sym typeface="Arial"/>
                      </a:endParaRP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3,682K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7,364K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$ 1,256K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$ 2,064K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$ 25,687K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$ 18,409K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$ 5,999K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$ 3,635K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$29,114K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$ 8,255K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$ 73,635K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$23,996K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$15,741K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$15,531K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$58,228K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$16,510K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$147,270K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$47,991K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$31,482K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$31,392K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21</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Key Benefits DTE strategy positioned SLUHN to dramatically grow commercial market share by lowering per-employee plan costs by 11% to 17%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SLUHN can demonstrate greater completion rates for Standards of Care for the Chronically Ill, driving better care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SLUHN’s managed care processes will only turbocharge the overall results – Positioning SLUHN as the transformational PA healthcare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SLUHN </a:t>
            </a:r>
            <a:r>
              <a:rPr lang="en-US" sz="2400" b="1" cap="small" dirty="0">
                <a:solidFill>
                  <a:srgbClr val="000B2E"/>
                </a:solidFill>
              </a:rPr>
              <a:t>CAN PROMOTE THESE RESULTS FOR ITS OWN PROGRAM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22</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TO SLUHN EPIC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the Epic medical system.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23</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SLUHN’s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SLUHN’s 340B drug pricing program</a:t>
            </a:r>
          </a:p>
          <a:p>
            <a:pPr marL="285753" indent="-285753">
              <a:spcBef>
                <a:spcPts val="600"/>
              </a:spcBef>
              <a:buFont typeface="Wingdings" panose="05000000000000000000" pitchFamily="2" charset="2"/>
              <a:buChar char="§"/>
            </a:pPr>
            <a:r>
              <a:rPr lang="en-US" sz="2000" dirty="0">
                <a:solidFill>
                  <a:schemeClr val="bg1"/>
                </a:solidFill>
              </a:rPr>
              <a:t>Allows SLUHN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24</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25</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3572426963"/>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26</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27</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28</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SLUHN’s 2021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1397688172"/>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SLUHN</a:t>
                      </a:r>
                    </a:p>
                  </a:txBody>
                  <a:tcPr>
                    <a:solidFill>
                      <a:schemeClr val="accent3">
                        <a:lumMod val="20000"/>
                        <a:lumOff val="80000"/>
                      </a:schemeClr>
                    </a:solidFill>
                  </a:tcPr>
                </a:tc>
                <a:tc>
                  <a:txBody>
                    <a:bodyPr/>
                    <a:lstStyle/>
                    <a:p>
                      <a:pPr algn="ctr"/>
                      <a:r>
                        <a:rPr lang="en-US" sz="1400" dirty="0">
                          <a:solidFill>
                            <a:schemeClr val="accent1">
                              <a:lumMod val="75000"/>
                            </a:schemeClr>
                          </a:solidFill>
                        </a:rPr>
                        <a:t>281,887</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$2,156,631K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89,723</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$433,572K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18,822</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$217,073K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7%</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11,068</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($89,161,975K)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162,274</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$1,507,987K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58%</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SLUHN estimates commercial insurance reimbursements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1,507,987K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233%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1,513,400K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3,021,387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1,797,716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$1,223,671K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41%</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233%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648,318K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650,645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1,298,963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1,797,716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-498,753</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-38%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2780090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2">
            <a:extLst>
              <a:ext uri="{FF2B5EF4-FFF2-40B4-BE49-F238E27FC236}">
                <a16:creationId xmlns:a16="http://schemas.microsoft.com/office/drawing/2014/main" id="{4E8EAD19-4774-4C90-71AE-EC2459799810}"/>
              </a:ext>
            </a:extLst>
          </p:cNvPr>
          <p:cNvGraphicFramePr>
            <a:graphicFrameLocks noGrp="1"/>
          </p:cNvGraphicFramePr>
          <p:nvPr>
            <p:extLst>
              <p:ext uri="{D42A27DB-BD31-4B8C-83A1-F6EECF244321}">
                <p14:modId xmlns:p14="http://schemas.microsoft.com/office/powerpoint/2010/main" val="3739011176"/>
              </p:ext>
            </p:extLst>
          </p:nvPr>
        </p:nvGraphicFramePr>
        <p:xfrm>
          <a:off x="1079500" y="931916"/>
          <a:ext cx="10033000" cy="4866640"/>
        </p:xfrm>
        <a:graphic>
          <a:graphicData uri="http://schemas.openxmlformats.org/drawingml/2006/table">
            <a:tbl>
              <a:tblPr/>
              <a:tblGrid>
                <a:gridCol w="3203988">
                  <a:extLst>
                    <a:ext uri="{9D8B030D-6E8A-4147-A177-3AD203B41FA5}">
                      <a16:colId xmlns:a16="http://schemas.microsoft.com/office/drawing/2014/main" val="20000"/>
                    </a:ext>
                  </a:extLst>
                </a:gridCol>
                <a:gridCol w="955035">
                  <a:extLst>
                    <a:ext uri="{9D8B030D-6E8A-4147-A177-3AD203B41FA5}">
                      <a16:colId xmlns:a16="http://schemas.microsoft.com/office/drawing/2014/main" val="20001"/>
                    </a:ext>
                  </a:extLst>
                </a:gridCol>
                <a:gridCol w="1170688">
                  <a:extLst>
                    <a:ext uri="{9D8B030D-6E8A-4147-A177-3AD203B41FA5}">
                      <a16:colId xmlns:a16="http://schemas.microsoft.com/office/drawing/2014/main" val="20002"/>
                    </a:ext>
                  </a:extLst>
                </a:gridCol>
                <a:gridCol w="1622532">
                  <a:extLst>
                    <a:ext uri="{9D8B030D-6E8A-4147-A177-3AD203B41FA5}">
                      <a16:colId xmlns:a16="http://schemas.microsoft.com/office/drawing/2014/main" val="20003"/>
                    </a:ext>
                  </a:extLst>
                </a:gridCol>
                <a:gridCol w="1458225">
                  <a:extLst>
                    <a:ext uri="{9D8B030D-6E8A-4147-A177-3AD203B41FA5}">
                      <a16:colId xmlns:a16="http://schemas.microsoft.com/office/drawing/2014/main" val="20004"/>
                    </a:ext>
                  </a:extLst>
                </a:gridCol>
                <a:gridCol w="1622532">
                  <a:extLst>
                    <a:ext uri="{9D8B030D-6E8A-4147-A177-3AD203B41FA5}">
                      <a16:colId xmlns:a16="http://schemas.microsoft.com/office/drawing/2014/main" val="20005"/>
                    </a:ext>
                  </a:extLst>
                </a:gridCol>
              </a:tblGrid>
              <a:tr h="491958">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Outpatient Percent of Market Total (Assuming 56%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Warren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92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368,161.2K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628,908.6K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Quakertown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59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279,999.3K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443,390.2K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a:t>
                      </a:r>
                      <a:r>
                        <a:rPr lang="en-US" sz="1000" b="0" i="0" u="none" cap="none" dirty="0">
                          <a:solidFill>
                            <a:schemeClr val="accent1"/>
                          </a:solidFill>
                          <a:latin typeface="Arial"/>
                          <a:cs typeface="Arial"/>
                          <a:sym typeface="Arial"/>
                        </a:rPr>
                        <a:t>e</a:t>
                      </a:r>
                      <a:r>
                        <a:rPr sz="1000" b="0" i="0" u="none" cap="none" dirty="0">
                          <a:solidFill>
                            <a:schemeClr val="accent1"/>
                          </a:solidFill>
                          <a:latin typeface="Arial"/>
                          <a:cs typeface="Arial"/>
                          <a:sym typeface="Arial"/>
                        </a:rPr>
                        <a:t>s Hospital Bethlehem</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476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$3,198,742.0K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$2,640,398.0K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 Easton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164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352,608.5K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429,718.2K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Miners Memorial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122,533.8K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316,335.6K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 Anderson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146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680,242.5K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$1,131,691.6K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72342">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St. Lukes Hospital –Monroe Campus</a:t>
                      </a:r>
                      <a:endParaRPr sz="1000" b="0" i="0" u="none" cap="none" dirty="0">
                        <a:solidFill>
                          <a:srgbClr val="000000">
                            <a:alpha val="100000"/>
                          </a:srgbClr>
                        </a:solidFill>
                        <a:latin typeface="Arial"/>
                        <a:cs typeface="Arial"/>
                        <a:sym typeface="Arial"/>
                      </a:endParaRP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98</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$1,718,428K</a:t>
                      </a:r>
                      <a:endParaRPr sz="1000" b="0" i="0" u="none" cap="none" dirty="0">
                        <a:solidFill>
                          <a:srgbClr val="000000">
                            <a:alpha val="100000"/>
                          </a:srgbClr>
                        </a:solidFill>
                        <a:latin typeface="Arial"/>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endParaRPr sz="1000" b="0" i="0" u="none" cap="none" dirty="0">
                        <a:solidFill>
                          <a:srgbClr val="000000">
                            <a:alpha val="100000"/>
                          </a:srgbClr>
                        </a:solidFill>
                        <a:latin typeface="Arial"/>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endParaRPr sz="1000" b="0" i="0" u="none" cap="none">
                        <a:solidFill>
                          <a:srgbClr val="000000">
                            <a:alpha val="100000"/>
                          </a:srgbClr>
                        </a:solidFill>
                        <a:latin typeface="Arial"/>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endParaRPr sz="1000" b="0" i="0" u="none" cap="none" dirty="0">
                        <a:solidFill>
                          <a:srgbClr val="000000">
                            <a:alpha val="100000"/>
                          </a:srgbClr>
                        </a:solidFill>
                        <a:latin typeface="Arial"/>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3035165995"/>
                  </a:ext>
                </a:extLst>
              </a:tr>
              <a:tr h="172342">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St. Lukes Hospital – Carbon County</a:t>
                      </a:r>
                      <a:endParaRPr sz="1000" b="0" i="0" u="none" cap="none" dirty="0">
                        <a:solidFill>
                          <a:srgbClr val="000000">
                            <a:alpha val="100000"/>
                          </a:srgbClr>
                        </a:solidFill>
                        <a:latin typeface="Arial"/>
                        <a:cs typeface="Arial"/>
                        <a:sym typeface="Arial"/>
                      </a:endParaRP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endParaRPr sz="1000" b="0" i="0" u="none" cap="none">
                        <a:solidFill>
                          <a:srgbClr val="000000">
                            <a:alpha val="100000"/>
                          </a:srgbClr>
                        </a:solidFill>
                        <a:latin typeface="Arial"/>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endParaRPr sz="1000" b="0" i="0" u="none" cap="none" dirty="0">
                        <a:solidFill>
                          <a:srgbClr val="000000">
                            <a:alpha val="100000"/>
                          </a:srgbClr>
                        </a:solidFill>
                        <a:latin typeface="Arial"/>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endParaRPr sz="1000" b="0" i="0" u="none" cap="none" dirty="0">
                        <a:solidFill>
                          <a:srgbClr val="000000">
                            <a:alpha val="100000"/>
                          </a:srgbClr>
                        </a:solidFill>
                        <a:latin typeface="Arial"/>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endParaRPr sz="1000" b="0" i="0" u="none" cap="none">
                        <a:solidFill>
                          <a:srgbClr val="000000">
                            <a:alpha val="100000"/>
                          </a:srgbClr>
                        </a:solidFill>
                        <a:latin typeface="Arial"/>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endParaRPr sz="1000" b="0" i="0" u="none" cap="none" dirty="0">
                        <a:solidFill>
                          <a:srgbClr val="000000">
                            <a:alpha val="100000"/>
                          </a:srgbClr>
                        </a:solidFill>
                        <a:latin typeface="Arial"/>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562188481"/>
                  </a:ext>
                </a:extLst>
              </a:tr>
              <a:tr h="172342">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Hunterdon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301,818.9K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448,678.7K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Lansdale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176,684.4K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164,286.6K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Reading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$1,593,063.7K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$1,526,971.0K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Grand View Health</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229,623.2K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316,907.9K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Pottstown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465,072.2K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441,982.0K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4754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endParaRP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$4,967,638.2K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$5,033,370.6K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Hazleton</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214,053.4K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443,957.1K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Pocono</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473,920.8K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739,891.7K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Doylestown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482,710.4K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638,299.8K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Mary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836,819.8K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695,324.9K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Physicians Care Surgical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83,225.4K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88,359.5K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Luke's Hospital - Monroe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542,096.7K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704,753.1K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bl>
          </a:graphicData>
        </a:graphic>
      </p:graphicFrame>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lstStyle/>
          <a:p>
            <a:r>
              <a:rPr lang="en-US" b="1" dirty="0">
                <a:latin typeface="Arial" panose="020B0604020202020204" pitchFamily="34" charset="0"/>
                <a:cs typeface="Arial" panose="020B0604020202020204" pitchFamily="34" charset="0"/>
              </a:rPr>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31</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838200" y="5846285"/>
            <a:ext cx="10515600" cy="577081"/>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For outpatient market share, it is estimated that only 56% of local physicians are employed by area hospitals (Research from the Physician Advocacy Institute:  https://www.physiciansadvocacyinstitute.org/Portals/0/assets/docs/PAI-Research/PAI-Avalere%20Physician%20Employment%20Trends%20Study%202019-2023%20Final.pdf?ver=uGHF46u1GSeZgYXMKFyYvw%3d%3d)</a:t>
            </a:r>
          </a:p>
        </p:txBody>
      </p:sp>
    </p:spTree>
    <p:extLst>
      <p:ext uri="{BB962C8B-B14F-4D97-AF65-F5344CB8AC3E}">
        <p14:creationId xmlns:p14="http://schemas.microsoft.com/office/powerpoint/2010/main" val="3034923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7D8E951-B2BB-0B03-B787-F0052CA4A369}"/>
              </a:ext>
            </a:extLst>
          </p:cNvPr>
          <p:cNvGraphicFramePr>
            <a:graphicFrameLocks noGrp="1"/>
          </p:cNvGraphicFramePr>
          <p:nvPr>
            <p:extLst>
              <p:ext uri="{D42A27DB-BD31-4B8C-83A1-F6EECF244321}">
                <p14:modId xmlns:p14="http://schemas.microsoft.com/office/powerpoint/2010/main" val="915969218"/>
              </p:ext>
            </p:extLst>
          </p:nvPr>
        </p:nvGraphicFramePr>
        <p:xfrm>
          <a:off x="-1" y="0"/>
          <a:ext cx="12192001" cy="6858005"/>
        </p:xfrm>
        <a:graphic>
          <a:graphicData uri="http://schemas.openxmlformats.org/drawingml/2006/table">
            <a:tbl>
              <a:tblPr/>
              <a:tblGrid>
                <a:gridCol w="2204758">
                  <a:extLst>
                    <a:ext uri="{9D8B030D-6E8A-4147-A177-3AD203B41FA5}">
                      <a16:colId xmlns:a16="http://schemas.microsoft.com/office/drawing/2014/main" val="20000"/>
                    </a:ext>
                  </a:extLst>
                </a:gridCol>
                <a:gridCol w="1506647">
                  <a:extLst>
                    <a:ext uri="{9D8B030D-6E8A-4147-A177-3AD203B41FA5}">
                      <a16:colId xmlns:a16="http://schemas.microsoft.com/office/drawing/2014/main" val="20001"/>
                    </a:ext>
                  </a:extLst>
                </a:gridCol>
                <a:gridCol w="1927011">
                  <a:extLst>
                    <a:ext uri="{9D8B030D-6E8A-4147-A177-3AD203B41FA5}">
                      <a16:colId xmlns:a16="http://schemas.microsoft.com/office/drawing/2014/main" val="20002"/>
                    </a:ext>
                  </a:extLst>
                </a:gridCol>
                <a:gridCol w="1634468">
                  <a:extLst>
                    <a:ext uri="{9D8B030D-6E8A-4147-A177-3AD203B41FA5}">
                      <a16:colId xmlns:a16="http://schemas.microsoft.com/office/drawing/2014/main" val="20003"/>
                    </a:ext>
                  </a:extLst>
                </a:gridCol>
                <a:gridCol w="1772811">
                  <a:extLst>
                    <a:ext uri="{9D8B030D-6E8A-4147-A177-3AD203B41FA5}">
                      <a16:colId xmlns:a16="http://schemas.microsoft.com/office/drawing/2014/main" val="20004"/>
                    </a:ext>
                  </a:extLst>
                </a:gridCol>
                <a:gridCol w="1346976">
                  <a:extLst>
                    <a:ext uri="{9D8B030D-6E8A-4147-A177-3AD203B41FA5}">
                      <a16:colId xmlns:a16="http://schemas.microsoft.com/office/drawing/2014/main" val="20005"/>
                    </a:ext>
                  </a:extLst>
                </a:gridCol>
                <a:gridCol w="1799330">
                  <a:extLst>
                    <a:ext uri="{9D8B030D-6E8A-4147-A177-3AD203B41FA5}">
                      <a16:colId xmlns:a16="http://schemas.microsoft.com/office/drawing/2014/main" val="20006"/>
                    </a:ext>
                  </a:extLst>
                </a:gridCol>
              </a:tblGrid>
              <a:tr h="357244">
                <a:tc gridSpan="7">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63832">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Metric</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Bethlehem</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Anderson Campus</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Upper Bucks Campus</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Miners Memorial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Warren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Easton Campus</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240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Hospital Days</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175,348</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50,266</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22,200</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10,032</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19,488</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4,553</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22240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Days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52,829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15,729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6,831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4,324</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8,271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22240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11,581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4,726</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2233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22218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$602,108.1K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$191,795.8K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$60,120.5K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$27,847.82K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$63,154.19K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$14,624.38K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2248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$613,155.9K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$239,790.1K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$86,069.32K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$79,750.91K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$137,201.8K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$41,012.13K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22218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$239,589.9K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$94,531.81K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$34,117.06K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$16,775.95K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$40,371.26K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$8,186.026K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39355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$136,616.8K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$33,310.48K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$10,636.72K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$12,644.13K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$19,332.77K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$4,531.892K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2218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$839,057.3K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$305,159.9K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$101,702.4K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$78,292.09K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$141,070.3K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$42,705.19K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2244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$48,987.31K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$14,933.32K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$7,920.645K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$6,751.937K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$3,875.871K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$6,692.891K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22244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$507,803.4K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$152,854.5K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$57,209.3K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$24,434K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$45,493.67K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$13,401.86K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2248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$517,120.8K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$191,104.2K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$81,901.61K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$69,974.36K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$98,834.53K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$37,583.72K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2233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$1,024,924K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$343,958.6K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$139,110.9K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$94,408.36K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$144,328.2K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$50,985.57K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22218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$190,339.8K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$89,043.57K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$7,345.306K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$13,303.81K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$56,446.17K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$4,437.54K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39355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30.8%</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43.1%</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42.4%</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39355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39355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22240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39355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59.4%</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57.3%</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52.3%</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2233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40.2%</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42.9%</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32.4%</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35.7%</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48.4%</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29.5%</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182722">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18288" marB="18288"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82722">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82722">
                <a:tc gridSpan="7">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82722">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246512063"/>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Bethlehem, PA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$ 3,939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$ 6,616</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a:t>
                      </a:r>
                      <a:r>
                        <a:rPr lang="en-US" sz="1400" b="1" i="0" u="none" strike="noStrike">
                          <a:solidFill>
                            <a:srgbClr val="000000"/>
                          </a:solidFill>
                          <a:effectLst/>
                          <a:latin typeface="Calibri" panose="020F0502020204030204" pitchFamily="34" charset="0"/>
                        </a:rPr>
                        <a:t>$ 3,089</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33</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34</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2552478786"/>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77.42%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338974" y="3119767"/>
            <a:ext cx="814428" cy="390525"/>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17609"/>
              <a:gd name="adj4" fmla="val -9514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DTE Steerage Impact on an EPO Plan Structure</a:t>
            </a:r>
          </a:p>
        </p:txBody>
      </p:sp>
    </p:spTree>
    <p:extLst>
      <p:ext uri="{BB962C8B-B14F-4D97-AF65-F5344CB8AC3E}">
        <p14:creationId xmlns:p14="http://schemas.microsoft.com/office/powerpoint/2010/main" val="3616502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35</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$ 5,822,400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$ 5,954,400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$ 2,780,100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$ 14,556,900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$ 1,650,865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$ 1,688,292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$ 788,260.9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$ 4,127,418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$ 7,870,399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$ 7,930,399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$ 7,600,399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$ 14,010,150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$ 25,471,600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$ 11,892,650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$ 51,374,400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$ 3,271,887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$ 5,948,558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$ 2,777,373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$ 11,997,818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32% (inpatient) and 18%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23.4% (70%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77% market steerage based on KBA narrow network DTE experience</a:t>
            </a:r>
          </a:p>
        </p:txBody>
      </p:sp>
      <p:sp>
        <p:nvSpPr>
          <p:cNvPr id="11" name="TextBox 7">
            <a:extLst>
              <a:ext uri="{FF2B5EF4-FFF2-40B4-BE49-F238E27FC236}">
                <a16:creationId xmlns:a16="http://schemas.microsoft.com/office/drawing/2014/main" id="{A897897D-C568-B204-6568-514AD4B71A5C}"/>
              </a:ext>
            </a:extLst>
          </p:cNvPr>
          <p:cNvSpPr txBox="1"/>
          <p:nvPr/>
        </p:nvSpPr>
        <p:spPr>
          <a:xfrm>
            <a:off x="7772646" y="2690336"/>
            <a:ext cx="4318001" cy="954107"/>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19.3%, with a 10 percentage-point reduction to reflect competitive-edge rates and a 5 percentage-point increase to reflect lower billing costs.  </a:t>
            </a:r>
          </a:p>
        </p:txBody>
      </p:sp>
    </p:spTree>
    <p:extLst>
      <p:ext uri="{BB962C8B-B14F-4D97-AF65-F5344CB8AC3E}">
        <p14:creationId xmlns:p14="http://schemas.microsoft.com/office/powerpoint/2010/main" val="3227278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50328238"/>
              </p:ext>
            </p:extLst>
          </p:nvPr>
        </p:nvGraphicFramePr>
        <p:xfrm>
          <a:off x="0" y="0"/>
          <a:ext cx="12191998" cy="6858000"/>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001168">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Target Estimate: Steerage of 77% and Commercial Margin of 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37543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825964">
                <a:tc>
                  <a:txBody>
                    <a:bodyPr/>
                    <a:lstStyle/>
                    <a:p>
                      <a:pPr marL="127000" marR="127000" algn="l">
                        <a:lnSpc>
                          <a:spcPct val="100000"/>
                        </a:lnSpc>
                        <a:spcBef>
                          <a:spcPts val="0"/>
                        </a:spcBef>
                        <a:spcAft>
                          <a:spcPts val="0"/>
                        </a:spcAft>
                        <a:buNone/>
                      </a:pPr>
                      <a:r>
                        <a:rPr sz="14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$1,455.7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$2,911.4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$14,556.9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$72,784.5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$412.7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$825.5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$4,127.4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$20,637.1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$10,274.9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$256,872.0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$3,681.8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$7,363.5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$36,817.5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$184,087.5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$1,199.8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$2,399.6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$11,997.8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$59,989.1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$787.0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$1,574.1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$7,870.4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$39,352.0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75438">
                <a:tc>
                  <a:txBody>
                    <a:bodyPr/>
                    <a:lstStyle/>
                    <a:p>
                      <a:pPr marL="127000" marR="1270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$463.0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$1,256.1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$7,600.4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$39,322.0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33255144"/>
              </p:ext>
            </p:extLst>
          </p:nvPr>
        </p:nvGraphicFramePr>
        <p:xfrm>
          <a:off x="0" y="0"/>
          <a:ext cx="12191998" cy="6858008"/>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409433">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Target Estimate: Steerage of 77% and Commercial Margin of 23.4%</a:t>
                      </a:r>
                      <a:endParaRPr sz="2000" b="1" i="0" u="none" cap="none" dirty="0">
                        <a:solidFill>
                          <a:srgbClr val="FFFFFF">
                            <a:alpha val="100000"/>
                          </a:srgbClr>
                        </a:solidFill>
                        <a:latin typeface="Arial"/>
                        <a:cs typeface="Arial"/>
                        <a:sym typeface="Arial"/>
                      </a:endParaRP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307075">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07075">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$29,112.0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$1,650.9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$8,254.3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$16,359.4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$8,187.8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$40,938.8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$324.2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$1,621.0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$8,105.1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$595.4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$1,190.9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$5,954.4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$29,772.0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$8,441.5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$5,948.6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$29,742.8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$1,951.7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$3,903.4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$19,517.2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$97,586.0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$852.1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$4,260.3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$21,301.3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$278.0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$2,780.1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$13,900.5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$3,941.3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$2,378.5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$59,463.2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$13,886.9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$9,112.5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$45,562.8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0707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$397.8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$9,945.6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307075">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$463.0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$1,256.1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$7,600.4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$39,322.0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044451412"/>
              </p:ext>
            </p:extLst>
          </p:nvPr>
        </p:nvGraphicFramePr>
        <p:xfrm>
          <a:off x="0" y="0"/>
          <a:ext cx="12191998" cy="6857996"/>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088571">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High Estimate: Steerage of 85% and Commercial Margin of 19.3%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408214">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898071">
                <a:tc>
                  <a:txBody>
                    <a:bodyPr/>
                    <a:lstStyle/>
                    <a:p>
                      <a:pPr marL="127000" marR="127000" algn="l">
                        <a:lnSpc>
                          <a:spcPct val="100000"/>
                        </a:lnSpc>
                        <a:spcBef>
                          <a:spcPts val="0"/>
                        </a:spcBef>
                        <a:spcAft>
                          <a:spcPts val="0"/>
                        </a:spcAft>
                        <a:buNone/>
                      </a:pPr>
                      <a:r>
                        <a:rPr sz="14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$1,455.7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$2,911.4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$14,556.9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$72,784.5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$1,002.4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$5,011.9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$25,059.3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$5,671.2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$11,342.4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$56,712.0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$283,560.0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987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$4,215.5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$8,431.0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$42,155.1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$210,775.5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$3,338.0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$16,690.0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$83,450.2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987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$1,167.8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$2,335.6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$11,678.2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$58,390.9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08214">
                <a:tc>
                  <a:txBody>
                    <a:bodyPr/>
                    <a:lstStyle/>
                    <a:p>
                      <a:pPr marL="127000" marR="1270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$843.8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$2,017.6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$11,408.2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$58,360.9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994030362"/>
              </p:ext>
            </p:extLst>
          </p:nvPr>
        </p:nvGraphicFramePr>
        <p:xfrm>
          <a:off x="0" y="0"/>
          <a:ext cx="12191998" cy="6857998"/>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620633">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High Estimate: Steerage of 85% and Commercial Margin of 19.3%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23273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512023">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$29,112.0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$10,023.1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$3,093.2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$77,328.8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$4,551.5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$22,757.4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$1,928.7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$9,643.4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$48,216.8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$509.4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$2,546.9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$12,734.3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$595.4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$1,190.9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$5,954.4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$29,772.0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$2,050.1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$10,250.3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$140,590.0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$827.5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$1,655.0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$8,275.0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$41,374.9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$2,216.4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$4,432.7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$22,163.6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$110,818.0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$1,245.0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$6,224.9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$31,124.6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$278.0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$2,780.1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$13,900.5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$4,785.9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$2,625.7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$19,317.9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$2,069.6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$10,348.1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$51,740.8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$14,532.0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08301073"/>
              </p:ext>
            </p:extLst>
          </p:nvPr>
        </p:nvGraphicFramePr>
        <p:xfrm>
          <a:off x="0" y="0"/>
          <a:ext cx="12191998" cy="6857996"/>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088571">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Low Estimate: Steerage of 70% and Commercial Margin of 29.4%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408214">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898071">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08214">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$1,455.7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$2,911.4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$14,556.9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$72,784.5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08214">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$3,537.8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$17,688.9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$4,670.4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$46,704.0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$233,520.0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987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$3,214.7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$6,429.4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$32,147.1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$160,735.5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$9,015.3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$45,076.7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987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$1,095.5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$5,477.6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$27,387.8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08214">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08214">
                <a:tc>
                  <a:txBody>
                    <a:bodyPr/>
                    <a:lstStyle/>
                    <a:p>
                      <a:pPr marL="127000" marR="1270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$223.8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$777.5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$5,207.6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$27,357.8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500104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51757220"/>
              </p:ext>
            </p:extLst>
          </p:nvPr>
        </p:nvGraphicFramePr>
        <p:xfrm>
          <a:off x="0" y="0"/>
          <a:ext cx="12191998" cy="6857998"/>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620633">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Low Estimate: Steerage of 70% and Commercial Margin of 29.4%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23273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512023">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$29,112.0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$63,682.5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$2,458.5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$12,292.7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$6,914.1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$34,570.5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$104.4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$208.7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$1,043.5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$5,217.6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$595.4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$1,190.9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$5,954.4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$29,772.0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$1,447.1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$7,235.5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$115,780.0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$4,469.8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$22,349.2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$3,440.3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$17,201.6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$86,008.0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$3,022.7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$15,113.7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$278.0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$2,780.1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$13,900.5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$3,378.3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$54,057.5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273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$2,087.0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$10,434.8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$1,606.3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$8,031.4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$40,157.0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4134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$1,411.3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$7,056.5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SLUHN’s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SLUHN</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42</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34793797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SLUHN</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SLUHN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43</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44</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1976902650"/>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45</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46</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3">
      <a:dk1>
        <a:srgbClr val="5B5B5B"/>
      </a:dk1>
      <a:lt1>
        <a:sysClr val="window" lastClr="FFFFFF"/>
      </a:lt1>
      <a:dk2>
        <a:srgbClr val="323F4F"/>
      </a:dk2>
      <a:lt2>
        <a:srgbClr val="E7E6E6"/>
      </a:lt2>
      <a:accent1>
        <a:srgbClr val="DBA660"/>
      </a:accent1>
      <a:accent2>
        <a:srgbClr val="44A1C4"/>
      </a:accent2>
      <a:accent3>
        <a:srgbClr val="FFE699"/>
      </a:accent3>
      <a:accent4>
        <a:srgbClr val="935E1B"/>
      </a:accent4>
      <a:accent5>
        <a:srgbClr val="2D6B83"/>
      </a:accent5>
      <a:accent6>
        <a:srgbClr val="80734D"/>
      </a:accent6>
      <a:hlink>
        <a:srgbClr val="9FA0A6"/>
      </a:hlink>
      <a:folHlink>
        <a:srgbClr val="A4CD88"/>
      </a:folHlink>
    </a:clrScheme>
    <a:fontScheme name="Custom 1">
      <a:majorFont>
        <a:latin typeface="Aileron"/>
        <a:ea typeface=""/>
        <a:cs typeface=""/>
      </a:majorFont>
      <a:minorFont>
        <a:latin typeface="Aileron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44428</TotalTime>
  <Words>5762</Words>
  <Application>Microsoft Office PowerPoint</Application>
  <PresentationFormat>Widescreen</PresentationFormat>
  <Paragraphs>1739</Paragraphs>
  <Slides>46</Slides>
  <Notes>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46</vt:i4>
      </vt:variant>
    </vt:vector>
  </HeadingPairs>
  <TitlesOfParts>
    <vt:vector size="57" baseType="lpstr">
      <vt:lpstr>Aileron</vt:lpstr>
      <vt:lpstr>Aileron Light</vt:lpstr>
      <vt:lpstr>Aptos Narrow</vt:lpstr>
      <vt:lpstr>Arial</vt:lpstr>
      <vt:lpstr>Arial Black</vt:lpstr>
      <vt:lpstr>Calibri</vt:lpstr>
      <vt:lpstr>Calibri Light</vt:lpstr>
      <vt:lpstr>Century Gothic</vt:lpstr>
      <vt:lpstr>Wingdings</vt:lpstr>
      <vt:lpstr>Office Theme</vt:lpstr>
      <vt:lpstr>2_Office Theme</vt:lpstr>
      <vt:lpstr>PowerPoint Presentation</vt:lpstr>
      <vt:lpstr>PowerPoint Presentation</vt:lpstr>
      <vt:lpstr>Healthcare Leader in Private Labeled DTE Plans</vt:lpstr>
      <vt:lpstr>Direct-to-Employer (DTE)  Your plan focused on Your relationship with Employers</vt:lpstr>
      <vt:lpstr>Every $1 of Care</vt:lpstr>
      <vt:lpstr>Direct-to-Employer Strategy: Increased Capture of Commercial Market Share</vt:lpstr>
      <vt:lpstr>Direct-to-Employer Strategy: Powerful Employer Value</vt:lpstr>
      <vt:lpstr>Significant Opportunity for SLUHN</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SLUHN Advantage: Strong Brand Quality</vt:lpstr>
      <vt:lpstr>SLUHN Advantage: Best-in-Area Patient Access</vt:lpstr>
      <vt:lpstr>SLUHN Advantage: Leading Care Quality</vt:lpstr>
      <vt:lpstr>SLUHN Advantage: Care at Value Pricing</vt:lpstr>
      <vt:lpstr>SLUHN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vt:lpstr>
      <vt:lpstr>Estimation of SLUHN’s 2021 Payer Mix</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104</cp:revision>
  <cp:lastPrinted>2023-07-13T10:24:43Z</cp:lastPrinted>
  <dcterms:created xsi:type="dcterms:W3CDTF">2021-01-20T14:12:11Z</dcterms:created>
  <dcterms:modified xsi:type="dcterms:W3CDTF">2024-09-17T05:07:14Z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