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  <p:sldMasterId id="2147483756" r:id="rId5"/>
  </p:sldMasterIdLst>
  <p:notesMasterIdLst>
    <p:notesMasterId r:id="rId23"/>
  </p:notesMasterIdLst>
  <p:sldIdLst>
    <p:sldId id="488" r:id="rId6"/>
    <p:sldId id="597" r:id="rId7"/>
    <p:sldId id="521" r:id="rId8"/>
    <p:sldId id="258" r:id="rId9"/>
    <p:sldId id="267" r:id="rId10"/>
    <p:sldId id="259" r:id="rId11"/>
    <p:sldId id="263" r:id="rId12"/>
    <p:sldId id="265" r:id="rId13"/>
    <p:sldId id="590" r:id="rId14"/>
    <p:sldId id="558" r:id="rId15"/>
    <p:sldId id="591" r:id="rId16"/>
    <p:sldId id="536" r:id="rId17"/>
    <p:sldId id="548" r:id="rId18"/>
    <p:sldId id="593" r:id="rId19"/>
    <p:sldId id="580" r:id="rId20"/>
    <p:sldId id="582" r:id="rId21"/>
    <p:sldId id="592" r:id="rId22"/>
  </p:sldIdLst>
  <p:sldSz cx="12192000" cy="6858000"/>
  <p:notesSz cx="7315200" cy="9601200"/>
  <p:custDataLst>
    <p:tags r:id="rId2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79A"/>
    <a:srgbClr val="30589B"/>
    <a:srgbClr val="FCD8B9"/>
    <a:srgbClr val="59CAE8"/>
    <a:srgbClr val="843C0C"/>
    <a:srgbClr val="01A050"/>
    <a:srgbClr val="6A8C98"/>
    <a:srgbClr val="244F9A"/>
    <a:srgbClr val="254F96"/>
    <a:srgbClr val="61A6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B7C6F7-434A-40A3-B779-E94260AA3DCB}" v="28" dt="2024-09-25T03:02:34.609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1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390" y="1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gs" Target="tags/tag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86B7C6F7-434A-40A3-B779-E94260AA3DCB}"/>
    <pc:docChg chg="undo custSel addSld delSld modSld sldOrd delMainMaster">
      <pc:chgData name="Taylor Davis" userId="5c9e72a0-c39f-4aa1-9d7d-64125e78cbe6" providerId="ADAL" clId="{86B7C6F7-434A-40A3-B779-E94260AA3DCB}" dt="2024-09-25T03:18:16.086" v="3162" actId="1036"/>
      <pc:docMkLst>
        <pc:docMk/>
      </pc:docMkLst>
      <pc:sldChg chg="del">
        <pc:chgData name="Taylor Davis" userId="5c9e72a0-c39f-4aa1-9d7d-64125e78cbe6" providerId="ADAL" clId="{86B7C6F7-434A-40A3-B779-E94260AA3DCB}" dt="2024-09-25T02:39:08.378" v="3021" actId="47"/>
        <pc:sldMkLst>
          <pc:docMk/>
          <pc:sldMk cId="0" sldId="256"/>
        </pc:sldMkLst>
      </pc:sldChg>
      <pc:sldChg chg="add del ord">
        <pc:chgData name="Taylor Davis" userId="5c9e72a0-c39f-4aa1-9d7d-64125e78cbe6" providerId="ADAL" clId="{86B7C6F7-434A-40A3-B779-E94260AA3DCB}" dt="2024-09-25T03:02:40.127" v="3039"/>
        <pc:sldMkLst>
          <pc:docMk/>
          <pc:sldMk cId="806209781" sldId="258"/>
        </pc:sldMkLst>
      </pc:sldChg>
      <pc:sldChg chg="add del">
        <pc:chgData name="Taylor Davis" userId="5c9e72a0-c39f-4aa1-9d7d-64125e78cbe6" providerId="ADAL" clId="{86B7C6F7-434A-40A3-B779-E94260AA3DCB}" dt="2024-09-25T03:02:34.603" v="3037"/>
        <pc:sldMkLst>
          <pc:docMk/>
          <pc:sldMk cId="2123092068" sldId="259"/>
        </pc:sldMkLst>
      </pc:sldChg>
      <pc:sldChg chg="add del">
        <pc:chgData name="Taylor Davis" userId="5c9e72a0-c39f-4aa1-9d7d-64125e78cbe6" providerId="ADAL" clId="{86B7C6F7-434A-40A3-B779-E94260AA3DCB}" dt="2024-09-25T03:02:34.603" v="3037"/>
        <pc:sldMkLst>
          <pc:docMk/>
          <pc:sldMk cId="2850395362" sldId="263"/>
        </pc:sldMkLst>
      </pc:sldChg>
      <pc:sldChg chg="add del">
        <pc:chgData name="Taylor Davis" userId="5c9e72a0-c39f-4aa1-9d7d-64125e78cbe6" providerId="ADAL" clId="{86B7C6F7-434A-40A3-B779-E94260AA3DCB}" dt="2024-09-25T03:02:34.603" v="3037"/>
        <pc:sldMkLst>
          <pc:docMk/>
          <pc:sldMk cId="4006264123" sldId="265"/>
        </pc:sldMkLst>
      </pc:sldChg>
      <pc:sldChg chg="add del">
        <pc:chgData name="Taylor Davis" userId="5c9e72a0-c39f-4aa1-9d7d-64125e78cbe6" providerId="ADAL" clId="{86B7C6F7-434A-40A3-B779-E94260AA3DCB}" dt="2024-09-25T03:02:34.603" v="3037"/>
        <pc:sldMkLst>
          <pc:docMk/>
          <pc:sldMk cId="949394106" sldId="267"/>
        </pc:sldMkLst>
      </pc:sldChg>
      <pc:sldChg chg="modSp mod">
        <pc:chgData name="Taylor Davis" userId="5c9e72a0-c39f-4aa1-9d7d-64125e78cbe6" providerId="ADAL" clId="{86B7C6F7-434A-40A3-B779-E94260AA3DCB}" dt="2024-09-25T03:03:27.994" v="3072" actId="20577"/>
        <pc:sldMkLst>
          <pc:docMk/>
          <pc:sldMk cId="3100464503" sldId="488"/>
        </pc:sldMkLst>
        <pc:spChg chg="mod">
          <ac:chgData name="Taylor Davis" userId="5c9e72a0-c39f-4aa1-9d7d-64125e78cbe6" providerId="ADAL" clId="{86B7C6F7-434A-40A3-B779-E94260AA3DCB}" dt="2024-09-25T03:03:27.994" v="3072" actId="20577"/>
          <ac:spMkLst>
            <pc:docMk/>
            <pc:sldMk cId="3100464503" sldId="488"/>
            <ac:spMk id="10" creationId="{B981BBA2-A3ED-6F7B-693B-880E5B031B26}"/>
          </ac:spMkLst>
        </pc:spChg>
      </pc:sldChg>
      <pc:sldChg chg="add del">
        <pc:chgData name="Taylor Davis" userId="5c9e72a0-c39f-4aa1-9d7d-64125e78cbe6" providerId="ADAL" clId="{86B7C6F7-434A-40A3-B779-E94260AA3DCB}" dt="2024-09-25T03:02:34.603" v="3037"/>
        <pc:sldMkLst>
          <pc:docMk/>
          <pc:sldMk cId="1832852241" sldId="521"/>
        </pc:sldMkLst>
      </pc:sldChg>
      <pc:sldChg chg="del">
        <pc:chgData name="Taylor Davis" userId="5c9e72a0-c39f-4aa1-9d7d-64125e78cbe6" providerId="ADAL" clId="{86B7C6F7-434A-40A3-B779-E94260AA3DCB}" dt="2024-09-25T02:25:12.327" v="2058" actId="47"/>
        <pc:sldMkLst>
          <pc:docMk/>
          <pc:sldMk cId="1001408438" sldId="525"/>
        </pc:sldMkLst>
      </pc:sldChg>
      <pc:sldChg chg="addSp modSp mod ord">
        <pc:chgData name="Taylor Davis" userId="5c9e72a0-c39f-4aa1-9d7d-64125e78cbe6" providerId="ADAL" clId="{86B7C6F7-434A-40A3-B779-E94260AA3DCB}" dt="2024-09-25T03:08:11.042" v="3111" actId="20577"/>
        <pc:sldMkLst>
          <pc:docMk/>
          <pc:sldMk cId="1419816550" sldId="536"/>
        </pc:sldMkLst>
        <pc:spChg chg="mod">
          <ac:chgData name="Taylor Davis" userId="5c9e72a0-c39f-4aa1-9d7d-64125e78cbe6" providerId="ADAL" clId="{86B7C6F7-434A-40A3-B779-E94260AA3DCB}" dt="2024-09-25T03:08:11.042" v="3111" actId="20577"/>
          <ac:spMkLst>
            <pc:docMk/>
            <pc:sldMk cId="1419816550" sldId="536"/>
            <ac:spMk id="8" creationId="{60820A86-1B9D-21A4-BBB6-DDFB73605882}"/>
          </ac:spMkLst>
        </pc:spChg>
        <pc:spChg chg="mod">
          <ac:chgData name="Taylor Davis" userId="5c9e72a0-c39f-4aa1-9d7d-64125e78cbe6" providerId="ADAL" clId="{86B7C6F7-434A-40A3-B779-E94260AA3DCB}" dt="2024-09-25T02:29:45.704" v="2297" actId="1036"/>
          <ac:spMkLst>
            <pc:docMk/>
            <pc:sldMk cId="1419816550" sldId="536"/>
            <ac:spMk id="9" creationId="{6CDBA057-BBD2-8F54-E977-26B782E37F88}"/>
          </ac:spMkLst>
        </pc:spChg>
        <pc:spChg chg="mod">
          <ac:chgData name="Taylor Davis" userId="5c9e72a0-c39f-4aa1-9d7d-64125e78cbe6" providerId="ADAL" clId="{86B7C6F7-434A-40A3-B779-E94260AA3DCB}" dt="2024-09-25T02:29:45.704" v="2297" actId="1036"/>
          <ac:spMkLst>
            <pc:docMk/>
            <pc:sldMk cId="1419816550" sldId="536"/>
            <ac:spMk id="10" creationId="{C690F22E-C9CA-61DC-5584-149573110610}"/>
          </ac:spMkLst>
        </pc:spChg>
        <pc:spChg chg="mod">
          <ac:chgData name="Taylor Davis" userId="5c9e72a0-c39f-4aa1-9d7d-64125e78cbe6" providerId="ADAL" clId="{86B7C6F7-434A-40A3-B779-E94260AA3DCB}" dt="2024-09-25T02:29:45.704" v="2297" actId="1036"/>
          <ac:spMkLst>
            <pc:docMk/>
            <pc:sldMk cId="1419816550" sldId="536"/>
            <ac:spMk id="11" creationId="{A897897D-C568-B204-6568-514AD4B71A5C}"/>
          </ac:spMkLst>
        </pc:spChg>
        <pc:spChg chg="add mod">
          <ac:chgData name="Taylor Davis" userId="5c9e72a0-c39f-4aa1-9d7d-64125e78cbe6" providerId="ADAL" clId="{86B7C6F7-434A-40A3-B779-E94260AA3DCB}" dt="2024-09-25T02:30:40.704" v="2305" actId="20577"/>
          <ac:spMkLst>
            <pc:docMk/>
            <pc:sldMk cId="1419816550" sldId="536"/>
            <ac:spMk id="12" creationId="{307DF49E-4529-5624-7B90-46269A46CCB2}"/>
          </ac:spMkLst>
        </pc:spChg>
        <pc:graphicFrameChg chg="mod">
          <ac:chgData name="Taylor Davis" userId="5c9e72a0-c39f-4aa1-9d7d-64125e78cbe6" providerId="ADAL" clId="{86B7C6F7-434A-40A3-B779-E94260AA3DCB}" dt="2024-09-25T02:29:45.704" v="2297" actId="1036"/>
          <ac:graphicFrameMkLst>
            <pc:docMk/>
            <pc:sldMk cId="1419816550" sldId="536"/>
            <ac:graphicFrameMk id="4" creationId="{176BAF2A-5136-E457-9AAC-D0878752F10C}"/>
          </ac:graphicFrameMkLst>
        </pc:graphicFrameChg>
        <pc:graphicFrameChg chg="mod">
          <ac:chgData name="Taylor Davis" userId="5c9e72a0-c39f-4aa1-9d7d-64125e78cbe6" providerId="ADAL" clId="{86B7C6F7-434A-40A3-B779-E94260AA3DCB}" dt="2024-09-25T02:29:45.704" v="2297" actId="1036"/>
          <ac:graphicFrameMkLst>
            <pc:docMk/>
            <pc:sldMk cId="1419816550" sldId="536"/>
            <ac:graphicFrameMk id="6" creationId="{FF3ACACB-7F38-7EAA-4BDF-1A816CA00AAE}"/>
          </ac:graphicFrameMkLst>
        </pc:graphicFrameChg>
        <pc:graphicFrameChg chg="mod">
          <ac:chgData name="Taylor Davis" userId="5c9e72a0-c39f-4aa1-9d7d-64125e78cbe6" providerId="ADAL" clId="{86B7C6F7-434A-40A3-B779-E94260AA3DCB}" dt="2024-09-25T02:29:45.704" v="2297" actId="1036"/>
          <ac:graphicFrameMkLst>
            <pc:docMk/>
            <pc:sldMk cId="1419816550" sldId="536"/>
            <ac:graphicFrameMk id="7" creationId="{32A51F3A-032C-30E2-F635-DD59B5A29A34}"/>
          </ac:graphicFrameMkLst>
        </pc:graphicFrameChg>
        <pc:cxnChg chg="mod">
          <ac:chgData name="Taylor Davis" userId="5c9e72a0-c39f-4aa1-9d7d-64125e78cbe6" providerId="ADAL" clId="{86B7C6F7-434A-40A3-B779-E94260AA3DCB}" dt="2024-09-25T02:29:45.704" v="2297" actId="1036"/>
          <ac:cxnSpMkLst>
            <pc:docMk/>
            <pc:sldMk cId="1419816550" sldId="536"/>
            <ac:cxnSpMk id="5" creationId="{8EA958C5-E105-8A94-794A-7A8EB2DFEBDC}"/>
          </ac:cxnSpMkLst>
        </pc:cxnChg>
      </pc:sldChg>
      <pc:sldChg chg="del">
        <pc:chgData name="Taylor Davis" userId="5c9e72a0-c39f-4aa1-9d7d-64125e78cbe6" providerId="ADAL" clId="{86B7C6F7-434A-40A3-B779-E94260AA3DCB}" dt="2024-09-25T02:25:15.145" v="2061" actId="47"/>
        <pc:sldMkLst>
          <pc:docMk/>
          <pc:sldMk cId="3490357459" sldId="546"/>
        </pc:sldMkLst>
      </pc:sldChg>
      <pc:sldChg chg="del">
        <pc:chgData name="Taylor Davis" userId="5c9e72a0-c39f-4aa1-9d7d-64125e78cbe6" providerId="ADAL" clId="{86B7C6F7-434A-40A3-B779-E94260AA3DCB}" dt="2024-09-25T02:25:41.629" v="2066" actId="47"/>
        <pc:sldMkLst>
          <pc:docMk/>
          <pc:sldMk cId="3270174576" sldId="547"/>
        </pc:sldMkLst>
      </pc:sldChg>
      <pc:sldChg chg="modSp mod ord">
        <pc:chgData name="Taylor Davis" userId="5c9e72a0-c39f-4aa1-9d7d-64125e78cbe6" providerId="ADAL" clId="{86B7C6F7-434A-40A3-B779-E94260AA3DCB}" dt="2024-09-25T02:32:16.441" v="2350" actId="207"/>
        <pc:sldMkLst>
          <pc:docMk/>
          <pc:sldMk cId="315794589" sldId="548"/>
        </pc:sldMkLst>
        <pc:spChg chg="mod">
          <ac:chgData name="Taylor Davis" userId="5c9e72a0-c39f-4aa1-9d7d-64125e78cbe6" providerId="ADAL" clId="{86B7C6F7-434A-40A3-B779-E94260AA3DCB}" dt="2024-09-25T02:32:16.441" v="2350" actId="207"/>
          <ac:spMkLst>
            <pc:docMk/>
            <pc:sldMk cId="315794589" sldId="548"/>
            <ac:spMk id="5" creationId="{C0B88E4A-751F-FB75-BED6-F09D9D7F21CD}"/>
          </ac:spMkLst>
        </pc:spChg>
      </pc:sldChg>
      <pc:sldChg chg="addSp delSp modSp mod ord">
        <pc:chgData name="Taylor Davis" userId="5c9e72a0-c39f-4aa1-9d7d-64125e78cbe6" providerId="ADAL" clId="{86B7C6F7-434A-40A3-B779-E94260AA3DCB}" dt="2024-09-25T03:17:40.764" v="3113" actId="20577"/>
        <pc:sldMkLst>
          <pc:docMk/>
          <pc:sldMk cId="3470905217" sldId="558"/>
        </pc:sldMkLst>
        <pc:spChg chg="del">
          <ac:chgData name="Taylor Davis" userId="5c9e72a0-c39f-4aa1-9d7d-64125e78cbe6" providerId="ADAL" clId="{86B7C6F7-434A-40A3-B779-E94260AA3DCB}" dt="2024-09-25T02:27:40.037" v="2132" actId="478"/>
          <ac:spMkLst>
            <pc:docMk/>
            <pc:sldMk cId="3470905217" sldId="558"/>
            <ac:spMk id="3" creationId="{CE020CCE-F739-8633-848E-AA7349974A46}"/>
          </ac:spMkLst>
        </pc:spChg>
        <pc:spChg chg="mod">
          <ac:chgData name="Taylor Davis" userId="5c9e72a0-c39f-4aa1-9d7d-64125e78cbe6" providerId="ADAL" clId="{86B7C6F7-434A-40A3-B779-E94260AA3DCB}" dt="2024-09-25T03:17:40.764" v="3113" actId="20577"/>
          <ac:spMkLst>
            <pc:docMk/>
            <pc:sldMk cId="3470905217" sldId="558"/>
            <ac:spMk id="9" creationId="{025AE6BF-C458-13D4-626E-DAD4C1439055}"/>
          </ac:spMkLst>
        </pc:spChg>
        <pc:spChg chg="add del mod">
          <ac:chgData name="Taylor Davis" userId="5c9e72a0-c39f-4aa1-9d7d-64125e78cbe6" providerId="ADAL" clId="{86B7C6F7-434A-40A3-B779-E94260AA3DCB}" dt="2024-09-25T02:27:42.695" v="2133" actId="478"/>
          <ac:spMkLst>
            <pc:docMk/>
            <pc:sldMk cId="3470905217" sldId="558"/>
            <ac:spMk id="17" creationId="{93E44D21-1F3D-5BD7-B488-A4B040FBB620}"/>
          </ac:spMkLst>
        </pc:spChg>
        <pc:spChg chg="add mod">
          <ac:chgData name="Taylor Davis" userId="5c9e72a0-c39f-4aa1-9d7d-64125e78cbe6" providerId="ADAL" clId="{86B7C6F7-434A-40A3-B779-E94260AA3DCB}" dt="2024-09-25T02:27:57.144" v="2141" actId="207"/>
          <ac:spMkLst>
            <pc:docMk/>
            <pc:sldMk cId="3470905217" sldId="558"/>
            <ac:spMk id="18" creationId="{D08A7B05-26B7-1E62-13FD-23F3E8180B25}"/>
          </ac:spMkLst>
        </pc:spChg>
      </pc:sldChg>
      <pc:sldChg chg="del">
        <pc:chgData name="Taylor Davis" userId="5c9e72a0-c39f-4aa1-9d7d-64125e78cbe6" providerId="ADAL" clId="{86B7C6F7-434A-40A3-B779-E94260AA3DCB}" dt="2024-09-25T02:25:06.481" v="2056" actId="47"/>
        <pc:sldMkLst>
          <pc:docMk/>
          <pc:sldMk cId="3837436864" sldId="571"/>
        </pc:sldMkLst>
      </pc:sldChg>
      <pc:sldChg chg="del">
        <pc:chgData name="Taylor Davis" userId="5c9e72a0-c39f-4aa1-9d7d-64125e78cbe6" providerId="ADAL" clId="{86B7C6F7-434A-40A3-B779-E94260AA3DCB}" dt="2024-09-25T02:39:08.378" v="3021" actId="47"/>
        <pc:sldMkLst>
          <pc:docMk/>
          <pc:sldMk cId="0" sldId="572"/>
        </pc:sldMkLst>
      </pc:sldChg>
      <pc:sldChg chg="del">
        <pc:chgData name="Taylor Davis" userId="5c9e72a0-c39f-4aa1-9d7d-64125e78cbe6" providerId="ADAL" clId="{86B7C6F7-434A-40A3-B779-E94260AA3DCB}" dt="2024-09-25T02:39:08.378" v="3021" actId="47"/>
        <pc:sldMkLst>
          <pc:docMk/>
          <pc:sldMk cId="0" sldId="573"/>
        </pc:sldMkLst>
      </pc:sldChg>
      <pc:sldChg chg="del">
        <pc:chgData name="Taylor Davis" userId="5c9e72a0-c39f-4aa1-9d7d-64125e78cbe6" providerId="ADAL" clId="{86B7C6F7-434A-40A3-B779-E94260AA3DCB}" dt="2024-09-25T02:39:08.378" v="3021" actId="47"/>
        <pc:sldMkLst>
          <pc:docMk/>
          <pc:sldMk cId="1064222983" sldId="574"/>
        </pc:sldMkLst>
      </pc:sldChg>
      <pc:sldChg chg="del">
        <pc:chgData name="Taylor Davis" userId="5c9e72a0-c39f-4aa1-9d7d-64125e78cbe6" providerId="ADAL" clId="{86B7C6F7-434A-40A3-B779-E94260AA3DCB}" dt="2024-09-25T02:39:08.378" v="3021" actId="47"/>
        <pc:sldMkLst>
          <pc:docMk/>
          <pc:sldMk cId="3790917938" sldId="575"/>
        </pc:sldMkLst>
      </pc:sldChg>
      <pc:sldChg chg="del">
        <pc:chgData name="Taylor Davis" userId="5c9e72a0-c39f-4aa1-9d7d-64125e78cbe6" providerId="ADAL" clId="{86B7C6F7-434A-40A3-B779-E94260AA3DCB}" dt="2024-09-25T02:39:08.378" v="3021" actId="47"/>
        <pc:sldMkLst>
          <pc:docMk/>
          <pc:sldMk cId="250010407" sldId="576"/>
        </pc:sldMkLst>
      </pc:sldChg>
      <pc:sldChg chg="addSp modSp mod ord">
        <pc:chgData name="Taylor Davis" userId="5c9e72a0-c39f-4aa1-9d7d-64125e78cbe6" providerId="ADAL" clId="{86B7C6F7-434A-40A3-B779-E94260AA3DCB}" dt="2024-09-25T02:39:49.603" v="3022" actId="6549"/>
        <pc:sldMkLst>
          <pc:docMk/>
          <pc:sldMk cId="1082327325" sldId="580"/>
        </pc:sldMkLst>
        <pc:spChg chg="mod">
          <ac:chgData name="Taylor Davis" userId="5c9e72a0-c39f-4aa1-9d7d-64125e78cbe6" providerId="ADAL" clId="{86B7C6F7-434A-40A3-B779-E94260AA3DCB}" dt="2024-09-25T02:39:49.603" v="3022" actId="6549"/>
          <ac:spMkLst>
            <pc:docMk/>
            <pc:sldMk cId="1082327325" sldId="580"/>
            <ac:spMk id="2" creationId="{C03588DF-56D9-837C-AA1C-128F048C493A}"/>
          </ac:spMkLst>
        </pc:spChg>
        <pc:spChg chg="mod">
          <ac:chgData name="Taylor Davis" userId="5c9e72a0-c39f-4aa1-9d7d-64125e78cbe6" providerId="ADAL" clId="{86B7C6F7-434A-40A3-B779-E94260AA3DCB}" dt="2024-09-25T02:37:39.375" v="2819" actId="404"/>
          <ac:spMkLst>
            <pc:docMk/>
            <pc:sldMk cId="1082327325" sldId="580"/>
            <ac:spMk id="30" creationId="{02AD65D6-9504-23E6-E4FD-CC294F4A3C64}"/>
          </ac:spMkLst>
        </pc:spChg>
        <pc:spChg chg="mod">
          <ac:chgData name="Taylor Davis" userId="5c9e72a0-c39f-4aa1-9d7d-64125e78cbe6" providerId="ADAL" clId="{86B7C6F7-434A-40A3-B779-E94260AA3DCB}" dt="2024-09-25T02:37:30.164" v="2816" actId="1035"/>
          <ac:spMkLst>
            <pc:docMk/>
            <pc:sldMk cId="1082327325" sldId="580"/>
            <ac:spMk id="31" creationId="{F3A378C3-B669-3EE2-B76D-98EDB44E8CDF}"/>
          </ac:spMkLst>
        </pc:spChg>
        <pc:spChg chg="mod">
          <ac:chgData name="Taylor Davis" userId="5c9e72a0-c39f-4aa1-9d7d-64125e78cbe6" providerId="ADAL" clId="{86B7C6F7-434A-40A3-B779-E94260AA3DCB}" dt="2024-09-25T02:37:30.164" v="2816" actId="1035"/>
          <ac:spMkLst>
            <pc:docMk/>
            <pc:sldMk cId="1082327325" sldId="580"/>
            <ac:spMk id="32" creationId="{F24CF5B8-0E02-1AF3-2A3D-F14253B44FE8}"/>
          </ac:spMkLst>
        </pc:spChg>
        <pc:spChg chg="mod">
          <ac:chgData name="Taylor Davis" userId="5c9e72a0-c39f-4aa1-9d7d-64125e78cbe6" providerId="ADAL" clId="{86B7C6F7-434A-40A3-B779-E94260AA3DCB}" dt="2024-09-25T02:37:30.164" v="2816" actId="1035"/>
          <ac:spMkLst>
            <pc:docMk/>
            <pc:sldMk cId="1082327325" sldId="580"/>
            <ac:spMk id="33" creationId="{509B3348-F2D5-63CE-B5D5-5FB7263B3D0F}"/>
          </ac:spMkLst>
        </pc:spChg>
        <pc:spChg chg="mod">
          <ac:chgData name="Taylor Davis" userId="5c9e72a0-c39f-4aa1-9d7d-64125e78cbe6" providerId="ADAL" clId="{86B7C6F7-434A-40A3-B779-E94260AA3DCB}" dt="2024-09-25T02:37:30.164" v="2816" actId="1035"/>
          <ac:spMkLst>
            <pc:docMk/>
            <pc:sldMk cId="1082327325" sldId="580"/>
            <ac:spMk id="34" creationId="{7E24246C-24ED-62DA-EA2E-6EA4A6ADAEAC}"/>
          </ac:spMkLst>
        </pc:spChg>
        <pc:spChg chg="add mod">
          <ac:chgData name="Taylor Davis" userId="5c9e72a0-c39f-4aa1-9d7d-64125e78cbe6" providerId="ADAL" clId="{86B7C6F7-434A-40A3-B779-E94260AA3DCB}" dt="2024-09-25T02:38:59.460" v="3020" actId="20577"/>
          <ac:spMkLst>
            <pc:docMk/>
            <pc:sldMk cId="1082327325" sldId="580"/>
            <ac:spMk id="36" creationId="{DC9BE597-6E30-0E2F-C53C-57DFD25B1F8D}"/>
          </ac:spMkLst>
        </pc:spChg>
        <pc:grpChg chg="mod">
          <ac:chgData name="Taylor Davis" userId="5c9e72a0-c39f-4aa1-9d7d-64125e78cbe6" providerId="ADAL" clId="{86B7C6F7-434A-40A3-B779-E94260AA3DCB}" dt="2024-09-25T02:37:30.164" v="2816" actId="1035"/>
          <ac:grpSpMkLst>
            <pc:docMk/>
            <pc:sldMk cId="1082327325" sldId="580"/>
            <ac:grpSpMk id="7" creationId="{69A10699-B4B2-AF88-E1A1-1EF0A88AB471}"/>
          </ac:grpSpMkLst>
        </pc:grpChg>
        <pc:picChg chg="mod">
          <ac:chgData name="Taylor Davis" userId="5c9e72a0-c39f-4aa1-9d7d-64125e78cbe6" providerId="ADAL" clId="{86B7C6F7-434A-40A3-B779-E94260AA3DCB}" dt="2024-09-25T02:37:30.164" v="2816" actId="1035"/>
          <ac:picMkLst>
            <pc:docMk/>
            <pc:sldMk cId="1082327325" sldId="580"/>
            <ac:picMk id="35" creationId="{00000000-0000-0000-0000-000000000000}"/>
          </ac:picMkLst>
        </pc:picChg>
      </pc:sldChg>
      <pc:sldChg chg="modSp mod ord">
        <pc:chgData name="Taylor Davis" userId="5c9e72a0-c39f-4aa1-9d7d-64125e78cbe6" providerId="ADAL" clId="{86B7C6F7-434A-40A3-B779-E94260AA3DCB}" dt="2024-09-25T02:33:35.152" v="2424" actId="14100"/>
        <pc:sldMkLst>
          <pc:docMk/>
          <pc:sldMk cId="4294051359" sldId="582"/>
        </pc:sldMkLst>
        <pc:spChg chg="mod">
          <ac:chgData name="Taylor Davis" userId="5c9e72a0-c39f-4aa1-9d7d-64125e78cbe6" providerId="ADAL" clId="{86B7C6F7-434A-40A3-B779-E94260AA3DCB}" dt="2024-09-25T02:33:35.152" v="2424" actId="14100"/>
          <ac:spMkLst>
            <pc:docMk/>
            <pc:sldMk cId="4294051359" sldId="582"/>
            <ac:spMk id="3" creationId="{C03588DF-56D9-837C-AA1C-128F048C493A}"/>
          </ac:spMkLst>
        </pc:spChg>
      </pc:sldChg>
      <pc:sldChg chg="del">
        <pc:chgData name="Taylor Davis" userId="5c9e72a0-c39f-4aa1-9d7d-64125e78cbe6" providerId="ADAL" clId="{86B7C6F7-434A-40A3-B779-E94260AA3DCB}" dt="2024-09-25T02:39:08.378" v="3021" actId="47"/>
        <pc:sldMkLst>
          <pc:docMk/>
          <pc:sldMk cId="2137708631" sldId="583"/>
        </pc:sldMkLst>
      </pc:sldChg>
      <pc:sldChg chg="del">
        <pc:chgData name="Taylor Davis" userId="5c9e72a0-c39f-4aa1-9d7d-64125e78cbe6" providerId="ADAL" clId="{86B7C6F7-434A-40A3-B779-E94260AA3DCB}" dt="2024-09-25T02:25:07.658" v="2057" actId="47"/>
        <pc:sldMkLst>
          <pc:docMk/>
          <pc:sldMk cId="3716620717" sldId="584"/>
        </pc:sldMkLst>
      </pc:sldChg>
      <pc:sldChg chg="modSp mod">
        <pc:chgData name="Taylor Davis" userId="5c9e72a0-c39f-4aa1-9d7d-64125e78cbe6" providerId="ADAL" clId="{86B7C6F7-434A-40A3-B779-E94260AA3DCB}" dt="2024-09-25T03:17:34.495" v="3112" actId="20577"/>
        <pc:sldMkLst>
          <pc:docMk/>
          <pc:sldMk cId="2977969319" sldId="590"/>
        </pc:sldMkLst>
        <pc:spChg chg="mod">
          <ac:chgData name="Taylor Davis" userId="5c9e72a0-c39f-4aa1-9d7d-64125e78cbe6" providerId="ADAL" clId="{86B7C6F7-434A-40A3-B779-E94260AA3DCB}" dt="2024-09-25T02:27:31.731" v="2131" actId="207"/>
          <ac:spMkLst>
            <pc:docMk/>
            <pc:sldMk cId="2977969319" sldId="590"/>
            <ac:spMk id="3" creationId="{CE020CCE-F739-8633-848E-AA7349974A46}"/>
          </ac:spMkLst>
        </pc:spChg>
        <pc:spChg chg="mod">
          <ac:chgData name="Taylor Davis" userId="5c9e72a0-c39f-4aa1-9d7d-64125e78cbe6" providerId="ADAL" clId="{86B7C6F7-434A-40A3-B779-E94260AA3DCB}" dt="2024-09-25T03:17:34.495" v="3112" actId="20577"/>
          <ac:spMkLst>
            <pc:docMk/>
            <pc:sldMk cId="2977969319" sldId="590"/>
            <ac:spMk id="9" creationId="{025AE6BF-C458-13D4-626E-DAD4C1439055}"/>
          </ac:spMkLst>
        </pc:spChg>
      </pc:sldChg>
      <pc:sldChg chg="addSp modSp mod ord">
        <pc:chgData name="Taylor Davis" userId="5c9e72a0-c39f-4aa1-9d7d-64125e78cbe6" providerId="ADAL" clId="{86B7C6F7-434A-40A3-B779-E94260AA3DCB}" dt="2024-09-25T03:08:06.159" v="3107" actId="20577"/>
        <pc:sldMkLst>
          <pc:docMk/>
          <pc:sldMk cId="626936000" sldId="591"/>
        </pc:sldMkLst>
        <pc:spChg chg="mod">
          <ac:chgData name="Taylor Davis" userId="5c9e72a0-c39f-4aa1-9d7d-64125e78cbe6" providerId="ADAL" clId="{86B7C6F7-434A-40A3-B779-E94260AA3DCB}" dt="2024-09-25T03:08:06.159" v="3107" actId="20577"/>
          <ac:spMkLst>
            <pc:docMk/>
            <pc:sldMk cId="626936000" sldId="591"/>
            <ac:spMk id="8" creationId="{60820A86-1B9D-21A4-BBB6-DDFB73605882}"/>
          </ac:spMkLst>
        </pc:spChg>
        <pc:spChg chg="mod">
          <ac:chgData name="Taylor Davis" userId="5c9e72a0-c39f-4aa1-9d7d-64125e78cbe6" providerId="ADAL" clId="{86B7C6F7-434A-40A3-B779-E94260AA3DCB}" dt="2024-09-25T02:28:50.449" v="2191" actId="1035"/>
          <ac:spMkLst>
            <pc:docMk/>
            <pc:sldMk cId="626936000" sldId="591"/>
            <ac:spMk id="9" creationId="{6CDBA057-BBD2-8F54-E977-26B782E37F88}"/>
          </ac:spMkLst>
        </pc:spChg>
        <pc:spChg chg="mod">
          <ac:chgData name="Taylor Davis" userId="5c9e72a0-c39f-4aa1-9d7d-64125e78cbe6" providerId="ADAL" clId="{86B7C6F7-434A-40A3-B779-E94260AA3DCB}" dt="2024-09-25T02:28:50.449" v="2191" actId="1035"/>
          <ac:spMkLst>
            <pc:docMk/>
            <pc:sldMk cId="626936000" sldId="591"/>
            <ac:spMk id="10" creationId="{C690F22E-C9CA-61DC-5584-149573110610}"/>
          </ac:spMkLst>
        </pc:spChg>
        <pc:spChg chg="mod">
          <ac:chgData name="Taylor Davis" userId="5c9e72a0-c39f-4aa1-9d7d-64125e78cbe6" providerId="ADAL" clId="{86B7C6F7-434A-40A3-B779-E94260AA3DCB}" dt="2024-09-25T02:28:50.449" v="2191" actId="1035"/>
          <ac:spMkLst>
            <pc:docMk/>
            <pc:sldMk cId="626936000" sldId="591"/>
            <ac:spMk id="11" creationId="{A897897D-C568-B204-6568-514AD4B71A5C}"/>
          </ac:spMkLst>
        </pc:spChg>
        <pc:spChg chg="add mod">
          <ac:chgData name="Taylor Davis" userId="5c9e72a0-c39f-4aa1-9d7d-64125e78cbe6" providerId="ADAL" clId="{86B7C6F7-434A-40A3-B779-E94260AA3DCB}" dt="2024-09-25T02:30:33.643" v="2301" actId="20577"/>
          <ac:spMkLst>
            <pc:docMk/>
            <pc:sldMk cId="626936000" sldId="591"/>
            <ac:spMk id="12" creationId="{53B22694-B7C7-93A6-DD7F-521617612B83}"/>
          </ac:spMkLst>
        </pc:spChg>
        <pc:graphicFrameChg chg="mod">
          <ac:chgData name="Taylor Davis" userId="5c9e72a0-c39f-4aa1-9d7d-64125e78cbe6" providerId="ADAL" clId="{86B7C6F7-434A-40A3-B779-E94260AA3DCB}" dt="2024-09-25T02:28:50.449" v="2191" actId="1035"/>
          <ac:graphicFrameMkLst>
            <pc:docMk/>
            <pc:sldMk cId="626936000" sldId="591"/>
            <ac:graphicFrameMk id="4" creationId="{176BAF2A-5136-E457-9AAC-D0878752F10C}"/>
          </ac:graphicFrameMkLst>
        </pc:graphicFrameChg>
        <pc:graphicFrameChg chg="mod">
          <ac:chgData name="Taylor Davis" userId="5c9e72a0-c39f-4aa1-9d7d-64125e78cbe6" providerId="ADAL" clId="{86B7C6F7-434A-40A3-B779-E94260AA3DCB}" dt="2024-09-25T02:28:50.449" v="2191" actId="1035"/>
          <ac:graphicFrameMkLst>
            <pc:docMk/>
            <pc:sldMk cId="626936000" sldId="591"/>
            <ac:graphicFrameMk id="6" creationId="{FF3ACACB-7F38-7EAA-4BDF-1A816CA00AAE}"/>
          </ac:graphicFrameMkLst>
        </pc:graphicFrameChg>
        <pc:graphicFrameChg chg="mod">
          <ac:chgData name="Taylor Davis" userId="5c9e72a0-c39f-4aa1-9d7d-64125e78cbe6" providerId="ADAL" clId="{86B7C6F7-434A-40A3-B779-E94260AA3DCB}" dt="2024-09-25T02:28:50.449" v="2191" actId="1035"/>
          <ac:graphicFrameMkLst>
            <pc:docMk/>
            <pc:sldMk cId="626936000" sldId="591"/>
            <ac:graphicFrameMk id="7" creationId="{32A51F3A-032C-30E2-F635-DD59B5A29A34}"/>
          </ac:graphicFrameMkLst>
        </pc:graphicFrameChg>
        <pc:cxnChg chg="mod">
          <ac:chgData name="Taylor Davis" userId="5c9e72a0-c39f-4aa1-9d7d-64125e78cbe6" providerId="ADAL" clId="{86B7C6F7-434A-40A3-B779-E94260AA3DCB}" dt="2024-09-25T02:28:50.449" v="2191" actId="1035"/>
          <ac:cxnSpMkLst>
            <pc:docMk/>
            <pc:sldMk cId="626936000" sldId="591"/>
            <ac:cxnSpMk id="5" creationId="{8EA958C5-E105-8A94-794A-7A8EB2DFEBDC}"/>
          </ac:cxnSpMkLst>
        </pc:cxnChg>
      </pc:sldChg>
      <pc:sldChg chg="addSp delSp modSp mod ord">
        <pc:chgData name="Taylor Davis" userId="5c9e72a0-c39f-4aa1-9d7d-64125e78cbe6" providerId="ADAL" clId="{86B7C6F7-434A-40A3-B779-E94260AA3DCB}" dt="2024-09-25T03:18:16.086" v="3162" actId="1036"/>
        <pc:sldMkLst>
          <pc:docMk/>
          <pc:sldMk cId="4056491077" sldId="592"/>
        </pc:sldMkLst>
        <pc:spChg chg="add del mod">
          <ac:chgData name="Taylor Davis" userId="5c9e72a0-c39f-4aa1-9d7d-64125e78cbe6" providerId="ADAL" clId="{86B7C6F7-434A-40A3-B779-E94260AA3DCB}" dt="2024-09-25T03:18:10.714" v="3153" actId="1036"/>
          <ac:spMkLst>
            <pc:docMk/>
            <pc:sldMk cId="4056491077" sldId="592"/>
            <ac:spMk id="3" creationId="{1225F849-67F4-FAA3-41B0-110B2441A003}"/>
          </ac:spMkLst>
        </pc:spChg>
        <pc:spChg chg="mod">
          <ac:chgData name="Taylor Davis" userId="5c9e72a0-c39f-4aa1-9d7d-64125e78cbe6" providerId="ADAL" clId="{86B7C6F7-434A-40A3-B779-E94260AA3DCB}" dt="2024-09-25T03:18:10.714" v="3153" actId="1036"/>
          <ac:spMkLst>
            <pc:docMk/>
            <pc:sldMk cId="4056491077" sldId="592"/>
            <ac:spMk id="7" creationId="{C0C1C4CA-44D9-9691-E058-46CEB5C35DF2}"/>
          </ac:spMkLst>
        </pc:spChg>
        <pc:spChg chg="mod">
          <ac:chgData name="Taylor Davis" userId="5c9e72a0-c39f-4aa1-9d7d-64125e78cbe6" providerId="ADAL" clId="{86B7C6F7-434A-40A3-B779-E94260AA3DCB}" dt="2024-09-25T03:18:10.714" v="3153" actId="1036"/>
          <ac:spMkLst>
            <pc:docMk/>
            <pc:sldMk cId="4056491077" sldId="592"/>
            <ac:spMk id="8" creationId="{8DCAE5A5-11EC-16C5-5F5F-C5DF9E3B0859}"/>
          </ac:spMkLst>
        </pc:spChg>
        <pc:spChg chg="mod">
          <ac:chgData name="Taylor Davis" userId="5c9e72a0-c39f-4aa1-9d7d-64125e78cbe6" providerId="ADAL" clId="{86B7C6F7-434A-40A3-B779-E94260AA3DCB}" dt="2024-09-25T03:18:10.714" v="3153" actId="1036"/>
          <ac:spMkLst>
            <pc:docMk/>
            <pc:sldMk cId="4056491077" sldId="592"/>
            <ac:spMk id="9" creationId="{98C73641-C807-1985-E19A-CA79DA10785E}"/>
          </ac:spMkLst>
        </pc:spChg>
        <pc:spChg chg="mod">
          <ac:chgData name="Taylor Davis" userId="5c9e72a0-c39f-4aa1-9d7d-64125e78cbe6" providerId="ADAL" clId="{86B7C6F7-434A-40A3-B779-E94260AA3DCB}" dt="2024-09-25T03:18:10.714" v="3153" actId="1036"/>
          <ac:spMkLst>
            <pc:docMk/>
            <pc:sldMk cId="4056491077" sldId="592"/>
            <ac:spMk id="10" creationId="{8546D6DB-89F3-8B35-A9E8-670CED022928}"/>
          </ac:spMkLst>
        </pc:spChg>
        <pc:spChg chg="mod">
          <ac:chgData name="Taylor Davis" userId="5c9e72a0-c39f-4aa1-9d7d-64125e78cbe6" providerId="ADAL" clId="{86B7C6F7-434A-40A3-B779-E94260AA3DCB}" dt="2024-09-25T03:18:10.714" v="3153" actId="1036"/>
          <ac:spMkLst>
            <pc:docMk/>
            <pc:sldMk cId="4056491077" sldId="592"/>
            <ac:spMk id="11" creationId="{0C35DE11-AC92-1958-1813-38A8A86CBCE8}"/>
          </ac:spMkLst>
        </pc:spChg>
        <pc:spChg chg="add del mod">
          <ac:chgData name="Taylor Davis" userId="5c9e72a0-c39f-4aa1-9d7d-64125e78cbe6" providerId="ADAL" clId="{86B7C6F7-434A-40A3-B779-E94260AA3DCB}" dt="2024-09-25T03:18:10.714" v="3153" actId="1036"/>
          <ac:spMkLst>
            <pc:docMk/>
            <pc:sldMk cId="4056491077" sldId="592"/>
            <ac:spMk id="12" creationId="{2E2DA353-8032-9A29-CBFC-5E2CAB8FA818}"/>
          </ac:spMkLst>
        </pc:spChg>
        <pc:spChg chg="mod">
          <ac:chgData name="Taylor Davis" userId="5c9e72a0-c39f-4aa1-9d7d-64125e78cbe6" providerId="ADAL" clId="{86B7C6F7-434A-40A3-B779-E94260AA3DCB}" dt="2024-09-25T03:18:10.714" v="3153" actId="1036"/>
          <ac:spMkLst>
            <pc:docMk/>
            <pc:sldMk cId="4056491077" sldId="592"/>
            <ac:spMk id="13" creationId="{2EE70FCE-698F-980C-DE5B-A5E0DD82F2B7}"/>
          </ac:spMkLst>
        </pc:spChg>
        <pc:spChg chg="mod">
          <ac:chgData name="Taylor Davis" userId="5c9e72a0-c39f-4aa1-9d7d-64125e78cbe6" providerId="ADAL" clId="{86B7C6F7-434A-40A3-B779-E94260AA3DCB}" dt="2024-09-25T03:18:10.714" v="3153" actId="1036"/>
          <ac:spMkLst>
            <pc:docMk/>
            <pc:sldMk cId="4056491077" sldId="592"/>
            <ac:spMk id="14" creationId="{DBAF8120-09F6-4EB0-E666-C1CBDC5CF295}"/>
          </ac:spMkLst>
        </pc:spChg>
        <pc:spChg chg="add del mod">
          <ac:chgData name="Taylor Davis" userId="5c9e72a0-c39f-4aa1-9d7d-64125e78cbe6" providerId="ADAL" clId="{86B7C6F7-434A-40A3-B779-E94260AA3DCB}" dt="2024-09-25T03:18:10.714" v="3153" actId="1036"/>
          <ac:spMkLst>
            <pc:docMk/>
            <pc:sldMk cId="4056491077" sldId="592"/>
            <ac:spMk id="15" creationId="{5B374298-411A-3F68-B672-E1DC32DEA9AE}"/>
          </ac:spMkLst>
        </pc:spChg>
        <pc:spChg chg="add del mod">
          <ac:chgData name="Taylor Davis" userId="5c9e72a0-c39f-4aa1-9d7d-64125e78cbe6" providerId="ADAL" clId="{86B7C6F7-434A-40A3-B779-E94260AA3DCB}" dt="2024-09-25T03:18:10.714" v="3153" actId="1036"/>
          <ac:spMkLst>
            <pc:docMk/>
            <pc:sldMk cId="4056491077" sldId="592"/>
            <ac:spMk id="16" creationId="{734215D0-1B81-9E25-D893-D1A81A7D90DE}"/>
          </ac:spMkLst>
        </pc:spChg>
        <pc:spChg chg="add del mod">
          <ac:chgData name="Taylor Davis" userId="5c9e72a0-c39f-4aa1-9d7d-64125e78cbe6" providerId="ADAL" clId="{86B7C6F7-434A-40A3-B779-E94260AA3DCB}" dt="2024-09-25T03:18:10.714" v="3153" actId="1036"/>
          <ac:spMkLst>
            <pc:docMk/>
            <pc:sldMk cId="4056491077" sldId="592"/>
            <ac:spMk id="17" creationId="{44D03DDF-E57A-E22B-A334-B0D6BAD568C1}"/>
          </ac:spMkLst>
        </pc:spChg>
        <pc:spChg chg="add del mod">
          <ac:chgData name="Taylor Davis" userId="5c9e72a0-c39f-4aa1-9d7d-64125e78cbe6" providerId="ADAL" clId="{86B7C6F7-434A-40A3-B779-E94260AA3DCB}" dt="2024-09-25T03:18:10.714" v="3153" actId="1036"/>
          <ac:spMkLst>
            <pc:docMk/>
            <pc:sldMk cId="4056491077" sldId="592"/>
            <ac:spMk id="18" creationId="{2F96F890-CA85-53B4-4C86-B02186E9E89E}"/>
          </ac:spMkLst>
        </pc:spChg>
        <pc:spChg chg="add del mod">
          <ac:chgData name="Taylor Davis" userId="5c9e72a0-c39f-4aa1-9d7d-64125e78cbe6" providerId="ADAL" clId="{86B7C6F7-434A-40A3-B779-E94260AA3DCB}" dt="2024-09-25T03:18:10.714" v="3153" actId="1036"/>
          <ac:spMkLst>
            <pc:docMk/>
            <pc:sldMk cId="4056491077" sldId="592"/>
            <ac:spMk id="19" creationId="{BD5125C9-83DD-4D9F-DE79-D476BE3F058D}"/>
          </ac:spMkLst>
        </pc:spChg>
        <pc:spChg chg="add del mod">
          <ac:chgData name="Taylor Davis" userId="5c9e72a0-c39f-4aa1-9d7d-64125e78cbe6" providerId="ADAL" clId="{86B7C6F7-434A-40A3-B779-E94260AA3DCB}" dt="2024-09-25T03:18:10.714" v="3153" actId="1036"/>
          <ac:spMkLst>
            <pc:docMk/>
            <pc:sldMk cId="4056491077" sldId="592"/>
            <ac:spMk id="20" creationId="{DEBB9E11-84A3-58F8-237D-4A265C29D49C}"/>
          </ac:spMkLst>
        </pc:spChg>
        <pc:spChg chg="add del mod">
          <ac:chgData name="Taylor Davis" userId="5c9e72a0-c39f-4aa1-9d7d-64125e78cbe6" providerId="ADAL" clId="{86B7C6F7-434A-40A3-B779-E94260AA3DCB}" dt="2024-09-25T03:18:10.714" v="3153" actId="1036"/>
          <ac:spMkLst>
            <pc:docMk/>
            <pc:sldMk cId="4056491077" sldId="592"/>
            <ac:spMk id="21" creationId="{E4C2D887-78BC-455D-E84B-4706DBDF3CA1}"/>
          </ac:spMkLst>
        </pc:spChg>
        <pc:spChg chg="add del mod">
          <ac:chgData name="Taylor Davis" userId="5c9e72a0-c39f-4aa1-9d7d-64125e78cbe6" providerId="ADAL" clId="{86B7C6F7-434A-40A3-B779-E94260AA3DCB}" dt="2024-09-25T03:18:10.714" v="3153" actId="1036"/>
          <ac:spMkLst>
            <pc:docMk/>
            <pc:sldMk cId="4056491077" sldId="592"/>
            <ac:spMk id="22" creationId="{FC3AFD72-934E-C314-76C9-3BD3C3ADC5D7}"/>
          </ac:spMkLst>
        </pc:spChg>
        <pc:spChg chg="add del mod">
          <ac:chgData name="Taylor Davis" userId="5c9e72a0-c39f-4aa1-9d7d-64125e78cbe6" providerId="ADAL" clId="{86B7C6F7-434A-40A3-B779-E94260AA3DCB}" dt="2024-09-25T03:18:10.714" v="3153" actId="1036"/>
          <ac:spMkLst>
            <pc:docMk/>
            <pc:sldMk cId="4056491077" sldId="592"/>
            <ac:spMk id="23" creationId="{AFC7E587-98BA-0E7B-D632-50ECCC546F0C}"/>
          </ac:spMkLst>
        </pc:spChg>
        <pc:spChg chg="add del mod">
          <ac:chgData name="Taylor Davis" userId="5c9e72a0-c39f-4aa1-9d7d-64125e78cbe6" providerId="ADAL" clId="{86B7C6F7-434A-40A3-B779-E94260AA3DCB}" dt="2024-09-25T03:18:10.714" v="3153" actId="1036"/>
          <ac:spMkLst>
            <pc:docMk/>
            <pc:sldMk cId="4056491077" sldId="592"/>
            <ac:spMk id="24" creationId="{CDADE326-124A-38EC-26DF-B19515A72278}"/>
          </ac:spMkLst>
        </pc:spChg>
        <pc:spChg chg="add del mod">
          <ac:chgData name="Taylor Davis" userId="5c9e72a0-c39f-4aa1-9d7d-64125e78cbe6" providerId="ADAL" clId="{86B7C6F7-434A-40A3-B779-E94260AA3DCB}" dt="2024-09-25T03:18:10.714" v="3153" actId="1036"/>
          <ac:spMkLst>
            <pc:docMk/>
            <pc:sldMk cId="4056491077" sldId="592"/>
            <ac:spMk id="26" creationId="{3D1A9E9A-767B-EFB9-D330-882125AC2E1F}"/>
          </ac:spMkLst>
        </pc:spChg>
        <pc:spChg chg="add del mod">
          <ac:chgData name="Taylor Davis" userId="5c9e72a0-c39f-4aa1-9d7d-64125e78cbe6" providerId="ADAL" clId="{86B7C6F7-434A-40A3-B779-E94260AA3DCB}" dt="2024-09-25T03:18:10.714" v="3153" actId="1036"/>
          <ac:spMkLst>
            <pc:docMk/>
            <pc:sldMk cId="4056491077" sldId="592"/>
            <ac:spMk id="27" creationId="{539D1DD7-C810-A381-694F-CC675932226B}"/>
          </ac:spMkLst>
        </pc:spChg>
        <pc:spChg chg="mod">
          <ac:chgData name="Taylor Davis" userId="5c9e72a0-c39f-4aa1-9d7d-64125e78cbe6" providerId="ADAL" clId="{86B7C6F7-434A-40A3-B779-E94260AA3DCB}" dt="2024-09-25T03:18:16.086" v="3162" actId="1036"/>
          <ac:spMkLst>
            <pc:docMk/>
            <pc:sldMk cId="4056491077" sldId="592"/>
            <ac:spMk id="28" creationId="{CA693773-A419-39F7-AB65-4D6C926035DB}"/>
          </ac:spMkLst>
        </pc:spChg>
        <pc:spChg chg="add del mod">
          <ac:chgData name="Taylor Davis" userId="5c9e72a0-c39f-4aa1-9d7d-64125e78cbe6" providerId="ADAL" clId="{86B7C6F7-434A-40A3-B779-E94260AA3DCB}" dt="2024-09-25T03:18:10.714" v="3153" actId="1036"/>
          <ac:spMkLst>
            <pc:docMk/>
            <pc:sldMk cId="4056491077" sldId="592"/>
            <ac:spMk id="29" creationId="{49C32B5D-DAD9-87B0-BC58-FB54B6B03D5F}"/>
          </ac:spMkLst>
        </pc:spChg>
        <pc:spChg chg="add del mod">
          <ac:chgData name="Taylor Davis" userId="5c9e72a0-c39f-4aa1-9d7d-64125e78cbe6" providerId="ADAL" clId="{86B7C6F7-434A-40A3-B779-E94260AA3DCB}" dt="2024-09-25T03:18:00.967" v="3114" actId="478"/>
          <ac:spMkLst>
            <pc:docMk/>
            <pc:sldMk cId="4056491077" sldId="592"/>
            <ac:spMk id="31" creationId="{57CEEA59-5040-1B97-3885-6EE090B17601}"/>
          </ac:spMkLst>
        </pc:spChg>
        <pc:picChg chg="mod">
          <ac:chgData name="Taylor Davis" userId="5c9e72a0-c39f-4aa1-9d7d-64125e78cbe6" providerId="ADAL" clId="{86B7C6F7-434A-40A3-B779-E94260AA3DCB}" dt="2024-09-25T02:34:48.403" v="2466" actId="1076"/>
          <ac:picMkLst>
            <pc:docMk/>
            <pc:sldMk cId="4056491077" sldId="592"/>
            <ac:picMk id="2" creationId="{2478D38F-2055-3BED-F325-F30BC9616D52}"/>
          </ac:picMkLst>
        </pc:picChg>
        <pc:picChg chg="mod">
          <ac:chgData name="Taylor Davis" userId="5c9e72a0-c39f-4aa1-9d7d-64125e78cbe6" providerId="ADAL" clId="{86B7C6F7-434A-40A3-B779-E94260AA3DCB}" dt="2024-09-25T03:18:10.714" v="3153" actId="1036"/>
          <ac:picMkLst>
            <pc:docMk/>
            <pc:sldMk cId="4056491077" sldId="592"/>
            <ac:picMk id="25" creationId="{00000000-0000-0000-0000-000000000000}"/>
          </ac:picMkLst>
        </pc:picChg>
        <pc:picChg chg="add del mod">
          <ac:chgData name="Taylor Davis" userId="5c9e72a0-c39f-4aa1-9d7d-64125e78cbe6" providerId="ADAL" clId="{86B7C6F7-434A-40A3-B779-E94260AA3DCB}" dt="2024-09-25T03:18:10.714" v="3153" actId="1036"/>
          <ac:picMkLst>
            <pc:docMk/>
            <pc:sldMk cId="4056491077" sldId="592"/>
            <ac:picMk id="30" creationId="{D70E584E-D7FA-9018-04BE-7EB56C71DF01}"/>
          </ac:picMkLst>
        </pc:picChg>
      </pc:sldChg>
      <pc:sldChg chg="modSp mod ord">
        <pc:chgData name="Taylor Davis" userId="5c9e72a0-c39f-4aa1-9d7d-64125e78cbe6" providerId="ADAL" clId="{86B7C6F7-434A-40A3-B779-E94260AA3DCB}" dt="2024-09-25T02:32:23.378" v="2351" actId="207"/>
        <pc:sldMkLst>
          <pc:docMk/>
          <pc:sldMk cId="76722108" sldId="593"/>
        </pc:sldMkLst>
        <pc:spChg chg="mod">
          <ac:chgData name="Taylor Davis" userId="5c9e72a0-c39f-4aa1-9d7d-64125e78cbe6" providerId="ADAL" clId="{86B7C6F7-434A-40A3-B779-E94260AA3DCB}" dt="2024-09-25T02:32:23.378" v="2351" actId="207"/>
          <ac:spMkLst>
            <pc:docMk/>
            <pc:sldMk cId="76722108" sldId="593"/>
            <ac:spMk id="5" creationId="{C0B88E4A-751F-FB75-BED6-F09D9D7F21CD}"/>
          </ac:spMkLst>
        </pc:spChg>
      </pc:sldChg>
      <pc:sldChg chg="del">
        <pc:chgData name="Taylor Davis" userId="5c9e72a0-c39f-4aa1-9d7d-64125e78cbe6" providerId="ADAL" clId="{86B7C6F7-434A-40A3-B779-E94260AA3DCB}" dt="2024-09-25T02:25:13.241" v="2059" actId="47"/>
        <pc:sldMkLst>
          <pc:docMk/>
          <pc:sldMk cId="1020958979" sldId="594"/>
        </pc:sldMkLst>
      </pc:sldChg>
      <pc:sldChg chg="del">
        <pc:chgData name="Taylor Davis" userId="5c9e72a0-c39f-4aa1-9d7d-64125e78cbe6" providerId="ADAL" clId="{86B7C6F7-434A-40A3-B779-E94260AA3DCB}" dt="2024-09-25T02:25:05.091" v="2055" actId="47"/>
        <pc:sldMkLst>
          <pc:docMk/>
          <pc:sldMk cId="3957526499" sldId="595"/>
        </pc:sldMkLst>
      </pc:sldChg>
      <pc:sldChg chg="del">
        <pc:chgData name="Taylor Davis" userId="5c9e72a0-c39f-4aa1-9d7d-64125e78cbe6" providerId="ADAL" clId="{86B7C6F7-434A-40A3-B779-E94260AA3DCB}" dt="2024-09-25T02:25:14.298" v="2060" actId="47"/>
        <pc:sldMkLst>
          <pc:docMk/>
          <pc:sldMk cId="3903060040" sldId="596"/>
        </pc:sldMkLst>
      </pc:sldChg>
      <pc:sldChg chg="addSp modSp add mod">
        <pc:chgData name="Taylor Davis" userId="5c9e72a0-c39f-4aa1-9d7d-64125e78cbe6" providerId="ADAL" clId="{86B7C6F7-434A-40A3-B779-E94260AA3DCB}" dt="2024-09-25T02:40:58.411" v="3031" actId="20577"/>
        <pc:sldMkLst>
          <pc:docMk/>
          <pc:sldMk cId="1234179566" sldId="597"/>
        </pc:sldMkLst>
        <pc:spChg chg="mod">
          <ac:chgData name="Taylor Davis" userId="5c9e72a0-c39f-4aa1-9d7d-64125e78cbe6" providerId="ADAL" clId="{86B7C6F7-434A-40A3-B779-E94260AA3DCB}" dt="2024-09-25T02:27:13.942" v="2129" actId="207"/>
          <ac:spMkLst>
            <pc:docMk/>
            <pc:sldMk cId="1234179566" sldId="597"/>
            <ac:spMk id="2" creationId="{7B4D036B-CF91-40EF-88B5-63D0260D0147}"/>
          </ac:spMkLst>
        </pc:spChg>
        <pc:spChg chg="mod">
          <ac:chgData name="Taylor Davis" userId="5c9e72a0-c39f-4aa1-9d7d-64125e78cbe6" providerId="ADAL" clId="{86B7C6F7-434A-40A3-B779-E94260AA3DCB}" dt="2024-09-25T02:21:56.209" v="1453" actId="20577"/>
          <ac:spMkLst>
            <pc:docMk/>
            <pc:sldMk cId="1234179566" sldId="597"/>
            <ac:spMk id="6" creationId="{869C0219-52DA-48A1-B7B2-E6F8C4FBD3C3}"/>
          </ac:spMkLst>
        </pc:spChg>
        <pc:spChg chg="mod">
          <ac:chgData name="Taylor Davis" userId="5c9e72a0-c39f-4aa1-9d7d-64125e78cbe6" providerId="ADAL" clId="{86B7C6F7-434A-40A3-B779-E94260AA3DCB}" dt="2024-09-25T02:24:42.632" v="2054" actId="20577"/>
          <ac:spMkLst>
            <pc:docMk/>
            <pc:sldMk cId="1234179566" sldId="597"/>
            <ac:spMk id="7" creationId="{8FCD729A-32AD-4303-8BA6-9EBD13F93D1C}"/>
          </ac:spMkLst>
        </pc:spChg>
        <pc:spChg chg="add mod">
          <ac:chgData name="Taylor Davis" userId="5c9e72a0-c39f-4aa1-9d7d-64125e78cbe6" providerId="ADAL" clId="{86B7C6F7-434A-40A3-B779-E94260AA3DCB}" dt="2024-09-25T02:40:58.411" v="3031" actId="20577"/>
          <ac:spMkLst>
            <pc:docMk/>
            <pc:sldMk cId="1234179566" sldId="597"/>
            <ac:spMk id="8" creationId="{627553F0-17FD-83FF-853A-685BC69ED8C9}"/>
          </ac:spMkLst>
        </pc:spChg>
        <pc:spChg chg="mod">
          <ac:chgData name="Taylor Davis" userId="5c9e72a0-c39f-4aa1-9d7d-64125e78cbe6" providerId="ADAL" clId="{86B7C6F7-434A-40A3-B779-E94260AA3DCB}" dt="2024-09-25T02:18:36.613" v="936" actId="1035"/>
          <ac:spMkLst>
            <pc:docMk/>
            <pc:sldMk cId="1234179566" sldId="597"/>
            <ac:spMk id="19" creationId="{6E3306A4-A22E-44B4-B28D-02A4477CAE09}"/>
          </ac:spMkLst>
        </pc:spChg>
        <pc:spChg chg="mod">
          <ac:chgData name="Taylor Davis" userId="5c9e72a0-c39f-4aa1-9d7d-64125e78cbe6" providerId="ADAL" clId="{86B7C6F7-434A-40A3-B779-E94260AA3DCB}" dt="2024-09-25T02:18:36.613" v="936" actId="1035"/>
          <ac:spMkLst>
            <pc:docMk/>
            <pc:sldMk cId="1234179566" sldId="597"/>
            <ac:spMk id="20" creationId="{50C0D7B4-43BC-4CE3-AA3D-60612464FC41}"/>
          </ac:spMkLst>
        </pc:spChg>
        <pc:grpChg chg="mod">
          <ac:chgData name="Taylor Davis" userId="5c9e72a0-c39f-4aa1-9d7d-64125e78cbe6" providerId="ADAL" clId="{86B7C6F7-434A-40A3-B779-E94260AA3DCB}" dt="2024-09-25T02:18:36.613" v="936" actId="1035"/>
          <ac:grpSpMkLst>
            <pc:docMk/>
            <pc:sldMk cId="1234179566" sldId="597"/>
            <ac:grpSpMk id="12" creationId="{757FA25C-8EB6-4C31-9C3C-8A0215C1E657}"/>
          </ac:grpSpMkLst>
        </pc:grpChg>
        <pc:picChg chg="mod">
          <ac:chgData name="Taylor Davis" userId="5c9e72a0-c39f-4aa1-9d7d-64125e78cbe6" providerId="ADAL" clId="{86B7C6F7-434A-40A3-B779-E94260AA3DCB}" dt="2024-09-25T02:24:17.857" v="1989" actId="1038"/>
          <ac:picMkLst>
            <pc:docMk/>
            <pc:sldMk cId="1234179566" sldId="597"/>
            <ac:picMk id="6148" creationId="{D7347B8B-C5AE-4C49-8B43-951D5F7A55F1}"/>
          </ac:picMkLst>
        </pc:picChg>
        <pc:cxnChg chg="mod">
          <ac:chgData name="Taylor Davis" userId="5c9e72a0-c39f-4aa1-9d7d-64125e78cbe6" providerId="ADAL" clId="{86B7C6F7-434A-40A3-B779-E94260AA3DCB}" dt="2024-09-25T02:18:43.070" v="937" actId="14100"/>
          <ac:cxnSpMkLst>
            <pc:docMk/>
            <pc:sldMk cId="1234179566" sldId="597"/>
            <ac:cxnSpMk id="14" creationId="{DD477D80-386D-4C49-BB5B-4192EF9C3FCB}"/>
          </ac:cxnSpMkLst>
        </pc:cxnChg>
      </pc:sldChg>
      <pc:sldMasterChg chg="del delSldLayout">
        <pc:chgData name="Taylor Davis" userId="5c9e72a0-c39f-4aa1-9d7d-64125e78cbe6" providerId="ADAL" clId="{86B7C6F7-434A-40A3-B779-E94260AA3DCB}" dt="2024-09-25T02:39:08.378" v="3021" actId="47"/>
        <pc:sldMasterMkLst>
          <pc:docMk/>
          <pc:sldMasterMk cId="1538378443" sldId="2147483768"/>
        </pc:sldMasterMkLst>
        <pc:sldLayoutChg chg="del">
          <pc:chgData name="Taylor Davis" userId="5c9e72a0-c39f-4aa1-9d7d-64125e78cbe6" providerId="ADAL" clId="{86B7C6F7-434A-40A3-B779-E94260AA3DCB}" dt="2024-09-25T02:39:08.378" v="3021" actId="47"/>
          <pc:sldLayoutMkLst>
            <pc:docMk/>
            <pc:sldMasterMk cId="1538378443" sldId="2147483768"/>
            <pc:sldLayoutMk cId="1576444943" sldId="2147483769"/>
          </pc:sldLayoutMkLst>
        </pc:sldLayoutChg>
        <pc:sldLayoutChg chg="del">
          <pc:chgData name="Taylor Davis" userId="5c9e72a0-c39f-4aa1-9d7d-64125e78cbe6" providerId="ADAL" clId="{86B7C6F7-434A-40A3-B779-E94260AA3DCB}" dt="2024-09-25T02:39:08.378" v="3021" actId="47"/>
          <pc:sldLayoutMkLst>
            <pc:docMk/>
            <pc:sldMasterMk cId="1538378443" sldId="2147483768"/>
            <pc:sldLayoutMk cId="2437030360" sldId="2147483770"/>
          </pc:sldLayoutMkLst>
        </pc:sldLayoutChg>
        <pc:sldLayoutChg chg="del">
          <pc:chgData name="Taylor Davis" userId="5c9e72a0-c39f-4aa1-9d7d-64125e78cbe6" providerId="ADAL" clId="{86B7C6F7-434A-40A3-B779-E94260AA3DCB}" dt="2024-09-25T02:39:08.378" v="3021" actId="47"/>
          <pc:sldLayoutMkLst>
            <pc:docMk/>
            <pc:sldMasterMk cId="1538378443" sldId="2147483768"/>
            <pc:sldLayoutMk cId="1875058076" sldId="2147483771"/>
          </pc:sldLayoutMkLst>
        </pc:sldLayoutChg>
        <pc:sldLayoutChg chg="del">
          <pc:chgData name="Taylor Davis" userId="5c9e72a0-c39f-4aa1-9d7d-64125e78cbe6" providerId="ADAL" clId="{86B7C6F7-434A-40A3-B779-E94260AA3DCB}" dt="2024-09-25T02:39:08.378" v="3021" actId="47"/>
          <pc:sldLayoutMkLst>
            <pc:docMk/>
            <pc:sldMasterMk cId="1538378443" sldId="2147483768"/>
            <pc:sldLayoutMk cId="1927393909" sldId="2147483772"/>
          </pc:sldLayoutMkLst>
        </pc:sldLayoutChg>
        <pc:sldLayoutChg chg="del">
          <pc:chgData name="Taylor Davis" userId="5c9e72a0-c39f-4aa1-9d7d-64125e78cbe6" providerId="ADAL" clId="{86B7C6F7-434A-40A3-B779-E94260AA3DCB}" dt="2024-09-25T02:39:08.378" v="3021" actId="47"/>
          <pc:sldLayoutMkLst>
            <pc:docMk/>
            <pc:sldMasterMk cId="1538378443" sldId="2147483768"/>
            <pc:sldLayoutMk cId="2745093293" sldId="2147483773"/>
          </pc:sldLayoutMkLst>
        </pc:sldLayoutChg>
        <pc:sldLayoutChg chg="del">
          <pc:chgData name="Taylor Davis" userId="5c9e72a0-c39f-4aa1-9d7d-64125e78cbe6" providerId="ADAL" clId="{86B7C6F7-434A-40A3-B779-E94260AA3DCB}" dt="2024-09-25T02:39:08.378" v="3021" actId="47"/>
          <pc:sldLayoutMkLst>
            <pc:docMk/>
            <pc:sldMasterMk cId="1538378443" sldId="2147483768"/>
            <pc:sldLayoutMk cId="3431104057" sldId="2147483774"/>
          </pc:sldLayoutMkLst>
        </pc:sldLayoutChg>
        <pc:sldLayoutChg chg="del">
          <pc:chgData name="Taylor Davis" userId="5c9e72a0-c39f-4aa1-9d7d-64125e78cbe6" providerId="ADAL" clId="{86B7C6F7-434A-40A3-B779-E94260AA3DCB}" dt="2024-09-25T02:39:08.378" v="3021" actId="47"/>
          <pc:sldLayoutMkLst>
            <pc:docMk/>
            <pc:sldMasterMk cId="1538378443" sldId="2147483768"/>
            <pc:sldLayoutMk cId="1245249980" sldId="2147483775"/>
          </pc:sldLayoutMkLst>
        </pc:sldLayoutChg>
        <pc:sldLayoutChg chg="del">
          <pc:chgData name="Taylor Davis" userId="5c9e72a0-c39f-4aa1-9d7d-64125e78cbe6" providerId="ADAL" clId="{86B7C6F7-434A-40A3-B779-E94260AA3DCB}" dt="2024-09-25T02:39:08.378" v="3021" actId="47"/>
          <pc:sldLayoutMkLst>
            <pc:docMk/>
            <pc:sldMasterMk cId="1538378443" sldId="2147483768"/>
            <pc:sldLayoutMk cId="3334929237" sldId="2147483776"/>
          </pc:sldLayoutMkLst>
        </pc:sldLayoutChg>
        <pc:sldLayoutChg chg="del">
          <pc:chgData name="Taylor Davis" userId="5c9e72a0-c39f-4aa1-9d7d-64125e78cbe6" providerId="ADAL" clId="{86B7C6F7-434A-40A3-B779-E94260AA3DCB}" dt="2024-09-25T02:39:08.378" v="3021" actId="47"/>
          <pc:sldLayoutMkLst>
            <pc:docMk/>
            <pc:sldMasterMk cId="1538378443" sldId="2147483768"/>
            <pc:sldLayoutMk cId="1735123783" sldId="2147483777"/>
          </pc:sldLayoutMkLst>
        </pc:sldLayoutChg>
        <pc:sldLayoutChg chg="del">
          <pc:chgData name="Taylor Davis" userId="5c9e72a0-c39f-4aa1-9d7d-64125e78cbe6" providerId="ADAL" clId="{86B7C6F7-434A-40A3-B779-E94260AA3DCB}" dt="2024-09-25T02:39:08.378" v="3021" actId="47"/>
          <pc:sldLayoutMkLst>
            <pc:docMk/>
            <pc:sldMasterMk cId="1538378443" sldId="2147483768"/>
            <pc:sldLayoutMk cId="2072865952" sldId="2147483778"/>
          </pc:sldLayoutMkLst>
        </pc:sldLayoutChg>
        <pc:sldLayoutChg chg="del">
          <pc:chgData name="Taylor Davis" userId="5c9e72a0-c39f-4aa1-9d7d-64125e78cbe6" providerId="ADAL" clId="{86B7C6F7-434A-40A3-B779-E94260AA3DCB}" dt="2024-09-25T02:39:08.378" v="3021" actId="47"/>
          <pc:sldLayoutMkLst>
            <pc:docMk/>
            <pc:sldMasterMk cId="1538378443" sldId="2147483768"/>
            <pc:sldLayoutMk cId="190644878" sldId="2147483779"/>
          </pc:sldLayoutMkLst>
        </pc:sldLayoutChg>
        <pc:sldLayoutChg chg="del">
          <pc:chgData name="Taylor Davis" userId="5c9e72a0-c39f-4aa1-9d7d-64125e78cbe6" providerId="ADAL" clId="{86B7C6F7-434A-40A3-B779-E94260AA3DCB}" dt="2024-09-25T02:39:08.378" v="3021" actId="47"/>
          <pc:sldLayoutMkLst>
            <pc:docMk/>
            <pc:sldMasterMk cId="1538378443" sldId="2147483768"/>
            <pc:sldLayoutMk cId="2181251457" sldId="214748378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/>
            </a:lvl1pPr>
          </a:lstStyle>
          <a:p>
            <a:fld id="{7444AE22-21A2-46C1-A42F-3B4E8AE858E0}" type="datetimeFigureOut">
              <a:rPr lang="en-US" smtClean="0"/>
              <a:t>9/24/2024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/>
            </a:lvl1pPr>
          </a:lstStyle>
          <a:p>
            <a:fld id="{4139CA89-B4B2-4050-B038-8DF8E3A335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288C0-024E-429E-B9F9-88F45D0B6B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3903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EF80E-CA35-C63B-47F4-CC11DF60B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9C5256-98EC-A333-1F96-35A29C940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D36D9-E54A-02C1-9D01-07CEC05751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C3B12F-80BB-4AE6-855E-F93711E32932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5BD99-A0E5-C8E6-0293-C8F4E7ADB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9629F-1D20-FF76-5EB6-240309CFA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549073-5150-4C40-BF4B-D68B1C4D3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4391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C2AC4-349D-A897-6171-03399A1D7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623D0-BE5E-FC7B-8C30-08E065FD2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75E28-04F2-0BB8-CAA3-EAA16C700B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C3B12F-80BB-4AE6-855E-F93711E32932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8921E-7A76-6CA3-63C8-C8BEF6D7F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FBE9D-47C9-B56A-3EC3-6120B283D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549073-5150-4C40-BF4B-D68B1C4D3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945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Outp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623D0-BE5E-FC7B-8C30-08E065FD2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3207"/>
            <a:ext cx="10515600" cy="5203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3335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3522A-5659-8E58-0C7C-8DF74D11B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92466-9973-B746-9C73-FB335C44B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05841-E333-8EF3-13A4-B887A17F5B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C3B12F-80BB-4AE6-855E-F93711E32932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55581-7211-C530-1B0A-5B6FABC5D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750AD-5B48-0726-4977-83576D9A2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549073-5150-4C40-BF4B-D68B1C4D3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9029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FF885-B892-AF4E-14F6-5BF965E9D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E1770-FA2D-DFFD-19D7-51C803C2A3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21ABB0-2FF2-50E1-1D39-1209FC2FE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9C5AA1-7869-F7B1-1AAA-9AB491751C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C3B12F-80BB-4AE6-855E-F93711E32932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C631CC-0ED4-0DBA-3B11-951955097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A0F43-4FF6-41EA-54B8-4C2B9B6AA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549073-5150-4C40-BF4B-D68B1C4D3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1508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A9208-B29A-5C1B-0F83-0D22E8302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3FC125-6ED1-2C82-D3ED-F51C43D5F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2CF8AA-AEDB-5574-67D8-C4CF4BAE8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0A1351-7B1F-3D2B-8CC3-AD63799BB8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5B1D59-8D71-169B-800D-1B6369565C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D17602-A406-BF7F-1159-4B4C378EF6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C3B12F-80BB-4AE6-855E-F93711E32932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E251BD-2045-1E2C-E87C-4EFC81209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3B3598-579D-3653-EDD8-A878B177B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549073-5150-4C40-BF4B-D68B1C4D3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236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0C5C9-55E7-611E-0F37-4EE6F2A3A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4637D8-C95D-4CFA-CBF5-2ADEF685D6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C3B12F-80BB-4AE6-855E-F93711E32932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AB4C0A-D1FD-786C-5A2E-8A4B27208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A6D1C3-0C4C-016B-EC68-78B7509E3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549073-5150-4C40-BF4B-D68B1C4D3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7759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83E7AE-170E-91FA-7315-36E3FEE3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C3B12F-80BB-4AE6-855E-F93711E32932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6B2EE4-5A93-5729-1EAC-03E66A0B5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8D43F-B7E2-7961-9FFE-21EB28342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549073-5150-4C40-BF4B-D68B1C4D3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6986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8CCE6-8084-DA30-31CB-CD9726E36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64A11-4BA3-288B-80CE-24DCC4C5B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AF7808-6760-899B-5637-5AF891200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29F123-B801-4BD3-C9F2-562B462B5B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C3B12F-80BB-4AE6-855E-F93711E32932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99435-4ECB-552D-F273-B2E602B91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8A5FE-E587-D277-E8C4-8DC54ED6E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549073-5150-4C40-BF4B-D68B1C4D3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7175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C9A34-ECF4-CD06-A854-8EED594D9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E85963-B99D-0D48-F74E-5347F28C1F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9209FE-05AD-1F83-2A16-595EF372B4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0EEA6-1CE3-D581-30FA-B8A6BB4BFB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C3B12F-80BB-4AE6-855E-F93711E32932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DEB60-F0E3-E3A7-BDE3-3F3D04B3D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D5625-5E2A-FDD7-240B-CE4AD3D04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549073-5150-4C40-BF4B-D68B1C4D3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8340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38964-CFDD-EEE7-561D-6CD0AA476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BBC7B5-E245-21C1-36FF-25BF670F5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11137-3CC6-DE86-3F8F-1226349011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C3B12F-80BB-4AE6-855E-F93711E32932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9A0C3-B51F-2043-29A8-381E40D74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2932E-13ED-745D-FD1E-DB6D1C575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549073-5150-4C40-BF4B-D68B1C4D3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1333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E2DD41-03F0-5A20-D0FC-53F8C68ADE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BF3F08-A716-9B80-7DAD-A5D0BE30E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C8755-E2ED-FEEE-B158-E0DD3FB1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C3B12F-80BB-4AE6-855E-F93711E32932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B962C-DB69-9313-835E-9A96B9436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384AD-5BB3-6E37-4160-F06417470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549073-5150-4C40-BF4B-D68B1C4D3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03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48873-4569-48AE-9711-BF92EE297A77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EB39A1-2181-7751-3A9C-DD497656D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76B2F-4CF9-EA9D-2AF2-B6F1F3AF1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81C577-C950-A609-3984-560E7C9C34EE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 flipH="1">
            <a:off x="8074529" y="0"/>
            <a:ext cx="4117469" cy="2585258"/>
          </a:xfrm>
          <a:prstGeom prst="rect">
            <a:avLst/>
          </a:prstGeom>
        </p:spPr>
      </p:pic>
      <p:pic>
        <p:nvPicPr>
          <p:cNvPr id="6" name="Picture 5" descr="A picture containing font, design&#10;&#10;Description automatically generated">
            <a:extLst>
              <a:ext uri="{FF2B5EF4-FFF2-40B4-BE49-F238E27FC236}">
                <a16:creationId xmlns:a16="http://schemas.microsoft.com/office/drawing/2014/main" id="{457E9A6E-C81D-277C-5982-D9F8A2669AA6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8644" y="6038628"/>
            <a:ext cx="2113354" cy="71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382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3058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81BBA2-A3ED-6F7B-693B-880E5B031B26}"/>
              </a:ext>
            </a:extLst>
          </p:cNvPr>
          <p:cNvSpPr txBox="1"/>
          <p:nvPr/>
        </p:nvSpPr>
        <p:spPr>
          <a:xfrm>
            <a:off x="896984" y="0"/>
            <a:ext cx="11295016" cy="707886"/>
          </a:xfrm>
          <a:prstGeom prst="rect">
            <a:avLst/>
          </a:prstGeom>
          <a:solidFill>
            <a:srgbClr val="30589B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EPO vs. PPO NETWORK DECISION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September 25, 2024</a:t>
            </a:r>
          </a:p>
        </p:txBody>
      </p:sp>
      <p:pic>
        <p:nvPicPr>
          <p:cNvPr id="6" name="Picture 5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F66A7945-0E55-35D5-B6B3-1588521B85C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318" y="735756"/>
            <a:ext cx="1493520" cy="818092"/>
          </a:xfrm>
          <a:prstGeom prst="rect">
            <a:avLst/>
          </a:prstGeom>
        </p:spPr>
      </p:pic>
      <p:pic>
        <p:nvPicPr>
          <p:cNvPr id="2050" name="Picture 2" descr="Lehigh Valley | Bethlehem, PA, US | Bill Dickinson | Flickr">
            <a:extLst>
              <a:ext uri="{FF2B5EF4-FFF2-40B4-BE49-F238E27FC236}">
                <a16:creationId xmlns:a16="http://schemas.microsoft.com/office/drawing/2014/main" id="{960FC751-2A37-9680-5086-37ED9D505D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81075" y="1708929"/>
            <a:ext cx="11210925" cy="5149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St. Luke's University Health Network's 150th Anniversary">
            <a:extLst>
              <a:ext uri="{FF2B5EF4-FFF2-40B4-BE49-F238E27FC236}">
                <a16:creationId xmlns:a16="http://schemas.microsoft.com/office/drawing/2014/main" id="{418AEC1D-1E1C-A206-08BE-266A53346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07764" y="579749"/>
            <a:ext cx="2266950" cy="1190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0464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ESA - Do business with ESA">
            <a:extLst>
              <a:ext uri="{FF2B5EF4-FFF2-40B4-BE49-F238E27FC236}">
                <a16:creationId xmlns:a16="http://schemas.microsoft.com/office/drawing/2014/main" id="{D7347B8B-C5AE-4C49-8B43-951D5F7A55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41" b="7912"/>
          <a:stretch/>
        </p:blipFill>
        <p:spPr bwMode="auto">
          <a:xfrm>
            <a:off x="-7973" y="16890"/>
            <a:ext cx="12197593" cy="6855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4D036B-CF91-40EF-88B5-63D0260D0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320684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Deciding Between </a:t>
            </a:r>
            <a:r>
              <a:rPr lang="en-US" sz="3600" dirty="0">
                <a:solidFill>
                  <a:srgbClr val="2F579A"/>
                </a:solidFill>
              </a:rPr>
              <a:t>EPO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and </a:t>
            </a:r>
            <a:r>
              <a:rPr lang="en-US" sz="3600" dirty="0">
                <a:solidFill>
                  <a:schemeClr val="accent2"/>
                </a:solidFill>
              </a:rPr>
              <a:t>PPO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Plans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4DE94D-6484-49BD-8A91-DBD5A9631194}"/>
              </a:ext>
            </a:extLst>
          </p:cNvPr>
          <p:cNvSpPr/>
          <p:nvPr/>
        </p:nvSpPr>
        <p:spPr>
          <a:xfrm>
            <a:off x="0" y="6209596"/>
            <a:ext cx="12192000" cy="662473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A890C3-CCF4-4C60-8A15-4AAD2952E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2400" y="6355207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8B177-4E99-4D87-A5BC-C4903809E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66" y="6355207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721A3A-5CA5-4F32-91E4-D6082004CA50}"/>
              </a:ext>
            </a:extLst>
          </p:cNvPr>
          <p:cNvSpPr/>
          <p:nvPr/>
        </p:nvSpPr>
        <p:spPr>
          <a:xfrm>
            <a:off x="4134811" y="649481"/>
            <a:ext cx="7495215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914411">
              <a:lnSpc>
                <a:spcPct val="90000"/>
              </a:lnSpc>
              <a:spcAft>
                <a:spcPts val="1200"/>
              </a:spcAft>
            </a:pPr>
            <a:endParaRPr lang="en-US" sz="22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57FA25C-8EB6-4C31-9C3C-8A0215C1E657}"/>
              </a:ext>
            </a:extLst>
          </p:cNvPr>
          <p:cNvGrpSpPr/>
          <p:nvPr/>
        </p:nvGrpSpPr>
        <p:grpSpPr>
          <a:xfrm>
            <a:off x="743419" y="1421143"/>
            <a:ext cx="10705161" cy="4714711"/>
            <a:chOff x="539823" y="53060"/>
            <a:chExt cx="3840480" cy="471471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69C0219-52DA-48A1-B7B2-E6F8C4FBD3C3}"/>
                </a:ext>
              </a:extLst>
            </p:cNvPr>
            <p:cNvSpPr/>
            <p:nvPr/>
          </p:nvSpPr>
          <p:spPr>
            <a:xfrm>
              <a:off x="539823" y="2622568"/>
              <a:ext cx="1920240" cy="21452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411">
                <a:lnSpc>
                  <a:spcPct val="90000"/>
                </a:lnSpc>
                <a:spcAft>
                  <a:spcPts val="1200"/>
                </a:spcAft>
                <a:buClr>
                  <a:schemeClr val="tx1"/>
                </a:buClr>
              </a:pPr>
              <a:r>
                <a:rPr lang="en-US" b="1" dirty="0"/>
                <a:t>4X MORE PROFITABLE</a:t>
              </a:r>
            </a:p>
            <a:p>
              <a:pPr algn="ctr" defTabSz="914411">
                <a:lnSpc>
                  <a:spcPct val="90000"/>
                </a:lnSpc>
                <a:spcAft>
                  <a:spcPts val="1200"/>
                </a:spcAft>
                <a:buClr>
                  <a:schemeClr val="tx1"/>
                </a:buClr>
              </a:pPr>
              <a:r>
                <a:rPr lang="en-US" dirty="0"/>
                <a:t>A narrow network plan creates powerful patient steerage, generating 440% more revenue and profitability for SLUHN than a similar-sized PPO plan.</a:t>
              </a:r>
            </a:p>
            <a:p>
              <a:pPr algn="ctr" defTabSz="914411">
                <a:lnSpc>
                  <a:spcPct val="90000"/>
                </a:lnSpc>
                <a:spcAft>
                  <a:spcPts val="1200"/>
                </a:spcAft>
                <a:buClr>
                  <a:schemeClr val="tx1"/>
                </a:buClr>
              </a:pPr>
              <a:r>
                <a:rPr lang="en-US" dirty="0"/>
                <a:t>Framed differently, a SLUHN PPO network would need to be 4x larger than a narrow network plan to produce the same revenue and profit growth. 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FCD729A-32AD-4303-8BA6-9EBD13F93D1C}"/>
                </a:ext>
              </a:extLst>
            </p:cNvPr>
            <p:cNvSpPr/>
            <p:nvPr/>
          </p:nvSpPr>
          <p:spPr>
            <a:xfrm>
              <a:off x="2460063" y="2622568"/>
              <a:ext cx="1920240" cy="21452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411">
                <a:lnSpc>
                  <a:spcPct val="90000"/>
                </a:lnSpc>
                <a:spcAft>
                  <a:spcPts val="1200"/>
                </a:spcAft>
                <a:buClr>
                  <a:schemeClr val="tx1"/>
                </a:buClr>
              </a:pPr>
              <a:r>
                <a:rPr lang="en-US" b="1" dirty="0"/>
                <a:t>SLUHN HAS NEEDED MARKET, QUALITY AND ACCESS</a:t>
              </a:r>
            </a:p>
            <a:p>
              <a:pPr algn="ctr" defTabSz="914411">
                <a:lnSpc>
                  <a:spcPct val="90000"/>
                </a:lnSpc>
                <a:spcAft>
                  <a:spcPts val="1200"/>
                </a:spcAft>
                <a:buClr>
                  <a:schemeClr val="tx1"/>
                </a:buClr>
              </a:pPr>
              <a:r>
                <a:rPr lang="en-US" dirty="0"/>
                <a:t>KBA estimates that only 13% of health systems with 200+ beds in a state have the needed access and brand quality to support a DTE EPO plan. </a:t>
              </a:r>
            </a:p>
            <a:p>
              <a:pPr algn="ctr" defTabSz="914411">
                <a:lnSpc>
                  <a:spcPct val="90000"/>
                </a:lnSpc>
                <a:spcAft>
                  <a:spcPts val="1200"/>
                </a:spcAft>
                <a:buClr>
                  <a:schemeClr val="tx1"/>
                </a:buClr>
              </a:pPr>
              <a:r>
                <a:rPr lang="en-US" dirty="0"/>
                <a:t>SLUHN is in the 94% percentile for market strength, access and brand quality supporting a DTE. KBA is very confident a SLUHN DTE plan will be successful.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27553F0-17FD-83FF-853A-685BC69ED8C9}"/>
                </a:ext>
              </a:extLst>
            </p:cNvPr>
            <p:cNvSpPr/>
            <p:nvPr/>
          </p:nvSpPr>
          <p:spPr>
            <a:xfrm>
              <a:off x="644465" y="53060"/>
              <a:ext cx="3650199" cy="13973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411">
                <a:lnSpc>
                  <a:spcPct val="90000"/>
                </a:lnSpc>
                <a:spcAft>
                  <a:spcPts val="1200"/>
                </a:spcAft>
                <a:buClr>
                  <a:schemeClr val="tx1"/>
                </a:buClr>
              </a:pPr>
              <a:r>
                <a:rPr lang="en-US" dirty="0"/>
                <a:t>Deciding between a PPO and EPO plan is an important strategic decision for SLUHN.</a:t>
              </a:r>
            </a:p>
            <a:p>
              <a:pPr algn="ctr" defTabSz="914411">
                <a:lnSpc>
                  <a:spcPct val="90000"/>
                </a:lnSpc>
                <a:spcAft>
                  <a:spcPts val="1200"/>
                </a:spcAft>
                <a:buClr>
                  <a:schemeClr val="tx1"/>
                </a:buClr>
              </a:pPr>
              <a:r>
                <a:rPr lang="en-US" dirty="0"/>
                <a:t>Key Benefits investigates every potential DTE partner and will not administer a DTE narrow network unless we are confident the DTE narrow network will sell well. </a:t>
              </a:r>
            </a:p>
            <a:p>
              <a:pPr algn="ctr" defTabSz="914411">
                <a:lnSpc>
                  <a:spcPct val="90000"/>
                </a:lnSpc>
                <a:spcAft>
                  <a:spcPts val="1200"/>
                </a:spcAft>
                <a:buClr>
                  <a:schemeClr val="tx1"/>
                </a:buClr>
              </a:pPr>
              <a:r>
                <a:rPr lang="en-US" dirty="0"/>
                <a:t>Key Benefit Administrator recommends a narrow network plan for two key reasons:</a:t>
              </a:r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D477D80-386D-4C49-BB5B-4192EF9C3FCB}"/>
              </a:ext>
            </a:extLst>
          </p:cNvPr>
          <p:cNvCxnSpPr>
            <a:cxnSpLocks/>
          </p:cNvCxnSpPr>
          <p:nvPr/>
        </p:nvCxnSpPr>
        <p:spPr>
          <a:xfrm>
            <a:off x="6103674" y="3990651"/>
            <a:ext cx="0" cy="1815345"/>
          </a:xfrm>
          <a:prstGeom prst="line">
            <a:avLst/>
          </a:prstGeom>
          <a:ln>
            <a:solidFill>
              <a:srgbClr val="0063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6E3306A4-A22E-44B4-B28D-02A4477CAE09}"/>
              </a:ext>
            </a:extLst>
          </p:cNvPr>
          <p:cNvSpPr/>
          <p:nvPr/>
        </p:nvSpPr>
        <p:spPr>
          <a:xfrm>
            <a:off x="3076809" y="3021587"/>
            <a:ext cx="685800" cy="685800"/>
          </a:xfrm>
          <a:prstGeom prst="ellipse">
            <a:avLst/>
          </a:prstGeom>
          <a:solidFill>
            <a:srgbClr val="59CA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0C0D7B4-43BC-4CE3-AA3D-60612464FC41}"/>
              </a:ext>
            </a:extLst>
          </p:cNvPr>
          <p:cNvSpPr/>
          <p:nvPr/>
        </p:nvSpPr>
        <p:spPr>
          <a:xfrm>
            <a:off x="8469464" y="3021587"/>
            <a:ext cx="685800" cy="685800"/>
          </a:xfrm>
          <a:prstGeom prst="ellipse">
            <a:avLst/>
          </a:prstGeom>
          <a:solidFill>
            <a:srgbClr val="59CA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34179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82" y="136525"/>
            <a:ext cx="10652404" cy="10915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Direct-to-Employer Strategy:</a:t>
            </a:r>
            <a:b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Available to </a:t>
            </a:r>
            <a:r>
              <a:rPr lang="en-US" sz="4000" b="1" i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Premier</a:t>
            </a:r>
            <a: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Health Systems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7243" y="1572305"/>
            <a:ext cx="5672318" cy="46609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Arial Black" panose="020B0A04020102020204" pitchFamily="34" charset="0"/>
              </a:rPr>
              <a:t>STRONG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Brand Quality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Arial Black" panose="020B0A04020102020204" pitchFamily="34" charset="0"/>
              </a:rPr>
              <a:t>EXTENSIVE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Patient Access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Arial Black" panose="020B0A04020102020204" pitchFamily="34" charset="0"/>
              </a:rPr>
              <a:t>AFFORDABLE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 Pricing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Arial Black" panose="020B0A04020102020204" pitchFamily="34" charset="0"/>
              </a:rPr>
              <a:t>EXCELENT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Care Quality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4" descr="St. Luke's University Health Network's 150th Anniversary">
            <a:extLst>
              <a:ext uri="{FF2B5EF4-FFF2-40B4-BE49-F238E27FC236}">
                <a16:creationId xmlns:a16="http://schemas.microsoft.com/office/drawing/2014/main" id="{54C4C891-BACC-B531-6B4E-417D42F31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53935" y="2433244"/>
            <a:ext cx="2910924" cy="1529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2852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val 29">
            <a:extLst>
              <a:ext uri="{FF2B5EF4-FFF2-40B4-BE49-F238E27FC236}">
                <a16:creationId xmlns:a16="http://schemas.microsoft.com/office/drawing/2014/main" id="{632366CF-AC14-BCF8-3AA9-AA34E7F55B25}"/>
              </a:ext>
            </a:extLst>
          </p:cNvPr>
          <p:cNvSpPr/>
          <p:nvPr/>
        </p:nvSpPr>
        <p:spPr>
          <a:xfrm>
            <a:off x="9966609" y="3984336"/>
            <a:ext cx="581025" cy="5847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 Light"/>
              <a:ea typeface="+mn-ea"/>
              <a:cs typeface="+mn-cs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677D47B-7BF8-ED75-7535-131FC1980DD9}"/>
              </a:ext>
            </a:extLst>
          </p:cNvPr>
          <p:cNvSpPr/>
          <p:nvPr/>
        </p:nvSpPr>
        <p:spPr>
          <a:xfrm>
            <a:off x="9003106" y="5006398"/>
            <a:ext cx="581025" cy="5847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 Light"/>
              <a:ea typeface="+mn-ea"/>
              <a:cs typeface="+mn-cs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A4572DC-E518-B007-1072-8D9DC29C5E8A}"/>
              </a:ext>
            </a:extLst>
          </p:cNvPr>
          <p:cNvSpPr/>
          <p:nvPr/>
        </p:nvSpPr>
        <p:spPr>
          <a:xfrm>
            <a:off x="11066991" y="2844224"/>
            <a:ext cx="581025" cy="5847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 Light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4D349F1-CB8F-4F59-5757-72DD13D217A2}"/>
              </a:ext>
            </a:extLst>
          </p:cNvPr>
          <p:cNvSpPr/>
          <p:nvPr/>
        </p:nvSpPr>
        <p:spPr>
          <a:xfrm>
            <a:off x="2933700" y="3984337"/>
            <a:ext cx="581025" cy="584775"/>
          </a:xfrm>
          <a:prstGeom prst="ellipse">
            <a:avLst/>
          </a:prstGeom>
          <a:solidFill>
            <a:srgbClr val="8DC6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 Light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00A876D-C402-35AD-5653-82F52A3FDB7E}"/>
              </a:ext>
            </a:extLst>
          </p:cNvPr>
          <p:cNvSpPr/>
          <p:nvPr/>
        </p:nvSpPr>
        <p:spPr>
          <a:xfrm>
            <a:off x="3973400" y="5006398"/>
            <a:ext cx="581025" cy="584775"/>
          </a:xfrm>
          <a:prstGeom prst="ellipse">
            <a:avLst/>
          </a:prstGeom>
          <a:solidFill>
            <a:srgbClr val="8DC6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 Light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B510E2C-4CD1-B82D-000E-E4D9FA52165A}"/>
              </a:ext>
            </a:extLst>
          </p:cNvPr>
          <p:cNvSpPr/>
          <p:nvPr/>
        </p:nvSpPr>
        <p:spPr>
          <a:xfrm>
            <a:off x="2105025" y="2844225"/>
            <a:ext cx="581025" cy="584775"/>
          </a:xfrm>
          <a:prstGeom prst="ellipse">
            <a:avLst/>
          </a:prstGeom>
          <a:solidFill>
            <a:srgbClr val="8DC6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 Light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A3E13D7-15BE-8811-E6FE-8A052053987F}"/>
              </a:ext>
            </a:extLst>
          </p:cNvPr>
          <p:cNvSpPr/>
          <p:nvPr/>
        </p:nvSpPr>
        <p:spPr>
          <a:xfrm>
            <a:off x="5153025" y="2164200"/>
            <a:ext cx="1895475" cy="1828800"/>
          </a:xfrm>
          <a:prstGeom prst="roundRect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 Light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AB87FF-5911-11AD-B43F-95FA800A84CE}"/>
              </a:ext>
            </a:extLst>
          </p:cNvPr>
          <p:cNvSpPr/>
          <p:nvPr/>
        </p:nvSpPr>
        <p:spPr>
          <a:xfrm>
            <a:off x="5153025" y="2486025"/>
            <a:ext cx="1895475" cy="4371975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 Ligh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63BDA-DDE0-660F-86DD-156B12B61567}"/>
              </a:ext>
            </a:extLst>
          </p:cNvPr>
          <p:cNvSpPr txBox="1"/>
          <p:nvPr/>
        </p:nvSpPr>
        <p:spPr>
          <a:xfrm>
            <a:off x="5364870" y="2844225"/>
            <a:ext cx="14622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ileron Light"/>
                <a:ea typeface="+mn-ea"/>
                <a:cs typeface="+mn-cs"/>
              </a:rPr>
              <a:t>Access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7C4237-3E44-9120-9F92-7466F980220E}"/>
              </a:ext>
            </a:extLst>
          </p:cNvPr>
          <p:cNvSpPr txBox="1"/>
          <p:nvPr/>
        </p:nvSpPr>
        <p:spPr>
          <a:xfrm>
            <a:off x="5384907" y="3925312"/>
            <a:ext cx="14221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ileron Light"/>
                <a:ea typeface="+mn-ea"/>
                <a:cs typeface="+mn-cs"/>
              </a:rPr>
              <a:t>Quality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2F3400-CFA7-C429-3D4A-D008D87739E5}"/>
              </a:ext>
            </a:extLst>
          </p:cNvPr>
          <p:cNvSpPr txBox="1"/>
          <p:nvPr/>
        </p:nvSpPr>
        <p:spPr>
          <a:xfrm>
            <a:off x="5593298" y="500640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ileron Light"/>
                <a:ea typeface="+mn-ea"/>
                <a:cs typeface="+mn-cs"/>
              </a:rPr>
              <a:t>Cost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58BBE0-EAED-A006-0085-FD7DDF5905D2}"/>
              </a:ext>
            </a:extLst>
          </p:cNvPr>
          <p:cNvSpPr txBox="1"/>
          <p:nvPr/>
        </p:nvSpPr>
        <p:spPr>
          <a:xfrm>
            <a:off x="7419975" y="2266950"/>
            <a:ext cx="8050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Aileron Light"/>
                <a:ea typeface="+mn-ea"/>
                <a:cs typeface="+mn-cs"/>
              </a:rPr>
              <a:t>Poor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BCA965-7FA6-5FC8-BFE9-B9762DDFFE6D}"/>
              </a:ext>
            </a:extLst>
          </p:cNvPr>
          <p:cNvSpPr txBox="1"/>
          <p:nvPr/>
        </p:nvSpPr>
        <p:spPr>
          <a:xfrm>
            <a:off x="8953500" y="2266950"/>
            <a:ext cx="670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Aileron Light"/>
                <a:ea typeface="+mn-ea"/>
                <a:cs typeface="+mn-cs"/>
              </a:rPr>
              <a:t>Fair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E3EEC8-D6FE-9CBF-55F7-C6EC06E97791}"/>
              </a:ext>
            </a:extLst>
          </p:cNvPr>
          <p:cNvSpPr txBox="1"/>
          <p:nvPr/>
        </p:nvSpPr>
        <p:spPr>
          <a:xfrm>
            <a:off x="10257122" y="2266950"/>
            <a:ext cx="13908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Aileron Light"/>
                <a:ea typeface="+mn-ea"/>
                <a:cs typeface="+mn-cs"/>
              </a:rPr>
              <a:t>Excellent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A88DDE-F633-4084-0E3E-ECC8BBCCDA38}"/>
              </a:ext>
            </a:extLst>
          </p:cNvPr>
          <p:cNvSpPr txBox="1"/>
          <p:nvPr/>
        </p:nvSpPr>
        <p:spPr>
          <a:xfrm>
            <a:off x="3976521" y="2266950"/>
            <a:ext cx="8050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Aileron Light"/>
                <a:ea typeface="+mn-ea"/>
                <a:cs typeface="+mn-cs"/>
              </a:rPr>
              <a:t>Poor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907F36-C2FC-7CD0-C8DC-FEB3D58DD497}"/>
              </a:ext>
            </a:extLst>
          </p:cNvPr>
          <p:cNvSpPr txBox="1"/>
          <p:nvPr/>
        </p:nvSpPr>
        <p:spPr>
          <a:xfrm>
            <a:off x="2577649" y="2266950"/>
            <a:ext cx="670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Aileron Light"/>
                <a:ea typeface="+mn-ea"/>
                <a:cs typeface="+mn-cs"/>
              </a:rPr>
              <a:t>Fair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A43B7B-CABE-FAF6-7A93-23E53E86032C}"/>
              </a:ext>
            </a:extLst>
          </p:cNvPr>
          <p:cNvSpPr txBox="1"/>
          <p:nvPr/>
        </p:nvSpPr>
        <p:spPr>
          <a:xfrm>
            <a:off x="553509" y="2266950"/>
            <a:ext cx="13908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Aileron Light"/>
                <a:ea typeface="+mn-ea"/>
                <a:cs typeface="+mn-cs"/>
              </a:rPr>
              <a:t>Excellent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527816-BF45-6B29-1379-AAE3F08CF0FC}"/>
              </a:ext>
            </a:extLst>
          </p:cNvPr>
          <p:cNvSpPr/>
          <p:nvPr/>
        </p:nvSpPr>
        <p:spPr>
          <a:xfrm>
            <a:off x="7048500" y="2844225"/>
            <a:ext cx="4305300" cy="584775"/>
          </a:xfrm>
          <a:prstGeom prst="rect">
            <a:avLst/>
          </a:prstGeom>
          <a:gradFill>
            <a:gsLst>
              <a:gs pos="50000">
                <a:schemeClr val="accent2">
                  <a:lumMod val="40000"/>
                  <a:lumOff val="60000"/>
                </a:schemeClr>
              </a:gs>
              <a:gs pos="0">
                <a:schemeClr val="bg1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 Light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92D5C6-A483-F0E7-78DE-673A74ABD4E2}"/>
              </a:ext>
            </a:extLst>
          </p:cNvPr>
          <p:cNvSpPr/>
          <p:nvPr/>
        </p:nvSpPr>
        <p:spPr>
          <a:xfrm>
            <a:off x="7048500" y="3984488"/>
            <a:ext cx="3208622" cy="584775"/>
          </a:xfrm>
          <a:prstGeom prst="rect">
            <a:avLst/>
          </a:prstGeom>
          <a:gradFill>
            <a:gsLst>
              <a:gs pos="50000">
                <a:schemeClr val="accent2">
                  <a:lumMod val="40000"/>
                  <a:lumOff val="60000"/>
                </a:schemeClr>
              </a:gs>
              <a:gs pos="0">
                <a:schemeClr val="bg1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 Light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B34E8E-71F9-31AE-DB81-42638DD2E687}"/>
              </a:ext>
            </a:extLst>
          </p:cNvPr>
          <p:cNvSpPr/>
          <p:nvPr/>
        </p:nvSpPr>
        <p:spPr>
          <a:xfrm>
            <a:off x="3248025" y="3993000"/>
            <a:ext cx="1905000" cy="584775"/>
          </a:xfrm>
          <a:prstGeom prst="rect">
            <a:avLst/>
          </a:prstGeom>
          <a:gradFill flip="none" rotWithShape="1">
            <a:gsLst>
              <a:gs pos="0">
                <a:srgbClr val="8DC63F"/>
              </a:gs>
              <a:gs pos="50000">
                <a:srgbClr val="8DC63F">
                  <a:tint val="44500"/>
                  <a:satMod val="160000"/>
                </a:srgbClr>
              </a:gs>
              <a:gs pos="100000">
                <a:srgbClr val="8DC63F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 Light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6C59DC-879E-65F8-E1F3-C66EA7861A22}"/>
              </a:ext>
            </a:extLst>
          </p:cNvPr>
          <p:cNvSpPr/>
          <p:nvPr/>
        </p:nvSpPr>
        <p:spPr>
          <a:xfrm>
            <a:off x="2400300" y="2844225"/>
            <a:ext cx="2752725" cy="584775"/>
          </a:xfrm>
          <a:prstGeom prst="rect">
            <a:avLst/>
          </a:prstGeom>
          <a:gradFill flip="none" rotWithShape="1">
            <a:gsLst>
              <a:gs pos="0">
                <a:srgbClr val="8DC63F"/>
              </a:gs>
              <a:gs pos="50000">
                <a:srgbClr val="8DC63F">
                  <a:tint val="44500"/>
                  <a:satMod val="160000"/>
                </a:srgbClr>
              </a:gs>
              <a:gs pos="100000">
                <a:srgbClr val="8DC63F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 Light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514BBF-FF19-040D-EC2E-0F945A8C26B0}"/>
              </a:ext>
            </a:extLst>
          </p:cNvPr>
          <p:cNvSpPr/>
          <p:nvPr/>
        </p:nvSpPr>
        <p:spPr>
          <a:xfrm>
            <a:off x="7048500" y="5006400"/>
            <a:ext cx="2238375" cy="584775"/>
          </a:xfrm>
          <a:prstGeom prst="rect">
            <a:avLst/>
          </a:prstGeom>
          <a:gradFill>
            <a:gsLst>
              <a:gs pos="50000">
                <a:schemeClr val="accent2">
                  <a:lumMod val="40000"/>
                  <a:lumOff val="60000"/>
                </a:schemeClr>
              </a:gs>
              <a:gs pos="0">
                <a:schemeClr val="bg1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 Light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04079B-326E-DFAE-D927-4144A8A317E9}"/>
              </a:ext>
            </a:extLst>
          </p:cNvPr>
          <p:cNvSpPr/>
          <p:nvPr/>
        </p:nvSpPr>
        <p:spPr>
          <a:xfrm>
            <a:off x="4248149" y="5006399"/>
            <a:ext cx="904875" cy="584775"/>
          </a:xfrm>
          <a:prstGeom prst="rect">
            <a:avLst/>
          </a:prstGeom>
          <a:gradFill flip="none" rotWithShape="1">
            <a:gsLst>
              <a:gs pos="0">
                <a:srgbClr val="8DC63F"/>
              </a:gs>
              <a:gs pos="50000">
                <a:srgbClr val="8DC63F">
                  <a:tint val="44500"/>
                  <a:satMod val="160000"/>
                </a:srgbClr>
              </a:gs>
              <a:gs pos="100000">
                <a:srgbClr val="8DC63F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 Light"/>
              <a:ea typeface="+mn-ea"/>
              <a:cs typeface="+mn-cs"/>
            </a:endParaRPr>
          </a:p>
        </p:txBody>
      </p:sp>
      <p:pic>
        <p:nvPicPr>
          <p:cNvPr id="23" name="Picture 2" descr="Welcome to Lehigh Valley Health Network ...">
            <a:extLst>
              <a:ext uri="{FF2B5EF4-FFF2-40B4-BE49-F238E27FC236}">
                <a16:creationId xmlns:a16="http://schemas.microsoft.com/office/drawing/2014/main" id="{A94C91E8-C76C-2F2F-6D40-0BB985011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505" y="1443039"/>
            <a:ext cx="3066288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St. Luke's University Health Network's 150th Anniversary">
            <a:extLst>
              <a:ext uri="{FF2B5EF4-FFF2-40B4-BE49-F238E27FC236}">
                <a16:creationId xmlns:a16="http://schemas.microsoft.com/office/drawing/2014/main" id="{15B48AED-970A-99C1-8591-9778802D6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5619" y="1075515"/>
            <a:ext cx="2266950" cy="1190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3583B1-43A0-392F-1D47-AAF45A66B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96" y="-5132"/>
            <a:ext cx="10652404" cy="10915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Direct-to-Employer Strategy:</a:t>
            </a:r>
            <a:b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Available to </a:t>
            </a:r>
            <a:r>
              <a:rPr lang="en-US" sz="4000" b="1" i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Premier</a:t>
            </a:r>
            <a: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Health Systems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209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6B5926E-4AAC-8204-A9FD-B546D2D620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09338" y="1690687"/>
            <a:ext cx="5768630" cy="4518224"/>
          </a:xfrm>
        </p:spPr>
      </p:pic>
      <p:pic>
        <p:nvPicPr>
          <p:cNvPr id="8" name="Picture 2" descr="Welcome to Lehigh Valley Health Network ...">
            <a:extLst>
              <a:ext uri="{FF2B5EF4-FFF2-40B4-BE49-F238E27FC236}">
                <a16:creationId xmlns:a16="http://schemas.microsoft.com/office/drawing/2014/main" id="{DDC94D88-BA34-5AA9-EA9B-C148FD0A7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82212" y="5178426"/>
            <a:ext cx="3066288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St. Luke's University Health Network's 150th Anniversary">
            <a:extLst>
              <a:ext uri="{FF2B5EF4-FFF2-40B4-BE49-F238E27FC236}">
                <a16:creationId xmlns:a16="http://schemas.microsoft.com/office/drawing/2014/main" id="{86AC65E6-F3F0-4B89-D1E6-216DC9C8C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02650" y="3328966"/>
            <a:ext cx="2266950" cy="1190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2A072E6-5B59-F58D-E1D5-FBB1C6050929}"/>
              </a:ext>
            </a:extLst>
          </p:cNvPr>
          <p:cNvSpPr/>
          <p:nvPr/>
        </p:nvSpPr>
        <p:spPr>
          <a:xfrm>
            <a:off x="0" y="0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890093-D539-CA4F-976A-7B1A5C58F15B}"/>
              </a:ext>
            </a:extLst>
          </p:cNvPr>
          <p:cNvSpPr txBox="1"/>
          <p:nvPr/>
        </p:nvSpPr>
        <p:spPr>
          <a:xfrm>
            <a:off x="1284079" y="2851320"/>
            <a:ext cx="27572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Comparison of Medicare payment market share by zip code: St Luke’s vs Lehigh Valley Health Network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164B861-2919-13B0-DF11-6C92DA49C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82" y="136525"/>
            <a:ext cx="10652404" cy="10915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SLUHN Advantage:</a:t>
            </a:r>
            <a:b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 </a:t>
            </a:r>
            <a:r>
              <a:rPr lang="en-US" sz="4000" b="1" dirty="0">
                <a:solidFill>
                  <a:srgbClr val="59CA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Brand</a:t>
            </a:r>
            <a: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Quality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394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elcome to Lehigh Valley Health Network ...">
            <a:extLst>
              <a:ext uri="{FF2B5EF4-FFF2-40B4-BE49-F238E27FC236}">
                <a16:creationId xmlns:a16="http://schemas.microsoft.com/office/drawing/2014/main" id="{D35E0F37-25DB-A6ED-FA0B-749C789F7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1604" y="2216823"/>
            <a:ext cx="3066288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t. Luke's University Health Network's 150th Anniversary">
            <a:extLst>
              <a:ext uri="{FF2B5EF4-FFF2-40B4-BE49-F238E27FC236}">
                <a16:creationId xmlns:a16="http://schemas.microsoft.com/office/drawing/2014/main" id="{81F606B0-F3E0-4A78-98C0-7AA2580C3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48800" y="985158"/>
            <a:ext cx="2266950" cy="1190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2C5E5F-C08F-02C6-5478-0FD5169A64CD}"/>
              </a:ext>
            </a:extLst>
          </p:cNvPr>
          <p:cNvGraphicFramePr>
            <a:graphicFrameLocks noGrp="1"/>
          </p:cNvGraphicFramePr>
          <p:nvPr/>
        </p:nvGraphicFramePr>
        <p:xfrm>
          <a:off x="311586" y="3139930"/>
          <a:ext cx="276632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162">
                  <a:extLst>
                    <a:ext uri="{9D8B030D-6E8A-4147-A177-3AD203B41FA5}">
                      <a16:colId xmlns:a16="http://schemas.microsoft.com/office/drawing/2014/main" val="1499193583"/>
                    </a:ext>
                  </a:extLst>
                </a:gridCol>
                <a:gridCol w="1383162">
                  <a:extLst>
                    <a:ext uri="{9D8B030D-6E8A-4147-A177-3AD203B41FA5}">
                      <a16:colId xmlns:a16="http://schemas.microsoft.com/office/drawing/2014/main" val="3693673618"/>
                    </a:ext>
                  </a:extLst>
                </a:gridCol>
              </a:tblGrid>
              <a:tr h="251800">
                <a:tc>
                  <a:txBody>
                    <a:bodyPr/>
                    <a:lstStyle/>
                    <a:p>
                      <a:r>
                        <a:rPr lang="en-US" sz="1200" dirty="0"/>
                        <a:t>Hospital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Population Within 5 Miles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402759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r>
                        <a:rPr lang="en-US" sz="1200" dirty="0"/>
                        <a:t>Lehigh Valley Hospital Cedar Crest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F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227,393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F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7800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5DFB184-5687-810D-E027-F824D29970B6}"/>
              </a:ext>
            </a:extLst>
          </p:cNvPr>
          <p:cNvGraphicFramePr>
            <a:graphicFrameLocks noGrp="1"/>
          </p:cNvGraphicFramePr>
          <p:nvPr/>
        </p:nvGraphicFramePr>
        <p:xfrm>
          <a:off x="9199113" y="2198898"/>
          <a:ext cx="2766324" cy="3663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632">
                  <a:extLst>
                    <a:ext uri="{9D8B030D-6E8A-4147-A177-3AD203B41FA5}">
                      <a16:colId xmlns:a16="http://schemas.microsoft.com/office/drawing/2014/main" val="1499193583"/>
                    </a:ext>
                  </a:extLst>
                </a:gridCol>
                <a:gridCol w="955692">
                  <a:extLst>
                    <a:ext uri="{9D8B030D-6E8A-4147-A177-3AD203B41FA5}">
                      <a16:colId xmlns:a16="http://schemas.microsoft.com/office/drawing/2014/main" val="3693673618"/>
                    </a:ext>
                  </a:extLst>
                </a:gridCol>
              </a:tblGrid>
              <a:tr h="2518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Hospital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Population Within 5 Miles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402759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 Luke's Hospital - Anderson Campus</a:t>
                      </a:r>
                    </a:p>
                  </a:txBody>
                  <a:tcPr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142,000</a:t>
                      </a:r>
                    </a:p>
                  </a:txBody>
                  <a:tcPr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78004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 Lukes Upper Bucks Campus</a:t>
                      </a:r>
                    </a:p>
                  </a:txBody>
                  <a:tcPr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46,000</a:t>
                      </a:r>
                    </a:p>
                  </a:txBody>
                  <a:tcPr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4391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 Luke's Hospital Bethlehem</a:t>
                      </a:r>
                    </a:p>
                  </a:txBody>
                  <a:tcPr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255,000</a:t>
                      </a:r>
                    </a:p>
                  </a:txBody>
                  <a:tcPr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802536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 Luke's Warren Hospital</a:t>
                      </a:r>
                    </a:p>
                  </a:txBody>
                  <a:tcPr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118,000</a:t>
                      </a:r>
                    </a:p>
                  </a:txBody>
                  <a:tcPr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464314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l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 Luke's Hospital - Easton Campus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141,000</a:t>
                      </a:r>
                    </a:p>
                    <a:p>
                      <a:pPr algn="r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41400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l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St. Luke’s Hospital Monroe County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48,667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780560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l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St. Luke’s Hospital Carbon County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26,628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044891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l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Grand View Hospital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70,739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321328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B7A296EC-ABAC-52BC-9CE3-E14DAA57D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3" y="277460"/>
            <a:ext cx="10652404" cy="10915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SLUHN Advantage:</a:t>
            </a:r>
            <a:b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Best-in-Area </a:t>
            </a:r>
            <a:r>
              <a:rPr lang="en-US" sz="4000" b="1" dirty="0">
                <a:solidFill>
                  <a:srgbClr val="59CA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 Access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A1C0BBF-67AE-4FA8-B00B-C8516DF840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b="11790"/>
          <a:stretch/>
        </p:blipFill>
        <p:spPr>
          <a:xfrm>
            <a:off x="3767055" y="1825625"/>
            <a:ext cx="4657890" cy="383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092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C61F8C-B152-2706-CA9F-96880601EEF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102100" y="-123825"/>
          <a:ext cx="7963024" cy="5886452"/>
        </p:xfrm>
        <a:graphic>
          <a:graphicData uri="http://schemas.openxmlformats.org/drawingml/2006/table">
            <a:tbl>
              <a:tblPr/>
              <a:tblGrid>
                <a:gridCol w="2120045">
                  <a:extLst>
                    <a:ext uri="{9D8B030D-6E8A-4147-A177-3AD203B41FA5}">
                      <a16:colId xmlns:a16="http://schemas.microsoft.com/office/drawing/2014/main" val="2222280177"/>
                    </a:ext>
                  </a:extLst>
                </a:gridCol>
                <a:gridCol w="2120045">
                  <a:extLst>
                    <a:ext uri="{9D8B030D-6E8A-4147-A177-3AD203B41FA5}">
                      <a16:colId xmlns:a16="http://schemas.microsoft.com/office/drawing/2014/main" val="1625810600"/>
                    </a:ext>
                  </a:extLst>
                </a:gridCol>
                <a:gridCol w="2152929">
                  <a:extLst>
                    <a:ext uri="{9D8B030D-6E8A-4147-A177-3AD203B41FA5}">
                      <a16:colId xmlns:a16="http://schemas.microsoft.com/office/drawing/2014/main" val="1336689831"/>
                    </a:ext>
                  </a:extLst>
                </a:gridCol>
                <a:gridCol w="1570005">
                  <a:extLst>
                    <a:ext uri="{9D8B030D-6E8A-4147-A177-3AD203B41FA5}">
                      <a16:colId xmlns:a16="http://schemas.microsoft.com/office/drawing/2014/main" val="300144108"/>
                    </a:ext>
                  </a:extLst>
                </a:gridCol>
              </a:tblGrid>
              <a:tr h="3309550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Patient HCAHPS Recommendation Rate Percentile</a:t>
                      </a:r>
                      <a:endParaRPr lang="en-US" sz="40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3679" marR="23679" marT="236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CMS Quality Stars Percentile</a:t>
                      </a:r>
                      <a:endParaRPr lang="en-US" sz="40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3679" marR="23679" marT="236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Mortality Average Percentile</a:t>
                      </a:r>
                      <a:endParaRPr lang="en-US" sz="40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3679" marR="23679" marT="236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Readmission Percentile</a:t>
                      </a:r>
                      <a:endParaRPr lang="en-US" sz="40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3679" marR="23679" marT="236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023769"/>
                  </a:ext>
                </a:extLst>
              </a:tr>
              <a:tr h="1288451"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B8E1C5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73%</a:t>
                      </a:r>
                      <a:endParaRPr lang="en-US" sz="4000" b="0" i="0" u="none" strike="noStrike" dirty="0">
                        <a:effectLst/>
                        <a:highlight>
                          <a:srgbClr val="B8E1C5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3679" marR="23679" marT="236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8E1C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63BE7B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99%</a:t>
                      </a:r>
                      <a:endParaRPr lang="en-US" sz="4000" b="0" i="0" u="none" strike="noStrike">
                        <a:effectLst/>
                        <a:highlight>
                          <a:srgbClr val="63BE7B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3679" marR="23679" marT="236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8ED0A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86%</a:t>
                      </a:r>
                      <a:endParaRPr lang="en-US" sz="4000" b="0" i="0" u="none" strike="noStrike">
                        <a:effectLst/>
                        <a:highlight>
                          <a:srgbClr val="8ED0A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3679" marR="23679" marT="236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D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DDF0E4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63%</a:t>
                      </a:r>
                      <a:endParaRPr lang="en-US" sz="4000" b="0" i="0" u="none" strike="noStrike">
                        <a:effectLst/>
                        <a:highlight>
                          <a:srgbClr val="DDF0E4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3679" marR="23679" marT="236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F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460964"/>
                  </a:ext>
                </a:extLst>
              </a:tr>
              <a:tr h="1288451"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CFC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53%</a:t>
                      </a:r>
                      <a:endParaRPr lang="en-US" sz="4000" b="0" i="0" u="none" strike="noStrike">
                        <a:effectLst/>
                        <a:highlight>
                          <a:srgbClr val="FCFCFF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3679" marR="23679" marT="236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ECF6F1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58%</a:t>
                      </a:r>
                      <a:endParaRPr lang="en-US" sz="4000" b="0" i="0" u="none" strike="noStrike" dirty="0">
                        <a:effectLst/>
                        <a:highlight>
                          <a:srgbClr val="ECF6F1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3679" marR="23679" marT="236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DE3C9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72%</a:t>
                      </a:r>
                      <a:endParaRPr lang="en-US" sz="4000" b="0" i="0" u="none" strike="noStrike">
                        <a:effectLst/>
                        <a:highlight>
                          <a:srgbClr val="BDE3C9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3679" marR="23679" marT="236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E3C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BEFE3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63%</a:t>
                      </a:r>
                      <a:endParaRPr lang="en-US" sz="4000" b="0" i="0" u="none" strike="noStrike" dirty="0">
                        <a:effectLst/>
                        <a:highlight>
                          <a:srgbClr val="DBEFE3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3679" marR="23679" marT="236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260720"/>
                  </a:ext>
                </a:extLst>
              </a:tr>
            </a:tbl>
          </a:graphicData>
        </a:graphic>
      </p:graphicFrame>
      <p:pic>
        <p:nvPicPr>
          <p:cNvPr id="5" name="Picture 2" descr="Welcome to Lehigh Valley Health Network ...">
            <a:extLst>
              <a:ext uri="{FF2B5EF4-FFF2-40B4-BE49-F238E27FC236}">
                <a16:creationId xmlns:a16="http://schemas.microsoft.com/office/drawing/2014/main" id="{F9CBBC25-2379-DA66-C994-34C7894D0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70112" y="4895461"/>
            <a:ext cx="2266950" cy="450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St. Luke's University Health Network's 150th Anniversary">
            <a:extLst>
              <a:ext uri="{FF2B5EF4-FFF2-40B4-BE49-F238E27FC236}">
                <a16:creationId xmlns:a16="http://schemas.microsoft.com/office/drawing/2014/main" id="{359DA4E3-A816-8BBD-E4DF-EBB8182B6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66693" y="3419623"/>
            <a:ext cx="1505331" cy="7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F85B4F-4461-B17C-D1D9-5A4173F20833}"/>
              </a:ext>
            </a:extLst>
          </p:cNvPr>
          <p:cNvSpPr txBox="1"/>
          <p:nvPr/>
        </p:nvSpPr>
        <p:spPr>
          <a:xfrm>
            <a:off x="3019358" y="6015534"/>
            <a:ext cx="87885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Source: CMS measurements of HCAHPS patient experience (percent who would strongly recommend), CMS Stars, high-variation mortality rates and high-variation readmission rates all shown as percentiles compared to all hospitals nationally, with the 99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percentile being the best.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EC2811-E3FF-9DAD-A862-D025B8B049B2}"/>
              </a:ext>
            </a:extLst>
          </p:cNvPr>
          <p:cNvSpPr/>
          <p:nvPr/>
        </p:nvSpPr>
        <p:spPr>
          <a:xfrm>
            <a:off x="0" y="0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8B5BAC4-765B-3901-8C3A-00577DDBB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446" y="281668"/>
            <a:ext cx="10652404" cy="10915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SLUHN Advantage:</a:t>
            </a:r>
            <a:b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Leading </a:t>
            </a:r>
            <a:r>
              <a:rPr lang="en-US" sz="4000" b="1" dirty="0">
                <a:solidFill>
                  <a:srgbClr val="59CA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Care Quality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395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AFA2A0DF-5447-9DFA-147E-C70145DBB6E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33867" y="1710771"/>
          <a:ext cx="10506457" cy="4194691"/>
        </p:xfrm>
        <a:graphic>
          <a:graphicData uri="http://schemas.openxmlformats.org/drawingml/2006/table">
            <a:tbl>
              <a:tblPr firstRow="1" bandRow="1"/>
              <a:tblGrid>
                <a:gridCol w="4496672">
                  <a:extLst>
                    <a:ext uri="{9D8B030D-6E8A-4147-A177-3AD203B41FA5}">
                      <a16:colId xmlns:a16="http://schemas.microsoft.com/office/drawing/2014/main" val="3878184201"/>
                    </a:ext>
                  </a:extLst>
                </a:gridCol>
                <a:gridCol w="3108378">
                  <a:extLst>
                    <a:ext uri="{9D8B030D-6E8A-4147-A177-3AD203B41FA5}">
                      <a16:colId xmlns:a16="http://schemas.microsoft.com/office/drawing/2014/main" val="184236409"/>
                    </a:ext>
                  </a:extLst>
                </a:gridCol>
                <a:gridCol w="2901407">
                  <a:extLst>
                    <a:ext uri="{9D8B030D-6E8A-4147-A177-3AD203B41FA5}">
                      <a16:colId xmlns:a16="http://schemas.microsoft.com/office/drawing/2014/main" val="1684919295"/>
                    </a:ext>
                  </a:extLst>
                </a:gridCol>
              </a:tblGrid>
              <a:tr h="764963"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Hospital</a:t>
                      </a:r>
                    </a:p>
                  </a:txBody>
                  <a:tcPr marL="19105" marR="19105" marT="191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Rand Outpatient Services Percent of Medicare</a:t>
                      </a:r>
                    </a:p>
                  </a:txBody>
                  <a:tcPr marL="19105" marR="19105" marT="191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Rand Inpatient Services Percent of Medicare</a:t>
                      </a:r>
                    </a:p>
                  </a:txBody>
                  <a:tcPr marL="19105" marR="19105" marT="191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5184669"/>
                  </a:ext>
                </a:extLst>
              </a:tr>
              <a:tr h="428716"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 Luke's Hospital - Anderson Campus</a:t>
                      </a:r>
                    </a:p>
                  </a:txBody>
                  <a:tcPr marL="19105" marR="19105" marT="191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9B073"/>
                          </a:highlight>
                          <a:latin typeface="Calibri" panose="020F0502020204030204" pitchFamily="34" charset="0"/>
                        </a:rPr>
                        <a:t>290%</a:t>
                      </a:r>
                    </a:p>
                  </a:txBody>
                  <a:tcPr marL="19105" marR="19105" marT="191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B07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ABA85"/>
                          </a:highlight>
                          <a:latin typeface="Calibri" panose="020F0502020204030204" pitchFamily="34" charset="0"/>
                        </a:rPr>
                        <a:t>280%</a:t>
                      </a:r>
                    </a:p>
                  </a:txBody>
                  <a:tcPr marL="19105" marR="19105" marT="191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BA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801012"/>
                  </a:ext>
                </a:extLst>
              </a:tr>
              <a:tr h="428716"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 Lukes Upper Bucks Campus</a:t>
                      </a:r>
                    </a:p>
                  </a:txBody>
                  <a:tcPr marL="19105" marR="19105" marT="191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9AE70"/>
                          </a:highlight>
                          <a:latin typeface="Calibri" panose="020F0502020204030204" pitchFamily="34" charset="0"/>
                        </a:rPr>
                        <a:t>292%</a:t>
                      </a:r>
                    </a:p>
                  </a:txBody>
                  <a:tcPr marL="19105" marR="19105" marT="191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AE7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</a:t>
                      </a:r>
                    </a:p>
                  </a:txBody>
                  <a:tcPr marL="19105" marR="19105" marT="191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359961"/>
                  </a:ext>
                </a:extLst>
              </a:tr>
              <a:tr h="428716"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 Luke's Hospital Bethlehem</a:t>
                      </a:r>
                    </a:p>
                  </a:txBody>
                  <a:tcPr marL="19105" marR="19105" marT="191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AB379"/>
                          </a:highlight>
                          <a:latin typeface="Calibri" panose="020F0502020204030204" pitchFamily="34" charset="0"/>
                        </a:rPr>
                        <a:t>287%</a:t>
                      </a:r>
                    </a:p>
                  </a:txBody>
                  <a:tcPr marL="19105" marR="19105" marT="191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B3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DFC"/>
                          </a:highlight>
                          <a:latin typeface="Calibri" panose="020F0502020204030204" pitchFamily="34" charset="0"/>
                        </a:rPr>
                        <a:t>214%</a:t>
                      </a:r>
                    </a:p>
                  </a:txBody>
                  <a:tcPr marL="19105" marR="19105" marT="191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494578"/>
                  </a:ext>
                </a:extLst>
              </a:tr>
              <a:tr h="428716"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 Luke's Warren Hospital</a:t>
                      </a:r>
                    </a:p>
                  </a:txBody>
                  <a:tcPr marL="19105" marR="19105" marT="191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CD8B9"/>
                          </a:highlight>
                          <a:latin typeface="Calibri" panose="020F0502020204030204" pitchFamily="34" charset="0"/>
                        </a:rPr>
                        <a:t>251%</a:t>
                      </a:r>
                    </a:p>
                  </a:txBody>
                  <a:tcPr marL="19105" marR="19105" marT="191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D8B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</a:t>
                      </a:r>
                    </a:p>
                  </a:txBody>
                  <a:tcPr marL="19105" marR="19105" marT="191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911860"/>
                  </a:ext>
                </a:extLst>
              </a:tr>
              <a:tr h="428716"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 Luke's Hospital - Easton Campus</a:t>
                      </a:r>
                    </a:p>
                  </a:txBody>
                  <a:tcPr marL="19105" marR="19105" marT="191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212%</a:t>
                      </a:r>
                    </a:p>
                  </a:txBody>
                  <a:tcPr marL="19105" marR="19105" marT="191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</a:t>
                      </a:r>
                    </a:p>
                  </a:txBody>
                  <a:tcPr marL="19105" marR="19105" marT="191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948968"/>
                  </a:ext>
                </a:extLst>
              </a:tr>
              <a:tr h="428716"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 Luke’s Hospital - Monroe County</a:t>
                      </a:r>
                    </a:p>
                  </a:txBody>
                  <a:tcPr marL="19105" marR="19105" marT="191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251%</a:t>
                      </a:r>
                    </a:p>
                  </a:txBody>
                  <a:tcPr marL="19105" marR="19105" marT="191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D8B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219%</a:t>
                      </a:r>
                    </a:p>
                  </a:txBody>
                  <a:tcPr marL="19105" marR="19105" marT="191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D8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907629"/>
                  </a:ext>
                </a:extLst>
              </a:tr>
              <a:tr h="428716"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View Hospital</a:t>
                      </a:r>
                    </a:p>
                  </a:txBody>
                  <a:tcPr marL="19105" marR="19105" marT="191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179%</a:t>
                      </a:r>
                    </a:p>
                  </a:txBody>
                  <a:tcPr marL="19105" marR="19105" marT="191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197%</a:t>
                      </a:r>
                    </a:p>
                  </a:txBody>
                  <a:tcPr marL="19105" marR="19105" marT="191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459656"/>
                  </a:ext>
                </a:extLst>
              </a:tr>
              <a:tr h="428716"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Lehigh Valley Hospital Cedar Crest</a:t>
                      </a:r>
                    </a:p>
                  </a:txBody>
                  <a:tcPr marL="19105" marR="19105" marT="191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79646"/>
                          </a:highlight>
                          <a:latin typeface="Calibri" panose="020F0502020204030204" pitchFamily="34" charset="0"/>
                        </a:rPr>
                        <a:t>315%</a:t>
                      </a:r>
                    </a:p>
                  </a:txBody>
                  <a:tcPr marL="19105" marR="19105" marT="191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DDABD"/>
                          </a:highlight>
                          <a:latin typeface="Calibri" panose="020F0502020204030204" pitchFamily="34" charset="0"/>
                        </a:rPr>
                        <a:t>249%</a:t>
                      </a:r>
                    </a:p>
                  </a:txBody>
                  <a:tcPr marL="19105" marR="19105" marT="191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DA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63761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6CBA33A-A09D-F008-EFF9-25B34FFB78DA}"/>
              </a:ext>
            </a:extLst>
          </p:cNvPr>
          <p:cNvSpPr txBox="1"/>
          <p:nvPr/>
        </p:nvSpPr>
        <p:spPr>
          <a:xfrm>
            <a:off x="2813414" y="5982133"/>
            <a:ext cx="8788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Aileron Light"/>
                <a:ea typeface="+mn-ea"/>
                <a:cs typeface="+mn-cs"/>
              </a:rPr>
              <a:t>Source: RAND round 5 hospital cost data: https://www.rand.org/pubs/research_reports/RRA1144-2.html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1177CF-501D-49B4-18C3-24177CC6F96F}"/>
              </a:ext>
            </a:extLst>
          </p:cNvPr>
          <p:cNvSpPr/>
          <p:nvPr/>
        </p:nvSpPr>
        <p:spPr>
          <a:xfrm>
            <a:off x="0" y="0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FF233D9-7F19-9283-14DF-A46881A80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82" y="136525"/>
            <a:ext cx="10652404" cy="10915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SLUHN Advantage:</a:t>
            </a:r>
            <a:b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Care at </a:t>
            </a:r>
            <a:r>
              <a:rPr lang="en-US" sz="4000" b="1" dirty="0">
                <a:solidFill>
                  <a:srgbClr val="59CA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 Pricing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264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FF2B5EF4-FFF2-40B4-BE49-F238E27FC236}">
                <a16:creationId xmlns:a16="http://schemas.microsoft.com/office/drawing/2014/main" id="{A1F948BD-D9F3-0E7A-A778-3B130A8365CE}"/>
              </a:ext>
            </a:extLst>
          </p:cNvPr>
          <p:cNvSpPr/>
          <p:nvPr/>
        </p:nvSpPr>
        <p:spPr>
          <a:xfrm>
            <a:off x="7554897" y="3022723"/>
            <a:ext cx="4456590" cy="529667"/>
          </a:xfrm>
          <a:prstGeom prst="rect">
            <a:avLst/>
          </a:prstGeom>
          <a:gradFill flip="none" rotWithShape="1">
            <a:gsLst>
              <a:gs pos="0">
                <a:srgbClr val="5682CA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E020CCE-F739-8633-848E-AA7349974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028" y="150283"/>
            <a:ext cx="10458459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2F57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 Plan:</a:t>
            </a:r>
            <a:b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Breakeven With 168 Members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07C855-B839-95B6-9EA2-093923967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2" y="6490145"/>
            <a:ext cx="4114800" cy="250380"/>
          </a:xfrm>
        </p:spPr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E7619F-9C66-420C-88E0-81D9A3B4F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649014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5A48ACE-D370-6BA3-A39B-CF7D87E5C9A5}"/>
              </a:ext>
            </a:extLst>
          </p:cNvPr>
          <p:cNvSpPr/>
          <p:nvPr/>
        </p:nvSpPr>
        <p:spPr>
          <a:xfrm>
            <a:off x="7466120" y="1574676"/>
            <a:ext cx="4725880" cy="585927"/>
          </a:xfrm>
          <a:prstGeom prst="rect">
            <a:avLst/>
          </a:prstGeom>
          <a:solidFill>
            <a:srgbClr val="3058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99386F57-8E81-E6DF-1A01-623E3BB7AB0B}"/>
              </a:ext>
            </a:extLst>
          </p:cNvPr>
          <p:cNvSpPr/>
          <p:nvPr/>
        </p:nvSpPr>
        <p:spPr>
          <a:xfrm>
            <a:off x="7168718" y="1574676"/>
            <a:ext cx="594804" cy="585927"/>
          </a:xfrm>
          <a:prstGeom prst="ellipse">
            <a:avLst/>
          </a:prstGeom>
          <a:solidFill>
            <a:srgbClr val="3058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7B828AB6-CD3A-4CD3-8950-2942DDBEAC0D}"/>
              </a:ext>
            </a:extLst>
          </p:cNvPr>
          <p:cNvSpPr txBox="1"/>
          <p:nvPr/>
        </p:nvSpPr>
        <p:spPr>
          <a:xfrm>
            <a:off x="8019782" y="1667584"/>
            <a:ext cx="3618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 Steerage Assumptions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025AE6BF-C458-13D4-626E-DAD4C1439055}"/>
              </a:ext>
            </a:extLst>
          </p:cNvPr>
          <p:cNvSpPr txBox="1"/>
          <p:nvPr/>
        </p:nvSpPr>
        <p:spPr>
          <a:xfrm>
            <a:off x="7466120" y="2250333"/>
            <a:ext cx="46163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/>
              </a:rPr>
              <a:t>KBA currently estimates that Saint Luke's University Health Network has 32% inpatient market share, and 17% outpatient market compared to hospitals/clinics in the Luzerne, Carbon, Schuylkill, Lehigh, Northampton, Warren, Hunterdon, and Bucks Counties. Based on other KBA DTE networks, we expect steerage to be:</a:t>
            </a: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179940AC-5161-4A7C-F820-720723177F99}"/>
              </a:ext>
            </a:extLst>
          </p:cNvPr>
          <p:cNvSpPr txBox="1"/>
          <p:nvPr/>
        </p:nvSpPr>
        <p:spPr>
          <a:xfrm>
            <a:off x="7785777" y="2987377"/>
            <a:ext cx="4889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Low</a:t>
            </a: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7AC10C26-8A4C-C6CF-D8A6-005227E091A5}"/>
              </a:ext>
            </a:extLst>
          </p:cNvPr>
          <p:cNvSpPr txBox="1"/>
          <p:nvPr/>
        </p:nvSpPr>
        <p:spPr>
          <a:xfrm>
            <a:off x="9529856" y="2975309"/>
            <a:ext cx="6435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Target</a:t>
            </a: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0D3F3B85-69EC-8FED-A956-FFB8BE6FE5D7}"/>
              </a:ext>
            </a:extLst>
          </p:cNvPr>
          <p:cNvSpPr txBox="1"/>
          <p:nvPr/>
        </p:nvSpPr>
        <p:spPr>
          <a:xfrm>
            <a:off x="11244106" y="2991243"/>
            <a:ext cx="524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High</a:t>
            </a:r>
          </a:p>
        </p:txBody>
      </p:sp>
      <p:sp>
        <p:nvSpPr>
          <p:cNvPr id="13" name="TextBox 16">
            <a:extLst>
              <a:ext uri="{FF2B5EF4-FFF2-40B4-BE49-F238E27FC236}">
                <a16:creationId xmlns:a16="http://schemas.microsoft.com/office/drawing/2014/main" id="{19FEE2C1-9161-C3CD-EE7F-6727C796DF0D}"/>
              </a:ext>
            </a:extLst>
          </p:cNvPr>
          <p:cNvSpPr txBox="1"/>
          <p:nvPr/>
        </p:nvSpPr>
        <p:spPr>
          <a:xfrm>
            <a:off x="7753036" y="3237256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/>
              </a:rPr>
              <a:t>70%</a:t>
            </a: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1CC51BEE-0560-3D56-4AE8-86D704578774}"/>
              </a:ext>
            </a:extLst>
          </p:cNvPr>
          <p:cNvSpPr txBox="1"/>
          <p:nvPr/>
        </p:nvSpPr>
        <p:spPr>
          <a:xfrm>
            <a:off x="9580097" y="3237256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/>
              </a:rPr>
              <a:t>77%</a:t>
            </a:r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A17D3C89-20DF-71B2-E5D8-1DA9D1F926E7}"/>
              </a:ext>
            </a:extLst>
          </p:cNvPr>
          <p:cNvSpPr txBox="1"/>
          <p:nvPr/>
        </p:nvSpPr>
        <p:spPr>
          <a:xfrm>
            <a:off x="11218036" y="3237256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/>
              </a:rPr>
              <a:t>85%</a:t>
            </a:r>
          </a:p>
        </p:txBody>
      </p:sp>
      <p:sp>
        <p:nvSpPr>
          <p:cNvPr id="16" name="Rectangle 20">
            <a:extLst>
              <a:ext uri="{FF2B5EF4-FFF2-40B4-BE49-F238E27FC236}">
                <a16:creationId xmlns:a16="http://schemas.microsoft.com/office/drawing/2014/main" id="{620CA171-241C-9006-DA4D-7174E70B2EF3}"/>
              </a:ext>
            </a:extLst>
          </p:cNvPr>
          <p:cNvSpPr/>
          <p:nvPr/>
        </p:nvSpPr>
        <p:spPr>
          <a:xfrm>
            <a:off x="7597806" y="5348162"/>
            <a:ext cx="4456590" cy="529667"/>
          </a:xfrm>
          <a:prstGeom prst="rect">
            <a:avLst/>
          </a:prstGeom>
          <a:gradFill flip="none" rotWithShape="1">
            <a:gsLst>
              <a:gs pos="0">
                <a:srgbClr val="5682CA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21">
            <a:extLst>
              <a:ext uri="{FF2B5EF4-FFF2-40B4-BE49-F238E27FC236}">
                <a16:creationId xmlns:a16="http://schemas.microsoft.com/office/drawing/2014/main" id="{BD8E1912-BAE3-A76F-55A7-754D206BC471}"/>
              </a:ext>
            </a:extLst>
          </p:cNvPr>
          <p:cNvSpPr/>
          <p:nvPr/>
        </p:nvSpPr>
        <p:spPr>
          <a:xfrm>
            <a:off x="7509029" y="4095424"/>
            <a:ext cx="4682971" cy="585927"/>
          </a:xfrm>
          <a:prstGeom prst="rect">
            <a:avLst/>
          </a:prstGeom>
          <a:solidFill>
            <a:srgbClr val="3058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22">
            <a:extLst>
              <a:ext uri="{FF2B5EF4-FFF2-40B4-BE49-F238E27FC236}">
                <a16:creationId xmlns:a16="http://schemas.microsoft.com/office/drawing/2014/main" id="{D2B9ED21-8D89-315C-4C9C-403AA9B2666A}"/>
              </a:ext>
            </a:extLst>
          </p:cNvPr>
          <p:cNvSpPr/>
          <p:nvPr/>
        </p:nvSpPr>
        <p:spPr>
          <a:xfrm>
            <a:off x="7211627" y="4095424"/>
            <a:ext cx="594804" cy="585927"/>
          </a:xfrm>
          <a:prstGeom prst="ellipse">
            <a:avLst/>
          </a:prstGeom>
          <a:solidFill>
            <a:srgbClr val="3058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23">
            <a:extLst>
              <a:ext uri="{FF2B5EF4-FFF2-40B4-BE49-F238E27FC236}">
                <a16:creationId xmlns:a16="http://schemas.microsoft.com/office/drawing/2014/main" id="{950E697A-C380-A6EE-50AE-8B3DED34929F}"/>
              </a:ext>
            </a:extLst>
          </p:cNvPr>
          <p:cNvSpPr txBox="1"/>
          <p:nvPr/>
        </p:nvSpPr>
        <p:spPr>
          <a:xfrm>
            <a:off x="8062691" y="4188332"/>
            <a:ext cx="39327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 Margin Assumptions</a:t>
            </a:r>
          </a:p>
        </p:txBody>
      </p:sp>
      <p:sp>
        <p:nvSpPr>
          <p:cNvPr id="20" name="TextBox 24">
            <a:extLst>
              <a:ext uri="{FF2B5EF4-FFF2-40B4-BE49-F238E27FC236}">
                <a16:creationId xmlns:a16="http://schemas.microsoft.com/office/drawing/2014/main" id="{32C9D62D-25B0-6CD9-8AD7-E6855B1B1B26}"/>
              </a:ext>
            </a:extLst>
          </p:cNvPr>
          <p:cNvSpPr txBox="1"/>
          <p:nvPr/>
        </p:nvSpPr>
        <p:spPr>
          <a:xfrm>
            <a:off x="7509029" y="4771081"/>
            <a:ext cx="461638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/>
              </a:rPr>
              <a:t>KBA estimates DTE margins to be similar to the margin of other commercial plans (prices are lower but billing costs and self-payments are higher). We model DTE commercial margin as on target, below and above other commercial plans.</a:t>
            </a:r>
          </a:p>
        </p:txBody>
      </p:sp>
      <p:sp>
        <p:nvSpPr>
          <p:cNvPr id="21" name="TextBox 25">
            <a:extLst>
              <a:ext uri="{FF2B5EF4-FFF2-40B4-BE49-F238E27FC236}">
                <a16:creationId xmlns:a16="http://schemas.microsoft.com/office/drawing/2014/main" id="{A76920ED-352E-9285-CC83-BDA6AB18978D}"/>
              </a:ext>
            </a:extLst>
          </p:cNvPr>
          <p:cNvSpPr txBox="1"/>
          <p:nvPr/>
        </p:nvSpPr>
        <p:spPr>
          <a:xfrm>
            <a:off x="7707395" y="5300748"/>
            <a:ext cx="4889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Low</a:t>
            </a:r>
          </a:p>
        </p:txBody>
      </p:sp>
      <p:sp>
        <p:nvSpPr>
          <p:cNvPr id="22" name="TextBox 26">
            <a:extLst>
              <a:ext uri="{FF2B5EF4-FFF2-40B4-BE49-F238E27FC236}">
                <a16:creationId xmlns:a16="http://schemas.microsoft.com/office/drawing/2014/main" id="{2559AB8C-6F23-81D3-4546-DE75EBD91879}"/>
              </a:ext>
            </a:extLst>
          </p:cNvPr>
          <p:cNvSpPr txBox="1"/>
          <p:nvPr/>
        </p:nvSpPr>
        <p:spPr>
          <a:xfrm>
            <a:off x="9572765" y="5300748"/>
            <a:ext cx="6435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Target</a:t>
            </a:r>
          </a:p>
        </p:txBody>
      </p:sp>
      <p:sp>
        <p:nvSpPr>
          <p:cNvPr id="23" name="TextBox 27">
            <a:extLst>
              <a:ext uri="{FF2B5EF4-FFF2-40B4-BE49-F238E27FC236}">
                <a16:creationId xmlns:a16="http://schemas.microsoft.com/office/drawing/2014/main" id="{314AFF5C-ABDA-A82B-40C8-14E2DB160036}"/>
              </a:ext>
            </a:extLst>
          </p:cNvPr>
          <p:cNvSpPr txBox="1"/>
          <p:nvPr/>
        </p:nvSpPr>
        <p:spPr>
          <a:xfrm>
            <a:off x="11436788" y="5300748"/>
            <a:ext cx="524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High</a:t>
            </a:r>
          </a:p>
        </p:txBody>
      </p:sp>
      <p:sp>
        <p:nvSpPr>
          <p:cNvPr id="24" name="TextBox 28">
            <a:extLst>
              <a:ext uri="{FF2B5EF4-FFF2-40B4-BE49-F238E27FC236}">
                <a16:creationId xmlns:a16="http://schemas.microsoft.com/office/drawing/2014/main" id="{2C03026B-6D1E-F7B1-9995-7D9DC1019C60}"/>
              </a:ext>
            </a:extLst>
          </p:cNvPr>
          <p:cNvSpPr txBox="1"/>
          <p:nvPr/>
        </p:nvSpPr>
        <p:spPr>
          <a:xfrm>
            <a:off x="7659946" y="5559601"/>
            <a:ext cx="1099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/>
              </a:rPr>
              <a:t>5% Below</a:t>
            </a:r>
          </a:p>
        </p:txBody>
      </p:sp>
      <p:sp>
        <p:nvSpPr>
          <p:cNvPr id="25" name="TextBox 29">
            <a:extLst>
              <a:ext uri="{FF2B5EF4-FFF2-40B4-BE49-F238E27FC236}">
                <a16:creationId xmlns:a16="http://schemas.microsoft.com/office/drawing/2014/main" id="{9C64CEEB-E16A-926D-5DF0-DC8275443A40}"/>
              </a:ext>
            </a:extLst>
          </p:cNvPr>
          <p:cNvSpPr txBox="1"/>
          <p:nvPr/>
        </p:nvSpPr>
        <p:spPr>
          <a:xfrm>
            <a:off x="9580061" y="5571573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/>
              </a:rPr>
              <a:t>Same</a:t>
            </a:r>
          </a:p>
        </p:txBody>
      </p:sp>
      <p:sp>
        <p:nvSpPr>
          <p:cNvPr id="26" name="TextBox 30">
            <a:extLst>
              <a:ext uri="{FF2B5EF4-FFF2-40B4-BE49-F238E27FC236}">
                <a16:creationId xmlns:a16="http://schemas.microsoft.com/office/drawing/2014/main" id="{716000A2-AFB1-117D-BFF0-2BDA3EA8A77D}"/>
              </a:ext>
            </a:extLst>
          </p:cNvPr>
          <p:cNvSpPr txBox="1"/>
          <p:nvPr/>
        </p:nvSpPr>
        <p:spPr>
          <a:xfrm>
            <a:off x="11024514" y="5560691"/>
            <a:ext cx="1112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/>
              </a:rPr>
              <a:t>5% Above</a:t>
            </a:r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E854312B-28D3-E83C-2C75-6E860911BB50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2DAB5DAF-375F-8C08-74DE-3B9B1A009F39}"/>
              </a:ext>
            </a:extLst>
          </p:cNvPr>
          <p:cNvSpPr txBox="1">
            <a:spLocks/>
          </p:cNvSpPr>
          <p:nvPr/>
        </p:nvSpPr>
        <p:spPr>
          <a:xfrm rot="16200000">
            <a:off x="-2814764" y="2993452"/>
            <a:ext cx="6553884" cy="752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SINGLE-YEAR PROJECTION</a:t>
            </a:r>
          </a:p>
        </p:txBody>
      </p:sp>
      <p:pic>
        <p:nvPicPr>
          <p:cNvPr id="29" name="Content Placeholder 28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1024128" y="1618488"/>
            <a:ext cx="6382512" cy="455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969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FF2B5EF4-FFF2-40B4-BE49-F238E27FC236}">
                <a16:creationId xmlns:a16="http://schemas.microsoft.com/office/drawing/2014/main" id="{A1F948BD-D9F3-0E7A-A778-3B130A8365CE}"/>
              </a:ext>
            </a:extLst>
          </p:cNvPr>
          <p:cNvSpPr/>
          <p:nvPr/>
        </p:nvSpPr>
        <p:spPr>
          <a:xfrm>
            <a:off x="7554897" y="3022723"/>
            <a:ext cx="4456590" cy="529667"/>
          </a:xfrm>
          <a:prstGeom prst="rect">
            <a:avLst/>
          </a:prstGeom>
          <a:gradFill flip="none" rotWithShape="1">
            <a:gsLst>
              <a:gs pos="0">
                <a:srgbClr val="5682CA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07C855-B839-95B6-9EA2-093923967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2" y="6490145"/>
            <a:ext cx="4114800" cy="250380"/>
          </a:xfrm>
        </p:spPr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E7619F-9C66-420C-88E0-81D9A3B4F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649014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5A48ACE-D370-6BA3-A39B-CF7D87E5C9A5}"/>
              </a:ext>
            </a:extLst>
          </p:cNvPr>
          <p:cNvSpPr/>
          <p:nvPr/>
        </p:nvSpPr>
        <p:spPr>
          <a:xfrm>
            <a:off x="7466120" y="1574676"/>
            <a:ext cx="4725880" cy="585927"/>
          </a:xfrm>
          <a:prstGeom prst="rect">
            <a:avLst/>
          </a:prstGeom>
          <a:solidFill>
            <a:srgbClr val="3058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99386F57-8E81-E6DF-1A01-623E3BB7AB0B}"/>
              </a:ext>
            </a:extLst>
          </p:cNvPr>
          <p:cNvSpPr/>
          <p:nvPr/>
        </p:nvSpPr>
        <p:spPr>
          <a:xfrm>
            <a:off x="7168718" y="1574676"/>
            <a:ext cx="594804" cy="585927"/>
          </a:xfrm>
          <a:prstGeom prst="ellipse">
            <a:avLst/>
          </a:prstGeom>
          <a:solidFill>
            <a:srgbClr val="3058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7B828AB6-CD3A-4CD3-8950-2942DDBEAC0D}"/>
              </a:ext>
            </a:extLst>
          </p:cNvPr>
          <p:cNvSpPr txBox="1"/>
          <p:nvPr/>
        </p:nvSpPr>
        <p:spPr>
          <a:xfrm>
            <a:off x="8019782" y="1667584"/>
            <a:ext cx="3618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 Steerage Assumptions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025AE6BF-C458-13D4-626E-DAD4C1439055}"/>
              </a:ext>
            </a:extLst>
          </p:cNvPr>
          <p:cNvSpPr txBox="1"/>
          <p:nvPr/>
        </p:nvSpPr>
        <p:spPr>
          <a:xfrm>
            <a:off x="7466120" y="2152678"/>
            <a:ext cx="4616389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/>
              </a:rPr>
              <a:t>KBA currently estimates that Saint Luke's University Health Network has 32% inpatient market share, and 17% outpatient market compared to hospitals/clinics in the Luzerne, Carbon, Schuylkill, Lehigh, Northampton, Warren, Hunterdon, and Bucks Counties. Based on other KBA DTE networks, we expect steerage to be (inpatient/outpatient):</a:t>
            </a: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179940AC-5161-4A7C-F820-720723177F99}"/>
              </a:ext>
            </a:extLst>
          </p:cNvPr>
          <p:cNvSpPr txBox="1"/>
          <p:nvPr/>
        </p:nvSpPr>
        <p:spPr>
          <a:xfrm>
            <a:off x="7785777" y="2987377"/>
            <a:ext cx="4889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Low</a:t>
            </a: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7AC10C26-8A4C-C6CF-D8A6-005227E091A5}"/>
              </a:ext>
            </a:extLst>
          </p:cNvPr>
          <p:cNvSpPr txBox="1"/>
          <p:nvPr/>
        </p:nvSpPr>
        <p:spPr>
          <a:xfrm>
            <a:off x="9529856" y="2975309"/>
            <a:ext cx="6435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Target</a:t>
            </a: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0D3F3B85-69EC-8FED-A956-FFB8BE6FE5D7}"/>
              </a:ext>
            </a:extLst>
          </p:cNvPr>
          <p:cNvSpPr txBox="1"/>
          <p:nvPr/>
        </p:nvSpPr>
        <p:spPr>
          <a:xfrm>
            <a:off x="11244106" y="2991243"/>
            <a:ext cx="524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High</a:t>
            </a:r>
          </a:p>
        </p:txBody>
      </p:sp>
      <p:sp>
        <p:nvSpPr>
          <p:cNvPr id="13" name="TextBox 16">
            <a:extLst>
              <a:ext uri="{FF2B5EF4-FFF2-40B4-BE49-F238E27FC236}">
                <a16:creationId xmlns:a16="http://schemas.microsoft.com/office/drawing/2014/main" id="{19FEE2C1-9161-C3CD-EE7F-6727C796DF0D}"/>
              </a:ext>
            </a:extLst>
          </p:cNvPr>
          <p:cNvSpPr txBox="1"/>
          <p:nvPr/>
        </p:nvSpPr>
        <p:spPr>
          <a:xfrm>
            <a:off x="7531093" y="3237256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/>
              </a:rPr>
              <a:t>37%/25%</a:t>
            </a: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1CC51BEE-0560-3D56-4AE8-86D704578774}"/>
              </a:ext>
            </a:extLst>
          </p:cNvPr>
          <p:cNvSpPr txBox="1"/>
          <p:nvPr/>
        </p:nvSpPr>
        <p:spPr>
          <a:xfrm>
            <a:off x="9358154" y="3237256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/>
              </a:rPr>
              <a:t>42%/32%</a:t>
            </a:r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A17D3C89-20DF-71B2-E5D8-1DA9D1F926E7}"/>
              </a:ext>
            </a:extLst>
          </p:cNvPr>
          <p:cNvSpPr txBox="1"/>
          <p:nvPr/>
        </p:nvSpPr>
        <p:spPr>
          <a:xfrm>
            <a:off x="10996093" y="3237256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/>
              </a:rPr>
              <a:t>50%/40%</a:t>
            </a:r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E854312B-28D3-E83C-2C75-6E860911BB50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2DAB5DAF-375F-8C08-74DE-3B9B1A009F39}"/>
              </a:ext>
            </a:extLst>
          </p:cNvPr>
          <p:cNvSpPr txBox="1">
            <a:spLocks/>
          </p:cNvSpPr>
          <p:nvPr/>
        </p:nvSpPr>
        <p:spPr>
          <a:xfrm rot="16200000">
            <a:off x="-2814764" y="2993452"/>
            <a:ext cx="6553884" cy="752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SINGLE-YEAR PROJECTION</a:t>
            </a:r>
          </a:p>
        </p:txBody>
      </p:sp>
      <p:pic>
        <p:nvPicPr>
          <p:cNvPr id="29" name="Content Placeholder 28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1024128" y="1618488"/>
            <a:ext cx="6382512" cy="4553712"/>
          </a:xfrm>
          <a:prstGeom prst="rect">
            <a:avLst/>
          </a:prstGeom>
        </p:spPr>
      </p:pic>
      <p:sp>
        <p:nvSpPr>
          <p:cNvPr id="30" name="Rectangle 20">
            <a:extLst>
              <a:ext uri="{FF2B5EF4-FFF2-40B4-BE49-F238E27FC236}">
                <a16:creationId xmlns:a16="http://schemas.microsoft.com/office/drawing/2014/main" id="{FDC2F995-357C-5814-6547-D4D6DD545701}"/>
              </a:ext>
            </a:extLst>
          </p:cNvPr>
          <p:cNvSpPr/>
          <p:nvPr/>
        </p:nvSpPr>
        <p:spPr>
          <a:xfrm>
            <a:off x="7585106" y="5348162"/>
            <a:ext cx="4456590" cy="529667"/>
          </a:xfrm>
          <a:prstGeom prst="rect">
            <a:avLst/>
          </a:prstGeom>
          <a:gradFill flip="none" rotWithShape="1">
            <a:gsLst>
              <a:gs pos="0">
                <a:srgbClr val="5682CA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21">
            <a:extLst>
              <a:ext uri="{FF2B5EF4-FFF2-40B4-BE49-F238E27FC236}">
                <a16:creationId xmlns:a16="http://schemas.microsoft.com/office/drawing/2014/main" id="{3875C2B2-020C-AA84-1D9A-FE95E7533BBD}"/>
              </a:ext>
            </a:extLst>
          </p:cNvPr>
          <p:cNvSpPr/>
          <p:nvPr/>
        </p:nvSpPr>
        <p:spPr>
          <a:xfrm>
            <a:off x="7496329" y="4095424"/>
            <a:ext cx="4682971" cy="585927"/>
          </a:xfrm>
          <a:prstGeom prst="rect">
            <a:avLst/>
          </a:prstGeom>
          <a:solidFill>
            <a:srgbClr val="3058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22">
            <a:extLst>
              <a:ext uri="{FF2B5EF4-FFF2-40B4-BE49-F238E27FC236}">
                <a16:creationId xmlns:a16="http://schemas.microsoft.com/office/drawing/2014/main" id="{9CACB197-6746-39E5-60AF-33DE17EE5AF2}"/>
              </a:ext>
            </a:extLst>
          </p:cNvPr>
          <p:cNvSpPr/>
          <p:nvPr/>
        </p:nvSpPr>
        <p:spPr>
          <a:xfrm>
            <a:off x="7198927" y="4095424"/>
            <a:ext cx="594804" cy="585927"/>
          </a:xfrm>
          <a:prstGeom prst="ellipse">
            <a:avLst/>
          </a:prstGeom>
          <a:solidFill>
            <a:srgbClr val="3058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23">
            <a:extLst>
              <a:ext uri="{FF2B5EF4-FFF2-40B4-BE49-F238E27FC236}">
                <a16:creationId xmlns:a16="http://schemas.microsoft.com/office/drawing/2014/main" id="{66309B43-7FF7-B425-9F01-95516FD4602A}"/>
              </a:ext>
            </a:extLst>
          </p:cNvPr>
          <p:cNvSpPr txBox="1"/>
          <p:nvPr/>
        </p:nvSpPr>
        <p:spPr>
          <a:xfrm>
            <a:off x="8049991" y="4188332"/>
            <a:ext cx="39327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 Margin Assumptions</a:t>
            </a:r>
          </a:p>
        </p:txBody>
      </p:sp>
      <p:sp>
        <p:nvSpPr>
          <p:cNvPr id="34" name="TextBox 24">
            <a:extLst>
              <a:ext uri="{FF2B5EF4-FFF2-40B4-BE49-F238E27FC236}">
                <a16:creationId xmlns:a16="http://schemas.microsoft.com/office/drawing/2014/main" id="{B8DCCA67-38D9-2A17-4F45-0A9722B86700}"/>
              </a:ext>
            </a:extLst>
          </p:cNvPr>
          <p:cNvSpPr txBox="1"/>
          <p:nvPr/>
        </p:nvSpPr>
        <p:spPr>
          <a:xfrm>
            <a:off x="7496329" y="4771081"/>
            <a:ext cx="461638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/>
              </a:rPr>
              <a:t>KBA estimates DTE margins to be similar to the margin of other commercial plans (prices are lower but billing costs and self-payments are higher). We model DTE commercial margin as on target, below and above other commercial plans.</a:t>
            </a:r>
          </a:p>
        </p:txBody>
      </p:sp>
      <p:sp>
        <p:nvSpPr>
          <p:cNvPr id="35" name="TextBox 25">
            <a:extLst>
              <a:ext uri="{FF2B5EF4-FFF2-40B4-BE49-F238E27FC236}">
                <a16:creationId xmlns:a16="http://schemas.microsoft.com/office/drawing/2014/main" id="{C9AC82C0-B019-5539-65E4-41C9E823577B}"/>
              </a:ext>
            </a:extLst>
          </p:cNvPr>
          <p:cNvSpPr txBox="1"/>
          <p:nvPr/>
        </p:nvSpPr>
        <p:spPr>
          <a:xfrm>
            <a:off x="7694695" y="5300748"/>
            <a:ext cx="4889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Low</a:t>
            </a: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815EB384-04F9-5C9D-ABA0-2BAA47F0BA2F}"/>
              </a:ext>
            </a:extLst>
          </p:cNvPr>
          <p:cNvSpPr txBox="1"/>
          <p:nvPr/>
        </p:nvSpPr>
        <p:spPr>
          <a:xfrm>
            <a:off x="9560065" y="5300748"/>
            <a:ext cx="6435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Target</a:t>
            </a:r>
          </a:p>
        </p:txBody>
      </p:sp>
      <p:sp>
        <p:nvSpPr>
          <p:cNvPr id="37" name="TextBox 27">
            <a:extLst>
              <a:ext uri="{FF2B5EF4-FFF2-40B4-BE49-F238E27FC236}">
                <a16:creationId xmlns:a16="http://schemas.microsoft.com/office/drawing/2014/main" id="{36C77A8A-C2FA-01CE-D03E-D3B8799A48F1}"/>
              </a:ext>
            </a:extLst>
          </p:cNvPr>
          <p:cNvSpPr txBox="1"/>
          <p:nvPr/>
        </p:nvSpPr>
        <p:spPr>
          <a:xfrm>
            <a:off x="11424088" y="5300748"/>
            <a:ext cx="524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High</a:t>
            </a:r>
          </a:p>
        </p:txBody>
      </p:sp>
      <p:sp>
        <p:nvSpPr>
          <p:cNvPr id="38" name="TextBox 28">
            <a:extLst>
              <a:ext uri="{FF2B5EF4-FFF2-40B4-BE49-F238E27FC236}">
                <a16:creationId xmlns:a16="http://schemas.microsoft.com/office/drawing/2014/main" id="{D65E0190-DD46-4DC6-8726-32FFA02EDD89}"/>
              </a:ext>
            </a:extLst>
          </p:cNvPr>
          <p:cNvSpPr txBox="1"/>
          <p:nvPr/>
        </p:nvSpPr>
        <p:spPr>
          <a:xfrm>
            <a:off x="7647246" y="5559601"/>
            <a:ext cx="1099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/>
              </a:rPr>
              <a:t>5% Below</a:t>
            </a:r>
          </a:p>
        </p:txBody>
      </p:sp>
      <p:sp>
        <p:nvSpPr>
          <p:cNvPr id="39" name="TextBox 29">
            <a:extLst>
              <a:ext uri="{FF2B5EF4-FFF2-40B4-BE49-F238E27FC236}">
                <a16:creationId xmlns:a16="http://schemas.microsoft.com/office/drawing/2014/main" id="{6BC1D210-D75A-27AF-1381-C5107A20B86C}"/>
              </a:ext>
            </a:extLst>
          </p:cNvPr>
          <p:cNvSpPr txBox="1"/>
          <p:nvPr/>
        </p:nvSpPr>
        <p:spPr>
          <a:xfrm>
            <a:off x="9567361" y="5571573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/>
              </a:rPr>
              <a:t>Same</a:t>
            </a:r>
          </a:p>
        </p:txBody>
      </p:sp>
      <p:sp>
        <p:nvSpPr>
          <p:cNvPr id="40" name="TextBox 30">
            <a:extLst>
              <a:ext uri="{FF2B5EF4-FFF2-40B4-BE49-F238E27FC236}">
                <a16:creationId xmlns:a16="http://schemas.microsoft.com/office/drawing/2014/main" id="{CFC46E4D-069A-8205-01CE-EDFC581CC3D6}"/>
              </a:ext>
            </a:extLst>
          </p:cNvPr>
          <p:cNvSpPr txBox="1"/>
          <p:nvPr/>
        </p:nvSpPr>
        <p:spPr>
          <a:xfrm>
            <a:off x="11011814" y="5560691"/>
            <a:ext cx="1112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/>
              </a:rPr>
              <a:t>5% Above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D08A7B05-26B7-1E62-13FD-23F3E8180B25}"/>
              </a:ext>
            </a:extLst>
          </p:cNvPr>
          <p:cNvSpPr txBox="1">
            <a:spLocks/>
          </p:cNvSpPr>
          <p:nvPr/>
        </p:nvSpPr>
        <p:spPr>
          <a:xfrm>
            <a:off x="1553028" y="150283"/>
            <a:ext cx="104584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PPO Plan:</a:t>
            </a:r>
            <a:b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Breakeven With 719 Members</a:t>
            </a:r>
          </a:p>
        </p:txBody>
      </p:sp>
    </p:spTree>
    <p:extLst>
      <p:ext uri="{BB962C8B-B14F-4D97-AF65-F5344CB8AC3E}">
        <p14:creationId xmlns:p14="http://schemas.microsoft.com/office/powerpoint/2010/main" val="3470905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E4D1330-6559-4480-ECC7-66909D09D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Key Benefit Administrators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AD03FEC-C905-CEF4-1EA9-88A13341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747829"/>
              </p:ext>
            </p:extLst>
          </p:nvPr>
        </p:nvGraphicFramePr>
        <p:xfrm>
          <a:off x="358254" y="1306622"/>
          <a:ext cx="6972297" cy="132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Pre-DTE Cohort of 5,000 Members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$ 5,813,802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$ 5,356,579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$ 2,500,978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$ 13,671,359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$ 1,505,901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$ 1,387,470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$ 647,807.7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$ 3,541,179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5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256652" y="4009887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463617"/>
              </p:ext>
            </p:extLst>
          </p:nvPr>
        </p:nvGraphicFramePr>
        <p:xfrm>
          <a:off x="402701" y="4228299"/>
          <a:ext cx="6927847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22925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30492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$ 9,765,906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$ 60,000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$ 9,825,906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/>
                        </a:rPr>
                        <a:t>Minus Implementation Fee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-$ 150,000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-$ 180,000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$ 9,495,906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7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737320"/>
              </p:ext>
            </p:extLst>
          </p:nvPr>
        </p:nvGraphicFramePr>
        <p:xfrm>
          <a:off x="358253" y="2776613"/>
          <a:ext cx="6972296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600" dirty="0"/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$ 14,010,150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$ 25,471,600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$ 11,892,650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$ 51,374,400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600" dirty="0"/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$ 3,628,933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$ 6,597,698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$ 3,080,455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$ 13,307,085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8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692748" y="1819728"/>
            <a:ext cx="43180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† Assuming proportional revenues from market shares of 32% (inpatient) and 17% (outpatient)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692747" y="2342948"/>
            <a:ext cx="43180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‡ Conservatively assuming a commercial margin of 25.9% (70% of the observed commercial margin)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692747" y="3077483"/>
            <a:ext cx="43180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⁰ Assuming 77% market steerage based on KBA narrow network DTE experience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692747" y="3634115"/>
            <a:ext cx="431800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* Conservatively assuming a commercial margin of 25.9%, with a 10 percentage-point reduction to reflect competitive-edge rates and a 10 percentage-point increase to reflect lower billing costs and better patient-responsibility collections because of the plan patient card. 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3B22694-B7C7-93A6-DD7F-521617612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044" y="3360"/>
            <a:ext cx="11487704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2F57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 Plan:</a:t>
            </a:r>
            <a:b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$</a:t>
            </a: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9.5M with First 5K Members</a:t>
            </a:r>
          </a:p>
        </p:txBody>
      </p:sp>
    </p:spTree>
    <p:extLst>
      <p:ext uri="{BB962C8B-B14F-4D97-AF65-F5344CB8AC3E}">
        <p14:creationId xmlns:p14="http://schemas.microsoft.com/office/powerpoint/2010/main" val="626936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E4D1330-6559-4480-ECC7-66909D09D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Key Benefit Administrators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AD03FEC-C905-CEF4-1EA9-88A13341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698485"/>
              </p:ext>
            </p:extLst>
          </p:nvPr>
        </p:nvGraphicFramePr>
        <p:xfrm>
          <a:off x="438153" y="1437042"/>
          <a:ext cx="6972297" cy="132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Pre-DTE Cohort of 5,000 Members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$ 5,822,400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$ 5,954,400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$ 2,780,100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$ 14,556,900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$ 1,508,128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$ 1,542,319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$ 720,106.3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$ 3,770,553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5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36551" y="4060409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6544047"/>
              </p:ext>
            </p:extLst>
          </p:nvPr>
        </p:nvGraphicFramePr>
        <p:xfrm>
          <a:off x="482600" y="4234433"/>
          <a:ext cx="6927847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22925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30492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$ 2,230,954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$ 60,000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$ 2,290,954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/>
                        </a:rPr>
                        <a:t>Minus Implementation Fee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-$ 150,000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-$ 180,000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$ 1,960,954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7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587007"/>
              </p:ext>
            </p:extLst>
          </p:nvPr>
        </p:nvGraphicFramePr>
        <p:xfrm>
          <a:off x="438152" y="2907033"/>
          <a:ext cx="6972296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600" dirty="0"/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$ 7,641,900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$ 10,585,600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$ 4,942,400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$ 23,169,900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600" dirty="0"/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$ 1,979,418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$ 2,741,900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$ 1,280,189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$ 6,001,507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8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72647" y="1950148"/>
            <a:ext cx="43180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† Assuming proportional revenues from market shares of 32% (inpatient) and 17% (outpatient)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72646" y="2473368"/>
            <a:ext cx="43180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‡ Conservatively assuming a commercial margin of 25.9% (70% of the estimated commercial margin)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72646" y="3207903"/>
            <a:ext cx="43180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⁰ Assuming 42% market steerage based on KBA narrow network DTE experience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72646" y="3764535"/>
            <a:ext cx="431800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* Conservatively assuming a commercial margin of 25.9%, with a 10 percentage-point reduction to reflect competitive-edge rates and a 10 percentage-point increase to reflect lower billing costs and better patient-responsibility collections because of the plan patient card. 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07DF49E-4529-5624-7B90-46269A46C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044" y="3360"/>
            <a:ext cx="11487704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 Plan:</a:t>
            </a:r>
            <a:br>
              <a:rPr lang="en-US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$</a:t>
            </a: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1.96M with First 5K Members</a:t>
            </a:r>
          </a:p>
        </p:txBody>
      </p:sp>
    </p:spTree>
    <p:extLst>
      <p:ext uri="{BB962C8B-B14F-4D97-AF65-F5344CB8AC3E}">
        <p14:creationId xmlns:p14="http://schemas.microsoft.com/office/powerpoint/2010/main" val="1419816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600" b="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EPO</a:t>
            </a:r>
            <a:r>
              <a:rPr lang="en-US" sz="3600" b="0" dirty="0">
                <a:solidFill>
                  <a:schemeClr val="bg1"/>
                </a:solidFill>
              </a:rPr>
              <a:t> 4-YEAR PROJECTIONS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04852" y="5025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1,900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3,900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9,900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3,733.8K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7,664.2K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12,773.7K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19,455.3K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22.8K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46.8K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78.0K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118.8K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3,426.6K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7,531.0K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12,671.7K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19,394.1K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04852" y="2291025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13,200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5,109.5K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10,218.9K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16,900.6K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25,940.4K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31.2K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103.2K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158.4K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4,810.7K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10,101.3K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16,823.8K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25,918.8K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04852" y="4577025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4,300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2,554.7K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5,109.5K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8,450.3K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12,970.2K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15.6K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31.2K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51.6K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79.2K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2,240.3K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4,960.7K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8,321.9K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12,869.4K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6" name="Content Placeholder 9">
            <a:extLst>
              <a:ext uri="{FF2B5EF4-FFF2-40B4-BE49-F238E27FC236}">
                <a16:creationId xmlns:a16="http://schemas.microsoft.com/office/drawing/2014/main" id="{A548FD59-D806-2ABE-146B-5FF724092BAB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4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600" b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PPO</a:t>
            </a:r>
            <a:r>
              <a:rPr lang="en-US" sz="3600" b="0" dirty="0">
                <a:solidFill>
                  <a:schemeClr val="bg1"/>
                </a:solidFill>
              </a:rPr>
              <a:t> 4-YEAR PROJECTIONS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64661" y="25124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1,900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3,900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9,900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870.6K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1,786.9K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2,978.2K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4,536.1K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22.8K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46.8K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78.0K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118.8K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563.4K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1,653.7K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2,876.2K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4,474.9K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64661" y="2311124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13,200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1,191.3K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2,382.6K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3,940.4K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6,048.1K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31.2K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103.2K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158.4K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892.5K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2,265.0K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3,863.6K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6,026.5K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64661" y="4597124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4,300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595.6K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1,191.3K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1,970.2K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3,024.1K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15.6K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31.2K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51.6K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79.2K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281.2K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1,042.5K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1,841.8K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2,923.3K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0" name="Content Placeholder 9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22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698" y="235398"/>
            <a:ext cx="10515600" cy="865429"/>
          </a:xfrm>
        </p:spPr>
        <p:txBody>
          <a:bodyPr/>
          <a:lstStyle/>
          <a:p>
            <a:r>
              <a:rPr lang="en-US" dirty="0"/>
              <a:t>Potential Growth Paths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057C1-F13C-F6D8-AD44-F92FA29D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6B415-80AF-26A8-45D6-1254179B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102BEAF-097D-41B4-20FD-56D98AD0F034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3706D05-011F-D6E5-AB62-168509A0E779}"/>
              </a:ext>
            </a:extLst>
          </p:cNvPr>
          <p:cNvSpPr txBox="1">
            <a:spLocks/>
          </p:cNvSpPr>
          <p:nvPr/>
        </p:nvSpPr>
        <p:spPr>
          <a:xfrm rot="16200000">
            <a:off x="-2814764" y="2993452"/>
            <a:ext cx="6553884" cy="752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GROWTH POTENTIAL</a:t>
            </a:r>
          </a:p>
        </p:txBody>
      </p:sp>
      <p:grpSp>
        <p:nvGrpSpPr>
          <p:cNvPr id="7" name="Group 28">
            <a:extLst>
              <a:ext uri="{FF2B5EF4-FFF2-40B4-BE49-F238E27FC236}">
                <a16:creationId xmlns:a16="http://schemas.microsoft.com/office/drawing/2014/main" id="{69A10699-B4B2-AF88-E1A1-1EF0A88AB471}"/>
              </a:ext>
            </a:extLst>
          </p:cNvPr>
          <p:cNvGrpSpPr/>
          <p:nvPr/>
        </p:nvGrpSpPr>
        <p:grpSpPr>
          <a:xfrm>
            <a:off x="1359766" y="1289533"/>
            <a:ext cx="3960468" cy="3636786"/>
            <a:chOff x="1724978" y="2161521"/>
            <a:chExt cx="8274685" cy="4307840"/>
          </a:xfrm>
        </p:grpSpPr>
        <p:grpSp>
          <p:nvGrpSpPr>
            <p:cNvPr id="8" name="Group 29">
              <a:extLst>
                <a:ext uri="{FF2B5EF4-FFF2-40B4-BE49-F238E27FC236}">
                  <a16:creationId xmlns:a16="http://schemas.microsoft.com/office/drawing/2014/main" id="{11C874E5-E3B4-BAE0-4E2D-2C86D4E7E53A}"/>
                </a:ext>
              </a:extLst>
            </p:cNvPr>
            <p:cNvGrpSpPr/>
            <p:nvPr/>
          </p:nvGrpSpPr>
          <p:grpSpPr>
            <a:xfrm>
              <a:off x="1724978" y="5494001"/>
              <a:ext cx="6872605" cy="975360"/>
              <a:chOff x="1724978" y="5494001"/>
              <a:chExt cx="6872605" cy="975360"/>
            </a:xfrm>
          </p:grpSpPr>
          <p:sp>
            <p:nvSpPr>
              <p:cNvPr id="9" name="Freeform: Shape 72">
                <a:extLst>
                  <a:ext uri="{FF2B5EF4-FFF2-40B4-BE49-F238E27FC236}">
                    <a16:creationId xmlns:a16="http://schemas.microsoft.com/office/drawing/2014/main" id="{C2AD90F2-700F-581B-540A-D6A10D5F84F2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/>
              </a:p>
            </p:txBody>
          </p:sp>
          <p:sp>
            <p:nvSpPr>
              <p:cNvPr id="10" name="TextBox 73">
                <a:extLst>
                  <a:ext uri="{FF2B5EF4-FFF2-40B4-BE49-F238E27FC236}">
                    <a16:creationId xmlns:a16="http://schemas.microsoft.com/office/drawing/2014/main" id="{AEAD331A-F2F6-E5AA-6FA8-43463612A331}"/>
                  </a:ext>
                </a:extLst>
              </p:cNvPr>
              <p:cNvSpPr txBox="1"/>
              <p:nvPr/>
            </p:nvSpPr>
            <p:spPr>
              <a:xfrm>
                <a:off x="1724978" y="5759838"/>
                <a:ext cx="3247806" cy="443686"/>
              </a:xfrm>
              <a:prstGeom prst="roundRect">
                <a:avLst/>
              </a:prstGeom>
              <a:solidFill>
                <a:srgbClr val="4468A5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" name="Group 30">
              <a:extLst>
                <a:ext uri="{FF2B5EF4-FFF2-40B4-BE49-F238E27FC236}">
                  <a16:creationId xmlns:a16="http://schemas.microsoft.com/office/drawing/2014/main" id="{689474B3-12FA-8E66-D71F-53822C9C68C9}"/>
                </a:ext>
              </a:extLst>
            </p:cNvPr>
            <p:cNvGrpSpPr/>
            <p:nvPr/>
          </p:nvGrpSpPr>
          <p:grpSpPr>
            <a:xfrm>
              <a:off x="2182178" y="2161521"/>
              <a:ext cx="7817485" cy="3197014"/>
              <a:chOff x="3627756" y="1830493"/>
              <a:chExt cx="7817485" cy="3197014"/>
            </a:xfrm>
          </p:grpSpPr>
          <p:grpSp>
            <p:nvGrpSpPr>
              <p:cNvPr id="12" name="Group 58">
                <a:extLst>
                  <a:ext uri="{FF2B5EF4-FFF2-40B4-BE49-F238E27FC236}">
                    <a16:creationId xmlns:a16="http://schemas.microsoft.com/office/drawing/2014/main" id="{51ED3EA0-1B18-EEE0-293E-BB00AD4DE764}"/>
                  </a:ext>
                </a:extLst>
              </p:cNvPr>
              <p:cNvGrpSpPr/>
              <p:nvPr/>
            </p:nvGrpSpPr>
            <p:grpSpPr>
              <a:xfrm>
                <a:off x="3627756" y="4052147"/>
                <a:ext cx="6882765" cy="975360"/>
                <a:chOff x="3627756" y="4052147"/>
                <a:chExt cx="6882765" cy="975360"/>
              </a:xfrm>
            </p:grpSpPr>
            <p:sp>
              <p:nvSpPr>
                <p:cNvPr id="13" name="Freeform: Shape 62">
                  <a:extLst>
                    <a:ext uri="{FF2B5EF4-FFF2-40B4-BE49-F238E27FC236}">
                      <a16:creationId xmlns:a16="http://schemas.microsoft.com/office/drawing/2014/main" id="{BC70B6BA-E51B-5756-ABB1-C97D21E56F2F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/>
                </a:p>
              </p:txBody>
            </p:sp>
            <p:sp>
              <p:nvSpPr>
                <p:cNvPr id="14" name="TextBox 63">
                  <a:extLst>
                    <a:ext uri="{FF2B5EF4-FFF2-40B4-BE49-F238E27FC236}">
                      <a16:creationId xmlns:a16="http://schemas.microsoft.com/office/drawing/2014/main" id="{89D49C14-1775-066C-353B-1ACCC4D24138}"/>
                    </a:ext>
                  </a:extLst>
                </p:cNvPr>
                <p:cNvSpPr txBox="1"/>
                <p:nvPr/>
              </p:nvSpPr>
              <p:spPr>
                <a:xfrm>
                  <a:off x="3627756" y="4317984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5" name="Group 52">
                <a:extLst>
                  <a:ext uri="{FF2B5EF4-FFF2-40B4-BE49-F238E27FC236}">
                    <a16:creationId xmlns:a16="http://schemas.microsoft.com/office/drawing/2014/main" id="{1DBB449D-FFE3-79BF-CC4B-CBC0A3F03B29}"/>
                  </a:ext>
                </a:extLst>
              </p:cNvPr>
              <p:cNvGrpSpPr/>
              <p:nvPr/>
            </p:nvGrpSpPr>
            <p:grpSpPr>
              <a:xfrm>
                <a:off x="4069948" y="2930285"/>
                <a:ext cx="6907933" cy="975360"/>
                <a:chOff x="4069947" y="2930285"/>
                <a:chExt cx="6907933" cy="975360"/>
              </a:xfrm>
            </p:grpSpPr>
            <p:sp>
              <p:nvSpPr>
                <p:cNvPr id="16" name="Freeform: Shape 56">
                  <a:extLst>
                    <a:ext uri="{FF2B5EF4-FFF2-40B4-BE49-F238E27FC236}">
                      <a16:creationId xmlns:a16="http://schemas.microsoft.com/office/drawing/2014/main" id="{2D2231FB-5290-0F34-19A4-B0491233CE27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/>
                </a:p>
              </p:txBody>
            </p:sp>
            <p:sp>
              <p:nvSpPr>
                <p:cNvPr id="17" name="TextBox 57">
                  <a:extLst>
                    <a:ext uri="{FF2B5EF4-FFF2-40B4-BE49-F238E27FC236}">
                      <a16:creationId xmlns:a16="http://schemas.microsoft.com/office/drawing/2014/main" id="{3C6B2C41-D61E-2C7A-3D82-5A90E06CEE5A}"/>
                    </a:ext>
                  </a:extLst>
                </p:cNvPr>
                <p:cNvSpPr txBox="1"/>
                <p:nvPr/>
              </p:nvSpPr>
              <p:spPr>
                <a:xfrm>
                  <a:off x="4069947" y="3206963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8" name="Group 46">
                <a:extLst>
                  <a:ext uri="{FF2B5EF4-FFF2-40B4-BE49-F238E27FC236}">
                    <a16:creationId xmlns:a16="http://schemas.microsoft.com/office/drawing/2014/main" id="{F80321D4-B659-65A7-5D2E-CFE404DB4D8E}"/>
                  </a:ext>
                </a:extLst>
              </p:cNvPr>
              <p:cNvGrpSpPr/>
              <p:nvPr/>
            </p:nvGrpSpPr>
            <p:grpSpPr>
              <a:xfrm>
                <a:off x="4561206" y="1830493"/>
                <a:ext cx="6884035" cy="975360"/>
                <a:chOff x="4561206" y="1830493"/>
                <a:chExt cx="6884035" cy="975360"/>
              </a:xfrm>
            </p:grpSpPr>
            <p:sp>
              <p:nvSpPr>
                <p:cNvPr id="19" name="Freeform: Shape 50">
                  <a:extLst>
                    <a:ext uri="{FF2B5EF4-FFF2-40B4-BE49-F238E27FC236}">
                      <a16:creationId xmlns:a16="http://schemas.microsoft.com/office/drawing/2014/main" id="{19C69411-1E7E-AB74-D150-B508F4902A7E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/>
                </a:p>
              </p:txBody>
            </p:sp>
            <p:sp>
              <p:nvSpPr>
                <p:cNvPr id="20" name="TextBox 51">
                  <a:extLst>
                    <a:ext uri="{FF2B5EF4-FFF2-40B4-BE49-F238E27FC236}">
                      <a16:creationId xmlns:a16="http://schemas.microsoft.com/office/drawing/2014/main" id="{2AE87841-825C-FE4F-1AB9-6CC03862C17F}"/>
                    </a:ext>
                  </a:extLst>
                </p:cNvPr>
                <p:cNvSpPr txBox="1"/>
                <p:nvPr/>
              </p:nvSpPr>
              <p:spPr>
                <a:xfrm>
                  <a:off x="4561206" y="2096329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21" name="Freeform: Shape 31">
              <a:extLst>
                <a:ext uri="{FF2B5EF4-FFF2-40B4-BE49-F238E27FC236}">
                  <a16:creationId xmlns:a16="http://schemas.microsoft.com/office/drawing/2014/main" id="{93803CD4-6355-5262-37E3-213F86A67BEA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  <p:grpSp>
          <p:nvGrpSpPr>
            <p:cNvPr id="22" name="Group 32">
              <a:extLst>
                <a:ext uri="{FF2B5EF4-FFF2-40B4-BE49-F238E27FC236}">
                  <a16:creationId xmlns:a16="http://schemas.microsoft.com/office/drawing/2014/main" id="{C15EBE08-F14E-85B7-24FB-021AE8C94BA3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23" name="Freeform: Shape 36">
                <a:extLst>
                  <a:ext uri="{FF2B5EF4-FFF2-40B4-BE49-F238E27FC236}">
                    <a16:creationId xmlns:a16="http://schemas.microsoft.com/office/drawing/2014/main" id="{99971868-A4E7-F273-D79D-9C20F2C9304D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Freeform: Shape 37">
                <a:extLst>
                  <a:ext uri="{FF2B5EF4-FFF2-40B4-BE49-F238E27FC236}">
                    <a16:creationId xmlns:a16="http://schemas.microsoft.com/office/drawing/2014/main" id="{26D4449C-E24F-47A1-0BA9-B4D1231EE90A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Freeform: Shape 38">
                <a:extLst>
                  <a:ext uri="{FF2B5EF4-FFF2-40B4-BE49-F238E27FC236}">
                    <a16:creationId xmlns:a16="http://schemas.microsoft.com/office/drawing/2014/main" id="{380CB4F0-D598-949F-D94F-54D7DBD5CD13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Freeform: Shape 39">
                <a:extLst>
                  <a:ext uri="{FF2B5EF4-FFF2-40B4-BE49-F238E27FC236}">
                    <a16:creationId xmlns:a16="http://schemas.microsoft.com/office/drawing/2014/main" id="{71E01EC1-04E0-F00A-E7D0-A3570350B0AE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Freeform: Shape 40">
                <a:extLst>
                  <a:ext uri="{FF2B5EF4-FFF2-40B4-BE49-F238E27FC236}">
                    <a16:creationId xmlns:a16="http://schemas.microsoft.com/office/drawing/2014/main" id="{3D3A0C0B-3028-02AB-45A9-5AC22941B397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8" name="Freeform: Shape 33">
              <a:extLst>
                <a:ext uri="{FF2B5EF4-FFF2-40B4-BE49-F238E27FC236}">
                  <a16:creationId xmlns:a16="http://schemas.microsoft.com/office/drawing/2014/main" id="{F62C5FEE-739C-5CD8-3480-47AFBD4B137D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  <p:sp>
          <p:nvSpPr>
            <p:cNvPr id="29" name="Freeform: Shape 34">
              <a:extLst>
                <a:ext uri="{FF2B5EF4-FFF2-40B4-BE49-F238E27FC236}">
                  <a16:creationId xmlns:a16="http://schemas.microsoft.com/office/drawing/2014/main" id="{BCD906C9-9D1F-D350-D161-F4D9B4B287D1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</p:grpSp>
      <p:sp>
        <p:nvSpPr>
          <p:cNvPr id="30" name="TextBox 75">
            <a:extLst>
              <a:ext uri="{FF2B5EF4-FFF2-40B4-BE49-F238E27FC236}">
                <a16:creationId xmlns:a16="http://schemas.microsoft.com/office/drawing/2014/main" id="{02AD65D6-9504-23E6-E4FD-CC294F4A3C64}"/>
              </a:ext>
            </a:extLst>
          </p:cNvPr>
          <p:cNvSpPr txBox="1"/>
          <p:nvPr/>
        </p:nvSpPr>
        <p:spPr>
          <a:xfrm>
            <a:off x="1653663" y="5021445"/>
            <a:ext cx="95143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/>
              </a:rPr>
              <a:t>Estimates include Hunterdon, Warren, Bucks, Carbon, Lehigh, Luzerne, Northampton, and Schuylkill Counties</a:t>
            </a:r>
          </a:p>
        </p:txBody>
      </p:sp>
      <p:sp>
        <p:nvSpPr>
          <p:cNvPr id="31" name="TextBox 76">
            <a:extLst>
              <a:ext uri="{FF2B5EF4-FFF2-40B4-BE49-F238E27FC236}">
                <a16:creationId xmlns:a16="http://schemas.microsoft.com/office/drawing/2014/main" id="{F3A378C3-B669-3EE2-B76D-98EDB44E8CDF}"/>
              </a:ext>
            </a:extLst>
          </p:cNvPr>
          <p:cNvSpPr txBox="1"/>
          <p:nvPr/>
        </p:nvSpPr>
        <p:spPr>
          <a:xfrm>
            <a:off x="3297507" y="4255927"/>
            <a:ext cx="16131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2,106K</a:t>
            </a:r>
          </a:p>
        </p:txBody>
      </p:sp>
      <p:sp>
        <p:nvSpPr>
          <p:cNvPr id="32" name="TextBox 77">
            <a:extLst>
              <a:ext uri="{FF2B5EF4-FFF2-40B4-BE49-F238E27FC236}">
                <a16:creationId xmlns:a16="http://schemas.microsoft.com/office/drawing/2014/main" id="{F24CF5B8-0E02-1AF3-2A3D-F14253B44FE8}"/>
              </a:ext>
            </a:extLst>
          </p:cNvPr>
          <p:cNvSpPr txBox="1"/>
          <p:nvPr/>
        </p:nvSpPr>
        <p:spPr>
          <a:xfrm>
            <a:off x="3520440" y="3330872"/>
            <a:ext cx="1096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1,230K</a:t>
            </a:r>
          </a:p>
        </p:txBody>
      </p:sp>
      <p:sp>
        <p:nvSpPr>
          <p:cNvPr id="33" name="TextBox 78">
            <a:extLst>
              <a:ext uri="{FF2B5EF4-FFF2-40B4-BE49-F238E27FC236}">
                <a16:creationId xmlns:a16="http://schemas.microsoft.com/office/drawing/2014/main" id="{509B3348-F2D5-63CE-B5D5-5FB7263B3D0F}"/>
              </a:ext>
            </a:extLst>
          </p:cNvPr>
          <p:cNvSpPr txBox="1"/>
          <p:nvPr/>
        </p:nvSpPr>
        <p:spPr>
          <a:xfrm>
            <a:off x="3739896" y="2388127"/>
            <a:ext cx="1079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935K</a:t>
            </a:r>
          </a:p>
        </p:txBody>
      </p:sp>
      <p:sp>
        <p:nvSpPr>
          <p:cNvPr id="34" name="TextBox 79">
            <a:extLst>
              <a:ext uri="{FF2B5EF4-FFF2-40B4-BE49-F238E27FC236}">
                <a16:creationId xmlns:a16="http://schemas.microsoft.com/office/drawing/2014/main" id="{7E24246C-24ED-62DA-EA2E-6EA4A6ADAEAC}"/>
              </a:ext>
            </a:extLst>
          </p:cNvPr>
          <p:cNvSpPr txBox="1"/>
          <p:nvPr/>
        </p:nvSpPr>
        <p:spPr>
          <a:xfrm>
            <a:off x="3959352" y="1456592"/>
            <a:ext cx="9220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538K</a:t>
            </a:r>
          </a:p>
        </p:txBody>
      </p:sp>
      <p:pic>
        <p:nvPicPr>
          <p:cNvPr id="35" name="Content Placeholder 34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5705856" y="1345039"/>
            <a:ext cx="6364224" cy="3813048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DC9BE597-6E30-0E2F-C53C-57DFD25B1F8D}"/>
              </a:ext>
            </a:extLst>
          </p:cNvPr>
          <p:cNvSpPr/>
          <p:nvPr/>
        </p:nvSpPr>
        <p:spPr>
          <a:xfrm>
            <a:off x="1370530" y="5435016"/>
            <a:ext cx="10080632" cy="9375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PPO growth will likely be higher, but KBA expects that long-term growth is more inhibited by the plan being a non-national network more than being an EPO plan. KBA expect 15% of the market to be open to a local (non-national) network. </a:t>
            </a:r>
          </a:p>
        </p:txBody>
      </p:sp>
    </p:spTree>
    <p:extLst>
      <p:ext uri="{BB962C8B-B14F-4D97-AF65-F5344CB8AC3E}">
        <p14:creationId xmlns:p14="http://schemas.microsoft.com/office/powerpoint/2010/main" val="1082327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Royalty-Free photo: Green tall trees near on the lake with overlooking  mountain during daytime | PickPik">
            <a:extLst>
              <a:ext uri="{FF2B5EF4-FFF2-40B4-BE49-F238E27FC236}">
                <a16:creationId xmlns:a16="http://schemas.microsoft.com/office/drawing/2014/main" id="{2478D38F-2055-3BED-F325-F30BC9616D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2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28"/>
          <a:stretch/>
        </p:blipFill>
        <p:spPr bwMode="auto">
          <a:xfrm>
            <a:off x="-31771" y="1"/>
            <a:ext cx="10918845" cy="687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0515600" cy="1220283"/>
          </a:xfrm>
        </p:spPr>
        <p:txBody>
          <a:bodyPr/>
          <a:lstStyle/>
          <a:p>
            <a:r>
              <a:rPr lang="en-US" dirty="0"/>
              <a:t>Long-Term </a:t>
            </a:r>
            <a:r>
              <a:rPr lang="en-US" dirty="0">
                <a:solidFill>
                  <a:srgbClr val="2F579A"/>
                </a:solidFill>
              </a:rPr>
              <a:t>EPO</a:t>
            </a:r>
            <a:r>
              <a:rPr lang="en-US" dirty="0"/>
              <a:t> Profit: $223M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9C057C1-F13C-F6D8-AD44-F92FA29D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52413" y="6480529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F46B415-80AF-26A8-45D6-1254179B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39038F2-C307-DC75-4AEA-316E0211A3AE}"/>
              </a:ext>
            </a:extLst>
          </p:cNvPr>
          <p:cNvSpPr/>
          <p:nvPr/>
        </p:nvSpPr>
        <p:spPr>
          <a:xfrm>
            <a:off x="10887075" y="0"/>
            <a:ext cx="1304925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4401177" y="1868993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6315910" y="1868991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8230644" y="1868990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572430" y="1636954"/>
            <a:ext cx="256833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</a:rPr>
              <a:t>Graining Name Recognition, Early Growth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35286" y="2293880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Revenue: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2219510" y="2293880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Profit: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9001" y="2539605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$63.33M</a:t>
            </a:r>
            <a:endParaRPr lang="en-US" sz="2000" dirty="0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1922550" y="2539605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$16.41M</a:t>
            </a:r>
            <a:endParaRPr lang="en-US" sz="2000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781431" y="3151370"/>
            <a:ext cx="213231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Strong Reputation, Strong Growth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277" y="3808296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2210501" y="3808296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19992" y="4054021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$433.64M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1913541" y="4054021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$113.52M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20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729525" y="4771937"/>
            <a:ext cx="22541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High Profitability, Market Saturation</a:t>
            </a:r>
          </a:p>
        </p:txBody>
      </p:sp>
      <p:sp>
        <p:nvSpPr>
          <p:cNvPr id="21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35286" y="5428863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2219510" y="5428863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23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9001" y="5674588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$853.45M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24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1922550" y="5674588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$223.6M</a:t>
            </a:r>
            <a:endParaRPr lang="en-US" sz="2000" dirty="0">
              <a:solidFill>
                <a:srgbClr val="2F5597"/>
              </a:solidFill>
            </a:endParaRPr>
          </a:p>
        </p:txBody>
      </p:sp>
      <p:pic>
        <p:nvPicPr>
          <p:cNvPr id="25" name="Content Placeholder 24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4078224" y="1472184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51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Royalty-Free photo: Green tall trees near on the lake with overlooking  mountain during daytime | PickPik">
            <a:extLst>
              <a:ext uri="{FF2B5EF4-FFF2-40B4-BE49-F238E27FC236}">
                <a16:creationId xmlns:a16="http://schemas.microsoft.com/office/drawing/2014/main" id="{2478D38F-2055-3BED-F325-F30BC9616D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2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28"/>
          <a:stretch/>
        </p:blipFill>
        <p:spPr bwMode="auto">
          <a:xfrm>
            <a:off x="-31771" y="1"/>
            <a:ext cx="10918845" cy="687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9C057C1-F13C-F6D8-AD44-F92FA29D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52413" y="6480529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F46B415-80AF-26A8-45D6-1254179B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39038F2-C307-DC75-4AEA-316E0211A3AE}"/>
              </a:ext>
            </a:extLst>
          </p:cNvPr>
          <p:cNvSpPr/>
          <p:nvPr/>
        </p:nvSpPr>
        <p:spPr>
          <a:xfrm>
            <a:off x="10887075" y="0"/>
            <a:ext cx="1304925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4401177" y="1948887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6315910" y="1948885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8230644" y="1948884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572430" y="1716848"/>
            <a:ext cx="256833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</a:rPr>
              <a:t>Graining Name Recognition, Early Growth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35286" y="2373774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Revenue: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2219510" y="2373774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Profit: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9001" y="2619499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$14.47M</a:t>
            </a:r>
            <a:endParaRPr lang="en-US" sz="2000" dirty="0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1922550" y="2619499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$3.75M</a:t>
            </a:r>
            <a:endParaRPr lang="en-US" sz="2000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781431" y="3231264"/>
            <a:ext cx="213231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Strong Reputation, Strong Growth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277" y="3888190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2210501" y="3888190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19992" y="4133915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$99.06M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1913541" y="4133915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$26.86M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20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729525" y="4851831"/>
            <a:ext cx="22541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High Profitability, Market Saturation</a:t>
            </a:r>
          </a:p>
        </p:txBody>
      </p:sp>
      <p:sp>
        <p:nvSpPr>
          <p:cNvPr id="21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35286" y="5508757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2219510" y="5508757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23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9001" y="5754482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$194.97M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24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1922550" y="5754482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$53.04M</a:t>
            </a:r>
            <a:endParaRPr lang="en-US" sz="2000" dirty="0">
              <a:solidFill>
                <a:srgbClr val="2F5597"/>
              </a:solidFill>
            </a:endParaRPr>
          </a:p>
        </p:txBody>
      </p:sp>
      <p:pic>
        <p:nvPicPr>
          <p:cNvPr id="25" name="Content Placeholder 24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4078224" y="1552078"/>
            <a:ext cx="6364224" cy="4773168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CA693773-A419-39F7-AB65-4D6C926035DB}"/>
              </a:ext>
            </a:extLst>
          </p:cNvPr>
          <p:cNvSpPr txBox="1">
            <a:spLocks/>
          </p:cNvSpPr>
          <p:nvPr/>
        </p:nvSpPr>
        <p:spPr>
          <a:xfrm>
            <a:off x="295590" y="269250"/>
            <a:ext cx="10515600" cy="9051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15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Long-Term </a:t>
            </a:r>
            <a:r>
              <a:rPr lang="en-US" dirty="0">
                <a:solidFill>
                  <a:schemeClr val="accent2"/>
                </a:solidFill>
              </a:rPr>
              <a:t>PPO</a:t>
            </a:r>
            <a:r>
              <a:rPr lang="en-US" dirty="0"/>
              <a:t> Profit: $53M</a:t>
            </a: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1225F849-67F4-FAA3-41B0-110B2441A003}"/>
              </a:ext>
            </a:extLst>
          </p:cNvPr>
          <p:cNvSpPr txBox="1"/>
          <p:nvPr/>
        </p:nvSpPr>
        <p:spPr>
          <a:xfrm>
            <a:off x="572430" y="1715189"/>
            <a:ext cx="256833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</a:rPr>
              <a:t>Graining Name Recognition, Early Growth</a:t>
            </a:r>
          </a:p>
        </p:txBody>
      </p:sp>
      <p:sp>
        <p:nvSpPr>
          <p:cNvPr id="26" name="TextBox 6">
            <a:extLst>
              <a:ext uri="{FF2B5EF4-FFF2-40B4-BE49-F238E27FC236}">
                <a16:creationId xmlns:a16="http://schemas.microsoft.com/office/drawing/2014/main" id="{3D1A9E9A-767B-EFB9-D330-882125AC2E1F}"/>
              </a:ext>
            </a:extLst>
          </p:cNvPr>
          <p:cNvSpPr txBox="1"/>
          <p:nvPr/>
        </p:nvSpPr>
        <p:spPr>
          <a:xfrm>
            <a:off x="135286" y="237211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Revenue:</a:t>
            </a:r>
          </a:p>
        </p:txBody>
      </p:sp>
      <p:sp>
        <p:nvSpPr>
          <p:cNvPr id="27" name="TextBox 9">
            <a:extLst>
              <a:ext uri="{FF2B5EF4-FFF2-40B4-BE49-F238E27FC236}">
                <a16:creationId xmlns:a16="http://schemas.microsoft.com/office/drawing/2014/main" id="{539D1DD7-C810-A381-694F-CC675932226B}"/>
              </a:ext>
            </a:extLst>
          </p:cNvPr>
          <p:cNvSpPr txBox="1"/>
          <p:nvPr/>
        </p:nvSpPr>
        <p:spPr>
          <a:xfrm>
            <a:off x="129001" y="261784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$14.47M</a:t>
            </a:r>
            <a:endParaRPr lang="en-US" sz="2000" dirty="0"/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49C32B5D-DAD9-87B0-BC58-FB54B6B03D5F}"/>
              </a:ext>
            </a:extLst>
          </p:cNvPr>
          <p:cNvSpPr txBox="1"/>
          <p:nvPr/>
        </p:nvSpPr>
        <p:spPr>
          <a:xfrm>
            <a:off x="1922550" y="261784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$3.75M</a:t>
            </a:r>
            <a:endParaRPr lang="en-US" sz="2000" dirty="0"/>
          </a:p>
        </p:txBody>
      </p:sp>
      <p:pic>
        <p:nvPicPr>
          <p:cNvPr id="30" name="Content Placeholder 24">
            <a:extLst>
              <a:ext uri="{FF2B5EF4-FFF2-40B4-BE49-F238E27FC236}">
                <a16:creationId xmlns:a16="http://schemas.microsoft.com/office/drawing/2014/main" id="{D70E584E-D7FA-9018-04BE-7EB56C71DF01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078224" y="1550419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4910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Custom 3">
      <a:dk1>
        <a:srgbClr val="5B5B5B"/>
      </a:dk1>
      <a:lt1>
        <a:sysClr val="window" lastClr="FFFFFF"/>
      </a:lt1>
      <a:dk2>
        <a:srgbClr val="323F4F"/>
      </a:dk2>
      <a:lt2>
        <a:srgbClr val="E7E6E6"/>
      </a:lt2>
      <a:accent1>
        <a:srgbClr val="DBA660"/>
      </a:accent1>
      <a:accent2>
        <a:srgbClr val="44A1C4"/>
      </a:accent2>
      <a:accent3>
        <a:srgbClr val="FFE699"/>
      </a:accent3>
      <a:accent4>
        <a:srgbClr val="935E1B"/>
      </a:accent4>
      <a:accent5>
        <a:srgbClr val="2D6B83"/>
      </a:accent5>
      <a:accent6>
        <a:srgbClr val="80734D"/>
      </a:accent6>
      <a:hlink>
        <a:srgbClr val="9FA0A6"/>
      </a:hlink>
      <a:folHlink>
        <a:srgbClr val="A4CD88"/>
      </a:folHlink>
    </a:clrScheme>
    <a:fontScheme name="Custom 1">
      <a:majorFont>
        <a:latin typeface="Aileron"/>
        <a:ea typeface=""/>
        <a:cs typeface=""/>
      </a:majorFont>
      <a:minorFont>
        <a:latin typeface="Aileron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customXml/itemProps2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45485</TotalTime>
  <Words>1874</Words>
  <Application>Microsoft Office PowerPoint</Application>
  <PresentationFormat>Widescreen</PresentationFormat>
  <Paragraphs>523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Aileron</vt:lpstr>
      <vt:lpstr>Aileron Light</vt:lpstr>
      <vt:lpstr>Aptos Narrow</vt:lpstr>
      <vt:lpstr>Arial</vt:lpstr>
      <vt:lpstr>Arial Black</vt:lpstr>
      <vt:lpstr>Calibri</vt:lpstr>
      <vt:lpstr>Calibri Light</vt:lpstr>
      <vt:lpstr>Office Theme</vt:lpstr>
      <vt:lpstr>1_Office Theme</vt:lpstr>
      <vt:lpstr>PowerPoint Presentation</vt:lpstr>
      <vt:lpstr>Deciding Between EPO and PPO Plans</vt:lpstr>
      <vt:lpstr>Direct-to-Employer Strategy: Only Available to Premier Health Systems</vt:lpstr>
      <vt:lpstr>Direct-to-Employer Strategy: Only Available to Premier Health Systems</vt:lpstr>
      <vt:lpstr>SLUHN Advantage: Strong Brand Quality</vt:lpstr>
      <vt:lpstr>SLUHN Advantage: Best-in-Area Patient Access</vt:lpstr>
      <vt:lpstr>SLUHN Advantage: Leading Care Quality</vt:lpstr>
      <vt:lpstr>SLUHN Advantage: Care at Value Pricing</vt:lpstr>
      <vt:lpstr>EPO Plan: Breakeven With 168 Members</vt:lpstr>
      <vt:lpstr>PowerPoint Presentation</vt:lpstr>
      <vt:lpstr>EPO Plan: $9.5M with First 5K Members</vt:lpstr>
      <vt:lpstr>EPO Plan: $1.96M with First 5K Members</vt:lpstr>
      <vt:lpstr>EPO 4-YEAR PROJECTIONS</vt:lpstr>
      <vt:lpstr>PPO 4-YEAR PROJECTIONS</vt:lpstr>
      <vt:lpstr>Potential Growth Paths</vt:lpstr>
      <vt:lpstr>Long-Term EPO Profit: $223M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108</cp:revision>
  <cp:lastPrinted>2023-07-13T10:24:43Z</cp:lastPrinted>
  <dcterms:created xsi:type="dcterms:W3CDTF">2021-01-20T14:12:11Z</dcterms:created>
  <dcterms:modified xsi:type="dcterms:W3CDTF">2024-09-25T03:18:20Z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