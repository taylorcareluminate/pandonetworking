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8"/>
  </p:notesMasterIdLst>
  <p:sldIdLst>
    <p:sldId id="588" r:id="rId8"/>
    <p:sldId id="454" r:id="rId9"/>
    <p:sldId id="549" r:id="rId10"/>
    <p:sldId id="559" r:id="rId11"/>
    <p:sldId id="580" r:id="rId12"/>
    <p:sldId id="582" r:id="rId13"/>
    <p:sldId id="548" r:id="rId14"/>
    <p:sldId id="585" r:id="rId15"/>
    <p:sldId id="53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Medical City Healthcare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-130832" y="1339574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        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12,000+ Employers          1.7M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2.6M+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699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2,667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452,600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551,400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720,300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1,830,000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814,700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720,200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992,500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1,296,500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1,328,400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3,294,000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795866" y="1752255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Medical City Healthcare service area in Collin, Cooke, Dallas, Denton, Ellis, Fannin, Grayson, Hood, Hunt, Jack, Johnson, Kaufman, Montague, Palo Pinto, Parker, Rockwall, Tarrant, and Wise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7,536K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4,595K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3,180K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1,777K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$27.11M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$10.78M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$163.11M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$65.8M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$336.33M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$135.78M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3,466.3K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6,928.1K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12,972.1K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20,888.1K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3,162.7K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6,800.9K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12,878.5K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20,837.7K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4,884.3K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9,604.8K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18,196.9K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29,398.1K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4,591.5K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9,498.0K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18,138.1K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29,400.5K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2,048.3K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4,093.9K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7,747.2K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12,571.6K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1,733.9K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3,945.1K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7,618.8K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12,469.6K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Medical City Healthcare has 40% inpatient market share, and 12% outpatient market compared to hospitals/clinics in the Medical City Healthcare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Medical City Healthcare.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54532"/>
              </p:ext>
            </p:extLst>
          </p:nvPr>
        </p:nvGraphicFramePr>
        <p:xfrm>
          <a:off x="749300" y="876300"/>
          <a:ext cx="7288275" cy="5286749"/>
        </p:xfrm>
        <a:graphic>
          <a:graphicData uri="http://schemas.openxmlformats.org/drawingml/2006/table">
            <a:tbl>
              <a:tblPr/>
              <a:tblGrid>
                <a:gridCol w="14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33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Medical City Healthcare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Medical City Healthcare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10,800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$ 13,823,991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$ 7,347,830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$ 3,431,374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$ 24,603,195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$ 5,529,596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$ 2,939,132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$ 1,372,550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$ 9,841,278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$ 20,758,544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$ 129,600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$ 20,763,344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$ 20,708,144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$ 23,179,122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$ 36,346,790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$ 16,973,642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$ 76,499,554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$ 9,271,649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$ 14,538,716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$ 6,789,457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$ 30,599,822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40% (inpatient) and 12%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40%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40%,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10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46157</TotalTime>
  <Words>1057</Words>
  <Application>Microsoft Office PowerPoint</Application>
  <PresentationFormat>Widescreen</PresentationFormat>
  <Paragraphs>389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2025-04-04T19:59:39Z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