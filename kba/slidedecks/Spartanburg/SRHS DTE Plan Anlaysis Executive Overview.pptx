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21"/>
  </p:notesMasterIdLst>
  <p:sldIdLst>
    <p:sldId id="588" r:id="rId8"/>
    <p:sldId id="454" r:id="rId9"/>
    <p:sldId id="549" r:id="rId10"/>
    <p:sldId id="559" r:id="rId11"/>
    <p:sldId id="582" r:id="rId12"/>
    <p:sldId id="558" r:id="rId13"/>
    <p:sldId id="548" r:id="rId14"/>
    <p:sldId id="521" r:id="rId15"/>
    <p:sldId id="564" r:id="rId16"/>
    <p:sldId id="499" r:id="rId17"/>
    <p:sldId id="585" r:id="rId18"/>
    <p:sldId id="536" r:id="rId19"/>
    <p:sldId id="472" r:id="rId20"/>
  </p:sldIdLst>
  <p:sldSz cx="12192000" cy="6858000"/>
  <p:notesSz cx="7315200" cy="9601200"/>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66" d="100"/>
          <a:sy n="66" d="100"/>
        </p:scale>
        <p:origin x="1536" y="78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gs" Target="tags/tag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251DFFC2-6FAF-40CD-85D2-C5F3525DA533}"/>
    <pc:docChg chg="delSld modSld delMainMaster">
      <pc:chgData name="Taylor Davis" userId="5c9e72a0-c39f-4aa1-9d7d-64125e78cbe6" providerId="ADAL" clId="{251DFFC2-6FAF-40CD-85D2-C5F3525DA533}" dt="2025-01-17T21:52:11.184" v="66" actId="20577"/>
      <pc:docMkLst>
        <pc:docMk/>
      </pc:docMkLst>
      <pc:sldChg chg="del">
        <pc:chgData name="Taylor Davis" userId="5c9e72a0-c39f-4aa1-9d7d-64125e78cbe6" providerId="ADAL" clId="{251DFFC2-6FAF-40CD-85D2-C5F3525DA533}" dt="2025-01-17T21:51:11.881" v="0" actId="47"/>
        <pc:sldMkLst>
          <pc:docMk/>
          <pc:sldMk cId="0" sldId="256"/>
        </pc:sldMkLst>
      </pc:sldChg>
      <pc:sldChg chg="del">
        <pc:chgData name="Taylor Davis" userId="5c9e72a0-c39f-4aa1-9d7d-64125e78cbe6" providerId="ADAL" clId="{251DFFC2-6FAF-40CD-85D2-C5F3525DA533}" dt="2025-01-17T21:51:22.958" v="1" actId="47"/>
        <pc:sldMkLst>
          <pc:docMk/>
          <pc:sldMk cId="3543401867" sldId="281"/>
        </pc:sldMkLst>
      </pc:sldChg>
      <pc:sldChg chg="del">
        <pc:chgData name="Taylor Davis" userId="5c9e72a0-c39f-4aa1-9d7d-64125e78cbe6" providerId="ADAL" clId="{251DFFC2-6FAF-40CD-85D2-C5F3525DA533}" dt="2025-01-17T21:51:22.958" v="1" actId="47"/>
        <pc:sldMkLst>
          <pc:docMk/>
          <pc:sldMk cId="2605732402" sldId="283"/>
        </pc:sldMkLst>
      </pc:sldChg>
      <pc:sldChg chg="del">
        <pc:chgData name="Taylor Davis" userId="5c9e72a0-c39f-4aa1-9d7d-64125e78cbe6" providerId="ADAL" clId="{251DFFC2-6FAF-40CD-85D2-C5F3525DA533}" dt="2025-01-17T21:51:22.958" v="1" actId="47"/>
        <pc:sldMkLst>
          <pc:docMk/>
          <pc:sldMk cId="514031403" sldId="285"/>
        </pc:sldMkLst>
      </pc:sldChg>
      <pc:sldChg chg="del">
        <pc:chgData name="Taylor Davis" userId="5c9e72a0-c39f-4aa1-9d7d-64125e78cbe6" providerId="ADAL" clId="{251DFFC2-6FAF-40CD-85D2-C5F3525DA533}" dt="2025-01-17T21:51:11.881" v="0" actId="47"/>
        <pc:sldMkLst>
          <pc:docMk/>
          <pc:sldMk cId="211951504" sldId="325"/>
        </pc:sldMkLst>
      </pc:sldChg>
      <pc:sldChg chg="del">
        <pc:chgData name="Taylor Davis" userId="5c9e72a0-c39f-4aa1-9d7d-64125e78cbe6" providerId="ADAL" clId="{251DFFC2-6FAF-40CD-85D2-C5F3525DA533}" dt="2025-01-17T21:51:11.881" v="0" actId="47"/>
        <pc:sldMkLst>
          <pc:docMk/>
          <pc:sldMk cId="225422285" sldId="326"/>
        </pc:sldMkLst>
      </pc:sldChg>
      <pc:sldChg chg="del">
        <pc:chgData name="Taylor Davis" userId="5c9e72a0-c39f-4aa1-9d7d-64125e78cbe6" providerId="ADAL" clId="{251DFFC2-6FAF-40CD-85D2-C5F3525DA533}" dt="2025-01-17T21:51:43.795" v="4" actId="47"/>
        <pc:sldMkLst>
          <pc:docMk/>
          <pc:sldMk cId="4059548579" sldId="452"/>
        </pc:sldMkLst>
      </pc:sldChg>
      <pc:sldChg chg="del">
        <pc:chgData name="Taylor Davis" userId="5c9e72a0-c39f-4aa1-9d7d-64125e78cbe6" providerId="ADAL" clId="{251DFFC2-6FAF-40CD-85D2-C5F3525DA533}" dt="2025-01-17T21:51:28.294" v="2" actId="47"/>
        <pc:sldMkLst>
          <pc:docMk/>
          <pc:sldMk cId="1700621358" sldId="456"/>
        </pc:sldMkLst>
      </pc:sldChg>
      <pc:sldChg chg="del">
        <pc:chgData name="Taylor Davis" userId="5c9e72a0-c39f-4aa1-9d7d-64125e78cbe6" providerId="ADAL" clId="{251DFFC2-6FAF-40CD-85D2-C5F3525DA533}" dt="2025-01-17T21:51:22.958" v="1" actId="47"/>
        <pc:sldMkLst>
          <pc:docMk/>
          <pc:sldMk cId="3958060990" sldId="458"/>
        </pc:sldMkLst>
      </pc:sldChg>
      <pc:sldChg chg="del">
        <pc:chgData name="Taylor Davis" userId="5c9e72a0-c39f-4aa1-9d7d-64125e78cbe6" providerId="ADAL" clId="{251DFFC2-6FAF-40CD-85D2-C5F3525DA533}" dt="2025-01-17T21:51:43.795" v="4" actId="47"/>
        <pc:sldMkLst>
          <pc:docMk/>
          <pc:sldMk cId="1714126014" sldId="466"/>
        </pc:sldMkLst>
      </pc:sldChg>
      <pc:sldChg chg="del">
        <pc:chgData name="Taylor Davis" userId="5c9e72a0-c39f-4aa1-9d7d-64125e78cbe6" providerId="ADAL" clId="{251DFFC2-6FAF-40CD-85D2-C5F3525DA533}" dt="2025-01-17T21:51:22.958" v="1" actId="47"/>
        <pc:sldMkLst>
          <pc:docMk/>
          <pc:sldMk cId="2680122054" sldId="469"/>
        </pc:sldMkLst>
      </pc:sldChg>
      <pc:sldChg chg="del">
        <pc:chgData name="Taylor Davis" userId="5c9e72a0-c39f-4aa1-9d7d-64125e78cbe6" providerId="ADAL" clId="{251DFFC2-6FAF-40CD-85D2-C5F3525DA533}" dt="2025-01-17T21:51:28.294" v="2" actId="47"/>
        <pc:sldMkLst>
          <pc:docMk/>
          <pc:sldMk cId="3325436177" sldId="489"/>
        </pc:sldMkLst>
      </pc:sldChg>
      <pc:sldChg chg="del">
        <pc:chgData name="Taylor Davis" userId="5c9e72a0-c39f-4aa1-9d7d-64125e78cbe6" providerId="ADAL" clId="{251DFFC2-6FAF-40CD-85D2-C5F3525DA533}" dt="2025-01-17T21:51:11.881" v="0" actId="47"/>
        <pc:sldMkLst>
          <pc:docMk/>
          <pc:sldMk cId="2660124243" sldId="491"/>
        </pc:sldMkLst>
      </pc:sldChg>
      <pc:sldChg chg="del">
        <pc:chgData name="Taylor Davis" userId="5c9e72a0-c39f-4aa1-9d7d-64125e78cbe6" providerId="ADAL" clId="{251DFFC2-6FAF-40CD-85D2-C5F3525DA533}" dt="2025-01-17T21:51:11.881" v="0" actId="47"/>
        <pc:sldMkLst>
          <pc:docMk/>
          <pc:sldMk cId="3144192130" sldId="498"/>
        </pc:sldMkLst>
      </pc:sldChg>
      <pc:sldChg chg="modSp mod">
        <pc:chgData name="Taylor Davis" userId="5c9e72a0-c39f-4aa1-9d7d-64125e78cbe6" providerId="ADAL" clId="{251DFFC2-6FAF-40CD-85D2-C5F3525DA533}" dt="2025-01-17T21:52:11.184" v="66" actId="20577"/>
        <pc:sldMkLst>
          <pc:docMk/>
          <pc:sldMk cId="2203540903" sldId="499"/>
        </pc:sldMkLst>
        <pc:spChg chg="mod">
          <ac:chgData name="Taylor Davis" userId="5c9e72a0-c39f-4aa1-9d7d-64125e78cbe6" providerId="ADAL" clId="{251DFFC2-6FAF-40CD-85D2-C5F3525DA533}" dt="2025-01-17T21:52:11.184" v="66" actId="20577"/>
          <ac:spMkLst>
            <pc:docMk/>
            <pc:sldMk cId="2203540903" sldId="499"/>
            <ac:spMk id="7" creationId="{AB8821D0-DEDE-002D-E87D-13E033D5D75F}"/>
          </ac:spMkLst>
        </pc:spChg>
      </pc:sldChg>
      <pc:sldChg chg="del">
        <pc:chgData name="Taylor Davis" userId="5c9e72a0-c39f-4aa1-9d7d-64125e78cbe6" providerId="ADAL" clId="{251DFFC2-6FAF-40CD-85D2-C5F3525DA533}" dt="2025-01-17T21:51:22.958" v="1" actId="47"/>
        <pc:sldMkLst>
          <pc:docMk/>
          <pc:sldMk cId="36791873" sldId="525"/>
        </pc:sldMkLst>
      </pc:sldChg>
      <pc:sldChg chg="modSp mod">
        <pc:chgData name="Taylor Davis" userId="5c9e72a0-c39f-4aa1-9d7d-64125e78cbe6" providerId="ADAL" clId="{251DFFC2-6FAF-40CD-85D2-C5F3525DA533}" dt="2025-01-17T21:51:57.905" v="25" actId="20577"/>
        <pc:sldMkLst>
          <pc:docMk/>
          <pc:sldMk cId="3470905217" sldId="558"/>
        </pc:sldMkLst>
        <pc:spChg chg="mod">
          <ac:chgData name="Taylor Davis" userId="5c9e72a0-c39f-4aa1-9d7d-64125e78cbe6" providerId="ADAL" clId="{251DFFC2-6FAF-40CD-85D2-C5F3525DA533}" dt="2025-01-17T21:51:57.905" v="25" actId="20577"/>
          <ac:spMkLst>
            <pc:docMk/>
            <pc:sldMk cId="3470905217" sldId="558"/>
            <ac:spMk id="6" creationId="{025AE6BF-C458-13D4-626E-DAD4C1439055}"/>
          </ac:spMkLst>
        </pc:spChg>
      </pc:sldChg>
      <pc:sldChg chg="del">
        <pc:chgData name="Taylor Davis" userId="5c9e72a0-c39f-4aa1-9d7d-64125e78cbe6" providerId="ADAL" clId="{251DFFC2-6FAF-40CD-85D2-C5F3525DA533}" dt="2025-01-17T21:51:22.958" v="1" actId="47"/>
        <pc:sldMkLst>
          <pc:docMk/>
          <pc:sldMk cId="0" sldId="571"/>
        </pc:sldMkLst>
      </pc:sldChg>
      <pc:sldChg chg="del">
        <pc:chgData name="Taylor Davis" userId="5c9e72a0-c39f-4aa1-9d7d-64125e78cbe6" providerId="ADAL" clId="{251DFFC2-6FAF-40CD-85D2-C5F3525DA533}" dt="2025-01-17T21:51:11.881" v="0" actId="47"/>
        <pc:sldMkLst>
          <pc:docMk/>
          <pc:sldMk cId="0" sldId="572"/>
        </pc:sldMkLst>
      </pc:sldChg>
      <pc:sldChg chg="del">
        <pc:chgData name="Taylor Davis" userId="5c9e72a0-c39f-4aa1-9d7d-64125e78cbe6" providerId="ADAL" clId="{251DFFC2-6FAF-40CD-85D2-C5F3525DA533}" dt="2025-01-17T21:51:11.881" v="0" actId="47"/>
        <pc:sldMkLst>
          <pc:docMk/>
          <pc:sldMk cId="1064222983" sldId="574"/>
        </pc:sldMkLst>
      </pc:sldChg>
      <pc:sldChg chg="del">
        <pc:chgData name="Taylor Davis" userId="5c9e72a0-c39f-4aa1-9d7d-64125e78cbe6" providerId="ADAL" clId="{251DFFC2-6FAF-40CD-85D2-C5F3525DA533}" dt="2025-01-17T21:51:11.881" v="0" actId="47"/>
        <pc:sldMkLst>
          <pc:docMk/>
          <pc:sldMk cId="3790917938" sldId="575"/>
        </pc:sldMkLst>
      </pc:sldChg>
      <pc:sldChg chg="del">
        <pc:chgData name="Taylor Davis" userId="5c9e72a0-c39f-4aa1-9d7d-64125e78cbe6" providerId="ADAL" clId="{251DFFC2-6FAF-40CD-85D2-C5F3525DA533}" dt="2025-01-17T21:51:38.460" v="3" actId="47"/>
        <pc:sldMkLst>
          <pc:docMk/>
          <pc:sldMk cId="1082327325" sldId="580"/>
        </pc:sldMkLst>
      </pc:sldChg>
      <pc:sldChg chg="del">
        <pc:chgData name="Taylor Davis" userId="5c9e72a0-c39f-4aa1-9d7d-64125e78cbe6" providerId="ADAL" clId="{251DFFC2-6FAF-40CD-85D2-C5F3525DA533}" dt="2025-01-17T21:51:22.958" v="1" actId="47"/>
        <pc:sldMkLst>
          <pc:docMk/>
          <pc:sldMk cId="838631500" sldId="583"/>
        </pc:sldMkLst>
      </pc:sldChg>
      <pc:sldChg chg="del">
        <pc:chgData name="Taylor Davis" userId="5c9e72a0-c39f-4aa1-9d7d-64125e78cbe6" providerId="ADAL" clId="{251DFFC2-6FAF-40CD-85D2-C5F3525DA533}" dt="2025-01-17T21:51:22.958" v="1" actId="47"/>
        <pc:sldMkLst>
          <pc:docMk/>
          <pc:sldMk cId="4042275972" sldId="613"/>
        </pc:sldMkLst>
      </pc:sldChg>
      <pc:sldChg chg="del">
        <pc:chgData name="Taylor Davis" userId="5c9e72a0-c39f-4aa1-9d7d-64125e78cbe6" providerId="ADAL" clId="{251DFFC2-6FAF-40CD-85D2-C5F3525DA533}" dt="2025-01-17T21:51:22.958" v="1" actId="47"/>
        <pc:sldMkLst>
          <pc:docMk/>
          <pc:sldMk cId="1281542618" sldId="614"/>
        </pc:sldMkLst>
      </pc:sldChg>
      <pc:sldChg chg="del">
        <pc:chgData name="Taylor Davis" userId="5c9e72a0-c39f-4aa1-9d7d-64125e78cbe6" providerId="ADAL" clId="{251DFFC2-6FAF-40CD-85D2-C5F3525DA533}" dt="2025-01-17T21:51:22.958" v="1" actId="47"/>
        <pc:sldMkLst>
          <pc:docMk/>
          <pc:sldMk cId="2174952421" sldId="2145726856"/>
        </pc:sldMkLst>
      </pc:sldChg>
      <pc:sldChg chg="del">
        <pc:chgData name="Taylor Davis" userId="5c9e72a0-c39f-4aa1-9d7d-64125e78cbe6" providerId="ADAL" clId="{251DFFC2-6FAF-40CD-85D2-C5F3525DA533}" dt="2025-01-17T21:51:22.958" v="1" actId="47"/>
        <pc:sldMkLst>
          <pc:docMk/>
          <pc:sldMk cId="4161310751" sldId="2145726857"/>
        </pc:sldMkLst>
      </pc:sldChg>
      <pc:sldChg chg="del">
        <pc:chgData name="Taylor Davis" userId="5c9e72a0-c39f-4aa1-9d7d-64125e78cbe6" providerId="ADAL" clId="{251DFFC2-6FAF-40CD-85D2-C5F3525DA533}" dt="2025-01-17T21:51:22.958" v="1" actId="47"/>
        <pc:sldMkLst>
          <pc:docMk/>
          <pc:sldMk cId="1389453819" sldId="2145726859"/>
        </pc:sldMkLst>
      </pc:sldChg>
      <pc:sldChg chg="del">
        <pc:chgData name="Taylor Davis" userId="5c9e72a0-c39f-4aa1-9d7d-64125e78cbe6" providerId="ADAL" clId="{251DFFC2-6FAF-40CD-85D2-C5F3525DA533}" dt="2025-01-17T21:51:22.958" v="1" actId="47"/>
        <pc:sldMkLst>
          <pc:docMk/>
          <pc:sldMk cId="0" sldId="2145726864"/>
        </pc:sldMkLst>
      </pc:sldChg>
      <pc:sldChg chg="del">
        <pc:chgData name="Taylor Davis" userId="5c9e72a0-c39f-4aa1-9d7d-64125e78cbe6" providerId="ADAL" clId="{251DFFC2-6FAF-40CD-85D2-C5F3525DA533}" dt="2025-01-17T21:51:22.958" v="1" actId="47"/>
        <pc:sldMkLst>
          <pc:docMk/>
          <pc:sldMk cId="1010235892" sldId="2145726866"/>
        </pc:sldMkLst>
      </pc:sldChg>
      <pc:sldChg chg="del">
        <pc:chgData name="Taylor Davis" userId="5c9e72a0-c39f-4aa1-9d7d-64125e78cbe6" providerId="ADAL" clId="{251DFFC2-6FAF-40CD-85D2-C5F3525DA533}" dt="2025-01-17T21:51:43.795" v="4" actId="47"/>
        <pc:sldMkLst>
          <pc:docMk/>
          <pc:sldMk cId="0" sldId="2145726867"/>
        </pc:sldMkLst>
      </pc:sldChg>
      <pc:sldChg chg="del">
        <pc:chgData name="Taylor Davis" userId="5c9e72a0-c39f-4aa1-9d7d-64125e78cbe6" providerId="ADAL" clId="{251DFFC2-6FAF-40CD-85D2-C5F3525DA533}" dt="2025-01-17T21:51:22.958" v="1" actId="47"/>
        <pc:sldMkLst>
          <pc:docMk/>
          <pc:sldMk cId="4087636236" sldId="2145726868"/>
        </pc:sldMkLst>
      </pc:sldChg>
      <pc:sldChg chg="del">
        <pc:chgData name="Taylor Davis" userId="5c9e72a0-c39f-4aa1-9d7d-64125e78cbe6" providerId="ADAL" clId="{251DFFC2-6FAF-40CD-85D2-C5F3525DA533}" dt="2025-01-17T21:51:43.795" v="4" actId="47"/>
        <pc:sldMkLst>
          <pc:docMk/>
          <pc:sldMk cId="3306748702" sldId="2145726869"/>
        </pc:sldMkLst>
      </pc:sldChg>
      <pc:sldMasterChg chg="del delSldLayout">
        <pc:chgData name="Taylor Davis" userId="5c9e72a0-c39f-4aa1-9d7d-64125e78cbe6" providerId="ADAL" clId="{251DFFC2-6FAF-40CD-85D2-C5F3525DA533}" dt="2025-01-17T21:51:22.958" v="1" actId="47"/>
        <pc:sldMasterMkLst>
          <pc:docMk/>
          <pc:sldMasterMk cId="1265540980" sldId="2147483785"/>
        </pc:sldMasterMkLst>
        <pc:sldLayoutChg chg="del">
          <pc:chgData name="Taylor Davis" userId="5c9e72a0-c39f-4aa1-9d7d-64125e78cbe6" providerId="ADAL" clId="{251DFFC2-6FAF-40CD-85D2-C5F3525DA533}" dt="2025-01-17T21:51:22.958" v="1" actId="47"/>
          <pc:sldLayoutMkLst>
            <pc:docMk/>
            <pc:sldMasterMk cId="1265540980" sldId="2147483785"/>
            <pc:sldLayoutMk cId="2498378428" sldId="2147483786"/>
          </pc:sldLayoutMkLst>
        </pc:sldLayoutChg>
        <pc:sldLayoutChg chg="del">
          <pc:chgData name="Taylor Davis" userId="5c9e72a0-c39f-4aa1-9d7d-64125e78cbe6" providerId="ADAL" clId="{251DFFC2-6FAF-40CD-85D2-C5F3525DA533}" dt="2025-01-17T21:51:22.958" v="1" actId="47"/>
          <pc:sldLayoutMkLst>
            <pc:docMk/>
            <pc:sldMasterMk cId="1265540980" sldId="2147483785"/>
            <pc:sldLayoutMk cId="2601881731" sldId="2147483787"/>
          </pc:sldLayoutMkLst>
        </pc:sldLayoutChg>
        <pc:sldLayoutChg chg="del">
          <pc:chgData name="Taylor Davis" userId="5c9e72a0-c39f-4aa1-9d7d-64125e78cbe6" providerId="ADAL" clId="{251DFFC2-6FAF-40CD-85D2-C5F3525DA533}" dt="2025-01-17T21:51:22.958" v="1" actId="47"/>
          <pc:sldLayoutMkLst>
            <pc:docMk/>
            <pc:sldMasterMk cId="1265540980" sldId="2147483785"/>
            <pc:sldLayoutMk cId="1562686733" sldId="2147483788"/>
          </pc:sldLayoutMkLst>
        </pc:sldLayoutChg>
        <pc:sldLayoutChg chg="del">
          <pc:chgData name="Taylor Davis" userId="5c9e72a0-c39f-4aa1-9d7d-64125e78cbe6" providerId="ADAL" clId="{251DFFC2-6FAF-40CD-85D2-C5F3525DA533}" dt="2025-01-17T21:51:22.958" v="1" actId="47"/>
          <pc:sldLayoutMkLst>
            <pc:docMk/>
            <pc:sldMasterMk cId="1265540980" sldId="2147483785"/>
            <pc:sldLayoutMk cId="4003081434" sldId="2147483789"/>
          </pc:sldLayoutMkLst>
        </pc:sldLayoutChg>
        <pc:sldLayoutChg chg="del">
          <pc:chgData name="Taylor Davis" userId="5c9e72a0-c39f-4aa1-9d7d-64125e78cbe6" providerId="ADAL" clId="{251DFFC2-6FAF-40CD-85D2-C5F3525DA533}" dt="2025-01-17T21:51:22.958" v="1" actId="47"/>
          <pc:sldLayoutMkLst>
            <pc:docMk/>
            <pc:sldMasterMk cId="1265540980" sldId="2147483785"/>
            <pc:sldLayoutMk cId="1910118790" sldId="2147483790"/>
          </pc:sldLayoutMkLst>
        </pc:sldLayoutChg>
        <pc:sldLayoutChg chg="del">
          <pc:chgData name="Taylor Davis" userId="5c9e72a0-c39f-4aa1-9d7d-64125e78cbe6" providerId="ADAL" clId="{251DFFC2-6FAF-40CD-85D2-C5F3525DA533}" dt="2025-01-17T21:51:22.958" v="1" actId="47"/>
          <pc:sldLayoutMkLst>
            <pc:docMk/>
            <pc:sldMasterMk cId="1265540980" sldId="2147483785"/>
            <pc:sldLayoutMk cId="3711328393" sldId="2147483791"/>
          </pc:sldLayoutMkLst>
        </pc:sldLayoutChg>
        <pc:sldLayoutChg chg="del">
          <pc:chgData name="Taylor Davis" userId="5c9e72a0-c39f-4aa1-9d7d-64125e78cbe6" providerId="ADAL" clId="{251DFFC2-6FAF-40CD-85D2-C5F3525DA533}" dt="2025-01-17T21:51:22.958" v="1" actId="47"/>
          <pc:sldLayoutMkLst>
            <pc:docMk/>
            <pc:sldMasterMk cId="1265540980" sldId="2147483785"/>
            <pc:sldLayoutMk cId="1423940963" sldId="2147483792"/>
          </pc:sldLayoutMkLst>
        </pc:sldLayoutChg>
        <pc:sldLayoutChg chg="del">
          <pc:chgData name="Taylor Davis" userId="5c9e72a0-c39f-4aa1-9d7d-64125e78cbe6" providerId="ADAL" clId="{251DFFC2-6FAF-40CD-85D2-C5F3525DA533}" dt="2025-01-17T21:51:22.958" v="1" actId="47"/>
          <pc:sldLayoutMkLst>
            <pc:docMk/>
            <pc:sldMasterMk cId="1265540980" sldId="2147483785"/>
            <pc:sldLayoutMk cId="4032606110" sldId="2147483793"/>
          </pc:sldLayoutMkLst>
        </pc:sldLayoutChg>
        <pc:sldLayoutChg chg="del">
          <pc:chgData name="Taylor Davis" userId="5c9e72a0-c39f-4aa1-9d7d-64125e78cbe6" providerId="ADAL" clId="{251DFFC2-6FAF-40CD-85D2-C5F3525DA533}" dt="2025-01-17T21:51:22.958" v="1" actId="47"/>
          <pc:sldLayoutMkLst>
            <pc:docMk/>
            <pc:sldMasterMk cId="1265540980" sldId="2147483785"/>
            <pc:sldLayoutMk cId="2254392230" sldId="2147483794"/>
          </pc:sldLayoutMkLst>
        </pc:sldLayoutChg>
        <pc:sldLayoutChg chg="del">
          <pc:chgData name="Taylor Davis" userId="5c9e72a0-c39f-4aa1-9d7d-64125e78cbe6" providerId="ADAL" clId="{251DFFC2-6FAF-40CD-85D2-C5F3525DA533}" dt="2025-01-17T21:51:22.958" v="1" actId="47"/>
          <pc:sldLayoutMkLst>
            <pc:docMk/>
            <pc:sldMasterMk cId="1265540980" sldId="2147483785"/>
            <pc:sldLayoutMk cId="1920540095" sldId="2147483795"/>
          </pc:sldLayoutMkLst>
        </pc:sldLayoutChg>
        <pc:sldLayoutChg chg="del">
          <pc:chgData name="Taylor Davis" userId="5c9e72a0-c39f-4aa1-9d7d-64125e78cbe6" providerId="ADAL" clId="{251DFFC2-6FAF-40CD-85D2-C5F3525DA533}" dt="2025-01-17T21:51:22.958" v="1"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251DFFC2-6FAF-40CD-85D2-C5F3525DA533}" dt="2025-01-17T21:51:22.958" v="1" actId="47"/>
        <pc:sldMasterMkLst>
          <pc:docMk/>
          <pc:sldMasterMk cId="3563936643" sldId="2147483797"/>
        </pc:sldMasterMkLst>
        <pc:sldLayoutChg chg="del">
          <pc:chgData name="Taylor Davis" userId="5c9e72a0-c39f-4aa1-9d7d-64125e78cbe6" providerId="ADAL" clId="{251DFFC2-6FAF-40CD-85D2-C5F3525DA533}" dt="2025-01-17T21:51:22.958" v="1" actId="47"/>
          <pc:sldLayoutMkLst>
            <pc:docMk/>
            <pc:sldMasterMk cId="3563936643" sldId="2147483797"/>
            <pc:sldLayoutMk cId="2824293841" sldId="2147483798"/>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150421858" sldId="2147483799"/>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2298163207" sldId="2147483800"/>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1991304296" sldId="2147483801"/>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1121920882" sldId="2147483802"/>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2885874120" sldId="2147483803"/>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1906534417" sldId="2147483804"/>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491300616" sldId="2147483805"/>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2921565179" sldId="2147483806"/>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1159210513" sldId="2147483807"/>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1217176151" sldId="2147483808"/>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895843817" sldId="2147483809"/>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684719445" sldId="2147483810"/>
          </pc:sldLayoutMkLst>
        </pc:sldLayoutChg>
        <pc:sldLayoutChg chg="del">
          <pc:chgData name="Taylor Davis" userId="5c9e72a0-c39f-4aa1-9d7d-64125e78cbe6" providerId="ADAL" clId="{251DFFC2-6FAF-40CD-85D2-C5F3525DA533}" dt="2025-01-17T21:51:22.958" v="1" actId="47"/>
          <pc:sldLayoutMkLst>
            <pc:docMk/>
            <pc:sldMasterMk cId="3563936643" sldId="2147483797"/>
            <pc:sldLayoutMk cId="2530460957" sldId="214748381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1/17/2025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5</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1/17/2025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1/17/2025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1/17/2025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1/17/2025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1/17/2025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1/17/2025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1/17/2025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jpeg"/><Relationship Id="rId1" Type="http://schemas.openxmlformats.org/officeDocument/2006/relationships/slideLayout" Target="../slideLayouts/slideLayout6.xml"/><Relationship Id="rId6" Type="http://schemas.openxmlformats.org/officeDocument/2006/relationships/image" Target="../media/image22.svg"/><Relationship Id="rId11" Type="http://schemas.openxmlformats.org/officeDocument/2006/relationships/image" Target="../media/image10.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SRHS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pic>
        <p:nvPicPr>
          <p:cNvPr id="9" name="Content Placeholder 8"/>
          <p:cNvPicPr>
            <a:picLocks noGrp="1"/>
          </p:cNvPicPr>
          <p:nvPr>
            <p:ph/>
          </p:nvPr>
        </p:nvPicPr>
        <p:blipFill>
          <a:blip r:embed="rId2" cstate="print"/>
          <a:stretch>
            <a:fillRect/>
          </a:stretch>
        </p:blipFill>
        <p:spPr>
          <a:xfrm>
            <a:off x="-116490" y="1063906"/>
            <a:ext cx="6517289" cy="5264323"/>
          </a:xfrm>
          <a:prstGeom prst="rect">
            <a:avLst/>
          </a:prstGeom>
        </p:spPr>
      </p:pic>
      <p:grpSp>
        <p:nvGrpSpPr>
          <p:cNvPr id="10" name="Group 28">
            <a:extLst>
              <a:ext uri="{FF2B5EF4-FFF2-40B4-BE49-F238E27FC236}">
                <a16:creationId xmlns:a16="http://schemas.microsoft.com/office/drawing/2014/main" id="{69A10699-B4B2-AF88-E1A1-1EF0A88AB471}"/>
              </a:ext>
            </a:extLst>
          </p:cNvPr>
          <p:cNvGrpSpPr/>
          <p:nvPr/>
        </p:nvGrpSpPr>
        <p:grpSpPr>
          <a:xfrm>
            <a:off x="6789362" y="1915224"/>
            <a:ext cx="4179295" cy="3636786"/>
            <a:chOff x="1267778" y="2161521"/>
            <a:chExt cx="8731885" cy="4307840"/>
          </a:xfrm>
        </p:grpSpPr>
        <p:grpSp>
          <p:nvGrpSpPr>
            <p:cNvPr id="11"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31"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32"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2"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13"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2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3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27"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28"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5"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6"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2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33" name="TextBox 76">
            <a:extLst>
              <a:ext uri="{FF2B5EF4-FFF2-40B4-BE49-F238E27FC236}">
                <a16:creationId xmlns:a16="http://schemas.microsoft.com/office/drawing/2014/main" id="{F3A378C3-B669-3EE2-B76D-98EDB44E8CDF}"/>
              </a:ext>
            </a:extLst>
          </p:cNvPr>
          <p:cNvSpPr txBox="1"/>
          <p:nvPr/>
        </p:nvSpPr>
        <p:spPr>
          <a:xfrm>
            <a:off x="8799626"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1,256K</a:t>
            </a:r>
          </a:p>
        </p:txBody>
      </p:sp>
      <p:sp>
        <p:nvSpPr>
          <p:cNvPr id="34" name="TextBox 77">
            <a:extLst>
              <a:ext uri="{FF2B5EF4-FFF2-40B4-BE49-F238E27FC236}">
                <a16:creationId xmlns:a16="http://schemas.microsoft.com/office/drawing/2014/main" id="{F24CF5B8-0E02-1AF3-2A3D-F14253B44FE8}"/>
              </a:ext>
            </a:extLst>
          </p:cNvPr>
          <p:cNvSpPr txBox="1"/>
          <p:nvPr/>
        </p:nvSpPr>
        <p:spPr>
          <a:xfrm>
            <a:off x="9022559" y="3983995"/>
            <a:ext cx="1162498" cy="461665"/>
          </a:xfrm>
          <a:prstGeom prst="rect">
            <a:avLst/>
          </a:prstGeom>
          <a:noFill/>
        </p:spPr>
        <p:txBody>
          <a:bodyPr wrap="none" rtlCol="0">
            <a:spAutoFit/>
          </a:bodyPr>
          <a:lstStyle/>
          <a:p>
            <a:r>
              <a:rPr lang="en-US" sz="2400" dirty="0">
                <a:solidFill/>
                <a:latin typeface="Montserrat" panose="00000500000000000000" pitchFamily="2" charset="0"/>
              </a:rPr>
              <a:t>736K</a:t>
            </a:r>
          </a:p>
        </p:txBody>
      </p:sp>
      <p:sp>
        <p:nvSpPr>
          <p:cNvPr id="35" name="TextBox 78">
            <a:extLst>
              <a:ext uri="{FF2B5EF4-FFF2-40B4-BE49-F238E27FC236}">
                <a16:creationId xmlns:a16="http://schemas.microsoft.com/office/drawing/2014/main" id="{509B3348-F2D5-63CE-B5D5-5FB7263B3D0F}"/>
              </a:ext>
            </a:extLst>
          </p:cNvPr>
          <p:cNvSpPr txBox="1"/>
          <p:nvPr/>
        </p:nvSpPr>
        <p:spPr>
          <a:xfrm>
            <a:off x="9242015" y="3041250"/>
            <a:ext cx="1132041" cy="461665"/>
          </a:xfrm>
          <a:prstGeom prst="rect">
            <a:avLst/>
          </a:prstGeom>
          <a:noFill/>
        </p:spPr>
        <p:txBody>
          <a:bodyPr wrap="none" rtlCol="0">
            <a:spAutoFit/>
          </a:bodyPr>
          <a:lstStyle/>
          <a:p>
            <a:r>
              <a:rPr lang="en-US" sz="2400" dirty="0">
                <a:solidFill/>
                <a:latin typeface="Montserrat" panose="00000500000000000000" pitchFamily="2" charset="0"/>
              </a:rPr>
              <a:t>505K</a:t>
            </a:r>
          </a:p>
        </p:txBody>
      </p:sp>
      <p:sp>
        <p:nvSpPr>
          <p:cNvPr id="36" name="TextBox 79">
            <a:extLst>
              <a:ext uri="{FF2B5EF4-FFF2-40B4-BE49-F238E27FC236}">
                <a16:creationId xmlns:a16="http://schemas.microsoft.com/office/drawing/2014/main" id="{7E24246C-24ED-62DA-EA2E-6EA4A6ADAEAC}"/>
              </a:ext>
            </a:extLst>
          </p:cNvPr>
          <p:cNvSpPr txBox="1"/>
          <p:nvPr/>
        </p:nvSpPr>
        <p:spPr>
          <a:xfrm>
            <a:off x="9461471" y="2109715"/>
            <a:ext cx="984565" cy="461665"/>
          </a:xfrm>
          <a:prstGeom prst="rect">
            <a:avLst/>
          </a:prstGeom>
          <a:noFill/>
        </p:spPr>
        <p:txBody>
          <a:bodyPr wrap="none" rtlCol="0">
            <a:spAutoFit/>
          </a:bodyPr>
          <a:lstStyle/>
          <a:p>
            <a:r>
              <a:rPr lang="en-US" sz="2400" dirty="0">
                <a:solidFill/>
                <a:latin typeface="Montserrat" panose="00000500000000000000" pitchFamily="2" charset="0"/>
              </a:rPr>
              <a:t>322K</a:t>
            </a:r>
          </a:p>
        </p:txBody>
      </p:sp>
    </p:spTree>
    <p:extLst>
      <p:ext uri="{BB962C8B-B14F-4D97-AF65-F5344CB8AC3E}">
        <p14:creationId xmlns:p14="http://schemas.microsoft.com/office/powerpoint/2010/main" val="1660060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$10.47M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$3.03M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$62.58M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$19.11M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$128.61M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$39.43M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169551"/>
          </a:xfrm>
          <a:prstGeom prst="rect">
            <a:avLst/>
          </a:prstGeom>
          <a:noFill/>
        </p:spPr>
        <p:txBody>
          <a:bodyPr wrap="square" rtlCol="0">
            <a:spAutoFit/>
          </a:bodyPr>
          <a:lstStyle/>
          <a:p>
            <a:r>
              <a:rPr lang="en-US" sz="1000" dirty="0">
                <a:solidFill/>
                <a:latin typeface="Montserrat" panose="00000500000000000000" pitchFamily="2" charset="0"/>
              </a:rPr>
              <a:t>KBA currently estimates that Spartanburg Regional Healthcare System has 28% inpatient market share, and 13% outpatient market compared to hospitals/clinics in the Spartanburg Regional Healthcare System service area (see slide 4). The DTE tiered structure will create immediate steerage, with additional steerage over time from patient bonus benefits and the patient card (see slide extended analysis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SRHS 38%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25.4%</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30.4%</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35.4%</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1,035.2K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2,070.4K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3,815.4K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6,117.6K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714.8K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1,909.6K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3,666.6K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5,984.4K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3,105.6K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5,723.1K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9,254.8K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2,954.4K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5,589.9K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9,145.6K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1,035.2K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1,907.7K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192.4K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1,743.3K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2,981.2K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1693069"/>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SRHS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SRHS has a competitive brand compared to health systems in Cleveland, Polk, Rutherford, Anderson, Cherokee, Greenville, Laurens, Newberry, Pickens, Spartanburg, Union, and York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063769604"/>
              </p:ext>
            </p:extLst>
          </p:nvPr>
        </p:nvGraphicFramePr>
        <p:xfrm>
          <a:off x="472959" y="1989573"/>
          <a:ext cx="8451482" cy="2553243"/>
        </p:xfrm>
        <a:graphic>
          <a:graphicData uri="http://schemas.openxmlformats.org/drawingml/2006/table">
            <a:tbl>
              <a:tblPr/>
              <a:tblGrid>
                <a:gridCol w="2639892">
                  <a:extLst>
                    <a:ext uri="{9D8B030D-6E8A-4147-A177-3AD203B41FA5}">
                      <a16:colId xmlns:a16="http://schemas.microsoft.com/office/drawing/2014/main" val="20000"/>
                    </a:ext>
                  </a:extLst>
                </a:gridCol>
                <a:gridCol w="1631863">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737040">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Montserrat"/>
                          <a:cs typeface="Arial"/>
                          <a:sym typeface="Arial"/>
                        </a:rPr>
                        <a:t>HCAHPS</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Recommendation</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40892">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Spartanburg Regional Healthcare System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B6C4D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2"/>
                  </a:ext>
                </a:extLst>
              </a:tr>
              <a:tr h="42459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Prisma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3"/>
                  </a:ext>
                </a:extLst>
              </a:tr>
              <a:tr h="42467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Advocate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extLst>
                  <a:ext uri="{0D108BD9-81ED-4DB2-BD59-A6C34878D82A}">
                    <a16:rowId xmlns:a16="http://schemas.microsoft.com/office/drawing/2014/main" val="10004"/>
                  </a:ext>
                </a:extLst>
              </a:tr>
              <a:tr h="426035">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LifePoint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in extended analysis.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SRHS’s approved site(s) with network integration, and development of SRHS’s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$ 4,217K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964K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$ 4,912K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$ 15,455K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$10,543K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$ 4,698K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$ 2,905K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$19,649K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$ 5,973K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$42,171K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$18,793K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$12,820K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$12,610K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$39,298K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$11,946K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$123,639K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$84,341K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$37,586K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$25,640K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$25,550K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Spartanburg Regional Healthcare System has 28% inpatient market share, and 13% outpatient market compared to hospitals/clinics in the Spartanburg Regional Healthcare System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Spartanburg Regional Healthcare System.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11586827"/>
              </p:ext>
            </p:extLst>
          </p:nvPr>
        </p:nvGraphicFramePr>
        <p:xfrm>
          <a:off x="986971" y="1140566"/>
          <a:ext cx="7050605" cy="4854860"/>
        </p:xfrm>
        <a:graphic>
          <a:graphicData uri="http://schemas.openxmlformats.org/drawingml/2006/table">
            <a:tbl>
              <a:tblPr/>
              <a:tblGrid>
                <a:gridCol w="1410121">
                  <a:extLst>
                    <a:ext uri="{9D8B030D-6E8A-4147-A177-3AD203B41FA5}">
                      <a16:colId xmlns:a16="http://schemas.microsoft.com/office/drawing/2014/main" val="20000"/>
                    </a:ext>
                  </a:extLst>
                </a:gridCol>
                <a:gridCol w="1410121">
                  <a:extLst>
                    <a:ext uri="{9D8B030D-6E8A-4147-A177-3AD203B41FA5}">
                      <a16:colId xmlns:a16="http://schemas.microsoft.com/office/drawing/2014/main" val="20001"/>
                    </a:ext>
                  </a:extLst>
                </a:gridCol>
                <a:gridCol w="1410121">
                  <a:extLst>
                    <a:ext uri="{9D8B030D-6E8A-4147-A177-3AD203B41FA5}">
                      <a16:colId xmlns:a16="http://schemas.microsoft.com/office/drawing/2014/main" val="20002"/>
                    </a:ext>
                  </a:extLst>
                </a:gridCol>
                <a:gridCol w="1410121">
                  <a:extLst>
                    <a:ext uri="{9D8B030D-6E8A-4147-A177-3AD203B41FA5}">
                      <a16:colId xmlns:a16="http://schemas.microsoft.com/office/drawing/2014/main" val="20003"/>
                    </a:ext>
                  </a:extLst>
                </a:gridCol>
                <a:gridCol w="1410121">
                  <a:extLst>
                    <a:ext uri="{9D8B030D-6E8A-4147-A177-3AD203B41FA5}">
                      <a16:colId xmlns:a16="http://schemas.microsoft.com/office/drawing/2014/main" val="20004"/>
                    </a:ext>
                  </a:extLst>
                </a:gridCol>
              </a:tblGrid>
              <a:tr h="75216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SRHS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SRHS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513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3,900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$ 3,445,427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$ 2,875,010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$ 1,342,605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$ 7,663,042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$ 1,047,410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$ 874,002.9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$ 408,151.9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$ 2,329,565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$ 6,070,768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$ 46,800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$ 6,075,568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$ 5,937,568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$ 8,372,007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$ 13,129,364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$ 6,131,302</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$ 27,632,673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$ 2,545,090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$ 3,991,327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$ 1,863,916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$ 8,400,333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28% (inpatient) and 13%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30.4%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30.4%,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46202</TotalTime>
  <Words>1389</Words>
  <Application>Microsoft Office PowerPoint</Application>
  <PresentationFormat>Widescreen</PresentationFormat>
  <Paragraphs>457</Paragraphs>
  <Slides>13</Slides>
  <Notes>2</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13</vt:i4>
      </vt:variant>
    </vt:vector>
  </HeadingPairs>
  <TitlesOfParts>
    <vt:vector size="19" baseType="lpstr">
      <vt:lpstr>Arial</vt:lpstr>
      <vt:lpstr>Montserrat</vt:lpstr>
      <vt:lpstr>Office Theme</vt:lpstr>
      <vt:lpstr>1_Office Theme</vt:lpstr>
      <vt:lpstr>2_Office Theme</vt:lpstr>
      <vt:lpstr>3_Office Theme</vt:lpstr>
      <vt:lpstr>PowerPoint Presentation</vt:lpstr>
      <vt:lpstr>PowerPoint Presentation</vt:lpstr>
      <vt:lpstr>PowerPoint Presentation</vt:lpstr>
      <vt:lpstr>SIGNIFICANT OPPORTUNITY FOR PLAN GROWTH Researched for the below highlighted service area</vt:lpstr>
      <vt:lpstr>GROWING POWERFUL, LASTING PROFITABILITY</vt:lpstr>
      <vt:lpstr>MODEL ASSUMPTIONS AND BREAK EVEN</vt:lpstr>
      <vt:lpstr>FOUR-YEAR PROJECTIONS</vt:lpstr>
      <vt:lpstr>DIRECT-TO-EMPLOYER STRATEGY: ONLY AVAILABLE TO PREMIER HEALTH SYSTEMS</vt:lpstr>
      <vt:lpstr>SRHS IS PATIENT RECOMMENDED</vt:lpstr>
      <vt:lpstr>SINGLE YEAR SUMMARY</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2025-01-17T21:52:15Z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