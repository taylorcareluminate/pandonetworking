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17"/>
  </p:notesMasterIdLst>
  <p:sldIdLst>
    <p:sldId id="588" r:id="rId8"/>
    <p:sldId id="454" r:id="rId9"/>
    <p:sldId id="549" r:id="rId10"/>
    <p:sldId id="559" r:id="rId11"/>
    <p:sldId id="580" r:id="rId12"/>
    <p:sldId id="582" r:id="rId13"/>
    <p:sldId id="548" r:id="rId14"/>
    <p:sldId id="585" r:id="rId15"/>
    <p:sldId id="472" r:id="rId16"/>
  </p:sldIdLst>
  <p:sldSz cx="12192000" cy="6858000"/>
  <p:notesSz cx="7315200" cy="9601200"/>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75" d="100"/>
          <a:sy n="75" d="100"/>
        </p:scale>
        <p:origin x="1710"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862FB536-1EF9-4CE5-9FCD-59D58BABA6E9}"/>
    <pc:docChg chg="delSld delMainMaster">
      <pc:chgData name="Taylor Davis" userId="5c9e72a0-c39f-4aa1-9d7d-64125e78cbe6" providerId="ADAL" clId="{862FB536-1EF9-4CE5-9FCD-59D58BABA6E9}" dt="2025-07-24T21:29:52.783" v="3" actId="47"/>
      <pc:docMkLst>
        <pc:docMk/>
      </pc:docMkLst>
      <pc:sldChg chg="del">
        <pc:chgData name="Taylor Davis" userId="5c9e72a0-c39f-4aa1-9d7d-64125e78cbe6" providerId="ADAL" clId="{862FB536-1EF9-4CE5-9FCD-59D58BABA6E9}" dt="2025-07-24T21:29:52.783" v="3" actId="47"/>
        <pc:sldMkLst>
          <pc:docMk/>
          <pc:sldMk cId="0" sldId="256"/>
        </pc:sldMkLst>
      </pc:sldChg>
      <pc:sldChg chg="del">
        <pc:chgData name="Taylor Davis" userId="5c9e72a0-c39f-4aa1-9d7d-64125e78cbe6" providerId="ADAL" clId="{862FB536-1EF9-4CE5-9FCD-59D58BABA6E9}" dt="2025-07-24T21:29:48.575" v="2" actId="47"/>
        <pc:sldMkLst>
          <pc:docMk/>
          <pc:sldMk cId="3543401867" sldId="281"/>
        </pc:sldMkLst>
      </pc:sldChg>
      <pc:sldChg chg="del">
        <pc:chgData name="Taylor Davis" userId="5c9e72a0-c39f-4aa1-9d7d-64125e78cbe6" providerId="ADAL" clId="{862FB536-1EF9-4CE5-9FCD-59D58BABA6E9}" dt="2025-07-24T21:29:48.575" v="2" actId="47"/>
        <pc:sldMkLst>
          <pc:docMk/>
          <pc:sldMk cId="2605732402" sldId="283"/>
        </pc:sldMkLst>
      </pc:sldChg>
      <pc:sldChg chg="del">
        <pc:chgData name="Taylor Davis" userId="5c9e72a0-c39f-4aa1-9d7d-64125e78cbe6" providerId="ADAL" clId="{862FB536-1EF9-4CE5-9FCD-59D58BABA6E9}" dt="2025-07-24T21:29:48.575" v="2" actId="47"/>
        <pc:sldMkLst>
          <pc:docMk/>
          <pc:sldMk cId="514031403" sldId="285"/>
        </pc:sldMkLst>
      </pc:sldChg>
      <pc:sldChg chg="del">
        <pc:chgData name="Taylor Davis" userId="5c9e72a0-c39f-4aa1-9d7d-64125e78cbe6" providerId="ADAL" clId="{862FB536-1EF9-4CE5-9FCD-59D58BABA6E9}" dt="2025-07-24T21:29:52.783" v="3" actId="47"/>
        <pc:sldMkLst>
          <pc:docMk/>
          <pc:sldMk cId="225422285" sldId="326"/>
        </pc:sldMkLst>
      </pc:sldChg>
      <pc:sldChg chg="del">
        <pc:chgData name="Taylor Davis" userId="5c9e72a0-c39f-4aa1-9d7d-64125e78cbe6" providerId="ADAL" clId="{862FB536-1EF9-4CE5-9FCD-59D58BABA6E9}" dt="2025-07-24T21:29:30.019" v="0" actId="47"/>
        <pc:sldMkLst>
          <pc:docMk/>
          <pc:sldMk cId="4059548579" sldId="452"/>
        </pc:sldMkLst>
      </pc:sldChg>
      <pc:sldChg chg="del">
        <pc:chgData name="Taylor Davis" userId="5c9e72a0-c39f-4aa1-9d7d-64125e78cbe6" providerId="ADAL" clId="{862FB536-1EF9-4CE5-9FCD-59D58BABA6E9}" dt="2025-07-24T21:29:48.575" v="2" actId="47"/>
        <pc:sldMkLst>
          <pc:docMk/>
          <pc:sldMk cId="1700621358" sldId="456"/>
        </pc:sldMkLst>
      </pc:sldChg>
      <pc:sldChg chg="del">
        <pc:chgData name="Taylor Davis" userId="5c9e72a0-c39f-4aa1-9d7d-64125e78cbe6" providerId="ADAL" clId="{862FB536-1EF9-4CE5-9FCD-59D58BABA6E9}" dt="2025-07-24T21:29:48.575" v="2" actId="47"/>
        <pc:sldMkLst>
          <pc:docMk/>
          <pc:sldMk cId="3958060990" sldId="458"/>
        </pc:sldMkLst>
      </pc:sldChg>
      <pc:sldChg chg="del">
        <pc:chgData name="Taylor Davis" userId="5c9e72a0-c39f-4aa1-9d7d-64125e78cbe6" providerId="ADAL" clId="{862FB536-1EF9-4CE5-9FCD-59D58BABA6E9}" dt="2025-07-24T21:29:30.019" v="0" actId="47"/>
        <pc:sldMkLst>
          <pc:docMk/>
          <pc:sldMk cId="1714126014" sldId="466"/>
        </pc:sldMkLst>
      </pc:sldChg>
      <pc:sldChg chg="del">
        <pc:chgData name="Taylor Davis" userId="5c9e72a0-c39f-4aa1-9d7d-64125e78cbe6" providerId="ADAL" clId="{862FB536-1EF9-4CE5-9FCD-59D58BABA6E9}" dt="2025-07-24T21:29:48.575" v="2" actId="47"/>
        <pc:sldMkLst>
          <pc:docMk/>
          <pc:sldMk cId="2680122054" sldId="469"/>
        </pc:sldMkLst>
      </pc:sldChg>
      <pc:sldChg chg="del">
        <pc:chgData name="Taylor Davis" userId="5c9e72a0-c39f-4aa1-9d7d-64125e78cbe6" providerId="ADAL" clId="{862FB536-1EF9-4CE5-9FCD-59D58BABA6E9}" dt="2025-07-24T21:29:52.783" v="3" actId="47"/>
        <pc:sldMkLst>
          <pc:docMk/>
          <pc:sldMk cId="2660124243" sldId="491"/>
        </pc:sldMkLst>
      </pc:sldChg>
      <pc:sldChg chg="del">
        <pc:chgData name="Taylor Davis" userId="5c9e72a0-c39f-4aa1-9d7d-64125e78cbe6" providerId="ADAL" clId="{862FB536-1EF9-4CE5-9FCD-59D58BABA6E9}" dt="2025-07-24T21:29:52.783" v="3" actId="47"/>
        <pc:sldMkLst>
          <pc:docMk/>
          <pc:sldMk cId="3144192130" sldId="498"/>
        </pc:sldMkLst>
      </pc:sldChg>
      <pc:sldChg chg="del">
        <pc:chgData name="Taylor Davis" userId="5c9e72a0-c39f-4aa1-9d7d-64125e78cbe6" providerId="ADAL" clId="{862FB536-1EF9-4CE5-9FCD-59D58BABA6E9}" dt="2025-07-24T21:29:48.575" v="2" actId="47"/>
        <pc:sldMkLst>
          <pc:docMk/>
          <pc:sldMk cId="2203540903" sldId="499"/>
        </pc:sldMkLst>
      </pc:sldChg>
      <pc:sldChg chg="del">
        <pc:chgData name="Taylor Davis" userId="5c9e72a0-c39f-4aa1-9d7d-64125e78cbe6" providerId="ADAL" clId="{862FB536-1EF9-4CE5-9FCD-59D58BABA6E9}" dt="2025-07-24T21:29:48.575" v="2" actId="47"/>
        <pc:sldMkLst>
          <pc:docMk/>
          <pc:sldMk cId="500461553" sldId="521"/>
        </pc:sldMkLst>
      </pc:sldChg>
      <pc:sldChg chg="del">
        <pc:chgData name="Taylor Davis" userId="5c9e72a0-c39f-4aa1-9d7d-64125e78cbe6" providerId="ADAL" clId="{862FB536-1EF9-4CE5-9FCD-59D58BABA6E9}" dt="2025-07-24T21:29:48.575" v="2" actId="47"/>
        <pc:sldMkLst>
          <pc:docMk/>
          <pc:sldMk cId="36791873" sldId="525"/>
        </pc:sldMkLst>
      </pc:sldChg>
      <pc:sldChg chg="del">
        <pc:chgData name="Taylor Davis" userId="5c9e72a0-c39f-4aa1-9d7d-64125e78cbe6" providerId="ADAL" clId="{862FB536-1EF9-4CE5-9FCD-59D58BABA6E9}" dt="2025-07-24T21:29:52.783" v="3" actId="47"/>
        <pc:sldMkLst>
          <pc:docMk/>
          <pc:sldMk cId="1419816550" sldId="536"/>
        </pc:sldMkLst>
      </pc:sldChg>
      <pc:sldChg chg="del">
        <pc:chgData name="Taylor Davis" userId="5c9e72a0-c39f-4aa1-9d7d-64125e78cbe6" providerId="ADAL" clId="{862FB536-1EF9-4CE5-9FCD-59D58BABA6E9}" dt="2025-07-24T21:29:36.599" v="1" actId="47"/>
        <pc:sldMkLst>
          <pc:docMk/>
          <pc:sldMk cId="3470905217" sldId="558"/>
        </pc:sldMkLst>
      </pc:sldChg>
      <pc:sldChg chg="del">
        <pc:chgData name="Taylor Davis" userId="5c9e72a0-c39f-4aa1-9d7d-64125e78cbe6" providerId="ADAL" clId="{862FB536-1EF9-4CE5-9FCD-59D58BABA6E9}" dt="2025-07-24T21:29:48.575" v="2" actId="47"/>
        <pc:sldMkLst>
          <pc:docMk/>
          <pc:sldMk cId="0" sldId="571"/>
        </pc:sldMkLst>
      </pc:sldChg>
      <pc:sldChg chg="del">
        <pc:chgData name="Taylor Davis" userId="5c9e72a0-c39f-4aa1-9d7d-64125e78cbe6" providerId="ADAL" clId="{862FB536-1EF9-4CE5-9FCD-59D58BABA6E9}" dt="2025-07-24T21:29:52.783" v="3" actId="47"/>
        <pc:sldMkLst>
          <pc:docMk/>
          <pc:sldMk cId="0" sldId="572"/>
        </pc:sldMkLst>
      </pc:sldChg>
      <pc:sldChg chg="del">
        <pc:chgData name="Taylor Davis" userId="5c9e72a0-c39f-4aa1-9d7d-64125e78cbe6" providerId="ADAL" clId="{862FB536-1EF9-4CE5-9FCD-59D58BABA6E9}" dt="2025-07-24T21:29:52.783" v="3" actId="47"/>
        <pc:sldMkLst>
          <pc:docMk/>
          <pc:sldMk cId="1064222983" sldId="574"/>
        </pc:sldMkLst>
      </pc:sldChg>
      <pc:sldChg chg="del">
        <pc:chgData name="Taylor Davis" userId="5c9e72a0-c39f-4aa1-9d7d-64125e78cbe6" providerId="ADAL" clId="{862FB536-1EF9-4CE5-9FCD-59D58BABA6E9}" dt="2025-07-24T21:29:52.783" v="3" actId="47"/>
        <pc:sldMkLst>
          <pc:docMk/>
          <pc:sldMk cId="3790917938" sldId="575"/>
        </pc:sldMkLst>
      </pc:sldChg>
      <pc:sldChg chg="del">
        <pc:chgData name="Taylor Davis" userId="5c9e72a0-c39f-4aa1-9d7d-64125e78cbe6" providerId="ADAL" clId="{862FB536-1EF9-4CE5-9FCD-59D58BABA6E9}" dt="2025-07-24T21:29:48.575" v="2" actId="47"/>
        <pc:sldMkLst>
          <pc:docMk/>
          <pc:sldMk cId="838631500" sldId="583"/>
        </pc:sldMkLst>
      </pc:sldChg>
      <pc:sldChg chg="del">
        <pc:chgData name="Taylor Davis" userId="5c9e72a0-c39f-4aa1-9d7d-64125e78cbe6" providerId="ADAL" clId="{862FB536-1EF9-4CE5-9FCD-59D58BABA6E9}" dt="2025-07-24T21:29:48.575" v="2" actId="47"/>
        <pc:sldMkLst>
          <pc:docMk/>
          <pc:sldMk cId="4042275972" sldId="613"/>
        </pc:sldMkLst>
      </pc:sldChg>
      <pc:sldChg chg="del">
        <pc:chgData name="Taylor Davis" userId="5c9e72a0-c39f-4aa1-9d7d-64125e78cbe6" providerId="ADAL" clId="{862FB536-1EF9-4CE5-9FCD-59D58BABA6E9}" dt="2025-07-24T21:29:48.575" v="2" actId="47"/>
        <pc:sldMkLst>
          <pc:docMk/>
          <pc:sldMk cId="1281542618" sldId="614"/>
        </pc:sldMkLst>
      </pc:sldChg>
      <pc:sldChg chg="del">
        <pc:chgData name="Taylor Davis" userId="5c9e72a0-c39f-4aa1-9d7d-64125e78cbe6" providerId="ADAL" clId="{862FB536-1EF9-4CE5-9FCD-59D58BABA6E9}" dt="2025-07-24T21:29:48.575" v="2" actId="47"/>
        <pc:sldMkLst>
          <pc:docMk/>
          <pc:sldMk cId="2174952421" sldId="2145726856"/>
        </pc:sldMkLst>
      </pc:sldChg>
      <pc:sldChg chg="del">
        <pc:chgData name="Taylor Davis" userId="5c9e72a0-c39f-4aa1-9d7d-64125e78cbe6" providerId="ADAL" clId="{862FB536-1EF9-4CE5-9FCD-59D58BABA6E9}" dt="2025-07-24T21:29:48.575" v="2" actId="47"/>
        <pc:sldMkLst>
          <pc:docMk/>
          <pc:sldMk cId="4161310751" sldId="2145726857"/>
        </pc:sldMkLst>
      </pc:sldChg>
      <pc:sldChg chg="del">
        <pc:chgData name="Taylor Davis" userId="5c9e72a0-c39f-4aa1-9d7d-64125e78cbe6" providerId="ADAL" clId="{862FB536-1EF9-4CE5-9FCD-59D58BABA6E9}" dt="2025-07-24T21:29:48.575" v="2" actId="47"/>
        <pc:sldMkLst>
          <pc:docMk/>
          <pc:sldMk cId="1389453819" sldId="2145726859"/>
        </pc:sldMkLst>
      </pc:sldChg>
      <pc:sldChg chg="del">
        <pc:chgData name="Taylor Davis" userId="5c9e72a0-c39f-4aa1-9d7d-64125e78cbe6" providerId="ADAL" clId="{862FB536-1EF9-4CE5-9FCD-59D58BABA6E9}" dt="2025-07-24T21:29:48.575" v="2" actId="47"/>
        <pc:sldMkLst>
          <pc:docMk/>
          <pc:sldMk cId="0" sldId="2145726864"/>
        </pc:sldMkLst>
      </pc:sldChg>
      <pc:sldChg chg="del">
        <pc:chgData name="Taylor Davis" userId="5c9e72a0-c39f-4aa1-9d7d-64125e78cbe6" providerId="ADAL" clId="{862FB536-1EF9-4CE5-9FCD-59D58BABA6E9}" dt="2025-07-24T21:29:48.575" v="2" actId="47"/>
        <pc:sldMkLst>
          <pc:docMk/>
          <pc:sldMk cId="1010235892" sldId="2145726866"/>
        </pc:sldMkLst>
      </pc:sldChg>
      <pc:sldChg chg="del">
        <pc:chgData name="Taylor Davis" userId="5c9e72a0-c39f-4aa1-9d7d-64125e78cbe6" providerId="ADAL" clId="{862FB536-1EF9-4CE5-9FCD-59D58BABA6E9}" dt="2025-07-24T21:29:30.019" v="0" actId="47"/>
        <pc:sldMkLst>
          <pc:docMk/>
          <pc:sldMk cId="0" sldId="2145726867"/>
        </pc:sldMkLst>
      </pc:sldChg>
      <pc:sldChg chg="del">
        <pc:chgData name="Taylor Davis" userId="5c9e72a0-c39f-4aa1-9d7d-64125e78cbe6" providerId="ADAL" clId="{862FB536-1EF9-4CE5-9FCD-59D58BABA6E9}" dt="2025-07-24T21:29:48.575" v="2" actId="47"/>
        <pc:sldMkLst>
          <pc:docMk/>
          <pc:sldMk cId="4087636236" sldId="2145726868"/>
        </pc:sldMkLst>
      </pc:sldChg>
      <pc:sldChg chg="del">
        <pc:chgData name="Taylor Davis" userId="5c9e72a0-c39f-4aa1-9d7d-64125e78cbe6" providerId="ADAL" clId="{862FB536-1EF9-4CE5-9FCD-59D58BABA6E9}" dt="2025-07-24T21:29:30.019" v="0" actId="47"/>
        <pc:sldMkLst>
          <pc:docMk/>
          <pc:sldMk cId="3306748702" sldId="2145726869"/>
        </pc:sldMkLst>
      </pc:sldChg>
      <pc:sldMasterChg chg="del delSldLayout">
        <pc:chgData name="Taylor Davis" userId="5c9e72a0-c39f-4aa1-9d7d-64125e78cbe6" providerId="ADAL" clId="{862FB536-1EF9-4CE5-9FCD-59D58BABA6E9}" dt="2025-07-24T21:29:48.575" v="2" actId="47"/>
        <pc:sldMasterMkLst>
          <pc:docMk/>
          <pc:sldMasterMk cId="1265540980" sldId="2147483785"/>
        </pc:sldMasterMkLst>
        <pc:sldLayoutChg chg="del">
          <pc:chgData name="Taylor Davis" userId="5c9e72a0-c39f-4aa1-9d7d-64125e78cbe6" providerId="ADAL" clId="{862FB536-1EF9-4CE5-9FCD-59D58BABA6E9}" dt="2025-07-24T21:29:48.575" v="2" actId="47"/>
          <pc:sldLayoutMkLst>
            <pc:docMk/>
            <pc:sldMasterMk cId="1265540980" sldId="2147483785"/>
            <pc:sldLayoutMk cId="2498378428" sldId="2147483786"/>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2601881731" sldId="2147483787"/>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1562686733" sldId="2147483788"/>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4003081434" sldId="2147483789"/>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1910118790" sldId="2147483790"/>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3711328393" sldId="2147483791"/>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1423940963" sldId="2147483792"/>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4032606110" sldId="2147483793"/>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2254392230" sldId="2147483794"/>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1920540095" sldId="2147483795"/>
          </pc:sldLayoutMkLst>
        </pc:sldLayoutChg>
        <pc:sldLayoutChg chg="del">
          <pc:chgData name="Taylor Davis" userId="5c9e72a0-c39f-4aa1-9d7d-64125e78cbe6" providerId="ADAL" clId="{862FB536-1EF9-4CE5-9FCD-59D58BABA6E9}" dt="2025-07-24T21:29:48.575" v="2"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862FB536-1EF9-4CE5-9FCD-59D58BABA6E9}" dt="2025-07-24T21:29:48.575" v="2" actId="47"/>
        <pc:sldMasterMkLst>
          <pc:docMk/>
          <pc:sldMasterMk cId="3563936643" sldId="2147483797"/>
        </pc:sldMasterMkLst>
        <pc:sldLayoutChg chg="del">
          <pc:chgData name="Taylor Davis" userId="5c9e72a0-c39f-4aa1-9d7d-64125e78cbe6" providerId="ADAL" clId="{862FB536-1EF9-4CE5-9FCD-59D58BABA6E9}" dt="2025-07-24T21:29:48.575" v="2" actId="47"/>
          <pc:sldLayoutMkLst>
            <pc:docMk/>
            <pc:sldMasterMk cId="3563936643" sldId="2147483797"/>
            <pc:sldLayoutMk cId="2824293841" sldId="2147483798"/>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150421858" sldId="2147483799"/>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2298163207" sldId="2147483800"/>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1991304296" sldId="2147483801"/>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1121920882" sldId="2147483802"/>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2885874120" sldId="2147483803"/>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1906534417" sldId="2147483804"/>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491300616" sldId="2147483805"/>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2921565179" sldId="2147483806"/>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1159210513" sldId="2147483807"/>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1217176151" sldId="2147483808"/>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895843817" sldId="2147483809"/>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684719445" sldId="2147483810"/>
          </pc:sldLayoutMkLst>
        </pc:sldLayoutChg>
        <pc:sldLayoutChg chg="del">
          <pc:chgData name="Taylor Davis" userId="5c9e72a0-c39f-4aa1-9d7d-64125e78cbe6" providerId="ADAL" clId="{862FB536-1EF9-4CE5-9FCD-59D58BABA6E9}" dt="2025-07-24T21:29:48.575" v="2" actId="47"/>
          <pc:sldLayoutMkLst>
            <pc:docMk/>
            <pc:sldMasterMk cId="3563936643" sldId="2147483797"/>
            <pc:sldLayoutMk cId="2530460957" sldId="214748381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7/24/2025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6</a:t>
            </a:fld>
            <a:endParaRPr lang="en-US" dirty="0"/>
          </a:p>
        </p:txBody>
      </p:sp>
    </p:spTree>
    <p:extLst>
      <p:ext uri="{BB962C8B-B14F-4D97-AF65-F5344CB8AC3E}">
        <p14:creationId xmlns:p14="http://schemas.microsoft.com/office/powerpoint/2010/main" val="3189351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7/24/2025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7/24/2025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7/24/2025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7/24/2025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7/24/2025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7/24/2025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7/24/2025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7/24/2025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7/24/2025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7/24/2025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7/24/2025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7/24/2025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7/24/2025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7/24/2025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7/24/2025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7/24/2025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7/24/2025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7/24/2025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7/24/2025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7/24/2025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7/24/2025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7/24/2025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jpeg"/><Relationship Id="rId1" Type="http://schemas.openxmlformats.org/officeDocument/2006/relationships/slideLayout" Target="../slideLayouts/slideLayout6.xml"/><Relationship Id="rId6" Type="http://schemas.openxmlformats.org/officeDocument/2006/relationships/image" Target="../media/image21.svg"/><Relationship Id="rId11" Type="http://schemas.openxmlformats.org/officeDocument/2006/relationships/image" Target="../media/image10.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MUSC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40670" y="3693371"/>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Ozarks Community Choice</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900+ Employers       120,000</a:t>
            </a:r>
            <a:r>
              <a:rPr lang="en-US" sz="1600" spc="200" dirty="0">
                <a:latin typeface="Montserrat" panose="00000500000000000000" pitchFamily="2" charset="0"/>
                <a:cs typeface="+mj-cs"/>
                <a:sym typeface="Wingdings" panose="05000000000000000000" pitchFamily="2" charset="2"/>
              </a:rPr>
              <a:t>+ Employees       190,000+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1345985521"/>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1,417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574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351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205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74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52</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106,300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86,100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105,300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143,500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312,000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191,300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155,000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189,500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258,300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266,400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561,600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500391" y="1856792"/>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MUSC service area in Columbus, Mecklenburg, Robeson, Union, Aiken, Bamberg, Barnwell, Berkeley, Calhoun, Charleston, Chester, Chesterfield, Clarendon, Colleton, Darlington, Dillon, Dorchester, Fairfield, Florence, Horry, Kershaw, Lancaster, Lee, Lexington, Marion, Marlboro, Newberry, Orangeburg, Richland, Sumter, Williamsburg, and York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2,801K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1,628K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1,104K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700K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$22.56M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$4.23M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$134.98M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$26.32M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$277.52M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$54.22M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1,382.1K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2,764.3K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5,255.8K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8,385.7K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1,072.5K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2,625.1K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5,144.2K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8,307.7K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2,113.9K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4,227.7K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7,837.7K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12,627.8K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1,815.1K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4,110.1K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7,759.7K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12,601.4K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731.7K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1,382.1K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2,581.8K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4,242.2K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1,222.5K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2,435.4K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4,113.8K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MUSC has 27% inpatient market share, and 14% outpatient market compared to hospitals/clinics in the MUSC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MUSC.</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299578572"/>
              </p:ext>
            </p:extLst>
          </p:nvPr>
        </p:nvGraphicFramePr>
        <p:xfrm>
          <a:off x="635000" y="952500"/>
          <a:ext cx="7402575" cy="5042917"/>
        </p:xfrm>
        <a:graphic>
          <a:graphicData uri="http://schemas.openxmlformats.org/drawingml/2006/table">
            <a:tbl>
              <a:tblPr/>
              <a:tblGrid>
                <a:gridCol w="1480515">
                  <a:extLst>
                    <a:ext uri="{9D8B030D-6E8A-4147-A177-3AD203B41FA5}">
                      <a16:colId xmlns:a16="http://schemas.microsoft.com/office/drawing/2014/main" val="20000"/>
                    </a:ext>
                  </a:extLst>
                </a:gridCol>
                <a:gridCol w="1480515">
                  <a:extLst>
                    <a:ext uri="{9D8B030D-6E8A-4147-A177-3AD203B41FA5}">
                      <a16:colId xmlns:a16="http://schemas.microsoft.com/office/drawing/2014/main" val="20001"/>
                    </a:ext>
                  </a:extLst>
                </a:gridCol>
                <a:gridCol w="1480515">
                  <a:extLst>
                    <a:ext uri="{9D8B030D-6E8A-4147-A177-3AD203B41FA5}">
                      <a16:colId xmlns:a16="http://schemas.microsoft.com/office/drawing/2014/main" val="20002"/>
                    </a:ext>
                  </a:extLst>
                </a:gridCol>
                <a:gridCol w="1480515">
                  <a:extLst>
                    <a:ext uri="{9D8B030D-6E8A-4147-A177-3AD203B41FA5}">
                      <a16:colId xmlns:a16="http://schemas.microsoft.com/office/drawing/2014/main" val="20003"/>
                    </a:ext>
                  </a:extLst>
                </a:gridCol>
                <a:gridCol w="1480515">
                  <a:extLst>
                    <a:ext uri="{9D8B030D-6E8A-4147-A177-3AD203B41FA5}">
                      <a16:colId xmlns:a16="http://schemas.microsoft.com/office/drawing/2014/main" val="20004"/>
                    </a:ext>
                  </a:extLst>
                </a:gridCol>
              </a:tblGrid>
              <a:tr h="78129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MUSC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MUSC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3081">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3081">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9</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46151</TotalTime>
  <Words>845</Words>
  <Application>Microsoft Office PowerPoint</Application>
  <PresentationFormat>Widescreen</PresentationFormat>
  <Paragraphs>342</Paragraphs>
  <Slides>9</Slides>
  <Notes>2</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9</vt:i4>
      </vt:variant>
    </vt:vector>
  </HeadingPairs>
  <TitlesOfParts>
    <vt:vector size="16"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SIGNIFICANT OPPORTUNITY FOR PLAN GROWTH Researched for the below highlighted service area</vt:lpstr>
      <vt:lpstr>PLAN POTENTIAL GROWTH PATHS</vt:lpstr>
      <vt:lpstr>GROWING POWERFUL, LASTING PROFITABILITY</vt:lpstr>
      <vt:lpstr>FOUR-YEAR PROJECTIONS</vt:lpstr>
      <vt:lpstr>PROJECTED PLAN GROWTH</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2025-07-24T21:29:58Z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