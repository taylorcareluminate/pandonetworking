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7" r:id="rId2"/>
  </p:sldMasterIdLst>
  <p:notesMasterIdLst>
    <p:notesMasterId r:id="rId13"/>
  </p:notesMasterIdLst>
  <p:sldIdLst>
    <p:sldId id="256" r:id="rId3"/>
    <p:sldId id="258" r:id="rId4"/>
    <p:sldId id="268" r:id="rId5"/>
    <p:sldId id="260" r:id="rId6"/>
    <p:sldId id="261" r:id="rId7"/>
    <p:sldId id="262" r:id="rId8"/>
    <p:sldId id="269" r:id="rId9"/>
    <p:sldId id="270" r:id="rId10"/>
    <p:sldId id="265" r:id="rId11"/>
    <p:sldId id="564" r:id="rId12"/>
  </p:sldIdLst>
  <p:sldSz cx="12192000" cy="6858000"/>
  <p:notesSz cx="6858000" cy="12192000"/>
  <p:embeddedFontLst>
    <p:embeddedFont>
      <p:font typeface="Inter" panose="020B0604020202020204" charset="0"/>
      <p:regular r:id="rId14"/>
    </p:embeddedFont>
    <p:embeddedFont>
      <p:font typeface="Montserrat" panose="020B0604020202020204" charset="0"/>
      <p:regular r:id="rId15"/>
      <p:bold r:id="rId16"/>
      <p:italic r:id="rId17"/>
      <p:boldItalic r:id="rId18"/>
    </p:embeddedFont>
    <p:embeddedFont>
      <p:font typeface="Montserrat Bold" panose="020B0604020202020204" charset="0"/>
      <p:bold r:id="rId19"/>
    </p:embeddedFont>
    <p:embeddedFont>
      <p:font typeface="Montserrat Light" panose="020B0604020202020204"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E5E5E5"/>
    <a:srgbClr val="000000"/>
    <a:srgbClr val="111627"/>
    <a:srgbClr val="F2F2F2"/>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144457-E90F-4BBB-8A01-18E156D8B23E}" v="17" dt="2025-09-14T19:12:36.609"/>
    <p1510:client id="{B9F6820C-5AF1-9E2D-C33C-CADF3CA73FFB}" v="3" dt="2025-09-16T09:07:31.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6baca5eb-f775-4963-9765-316d61532189::" providerId="AD" clId="Web-{B9F6820C-5AF1-9E2D-C33C-CADF3CA73FFB}"/>
    <pc:docChg chg="modSld">
      <pc:chgData name="Guest User" userId="S::urn:spo:tenantanon#6baca5eb-f775-4963-9765-316d61532189::" providerId="AD" clId="Web-{B9F6820C-5AF1-9E2D-C33C-CADF3CA73FFB}" dt="2025-09-16T09:07:31.635" v="2" actId="1076"/>
      <pc:docMkLst>
        <pc:docMk/>
      </pc:docMkLst>
      <pc:sldChg chg="modSp">
        <pc:chgData name="Guest User" userId="S::urn:spo:tenantanon#6baca5eb-f775-4963-9765-316d61532189::" providerId="AD" clId="Web-{B9F6820C-5AF1-9E2D-C33C-CADF3CA73FFB}" dt="2025-09-16T09:07:31.635" v="2" actId="1076"/>
        <pc:sldMkLst>
          <pc:docMk/>
          <pc:sldMk cId="0" sldId="268"/>
        </pc:sldMkLst>
        <pc:picChg chg="mod">
          <ac:chgData name="Guest User" userId="S::urn:spo:tenantanon#6baca5eb-f775-4963-9765-316d61532189::" providerId="AD" clId="Web-{B9F6820C-5AF1-9E2D-C33C-CADF3CA73FFB}" dt="2025-09-16T09:07:31.635" v="2" actId="1076"/>
          <ac:picMkLst>
            <pc:docMk/>
            <pc:sldMk cId="0" sldId="268"/>
            <ac:picMk id="2" creationId="{00000000-0000-0000-0000-000000000000}"/>
          </ac:picMkLst>
        </pc:picChg>
      </pc:sldChg>
    </pc:docChg>
  </pc:docChgLst>
  <pc:docChgLst>
    <pc:chgData name="Taylor Davis" userId="5c9e72a0-c39f-4aa1-9d7d-64125e78cbe6" providerId="ADAL" clId="{7D0B6B51-DA5F-4021-8848-39BD0005AA08}"/>
    <pc:docChg chg="undo custSel addSld delSld modSld sldOrd delMainMaster">
      <pc:chgData name="Taylor Davis" userId="5c9e72a0-c39f-4aa1-9d7d-64125e78cbe6" providerId="ADAL" clId="{7D0B6B51-DA5F-4021-8848-39BD0005AA08}" dt="2025-09-15T18:13:12.400" v="400" actId="20577"/>
      <pc:docMkLst>
        <pc:docMk/>
      </pc:docMkLst>
      <pc:sldChg chg="delSp modSp mod">
        <pc:chgData name="Taylor Davis" userId="5c9e72a0-c39f-4aa1-9d7d-64125e78cbe6" providerId="ADAL" clId="{7D0B6B51-DA5F-4021-8848-39BD0005AA08}" dt="2025-09-09T14:28:45.157" v="43" actId="478"/>
        <pc:sldMkLst>
          <pc:docMk/>
          <pc:sldMk cId="0" sldId="256"/>
        </pc:sldMkLst>
        <pc:spChg chg="mod">
          <ac:chgData name="Taylor Davis" userId="5c9e72a0-c39f-4aa1-9d7d-64125e78cbe6" providerId="ADAL" clId="{7D0B6B51-DA5F-4021-8848-39BD0005AA08}" dt="2025-09-09T14:28:28.938" v="19" actId="20577"/>
          <ac:spMkLst>
            <pc:docMk/>
            <pc:sldMk cId="0" sldId="256"/>
            <ac:spMk id="4" creationId="{00000000-0000-0000-0000-000000000000}"/>
          </ac:spMkLst>
        </pc:spChg>
        <pc:spChg chg="mod">
          <ac:chgData name="Taylor Davis" userId="5c9e72a0-c39f-4aa1-9d7d-64125e78cbe6" providerId="ADAL" clId="{7D0B6B51-DA5F-4021-8848-39BD0005AA08}" dt="2025-09-09T14:28:41.917" v="42" actId="20577"/>
          <ac:spMkLst>
            <pc:docMk/>
            <pc:sldMk cId="0" sldId="256"/>
            <ac:spMk id="7" creationId="{00000000-0000-0000-0000-000000000000}"/>
          </ac:spMkLst>
        </pc:spChg>
      </pc:sldChg>
      <pc:sldChg chg="del">
        <pc:chgData name="Taylor Davis" userId="5c9e72a0-c39f-4aa1-9d7d-64125e78cbe6" providerId="ADAL" clId="{7D0B6B51-DA5F-4021-8848-39BD0005AA08}" dt="2025-09-09T14:28:17.862" v="0" actId="47"/>
        <pc:sldMkLst>
          <pc:docMk/>
          <pc:sldMk cId="0" sldId="257"/>
        </pc:sldMkLst>
      </pc:sldChg>
      <pc:sldChg chg="addSp modSp add del mod">
        <pc:chgData name="Taylor Davis" userId="5c9e72a0-c39f-4aa1-9d7d-64125e78cbe6" providerId="ADAL" clId="{7D0B6B51-DA5F-4021-8848-39BD0005AA08}" dt="2025-09-12T22:23:13.229" v="81" actId="1076"/>
        <pc:sldMkLst>
          <pc:docMk/>
          <pc:sldMk cId="0" sldId="258"/>
        </pc:sldMkLst>
        <pc:spChg chg="mod">
          <ac:chgData name="Taylor Davis" userId="5c9e72a0-c39f-4aa1-9d7d-64125e78cbe6" providerId="ADAL" clId="{7D0B6B51-DA5F-4021-8848-39BD0005AA08}" dt="2025-09-12T22:23:13.229" v="81" actId="1076"/>
          <ac:spMkLst>
            <pc:docMk/>
            <pc:sldMk cId="0" sldId="258"/>
            <ac:spMk id="12" creationId="{00000000-0000-0000-0000-000000000000}"/>
          </ac:spMkLst>
        </pc:spChg>
        <pc:spChg chg="add mod">
          <ac:chgData name="Taylor Davis" userId="5c9e72a0-c39f-4aa1-9d7d-64125e78cbe6" providerId="ADAL" clId="{7D0B6B51-DA5F-4021-8848-39BD0005AA08}" dt="2025-09-12T22:22:33.620" v="72"/>
          <ac:spMkLst>
            <pc:docMk/>
            <pc:sldMk cId="0" sldId="258"/>
            <ac:spMk id="14" creationId="{8346537D-8CAB-ED15-902E-8A0E0999B08A}"/>
          </ac:spMkLst>
        </pc:spChg>
        <pc:picChg chg="add mod">
          <ac:chgData name="Taylor Davis" userId="5c9e72a0-c39f-4aa1-9d7d-64125e78cbe6" providerId="ADAL" clId="{7D0B6B51-DA5F-4021-8848-39BD0005AA08}" dt="2025-09-12T22:22:33.620" v="72"/>
          <ac:picMkLst>
            <pc:docMk/>
            <pc:sldMk cId="0" sldId="258"/>
            <ac:picMk id="13" creationId="{57CBAA82-8CA7-DAE8-EED9-3B979CD62F3A}"/>
          </ac:picMkLst>
        </pc:picChg>
      </pc:sldChg>
      <pc:sldChg chg="addSp delSp modSp add del mod">
        <pc:chgData name="Taylor Davis" userId="5c9e72a0-c39f-4aa1-9d7d-64125e78cbe6" providerId="ADAL" clId="{7D0B6B51-DA5F-4021-8848-39BD0005AA08}" dt="2025-09-14T19:15:25.760" v="219" actId="20577"/>
        <pc:sldMkLst>
          <pc:docMk/>
          <pc:sldMk cId="0" sldId="260"/>
        </pc:sldMkLst>
        <pc:spChg chg="del">
          <ac:chgData name="Taylor Davis" userId="5c9e72a0-c39f-4aa1-9d7d-64125e78cbe6" providerId="ADAL" clId="{7D0B6B51-DA5F-4021-8848-39BD0005AA08}" dt="2025-09-14T19:12:35.009" v="137" actId="478"/>
          <ac:spMkLst>
            <pc:docMk/>
            <pc:sldMk cId="0" sldId="260"/>
            <ac:spMk id="3" creationId="{00000000-0000-0000-0000-000000000000}"/>
          </ac:spMkLst>
        </pc:spChg>
        <pc:spChg chg="del">
          <ac:chgData name="Taylor Davis" userId="5c9e72a0-c39f-4aa1-9d7d-64125e78cbe6" providerId="ADAL" clId="{7D0B6B51-DA5F-4021-8848-39BD0005AA08}" dt="2025-09-14T19:12:35.009" v="137" actId="478"/>
          <ac:spMkLst>
            <pc:docMk/>
            <pc:sldMk cId="0" sldId="260"/>
            <ac:spMk id="4" creationId="{00000000-0000-0000-0000-000000000000}"/>
          </ac:spMkLst>
        </pc:spChg>
        <pc:spChg chg="mod">
          <ac:chgData name="Taylor Davis" userId="5c9e72a0-c39f-4aa1-9d7d-64125e78cbe6" providerId="ADAL" clId="{7D0B6B51-DA5F-4021-8848-39BD0005AA08}" dt="2025-09-14T19:15:25.760" v="219" actId="20577"/>
          <ac:spMkLst>
            <pc:docMk/>
            <pc:sldMk cId="0" sldId="260"/>
            <ac:spMk id="10" creationId="{00000000-0000-0000-0000-000000000000}"/>
          </ac:spMkLst>
        </pc:spChg>
        <pc:spChg chg="add mod">
          <ac:chgData name="Taylor Davis" userId="5c9e72a0-c39f-4aa1-9d7d-64125e78cbe6" providerId="ADAL" clId="{7D0B6B51-DA5F-4021-8848-39BD0005AA08}" dt="2025-09-12T22:22:15.605" v="69"/>
          <ac:spMkLst>
            <pc:docMk/>
            <pc:sldMk cId="0" sldId="260"/>
            <ac:spMk id="13" creationId="{DE3BA688-DCA6-608B-9C11-1960A5B6537C}"/>
          </ac:spMkLst>
        </pc:spChg>
        <pc:spChg chg="add mod">
          <ac:chgData name="Taylor Davis" userId="5c9e72a0-c39f-4aa1-9d7d-64125e78cbe6" providerId="ADAL" clId="{7D0B6B51-DA5F-4021-8848-39BD0005AA08}" dt="2025-09-14T19:13:05.281" v="156" actId="1036"/>
          <ac:spMkLst>
            <pc:docMk/>
            <pc:sldMk cId="0" sldId="260"/>
            <ac:spMk id="14" creationId="{2BBBDC96-0F1F-F8A1-D1D3-8F1736C0F53D}"/>
          </ac:spMkLst>
        </pc:spChg>
        <pc:spChg chg="add mod">
          <ac:chgData name="Taylor Davis" userId="5c9e72a0-c39f-4aa1-9d7d-64125e78cbe6" providerId="ADAL" clId="{7D0B6B51-DA5F-4021-8848-39BD0005AA08}" dt="2025-09-14T19:13:05.281" v="156" actId="1036"/>
          <ac:spMkLst>
            <pc:docMk/>
            <pc:sldMk cId="0" sldId="260"/>
            <ac:spMk id="15" creationId="{F7AA3C82-966F-98C9-64E7-F0ECB3B05B95}"/>
          </ac:spMkLst>
        </pc:spChg>
        <pc:spChg chg="add mod">
          <ac:chgData name="Taylor Davis" userId="5c9e72a0-c39f-4aa1-9d7d-64125e78cbe6" providerId="ADAL" clId="{7D0B6B51-DA5F-4021-8848-39BD0005AA08}" dt="2025-09-14T19:13:58.264" v="181" actId="20577"/>
          <ac:spMkLst>
            <pc:docMk/>
            <pc:sldMk cId="0" sldId="260"/>
            <ac:spMk id="16" creationId="{348CDA39-9DC6-6A85-DC5C-693ED3364C86}"/>
          </ac:spMkLst>
        </pc:spChg>
        <pc:picChg chg="add mod">
          <ac:chgData name="Taylor Davis" userId="5c9e72a0-c39f-4aa1-9d7d-64125e78cbe6" providerId="ADAL" clId="{7D0B6B51-DA5F-4021-8848-39BD0005AA08}" dt="2025-09-12T22:22:15.605" v="69"/>
          <ac:picMkLst>
            <pc:docMk/>
            <pc:sldMk cId="0" sldId="260"/>
            <ac:picMk id="12" creationId="{D004ABB9-644C-ABA5-E46D-B8063360C28D}"/>
          </ac:picMkLst>
        </pc:picChg>
      </pc:sldChg>
      <pc:sldChg chg="addSp modSp add del mod">
        <pc:chgData name="Taylor Davis" userId="5c9e72a0-c39f-4aa1-9d7d-64125e78cbe6" providerId="ADAL" clId="{7D0B6B51-DA5F-4021-8848-39BD0005AA08}" dt="2025-09-14T19:18:32.357" v="264" actId="20577"/>
        <pc:sldMkLst>
          <pc:docMk/>
          <pc:sldMk cId="0" sldId="261"/>
        </pc:sldMkLst>
        <pc:spChg chg="mod">
          <ac:chgData name="Taylor Davis" userId="5c9e72a0-c39f-4aa1-9d7d-64125e78cbe6" providerId="ADAL" clId="{7D0B6B51-DA5F-4021-8848-39BD0005AA08}" dt="2025-09-14T19:18:32.357" v="264" actId="20577"/>
          <ac:spMkLst>
            <pc:docMk/>
            <pc:sldMk cId="0" sldId="261"/>
            <ac:spMk id="2" creationId="{00000000-0000-0000-0000-000000000000}"/>
          </ac:spMkLst>
        </pc:spChg>
        <pc:spChg chg="mod">
          <ac:chgData name="Taylor Davis" userId="5c9e72a0-c39f-4aa1-9d7d-64125e78cbe6" providerId="ADAL" clId="{7D0B6B51-DA5F-4021-8848-39BD0005AA08}" dt="2025-09-14T19:18:12.070" v="263" actId="20577"/>
          <ac:spMkLst>
            <pc:docMk/>
            <pc:sldMk cId="0" sldId="261"/>
            <ac:spMk id="23" creationId="{00000000-0000-0000-0000-000000000000}"/>
          </ac:spMkLst>
        </pc:spChg>
        <pc:spChg chg="add mod">
          <ac:chgData name="Taylor Davis" userId="5c9e72a0-c39f-4aa1-9d7d-64125e78cbe6" providerId="ADAL" clId="{7D0B6B51-DA5F-4021-8848-39BD0005AA08}" dt="2025-09-12T22:22:12.814" v="68"/>
          <ac:spMkLst>
            <pc:docMk/>
            <pc:sldMk cId="0" sldId="261"/>
            <ac:spMk id="25" creationId="{57E99842-B7E6-DC95-982C-F14F422DF2F6}"/>
          </ac:spMkLst>
        </pc:spChg>
        <pc:picChg chg="add mod">
          <ac:chgData name="Taylor Davis" userId="5c9e72a0-c39f-4aa1-9d7d-64125e78cbe6" providerId="ADAL" clId="{7D0B6B51-DA5F-4021-8848-39BD0005AA08}" dt="2025-09-12T22:22:12.814" v="68"/>
          <ac:picMkLst>
            <pc:docMk/>
            <pc:sldMk cId="0" sldId="261"/>
            <ac:picMk id="24" creationId="{8236022D-4EB6-9541-9213-76E33E102720}"/>
          </ac:picMkLst>
        </pc:picChg>
      </pc:sldChg>
      <pc:sldChg chg="addSp delSp modSp add del mod">
        <pc:chgData name="Taylor Davis" userId="5c9e72a0-c39f-4aa1-9d7d-64125e78cbe6" providerId="ADAL" clId="{7D0B6B51-DA5F-4021-8848-39BD0005AA08}" dt="2025-09-15T18:13:12.400" v="400" actId="20577"/>
        <pc:sldMkLst>
          <pc:docMk/>
          <pc:sldMk cId="0" sldId="262"/>
        </pc:sldMkLst>
        <pc:spChg chg="mod">
          <ac:chgData name="Taylor Davis" userId="5c9e72a0-c39f-4aa1-9d7d-64125e78cbe6" providerId="ADAL" clId="{7D0B6B51-DA5F-4021-8848-39BD0005AA08}" dt="2025-09-12T22:24:19.687" v="84" actId="1076"/>
          <ac:spMkLst>
            <pc:docMk/>
            <pc:sldMk cId="0" sldId="262"/>
            <ac:spMk id="4" creationId="{00000000-0000-0000-0000-000000000000}"/>
          </ac:spMkLst>
        </pc:spChg>
        <pc:spChg chg="mod">
          <ac:chgData name="Taylor Davis" userId="5c9e72a0-c39f-4aa1-9d7d-64125e78cbe6" providerId="ADAL" clId="{7D0B6B51-DA5F-4021-8848-39BD0005AA08}" dt="2025-09-14T19:19:40.794" v="307" actId="403"/>
          <ac:spMkLst>
            <pc:docMk/>
            <pc:sldMk cId="0" sldId="262"/>
            <ac:spMk id="6" creationId="{00000000-0000-0000-0000-000000000000}"/>
          </ac:spMkLst>
        </pc:spChg>
        <pc:spChg chg="add del">
          <ac:chgData name="Taylor Davis" userId="5c9e72a0-c39f-4aa1-9d7d-64125e78cbe6" providerId="ADAL" clId="{7D0B6B51-DA5F-4021-8848-39BD0005AA08}" dt="2025-09-14T19:20:23.577" v="325" actId="478"/>
          <ac:spMkLst>
            <pc:docMk/>
            <pc:sldMk cId="0" sldId="262"/>
            <ac:spMk id="7" creationId="{00000000-0000-0000-0000-000000000000}"/>
          </ac:spMkLst>
        </pc:spChg>
        <pc:spChg chg="add del mod">
          <ac:chgData name="Taylor Davis" userId="5c9e72a0-c39f-4aa1-9d7d-64125e78cbe6" providerId="ADAL" clId="{7D0B6B51-DA5F-4021-8848-39BD0005AA08}" dt="2025-09-15T18:13:12.400" v="400" actId="20577"/>
          <ac:spMkLst>
            <pc:docMk/>
            <pc:sldMk cId="0" sldId="262"/>
            <ac:spMk id="8" creationId="{00000000-0000-0000-0000-000000000000}"/>
          </ac:spMkLst>
        </pc:spChg>
        <pc:spChg chg="mod">
          <ac:chgData name="Taylor Davis" userId="5c9e72a0-c39f-4aa1-9d7d-64125e78cbe6" providerId="ADAL" clId="{7D0B6B51-DA5F-4021-8848-39BD0005AA08}" dt="2025-09-12T22:24:19.687" v="84" actId="1076"/>
          <ac:spMkLst>
            <pc:docMk/>
            <pc:sldMk cId="0" sldId="262"/>
            <ac:spMk id="10" creationId="{00000000-0000-0000-0000-000000000000}"/>
          </ac:spMkLst>
        </pc:spChg>
        <pc:spChg chg="mod">
          <ac:chgData name="Taylor Davis" userId="5c9e72a0-c39f-4aa1-9d7d-64125e78cbe6" providerId="ADAL" clId="{7D0B6B51-DA5F-4021-8848-39BD0005AA08}" dt="2025-09-14T19:19:58.211" v="323" actId="1035"/>
          <ac:spMkLst>
            <pc:docMk/>
            <pc:sldMk cId="0" sldId="262"/>
            <ac:spMk id="11" creationId="{00000000-0000-0000-0000-000000000000}"/>
          </ac:spMkLst>
        </pc:spChg>
        <pc:spChg chg="mod">
          <ac:chgData name="Taylor Davis" userId="5c9e72a0-c39f-4aa1-9d7d-64125e78cbe6" providerId="ADAL" clId="{7D0B6B51-DA5F-4021-8848-39BD0005AA08}" dt="2025-09-14T19:19:58.211" v="323" actId="1035"/>
          <ac:spMkLst>
            <pc:docMk/>
            <pc:sldMk cId="0" sldId="262"/>
            <ac:spMk id="12" creationId="{00000000-0000-0000-0000-000000000000}"/>
          </ac:spMkLst>
        </pc:spChg>
        <pc:spChg chg="mod">
          <ac:chgData name="Taylor Davis" userId="5c9e72a0-c39f-4aa1-9d7d-64125e78cbe6" providerId="ADAL" clId="{7D0B6B51-DA5F-4021-8848-39BD0005AA08}" dt="2025-09-12T22:24:19.687" v="84" actId="1076"/>
          <ac:spMkLst>
            <pc:docMk/>
            <pc:sldMk cId="0" sldId="262"/>
            <ac:spMk id="13" creationId="{00000000-0000-0000-0000-000000000000}"/>
          </ac:spMkLst>
        </pc:spChg>
        <pc:spChg chg="mod">
          <ac:chgData name="Taylor Davis" userId="5c9e72a0-c39f-4aa1-9d7d-64125e78cbe6" providerId="ADAL" clId="{7D0B6B51-DA5F-4021-8848-39BD0005AA08}" dt="2025-09-12T22:24:19.687" v="84" actId="1076"/>
          <ac:spMkLst>
            <pc:docMk/>
            <pc:sldMk cId="0" sldId="262"/>
            <ac:spMk id="14" creationId="{00000000-0000-0000-0000-000000000000}"/>
          </ac:spMkLst>
        </pc:spChg>
        <pc:spChg chg="mod">
          <ac:chgData name="Taylor Davis" userId="5c9e72a0-c39f-4aa1-9d7d-64125e78cbe6" providerId="ADAL" clId="{7D0B6B51-DA5F-4021-8848-39BD0005AA08}" dt="2025-09-12T22:24:19.687" v="84" actId="1076"/>
          <ac:spMkLst>
            <pc:docMk/>
            <pc:sldMk cId="0" sldId="262"/>
            <ac:spMk id="16" creationId="{00000000-0000-0000-0000-000000000000}"/>
          </ac:spMkLst>
        </pc:spChg>
        <pc:spChg chg="mod">
          <ac:chgData name="Taylor Davis" userId="5c9e72a0-c39f-4aa1-9d7d-64125e78cbe6" providerId="ADAL" clId="{7D0B6B51-DA5F-4021-8848-39BD0005AA08}" dt="2025-09-12T22:24:19.687" v="84" actId="1076"/>
          <ac:spMkLst>
            <pc:docMk/>
            <pc:sldMk cId="0" sldId="262"/>
            <ac:spMk id="18" creationId="{00000000-0000-0000-0000-000000000000}"/>
          </ac:spMkLst>
        </pc:spChg>
        <pc:spChg chg="add mod">
          <ac:chgData name="Taylor Davis" userId="5c9e72a0-c39f-4aa1-9d7d-64125e78cbe6" providerId="ADAL" clId="{7D0B6B51-DA5F-4021-8848-39BD0005AA08}" dt="2025-09-12T22:22:07.679" v="67"/>
          <ac:spMkLst>
            <pc:docMk/>
            <pc:sldMk cId="0" sldId="262"/>
            <ac:spMk id="20" creationId="{66698976-99E0-95E1-48F2-45DDC5686AC2}"/>
          </ac:spMkLst>
        </pc:spChg>
        <pc:picChg chg="add mod">
          <ac:chgData name="Taylor Davis" userId="5c9e72a0-c39f-4aa1-9d7d-64125e78cbe6" providerId="ADAL" clId="{7D0B6B51-DA5F-4021-8848-39BD0005AA08}" dt="2025-09-12T22:22:07.679" v="67"/>
          <ac:picMkLst>
            <pc:docMk/>
            <pc:sldMk cId="0" sldId="262"/>
            <ac:picMk id="19" creationId="{25E69B9C-7A37-5716-CB6F-75C7619A478F}"/>
          </ac:picMkLst>
        </pc:picChg>
      </pc:sldChg>
      <pc:sldChg chg="del">
        <pc:chgData name="Taylor Davis" userId="5c9e72a0-c39f-4aa1-9d7d-64125e78cbe6" providerId="ADAL" clId="{7D0B6B51-DA5F-4021-8848-39BD0005AA08}" dt="2025-09-09T14:28:22.495" v="1" actId="47"/>
        <pc:sldMkLst>
          <pc:docMk/>
          <pc:sldMk cId="0" sldId="263"/>
        </pc:sldMkLst>
      </pc:sldChg>
      <pc:sldChg chg="del">
        <pc:chgData name="Taylor Davis" userId="5c9e72a0-c39f-4aa1-9d7d-64125e78cbe6" providerId="ADAL" clId="{7D0B6B51-DA5F-4021-8848-39BD0005AA08}" dt="2025-09-09T14:28:22.495" v="1" actId="47"/>
        <pc:sldMkLst>
          <pc:docMk/>
          <pc:sldMk cId="0" sldId="264"/>
        </pc:sldMkLst>
      </pc:sldChg>
      <pc:sldChg chg="addSp delSp modSp add del mod">
        <pc:chgData name="Taylor Davis" userId="5c9e72a0-c39f-4aa1-9d7d-64125e78cbe6" providerId="ADAL" clId="{7D0B6B51-DA5F-4021-8848-39BD0005AA08}" dt="2025-09-14T19:23:00.520" v="365" actId="20577"/>
        <pc:sldMkLst>
          <pc:docMk/>
          <pc:sldMk cId="0" sldId="265"/>
        </pc:sldMkLst>
        <pc:spChg chg="mod">
          <ac:chgData name="Taylor Davis" userId="5c9e72a0-c39f-4aa1-9d7d-64125e78cbe6" providerId="ADAL" clId="{7D0B6B51-DA5F-4021-8848-39BD0005AA08}" dt="2025-09-14T19:22:44.272" v="344" actId="20577"/>
          <ac:spMkLst>
            <pc:docMk/>
            <pc:sldMk cId="0" sldId="265"/>
            <ac:spMk id="11" creationId="{00000000-0000-0000-0000-000000000000}"/>
          </ac:spMkLst>
        </pc:spChg>
        <pc:spChg chg="mod">
          <ac:chgData name="Taylor Davis" userId="5c9e72a0-c39f-4aa1-9d7d-64125e78cbe6" providerId="ADAL" clId="{7D0B6B51-DA5F-4021-8848-39BD0005AA08}" dt="2025-09-14T19:23:00.520" v="365" actId="20577"/>
          <ac:spMkLst>
            <pc:docMk/>
            <pc:sldMk cId="0" sldId="265"/>
            <ac:spMk id="12" creationId="{00000000-0000-0000-0000-000000000000}"/>
          </ac:spMkLst>
        </pc:spChg>
        <pc:spChg chg="add mod">
          <ac:chgData name="Taylor Davis" userId="5c9e72a0-c39f-4aa1-9d7d-64125e78cbe6" providerId="ADAL" clId="{7D0B6B51-DA5F-4021-8848-39BD0005AA08}" dt="2025-09-12T22:22:02.914" v="65"/>
          <ac:spMkLst>
            <pc:docMk/>
            <pc:sldMk cId="0" sldId="265"/>
            <ac:spMk id="21" creationId="{4ABCD598-F5D8-8289-6F96-0B75837DCC15}"/>
          </ac:spMkLst>
        </pc:spChg>
        <pc:picChg chg="add mod">
          <ac:chgData name="Taylor Davis" userId="5c9e72a0-c39f-4aa1-9d7d-64125e78cbe6" providerId="ADAL" clId="{7D0B6B51-DA5F-4021-8848-39BD0005AA08}" dt="2025-09-12T22:22:02.914" v="65"/>
          <ac:picMkLst>
            <pc:docMk/>
            <pc:sldMk cId="0" sldId="265"/>
            <ac:picMk id="20" creationId="{E4F600D7-09A9-2107-CDE7-1694BA71E513}"/>
          </ac:picMkLst>
        </pc:picChg>
      </pc:sldChg>
      <pc:sldChg chg="del">
        <pc:chgData name="Taylor Davis" userId="5c9e72a0-c39f-4aa1-9d7d-64125e78cbe6" providerId="ADAL" clId="{7D0B6B51-DA5F-4021-8848-39BD0005AA08}" dt="2025-09-09T14:28:17.862" v="0" actId="47"/>
        <pc:sldMkLst>
          <pc:docMk/>
          <pc:sldMk cId="0" sldId="266"/>
        </pc:sldMkLst>
      </pc:sldChg>
      <pc:sldChg chg="addSp delSp modSp add del mod modAnim">
        <pc:chgData name="Taylor Davis" userId="5c9e72a0-c39f-4aa1-9d7d-64125e78cbe6" providerId="ADAL" clId="{7D0B6B51-DA5F-4021-8848-39BD0005AA08}" dt="2025-09-14T19:13:10.992" v="157" actId="47"/>
        <pc:sldMkLst>
          <pc:docMk/>
          <pc:sldMk cId="0" sldId="267"/>
        </pc:sldMkLst>
        <pc:spChg chg="mod">
          <ac:chgData name="Taylor Davis" userId="5c9e72a0-c39f-4aa1-9d7d-64125e78cbe6" providerId="ADAL" clId="{7D0B6B51-DA5F-4021-8848-39BD0005AA08}" dt="2025-09-14T19:12:25.484" v="136" actId="1076"/>
          <ac:spMkLst>
            <pc:docMk/>
            <pc:sldMk cId="0" sldId="267"/>
            <ac:spMk id="4" creationId="{00000000-0000-0000-0000-000000000000}"/>
          </ac:spMkLst>
        </pc:spChg>
        <pc:spChg chg="del">
          <ac:chgData name="Taylor Davis" userId="5c9e72a0-c39f-4aa1-9d7d-64125e78cbe6" providerId="ADAL" clId="{7D0B6B51-DA5F-4021-8848-39BD0005AA08}" dt="2025-09-14T19:12:21.812" v="135" actId="478"/>
          <ac:spMkLst>
            <pc:docMk/>
            <pc:sldMk cId="0" sldId="267"/>
            <ac:spMk id="9" creationId="{00000000-0000-0000-0000-000000000000}"/>
          </ac:spMkLst>
        </pc:spChg>
      </pc:sldChg>
      <pc:sldChg chg="addSp delSp modSp add del mod">
        <pc:chgData name="Taylor Davis" userId="5c9e72a0-c39f-4aa1-9d7d-64125e78cbe6" providerId="ADAL" clId="{7D0B6B51-DA5F-4021-8848-39BD0005AA08}" dt="2025-09-15T18:03:01.491" v="370" actId="20577"/>
        <pc:sldMkLst>
          <pc:docMk/>
          <pc:sldMk cId="0" sldId="268"/>
        </pc:sldMkLst>
        <pc:spChg chg="mod">
          <ac:chgData name="Taylor Davis" userId="5c9e72a0-c39f-4aa1-9d7d-64125e78cbe6" providerId="ADAL" clId="{7D0B6B51-DA5F-4021-8848-39BD0005AA08}" dt="2025-09-14T19:17:05.007" v="254" actId="20577"/>
          <ac:spMkLst>
            <pc:docMk/>
            <pc:sldMk cId="0" sldId="268"/>
            <ac:spMk id="6" creationId="{00000000-0000-0000-0000-000000000000}"/>
          </ac:spMkLst>
        </pc:spChg>
        <pc:spChg chg="mod">
          <ac:chgData name="Taylor Davis" userId="5c9e72a0-c39f-4aa1-9d7d-64125e78cbe6" providerId="ADAL" clId="{7D0B6B51-DA5F-4021-8848-39BD0005AA08}" dt="2025-09-15T18:03:01.491" v="370" actId="20577"/>
          <ac:spMkLst>
            <pc:docMk/>
            <pc:sldMk cId="0" sldId="268"/>
            <ac:spMk id="9" creationId="{00000000-0000-0000-0000-000000000000}"/>
          </ac:spMkLst>
        </pc:spChg>
        <pc:spChg chg="mod">
          <ac:chgData name="Taylor Davis" userId="5c9e72a0-c39f-4aa1-9d7d-64125e78cbe6" providerId="ADAL" clId="{7D0B6B51-DA5F-4021-8848-39BD0005AA08}" dt="2025-09-14T19:16:49.220" v="234" actId="20577"/>
          <ac:spMkLst>
            <pc:docMk/>
            <pc:sldMk cId="0" sldId="268"/>
            <ac:spMk id="11" creationId="{00000000-0000-0000-0000-000000000000}"/>
          </ac:spMkLst>
        </pc:spChg>
        <pc:spChg chg="add mod">
          <ac:chgData name="Taylor Davis" userId="5c9e72a0-c39f-4aa1-9d7d-64125e78cbe6" providerId="ADAL" clId="{7D0B6B51-DA5F-4021-8848-39BD0005AA08}" dt="2025-09-12T22:22:22.482" v="71" actId="14100"/>
          <ac:spMkLst>
            <pc:docMk/>
            <pc:sldMk cId="0" sldId="268"/>
            <ac:spMk id="16" creationId="{A4BD55CC-38C3-DB80-2A5B-C71314C82E33}"/>
          </ac:spMkLst>
        </pc:spChg>
        <pc:picChg chg="add mod">
          <ac:chgData name="Taylor Davis" userId="5c9e72a0-c39f-4aa1-9d7d-64125e78cbe6" providerId="ADAL" clId="{7D0B6B51-DA5F-4021-8848-39BD0005AA08}" dt="2025-09-12T22:22:22.482" v="71" actId="14100"/>
          <ac:picMkLst>
            <pc:docMk/>
            <pc:sldMk cId="0" sldId="268"/>
            <ac:picMk id="15" creationId="{AFF88FE9-88A1-4E42-32C1-E791C2A14FF8}"/>
          </ac:picMkLst>
        </pc:picChg>
      </pc:sldChg>
      <pc:sldChg chg="addSp delSp modSp add del mod">
        <pc:chgData name="Taylor Davis" userId="5c9e72a0-c39f-4aa1-9d7d-64125e78cbe6" providerId="ADAL" clId="{7D0B6B51-DA5F-4021-8848-39BD0005AA08}" dt="2025-09-12T22:25:21.653" v="124" actId="1036"/>
        <pc:sldMkLst>
          <pc:docMk/>
          <pc:sldMk cId="0" sldId="269"/>
        </pc:sldMkLst>
        <pc:spChg chg="mod">
          <ac:chgData name="Taylor Davis" userId="5c9e72a0-c39f-4aa1-9d7d-64125e78cbe6" providerId="ADAL" clId="{7D0B6B51-DA5F-4021-8848-39BD0005AA08}" dt="2025-09-12T22:25:21.653" v="124" actId="1036"/>
          <ac:spMkLst>
            <pc:docMk/>
            <pc:sldMk cId="0" sldId="269"/>
            <ac:spMk id="18" creationId="{00000000-0000-0000-0000-000000000000}"/>
          </ac:spMkLst>
        </pc:spChg>
        <pc:spChg chg="mod">
          <ac:chgData name="Taylor Davis" userId="5c9e72a0-c39f-4aa1-9d7d-64125e78cbe6" providerId="ADAL" clId="{7D0B6B51-DA5F-4021-8848-39BD0005AA08}" dt="2025-09-12T22:25:21.653" v="124" actId="1036"/>
          <ac:spMkLst>
            <pc:docMk/>
            <pc:sldMk cId="0" sldId="269"/>
            <ac:spMk id="19" creationId="{00000000-0000-0000-0000-000000000000}"/>
          </ac:spMkLst>
        </pc:spChg>
        <pc:spChg chg="add mod">
          <ac:chgData name="Taylor Davis" userId="5c9e72a0-c39f-4aa1-9d7d-64125e78cbe6" providerId="ADAL" clId="{7D0B6B51-DA5F-4021-8848-39BD0005AA08}" dt="2025-09-12T22:22:05.506" v="66"/>
          <ac:spMkLst>
            <pc:docMk/>
            <pc:sldMk cId="0" sldId="269"/>
            <ac:spMk id="26" creationId="{D008BBB4-4135-F7FC-BC2C-D68AC32B7367}"/>
          </ac:spMkLst>
        </pc:spChg>
        <pc:spChg chg="add mod">
          <ac:chgData name="Taylor Davis" userId="5c9e72a0-c39f-4aa1-9d7d-64125e78cbe6" providerId="ADAL" clId="{7D0B6B51-DA5F-4021-8848-39BD0005AA08}" dt="2025-09-12T22:24:45.220" v="88" actId="2085"/>
          <ac:spMkLst>
            <pc:docMk/>
            <pc:sldMk cId="0" sldId="269"/>
            <ac:spMk id="27" creationId="{5B2AD345-E0FC-40F0-E48D-4B92FDEA21E3}"/>
          </ac:spMkLst>
        </pc:spChg>
        <pc:picChg chg="add mod">
          <ac:chgData name="Taylor Davis" userId="5c9e72a0-c39f-4aa1-9d7d-64125e78cbe6" providerId="ADAL" clId="{7D0B6B51-DA5F-4021-8848-39BD0005AA08}" dt="2025-09-12T22:22:05.506" v="66"/>
          <ac:picMkLst>
            <pc:docMk/>
            <pc:sldMk cId="0" sldId="269"/>
            <ac:picMk id="25" creationId="{1D599803-3D2A-9B6D-98C2-F6EF1B9D0C17}"/>
          </ac:picMkLst>
        </pc:picChg>
      </pc:sldChg>
      <pc:sldChg chg="addSp modSp add del">
        <pc:chgData name="Taylor Davis" userId="5c9e72a0-c39f-4aa1-9d7d-64125e78cbe6" providerId="ADAL" clId="{7D0B6B51-DA5F-4021-8848-39BD0005AA08}" dt="2025-09-12T22:21:58.882" v="63"/>
        <pc:sldMkLst>
          <pc:docMk/>
          <pc:sldMk cId="0" sldId="270"/>
        </pc:sldMkLst>
        <pc:spChg chg="add mod">
          <ac:chgData name="Taylor Davis" userId="5c9e72a0-c39f-4aa1-9d7d-64125e78cbe6" providerId="ADAL" clId="{7D0B6B51-DA5F-4021-8848-39BD0005AA08}" dt="2025-09-12T22:21:58.882" v="63"/>
          <ac:spMkLst>
            <pc:docMk/>
            <pc:sldMk cId="0" sldId="270"/>
            <ac:spMk id="19" creationId="{EEE78D9F-8606-290B-6EFA-D2EB213C0A05}"/>
          </ac:spMkLst>
        </pc:spChg>
        <pc:picChg chg="add mod">
          <ac:chgData name="Taylor Davis" userId="5c9e72a0-c39f-4aa1-9d7d-64125e78cbe6" providerId="ADAL" clId="{7D0B6B51-DA5F-4021-8848-39BD0005AA08}" dt="2025-09-12T22:21:58.882" v="63"/>
          <ac:picMkLst>
            <pc:docMk/>
            <pc:sldMk cId="0" sldId="270"/>
            <ac:picMk id="18" creationId="{7A7267F9-1EBB-6B5A-17FB-8B7CFE2524AB}"/>
          </ac:picMkLst>
        </pc:picChg>
      </pc:sldChg>
      <pc:sldChg chg="del">
        <pc:chgData name="Taylor Davis" userId="5c9e72a0-c39f-4aa1-9d7d-64125e78cbe6" providerId="ADAL" clId="{7D0B6B51-DA5F-4021-8848-39BD0005AA08}" dt="2025-09-09T14:28:17.862" v="0" actId="47"/>
        <pc:sldMkLst>
          <pc:docMk/>
          <pc:sldMk cId="0" sldId="275"/>
        </pc:sldMkLst>
      </pc:sldChg>
      <pc:sldChg chg="del">
        <pc:chgData name="Taylor Davis" userId="5c9e72a0-c39f-4aa1-9d7d-64125e78cbe6" providerId="ADAL" clId="{7D0B6B51-DA5F-4021-8848-39BD0005AA08}" dt="2025-09-09T14:28:17.862" v="0" actId="47"/>
        <pc:sldMkLst>
          <pc:docMk/>
          <pc:sldMk cId="0" sldId="278"/>
        </pc:sldMkLst>
      </pc:sldChg>
      <pc:sldChg chg="del">
        <pc:chgData name="Taylor Davis" userId="5c9e72a0-c39f-4aa1-9d7d-64125e78cbe6" providerId="ADAL" clId="{7D0B6B51-DA5F-4021-8848-39BD0005AA08}" dt="2025-09-09T14:28:17.862" v="0" actId="47"/>
        <pc:sldMkLst>
          <pc:docMk/>
          <pc:sldMk cId="0" sldId="279"/>
        </pc:sldMkLst>
      </pc:sldChg>
      <pc:sldChg chg="del">
        <pc:chgData name="Taylor Davis" userId="5c9e72a0-c39f-4aa1-9d7d-64125e78cbe6" providerId="ADAL" clId="{7D0B6B51-DA5F-4021-8848-39BD0005AA08}" dt="2025-09-09T14:28:17.862" v="0" actId="47"/>
        <pc:sldMkLst>
          <pc:docMk/>
          <pc:sldMk cId="0" sldId="280"/>
        </pc:sldMkLst>
      </pc:sldChg>
      <pc:sldChg chg="del">
        <pc:chgData name="Taylor Davis" userId="5c9e72a0-c39f-4aa1-9d7d-64125e78cbe6" providerId="ADAL" clId="{7D0B6B51-DA5F-4021-8848-39BD0005AA08}" dt="2025-09-09T14:28:17.862" v="0" actId="47"/>
        <pc:sldMkLst>
          <pc:docMk/>
          <pc:sldMk cId="2973829596" sldId="281"/>
        </pc:sldMkLst>
      </pc:sldChg>
      <pc:sldChg chg="del">
        <pc:chgData name="Taylor Davis" userId="5c9e72a0-c39f-4aa1-9d7d-64125e78cbe6" providerId="ADAL" clId="{7D0B6B51-DA5F-4021-8848-39BD0005AA08}" dt="2025-09-09T14:28:17.862" v="0" actId="47"/>
        <pc:sldMkLst>
          <pc:docMk/>
          <pc:sldMk cId="4205483616" sldId="283"/>
        </pc:sldMkLst>
      </pc:sldChg>
      <pc:sldChg chg="del">
        <pc:chgData name="Taylor Davis" userId="5c9e72a0-c39f-4aa1-9d7d-64125e78cbe6" providerId="ADAL" clId="{7D0B6B51-DA5F-4021-8848-39BD0005AA08}" dt="2025-09-09T14:28:17.862" v="0" actId="47"/>
        <pc:sldMkLst>
          <pc:docMk/>
          <pc:sldMk cId="499479054" sldId="285"/>
        </pc:sldMkLst>
      </pc:sldChg>
      <pc:sldChg chg="del">
        <pc:chgData name="Taylor Davis" userId="5c9e72a0-c39f-4aa1-9d7d-64125e78cbe6" providerId="ADAL" clId="{7D0B6B51-DA5F-4021-8848-39BD0005AA08}" dt="2025-09-09T14:28:22.495" v="1" actId="47"/>
        <pc:sldMkLst>
          <pc:docMk/>
          <pc:sldMk cId="696912010" sldId="288"/>
        </pc:sldMkLst>
      </pc:sldChg>
      <pc:sldChg chg="del">
        <pc:chgData name="Taylor Davis" userId="5c9e72a0-c39f-4aa1-9d7d-64125e78cbe6" providerId="ADAL" clId="{7D0B6B51-DA5F-4021-8848-39BD0005AA08}" dt="2025-09-09T14:28:22.495" v="1" actId="47"/>
        <pc:sldMkLst>
          <pc:docMk/>
          <pc:sldMk cId="2277596449" sldId="289"/>
        </pc:sldMkLst>
      </pc:sldChg>
      <pc:sldChg chg="del">
        <pc:chgData name="Taylor Davis" userId="5c9e72a0-c39f-4aa1-9d7d-64125e78cbe6" providerId="ADAL" clId="{7D0B6B51-DA5F-4021-8848-39BD0005AA08}" dt="2025-09-09T14:28:22.495" v="1" actId="47"/>
        <pc:sldMkLst>
          <pc:docMk/>
          <pc:sldMk cId="3288151267" sldId="290"/>
        </pc:sldMkLst>
      </pc:sldChg>
      <pc:sldChg chg="del">
        <pc:chgData name="Taylor Davis" userId="5c9e72a0-c39f-4aa1-9d7d-64125e78cbe6" providerId="ADAL" clId="{7D0B6B51-DA5F-4021-8848-39BD0005AA08}" dt="2025-09-09T14:28:22.495" v="1" actId="47"/>
        <pc:sldMkLst>
          <pc:docMk/>
          <pc:sldMk cId="0" sldId="304"/>
        </pc:sldMkLst>
      </pc:sldChg>
      <pc:sldChg chg="del">
        <pc:chgData name="Taylor Davis" userId="5c9e72a0-c39f-4aa1-9d7d-64125e78cbe6" providerId="ADAL" clId="{7D0B6B51-DA5F-4021-8848-39BD0005AA08}" dt="2025-09-09T14:28:22.495" v="1" actId="47"/>
        <pc:sldMkLst>
          <pc:docMk/>
          <pc:sldMk cId="0" sldId="307"/>
        </pc:sldMkLst>
      </pc:sldChg>
      <pc:sldChg chg="del">
        <pc:chgData name="Taylor Davis" userId="5c9e72a0-c39f-4aa1-9d7d-64125e78cbe6" providerId="ADAL" clId="{7D0B6B51-DA5F-4021-8848-39BD0005AA08}" dt="2025-09-09T14:28:17.862" v="0" actId="47"/>
        <pc:sldMkLst>
          <pc:docMk/>
          <pc:sldMk cId="377091382" sldId="454"/>
        </pc:sldMkLst>
      </pc:sldChg>
      <pc:sldChg chg="del">
        <pc:chgData name="Taylor Davis" userId="5c9e72a0-c39f-4aa1-9d7d-64125e78cbe6" providerId="ADAL" clId="{7D0B6B51-DA5F-4021-8848-39BD0005AA08}" dt="2025-09-09T14:28:17.862" v="0" actId="47"/>
        <pc:sldMkLst>
          <pc:docMk/>
          <pc:sldMk cId="3958060990" sldId="458"/>
        </pc:sldMkLst>
      </pc:sldChg>
      <pc:sldChg chg="del">
        <pc:chgData name="Taylor Davis" userId="5c9e72a0-c39f-4aa1-9d7d-64125e78cbe6" providerId="ADAL" clId="{7D0B6B51-DA5F-4021-8848-39BD0005AA08}" dt="2025-09-09T14:28:22.495" v="1" actId="47"/>
        <pc:sldMkLst>
          <pc:docMk/>
          <pc:sldMk cId="4127478203" sldId="471"/>
        </pc:sldMkLst>
      </pc:sldChg>
      <pc:sldChg chg="del">
        <pc:chgData name="Taylor Davis" userId="5c9e72a0-c39f-4aa1-9d7d-64125e78cbe6" providerId="ADAL" clId="{7D0B6B51-DA5F-4021-8848-39BD0005AA08}" dt="2025-09-09T14:28:22.495" v="1" actId="47"/>
        <pc:sldMkLst>
          <pc:docMk/>
          <pc:sldMk cId="3479703140" sldId="475"/>
        </pc:sldMkLst>
      </pc:sldChg>
      <pc:sldChg chg="del">
        <pc:chgData name="Taylor Davis" userId="5c9e72a0-c39f-4aa1-9d7d-64125e78cbe6" providerId="ADAL" clId="{7D0B6B51-DA5F-4021-8848-39BD0005AA08}" dt="2025-09-12T22:25:55.540" v="127" actId="47"/>
        <pc:sldMkLst>
          <pc:docMk/>
          <pc:sldMk cId="500461553" sldId="521"/>
        </pc:sldMkLst>
      </pc:sldChg>
      <pc:sldChg chg="del">
        <pc:chgData name="Taylor Davis" userId="5c9e72a0-c39f-4aa1-9d7d-64125e78cbe6" providerId="ADAL" clId="{7D0B6B51-DA5F-4021-8848-39BD0005AA08}" dt="2025-09-09T14:28:17.862" v="0" actId="47"/>
        <pc:sldMkLst>
          <pc:docMk/>
          <pc:sldMk cId="263972108" sldId="549"/>
        </pc:sldMkLst>
      </pc:sldChg>
      <pc:sldChg chg="del">
        <pc:chgData name="Taylor Davis" userId="5c9e72a0-c39f-4aa1-9d7d-64125e78cbe6" providerId="ADAL" clId="{7D0B6B51-DA5F-4021-8848-39BD0005AA08}" dt="2025-09-09T14:28:22.495" v="1" actId="47"/>
        <pc:sldMkLst>
          <pc:docMk/>
          <pc:sldMk cId="1660060508" sldId="559"/>
        </pc:sldMkLst>
      </pc:sldChg>
      <pc:sldChg chg="modSp mod ord">
        <pc:chgData name="Taylor Davis" userId="5c9e72a0-c39f-4aa1-9d7d-64125e78cbe6" providerId="ADAL" clId="{7D0B6B51-DA5F-4021-8848-39BD0005AA08}" dt="2025-09-12T22:26:35.888" v="131" actId="207"/>
        <pc:sldMkLst>
          <pc:docMk/>
          <pc:sldMk cId="4064752386" sldId="564"/>
        </pc:sldMkLst>
        <pc:spChg chg="mod">
          <ac:chgData name="Taylor Davis" userId="5c9e72a0-c39f-4aa1-9d7d-64125e78cbe6" providerId="ADAL" clId="{7D0B6B51-DA5F-4021-8848-39BD0005AA08}" dt="2025-09-12T22:26:35.888" v="131" actId="207"/>
          <ac:spMkLst>
            <pc:docMk/>
            <pc:sldMk cId="4064752386" sldId="564"/>
            <ac:spMk id="2" creationId="{49C157AD-9D57-0448-105A-79BA8850085E}"/>
          </ac:spMkLst>
        </pc:spChg>
      </pc:sldChg>
      <pc:sldChg chg="addSp modSp new del mod">
        <pc:chgData name="Taylor Davis" userId="5c9e72a0-c39f-4aa1-9d7d-64125e78cbe6" providerId="ADAL" clId="{7D0B6B51-DA5F-4021-8848-39BD0005AA08}" dt="2025-09-12T22:25:55.540" v="127" actId="47"/>
        <pc:sldMkLst>
          <pc:docMk/>
          <pc:sldMk cId="761395210" sldId="565"/>
        </pc:sldMkLst>
      </pc:sldChg>
      <pc:sldChg chg="addSp delSp modSp new del mod chgLayout">
        <pc:chgData name="Taylor Davis" userId="5c9e72a0-c39f-4aa1-9d7d-64125e78cbe6" providerId="ADAL" clId="{7D0B6B51-DA5F-4021-8848-39BD0005AA08}" dt="2025-09-12T22:25:55.540" v="127" actId="47"/>
        <pc:sldMkLst>
          <pc:docMk/>
          <pc:sldMk cId="3171078685" sldId="566"/>
        </pc:sldMkLst>
      </pc:sldChg>
      <pc:sldChg chg="del">
        <pc:chgData name="Taylor Davis" userId="5c9e72a0-c39f-4aa1-9d7d-64125e78cbe6" providerId="ADAL" clId="{7D0B6B51-DA5F-4021-8848-39BD0005AA08}" dt="2025-09-09T14:28:22.495" v="1" actId="47"/>
        <pc:sldMkLst>
          <pc:docMk/>
          <pc:sldMk cId="1082327325" sldId="580"/>
        </pc:sldMkLst>
      </pc:sldChg>
      <pc:sldChg chg="del">
        <pc:chgData name="Taylor Davis" userId="5c9e72a0-c39f-4aa1-9d7d-64125e78cbe6" providerId="ADAL" clId="{7D0B6B51-DA5F-4021-8848-39BD0005AA08}" dt="2025-09-09T14:28:22.495" v="1" actId="47"/>
        <pc:sldMkLst>
          <pc:docMk/>
          <pc:sldMk cId="3618341172" sldId="584"/>
        </pc:sldMkLst>
      </pc:sldChg>
      <pc:sldChg chg="del">
        <pc:chgData name="Taylor Davis" userId="5c9e72a0-c39f-4aa1-9d7d-64125e78cbe6" providerId="ADAL" clId="{7D0B6B51-DA5F-4021-8848-39BD0005AA08}" dt="2025-09-09T14:28:22.495" v="1" actId="47"/>
        <pc:sldMkLst>
          <pc:docMk/>
          <pc:sldMk cId="2011724879" sldId="585"/>
        </pc:sldMkLst>
      </pc:sldChg>
      <pc:sldChg chg="del">
        <pc:chgData name="Taylor Davis" userId="5c9e72a0-c39f-4aa1-9d7d-64125e78cbe6" providerId="ADAL" clId="{7D0B6B51-DA5F-4021-8848-39BD0005AA08}" dt="2025-09-09T14:28:17.862" v="0" actId="47"/>
        <pc:sldMkLst>
          <pc:docMk/>
          <pc:sldMk cId="3112792114" sldId="612"/>
        </pc:sldMkLst>
      </pc:sldChg>
      <pc:sldChg chg="del">
        <pc:chgData name="Taylor Davis" userId="5c9e72a0-c39f-4aa1-9d7d-64125e78cbe6" providerId="ADAL" clId="{7D0B6B51-DA5F-4021-8848-39BD0005AA08}" dt="2025-09-09T14:28:17.862" v="0" actId="47"/>
        <pc:sldMkLst>
          <pc:docMk/>
          <pc:sldMk cId="4042275972" sldId="613"/>
        </pc:sldMkLst>
      </pc:sldChg>
      <pc:sldChg chg="del">
        <pc:chgData name="Taylor Davis" userId="5c9e72a0-c39f-4aa1-9d7d-64125e78cbe6" providerId="ADAL" clId="{7D0B6B51-DA5F-4021-8848-39BD0005AA08}" dt="2025-09-09T14:28:17.862" v="0" actId="47"/>
        <pc:sldMkLst>
          <pc:docMk/>
          <pc:sldMk cId="1281542618" sldId="614"/>
        </pc:sldMkLst>
      </pc:sldChg>
      <pc:sldChg chg="del">
        <pc:chgData name="Taylor Davis" userId="5c9e72a0-c39f-4aa1-9d7d-64125e78cbe6" providerId="ADAL" clId="{7D0B6B51-DA5F-4021-8848-39BD0005AA08}" dt="2025-09-09T14:28:17.862" v="0" actId="47"/>
        <pc:sldMkLst>
          <pc:docMk/>
          <pc:sldMk cId="2174952421" sldId="2145726856"/>
        </pc:sldMkLst>
      </pc:sldChg>
      <pc:sldChg chg="del">
        <pc:chgData name="Taylor Davis" userId="5c9e72a0-c39f-4aa1-9d7d-64125e78cbe6" providerId="ADAL" clId="{7D0B6B51-DA5F-4021-8848-39BD0005AA08}" dt="2025-09-09T14:28:17.862" v="0" actId="47"/>
        <pc:sldMkLst>
          <pc:docMk/>
          <pc:sldMk cId="4161310751" sldId="2145726857"/>
        </pc:sldMkLst>
      </pc:sldChg>
      <pc:sldChg chg="del">
        <pc:chgData name="Taylor Davis" userId="5c9e72a0-c39f-4aa1-9d7d-64125e78cbe6" providerId="ADAL" clId="{7D0B6B51-DA5F-4021-8848-39BD0005AA08}" dt="2025-09-09T14:28:17.862" v="0" actId="47"/>
        <pc:sldMkLst>
          <pc:docMk/>
          <pc:sldMk cId="1389453819" sldId="2145726859"/>
        </pc:sldMkLst>
      </pc:sldChg>
      <pc:sldChg chg="del">
        <pc:chgData name="Taylor Davis" userId="5c9e72a0-c39f-4aa1-9d7d-64125e78cbe6" providerId="ADAL" clId="{7D0B6B51-DA5F-4021-8848-39BD0005AA08}" dt="2025-09-09T14:28:17.862" v="0" actId="47"/>
        <pc:sldMkLst>
          <pc:docMk/>
          <pc:sldMk cId="0" sldId="2145726867"/>
        </pc:sldMkLst>
      </pc:sldChg>
      <pc:sldChg chg="del">
        <pc:chgData name="Taylor Davis" userId="5c9e72a0-c39f-4aa1-9d7d-64125e78cbe6" providerId="ADAL" clId="{7D0B6B51-DA5F-4021-8848-39BD0005AA08}" dt="2025-09-09T14:28:22.495" v="1" actId="47"/>
        <pc:sldMkLst>
          <pc:docMk/>
          <pc:sldMk cId="1712806109" sldId="2145726870"/>
        </pc:sldMkLst>
      </pc:sldChg>
      <pc:sldChg chg="del">
        <pc:chgData name="Taylor Davis" userId="5c9e72a0-c39f-4aa1-9d7d-64125e78cbe6" providerId="ADAL" clId="{7D0B6B51-DA5F-4021-8848-39BD0005AA08}" dt="2025-09-09T14:28:17.862" v="0" actId="47"/>
        <pc:sldMkLst>
          <pc:docMk/>
          <pc:sldMk cId="487005971" sldId="2145726873"/>
        </pc:sldMkLst>
      </pc:sldChg>
      <pc:sldChg chg="del">
        <pc:chgData name="Taylor Davis" userId="5c9e72a0-c39f-4aa1-9d7d-64125e78cbe6" providerId="ADAL" clId="{7D0B6B51-DA5F-4021-8848-39BD0005AA08}" dt="2025-09-09T14:28:17.862" v="0" actId="47"/>
        <pc:sldMkLst>
          <pc:docMk/>
          <pc:sldMk cId="2099266240" sldId="2145726874"/>
        </pc:sldMkLst>
      </pc:sldChg>
      <pc:sldChg chg="del">
        <pc:chgData name="Taylor Davis" userId="5c9e72a0-c39f-4aa1-9d7d-64125e78cbe6" providerId="ADAL" clId="{7D0B6B51-DA5F-4021-8848-39BD0005AA08}" dt="2025-09-09T14:28:17.862" v="0" actId="47"/>
        <pc:sldMkLst>
          <pc:docMk/>
          <pc:sldMk cId="3976889420" sldId="2145726877"/>
        </pc:sldMkLst>
      </pc:sldChg>
      <pc:sldChg chg="del">
        <pc:chgData name="Taylor Davis" userId="5c9e72a0-c39f-4aa1-9d7d-64125e78cbe6" providerId="ADAL" clId="{7D0B6B51-DA5F-4021-8848-39BD0005AA08}" dt="2025-09-09T14:28:17.862" v="0" actId="47"/>
        <pc:sldMkLst>
          <pc:docMk/>
          <pc:sldMk cId="734813402" sldId="2145726882"/>
        </pc:sldMkLst>
      </pc:sldChg>
      <pc:sldChg chg="del">
        <pc:chgData name="Taylor Davis" userId="5c9e72a0-c39f-4aa1-9d7d-64125e78cbe6" providerId="ADAL" clId="{7D0B6B51-DA5F-4021-8848-39BD0005AA08}" dt="2025-09-09T14:28:17.862" v="0" actId="47"/>
        <pc:sldMkLst>
          <pc:docMk/>
          <pc:sldMk cId="1522308571" sldId="2145726883"/>
        </pc:sldMkLst>
      </pc:sldChg>
      <pc:sldChg chg="del">
        <pc:chgData name="Taylor Davis" userId="5c9e72a0-c39f-4aa1-9d7d-64125e78cbe6" providerId="ADAL" clId="{7D0B6B51-DA5F-4021-8848-39BD0005AA08}" dt="2025-09-09T14:28:17.862" v="0" actId="47"/>
        <pc:sldMkLst>
          <pc:docMk/>
          <pc:sldMk cId="1756638160" sldId="2145726884"/>
        </pc:sldMkLst>
      </pc:sldChg>
      <pc:sldChg chg="del">
        <pc:chgData name="Taylor Davis" userId="5c9e72a0-c39f-4aa1-9d7d-64125e78cbe6" providerId="ADAL" clId="{7D0B6B51-DA5F-4021-8848-39BD0005AA08}" dt="2025-09-09T14:28:17.862" v="0" actId="47"/>
        <pc:sldMkLst>
          <pc:docMk/>
          <pc:sldMk cId="593783352" sldId="2145726885"/>
        </pc:sldMkLst>
      </pc:sldChg>
      <pc:sldChg chg="del">
        <pc:chgData name="Taylor Davis" userId="5c9e72a0-c39f-4aa1-9d7d-64125e78cbe6" providerId="ADAL" clId="{7D0B6B51-DA5F-4021-8848-39BD0005AA08}" dt="2025-09-09T14:28:22.495" v="1" actId="47"/>
        <pc:sldMkLst>
          <pc:docMk/>
          <pc:sldMk cId="3099280872" sldId="2145726898"/>
        </pc:sldMkLst>
      </pc:sldChg>
      <pc:sldChg chg="del">
        <pc:chgData name="Taylor Davis" userId="5c9e72a0-c39f-4aa1-9d7d-64125e78cbe6" providerId="ADAL" clId="{7D0B6B51-DA5F-4021-8848-39BD0005AA08}" dt="2025-09-09T14:28:22.495" v="1" actId="47"/>
        <pc:sldMkLst>
          <pc:docMk/>
          <pc:sldMk cId="0" sldId="2145726899"/>
        </pc:sldMkLst>
      </pc:sldChg>
      <pc:sldChg chg="del">
        <pc:chgData name="Taylor Davis" userId="5c9e72a0-c39f-4aa1-9d7d-64125e78cbe6" providerId="ADAL" clId="{7D0B6B51-DA5F-4021-8848-39BD0005AA08}" dt="2025-09-09T14:28:22.495" v="1" actId="47"/>
        <pc:sldMkLst>
          <pc:docMk/>
          <pc:sldMk cId="4209412515" sldId="2145726900"/>
        </pc:sldMkLst>
      </pc:sldChg>
      <pc:sldChg chg="del">
        <pc:chgData name="Taylor Davis" userId="5c9e72a0-c39f-4aa1-9d7d-64125e78cbe6" providerId="ADAL" clId="{7D0B6B51-DA5F-4021-8848-39BD0005AA08}" dt="2025-09-09T14:28:22.495" v="1" actId="47"/>
        <pc:sldMkLst>
          <pc:docMk/>
          <pc:sldMk cId="1067101072" sldId="2145726901"/>
        </pc:sldMkLst>
      </pc:sldChg>
      <pc:sldChg chg="del">
        <pc:chgData name="Taylor Davis" userId="5c9e72a0-c39f-4aa1-9d7d-64125e78cbe6" providerId="ADAL" clId="{7D0B6B51-DA5F-4021-8848-39BD0005AA08}" dt="2025-09-09T14:28:22.495" v="1" actId="47"/>
        <pc:sldMkLst>
          <pc:docMk/>
          <pc:sldMk cId="1904238311" sldId="2145726904"/>
        </pc:sldMkLst>
      </pc:sldChg>
      <pc:sldChg chg="del">
        <pc:chgData name="Taylor Davis" userId="5c9e72a0-c39f-4aa1-9d7d-64125e78cbe6" providerId="ADAL" clId="{7D0B6B51-DA5F-4021-8848-39BD0005AA08}" dt="2025-09-09T14:28:22.495" v="1" actId="47"/>
        <pc:sldMkLst>
          <pc:docMk/>
          <pc:sldMk cId="1129825003" sldId="2145726906"/>
        </pc:sldMkLst>
      </pc:sldChg>
      <pc:sldChg chg="del">
        <pc:chgData name="Taylor Davis" userId="5c9e72a0-c39f-4aa1-9d7d-64125e78cbe6" providerId="ADAL" clId="{7D0B6B51-DA5F-4021-8848-39BD0005AA08}" dt="2025-09-09T14:28:17.862" v="0" actId="47"/>
        <pc:sldMkLst>
          <pc:docMk/>
          <pc:sldMk cId="0" sldId="2145726907"/>
        </pc:sldMkLst>
      </pc:sldChg>
      <pc:sldMasterChg chg="delSldLayout">
        <pc:chgData name="Taylor Davis" userId="5c9e72a0-c39f-4aa1-9d7d-64125e78cbe6" providerId="ADAL" clId="{7D0B6B51-DA5F-4021-8848-39BD0005AA08}" dt="2025-09-09T14:28:22.495" v="1" actId="47"/>
        <pc:sldMasterMkLst>
          <pc:docMk/>
          <pc:sldMasterMk cId="0" sldId="2147483648"/>
        </pc:sldMasterMkLst>
        <pc:sldLayoutChg chg="del">
          <pc:chgData name="Taylor Davis" userId="5c9e72a0-c39f-4aa1-9d7d-64125e78cbe6" providerId="ADAL" clId="{7D0B6B51-DA5F-4021-8848-39BD0005AA08}" dt="2025-09-09T14:28:22.495" v="1" actId="47"/>
          <pc:sldLayoutMkLst>
            <pc:docMk/>
            <pc:sldMasterMk cId="0" sldId="2147483648"/>
            <pc:sldLayoutMk cId="1321466631" sldId="2147483705"/>
          </pc:sldLayoutMkLst>
        </pc:sldLayoutChg>
      </pc:sldMasterChg>
      <pc:sldMasterChg chg="del delSldLayout">
        <pc:chgData name="Taylor Davis" userId="5c9e72a0-c39f-4aa1-9d7d-64125e78cbe6" providerId="ADAL" clId="{7D0B6B51-DA5F-4021-8848-39BD0005AA08}" dt="2025-09-09T14:28:17.862" v="0" actId="47"/>
        <pc:sldMasterMkLst>
          <pc:docMk/>
          <pc:sldMasterMk cId="3948910749" sldId="2147483651"/>
        </pc:sldMasterMkLst>
        <pc:sldLayoutChg chg="del">
          <pc:chgData name="Taylor Davis" userId="5c9e72a0-c39f-4aa1-9d7d-64125e78cbe6" providerId="ADAL" clId="{7D0B6B51-DA5F-4021-8848-39BD0005AA08}" dt="2025-09-09T14:28:17.862" v="0" actId="47"/>
          <pc:sldLayoutMkLst>
            <pc:docMk/>
            <pc:sldMasterMk cId="3948910749" sldId="2147483651"/>
            <pc:sldLayoutMk cId="2396791491" sldId="2147483652"/>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2193494925" sldId="2147483653"/>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1843155579" sldId="2147483654"/>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3605850021" sldId="2147483655"/>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35789342" sldId="2147483656"/>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3776061108" sldId="2147483657"/>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1486536132" sldId="2147483658"/>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2321458628" sldId="2147483659"/>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1568822512" sldId="2147483660"/>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1443204657" sldId="2147483661"/>
          </pc:sldLayoutMkLst>
        </pc:sldLayoutChg>
        <pc:sldLayoutChg chg="del">
          <pc:chgData name="Taylor Davis" userId="5c9e72a0-c39f-4aa1-9d7d-64125e78cbe6" providerId="ADAL" clId="{7D0B6B51-DA5F-4021-8848-39BD0005AA08}" dt="2025-09-09T14:28:17.862" v="0" actId="47"/>
          <pc:sldLayoutMkLst>
            <pc:docMk/>
            <pc:sldMasterMk cId="3948910749" sldId="2147483651"/>
            <pc:sldLayoutMk cId="211634068" sldId="2147483662"/>
          </pc:sldLayoutMkLst>
        </pc:sldLayoutChg>
      </pc:sldMasterChg>
      <pc:sldMasterChg chg="del delSldLayout">
        <pc:chgData name="Taylor Davis" userId="5c9e72a0-c39f-4aa1-9d7d-64125e78cbe6" providerId="ADAL" clId="{7D0B6B51-DA5F-4021-8848-39BD0005AA08}" dt="2025-09-09T14:28:17.862" v="0" actId="47"/>
        <pc:sldMasterMkLst>
          <pc:docMk/>
          <pc:sldMasterMk cId="3273049630" sldId="2147483663"/>
        </pc:sldMasterMkLst>
        <pc:sldLayoutChg chg="del">
          <pc:chgData name="Taylor Davis" userId="5c9e72a0-c39f-4aa1-9d7d-64125e78cbe6" providerId="ADAL" clId="{7D0B6B51-DA5F-4021-8848-39BD0005AA08}" dt="2025-09-09T14:28:17.862" v="0" actId="47"/>
          <pc:sldLayoutMkLst>
            <pc:docMk/>
            <pc:sldMasterMk cId="3273049630" sldId="2147483663"/>
            <pc:sldLayoutMk cId="3374184159" sldId="2147483664"/>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2784399565" sldId="2147483665"/>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370908532" sldId="2147483666"/>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3259139583" sldId="2147483667"/>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807430627" sldId="2147483668"/>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1545993740" sldId="2147483669"/>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3357222202" sldId="2147483670"/>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245170058" sldId="2147483671"/>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3444113786" sldId="2147483672"/>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1610984699" sldId="2147483673"/>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770546213" sldId="2147483674"/>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4173344342" sldId="2147483675"/>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2351652232" sldId="2147483676"/>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528109927" sldId="2147483677"/>
          </pc:sldLayoutMkLst>
        </pc:sldLayoutChg>
        <pc:sldLayoutChg chg="del">
          <pc:chgData name="Taylor Davis" userId="5c9e72a0-c39f-4aa1-9d7d-64125e78cbe6" providerId="ADAL" clId="{7D0B6B51-DA5F-4021-8848-39BD0005AA08}" dt="2025-09-09T14:28:17.862" v="0" actId="47"/>
          <pc:sldLayoutMkLst>
            <pc:docMk/>
            <pc:sldMasterMk cId="3273049630" sldId="2147483663"/>
            <pc:sldLayoutMk cId="1385721529" sldId="2147483786"/>
          </pc:sldLayoutMkLst>
        </pc:sldLayoutChg>
      </pc:sldMasterChg>
      <pc:sldMasterChg chg="del delSldLayout">
        <pc:chgData name="Taylor Davis" userId="5c9e72a0-c39f-4aa1-9d7d-64125e78cbe6" providerId="ADAL" clId="{7D0B6B51-DA5F-4021-8848-39BD0005AA08}" dt="2025-09-09T14:28:17.862" v="0" actId="47"/>
        <pc:sldMasterMkLst>
          <pc:docMk/>
          <pc:sldMasterMk cId="2355351902" sldId="2147483678"/>
        </pc:sldMasterMkLst>
        <pc:sldLayoutChg chg="del">
          <pc:chgData name="Taylor Davis" userId="5c9e72a0-c39f-4aa1-9d7d-64125e78cbe6" providerId="ADAL" clId="{7D0B6B51-DA5F-4021-8848-39BD0005AA08}" dt="2025-09-09T14:28:17.862" v="0" actId="47"/>
          <pc:sldLayoutMkLst>
            <pc:docMk/>
            <pc:sldMasterMk cId="2355351902" sldId="2147483678"/>
            <pc:sldLayoutMk cId="4025404217" sldId="2147483679"/>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322670370" sldId="2147483680"/>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3272191513" sldId="2147483681"/>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1179724175" sldId="2147483682"/>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4210726451" sldId="2147483683"/>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3994146704" sldId="2147483684"/>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4109564901" sldId="2147483685"/>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83537628" sldId="2147483686"/>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3640826217" sldId="2147483687"/>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833621576" sldId="2147483688"/>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796945314" sldId="2147483689"/>
          </pc:sldLayoutMkLst>
        </pc:sldLayoutChg>
        <pc:sldLayoutChg chg="del">
          <pc:chgData name="Taylor Davis" userId="5c9e72a0-c39f-4aa1-9d7d-64125e78cbe6" providerId="ADAL" clId="{7D0B6B51-DA5F-4021-8848-39BD0005AA08}" dt="2025-09-09T14:28:17.862" v="0" actId="47"/>
          <pc:sldLayoutMkLst>
            <pc:docMk/>
            <pc:sldMasterMk cId="2355351902" sldId="2147483678"/>
            <pc:sldLayoutMk cId="3039472448" sldId="2147483787"/>
          </pc:sldLayoutMkLst>
        </pc:sldLayoutChg>
      </pc:sldMasterChg>
      <pc:sldMasterChg chg="del delSldLayout">
        <pc:chgData name="Taylor Davis" userId="5c9e72a0-c39f-4aa1-9d7d-64125e78cbe6" providerId="ADAL" clId="{7D0B6B51-DA5F-4021-8848-39BD0005AA08}" dt="2025-09-09T14:28:17.862" v="0" actId="47"/>
        <pc:sldMasterMkLst>
          <pc:docMk/>
          <pc:sldMasterMk cId="2723756199" sldId="2147483690"/>
        </pc:sldMasterMkLst>
        <pc:sldLayoutChg chg="del">
          <pc:chgData name="Taylor Davis" userId="5c9e72a0-c39f-4aa1-9d7d-64125e78cbe6" providerId="ADAL" clId="{7D0B6B51-DA5F-4021-8848-39BD0005AA08}" dt="2025-09-09T14:28:17.862" v="0" actId="47"/>
          <pc:sldLayoutMkLst>
            <pc:docMk/>
            <pc:sldMasterMk cId="2723756199" sldId="2147483690"/>
            <pc:sldLayoutMk cId="103191785" sldId="2147483691"/>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2123886427" sldId="2147483692"/>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771097199" sldId="2147483693"/>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2802696635" sldId="2147483694"/>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1397398710" sldId="2147483695"/>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3958505598" sldId="2147483696"/>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1224612103" sldId="2147483697"/>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108815899" sldId="2147483698"/>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3844563764" sldId="2147483699"/>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2539059104" sldId="2147483700"/>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1287185650" sldId="2147483701"/>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3697774136" sldId="2147483702"/>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820875863" sldId="2147483703"/>
          </pc:sldLayoutMkLst>
        </pc:sldLayoutChg>
        <pc:sldLayoutChg chg="del">
          <pc:chgData name="Taylor Davis" userId="5c9e72a0-c39f-4aa1-9d7d-64125e78cbe6" providerId="ADAL" clId="{7D0B6B51-DA5F-4021-8848-39BD0005AA08}" dt="2025-09-09T14:28:17.862" v="0" actId="47"/>
          <pc:sldLayoutMkLst>
            <pc:docMk/>
            <pc:sldMasterMk cId="2723756199" sldId="2147483690"/>
            <pc:sldLayoutMk cId="235938916" sldId="2147483704"/>
          </pc:sldLayoutMkLst>
        </pc:sldLayoutChg>
      </pc:sldMasterChg>
      <pc:sldMasterChg chg="del delSldLayout">
        <pc:chgData name="Taylor Davis" userId="5c9e72a0-c39f-4aa1-9d7d-64125e78cbe6" providerId="ADAL" clId="{7D0B6B51-DA5F-4021-8848-39BD0005AA08}" dt="2025-09-09T14:28:22.495" v="1" actId="47"/>
        <pc:sldMasterMkLst>
          <pc:docMk/>
          <pc:sldMasterMk cId="3703408243" sldId="2147483707"/>
        </pc:sldMasterMkLst>
        <pc:sldLayoutChg chg="del">
          <pc:chgData name="Taylor Davis" userId="5c9e72a0-c39f-4aa1-9d7d-64125e78cbe6" providerId="ADAL" clId="{7D0B6B51-DA5F-4021-8848-39BD0005AA08}" dt="2025-09-09T14:28:22.495" v="1" actId="47"/>
          <pc:sldLayoutMkLst>
            <pc:docMk/>
            <pc:sldMasterMk cId="3703408243" sldId="2147483707"/>
            <pc:sldLayoutMk cId="1854633261" sldId="2147483708"/>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2197544396" sldId="2147483709"/>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1215164528" sldId="2147483710"/>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742496362" sldId="2147483711"/>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3548337792" sldId="2147483712"/>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3841941122" sldId="2147483713"/>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3918607293" sldId="2147483714"/>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2537584080" sldId="2147483715"/>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290611137" sldId="2147483716"/>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2582560857" sldId="2147483717"/>
          </pc:sldLayoutMkLst>
        </pc:sldLayoutChg>
        <pc:sldLayoutChg chg="del">
          <pc:chgData name="Taylor Davis" userId="5c9e72a0-c39f-4aa1-9d7d-64125e78cbe6" providerId="ADAL" clId="{7D0B6B51-DA5F-4021-8848-39BD0005AA08}" dt="2025-09-09T14:28:22.495" v="1" actId="47"/>
          <pc:sldLayoutMkLst>
            <pc:docMk/>
            <pc:sldMasterMk cId="3703408243" sldId="2147483707"/>
            <pc:sldLayoutMk cId="4239177555" sldId="2147483718"/>
          </pc:sldLayoutMkLst>
        </pc:sldLayoutChg>
      </pc:sldMasterChg>
      <pc:sldMasterChg chg="del delSldLayout">
        <pc:chgData name="Taylor Davis" userId="5c9e72a0-c39f-4aa1-9d7d-64125e78cbe6" providerId="ADAL" clId="{7D0B6B51-DA5F-4021-8848-39BD0005AA08}" dt="2025-09-09T14:28:22.495" v="1" actId="47"/>
        <pc:sldMasterMkLst>
          <pc:docMk/>
          <pc:sldMasterMk cId="2201908631" sldId="2147483719"/>
        </pc:sldMasterMkLst>
        <pc:sldLayoutChg chg="del">
          <pc:chgData name="Taylor Davis" userId="5c9e72a0-c39f-4aa1-9d7d-64125e78cbe6" providerId="ADAL" clId="{7D0B6B51-DA5F-4021-8848-39BD0005AA08}" dt="2025-09-09T14:28:22.495" v="1" actId="47"/>
          <pc:sldLayoutMkLst>
            <pc:docMk/>
            <pc:sldMasterMk cId="2201908631" sldId="2147483719"/>
            <pc:sldLayoutMk cId="1019008327" sldId="2147483720"/>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1387465085" sldId="2147483721"/>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3869663043" sldId="2147483722"/>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3086781290" sldId="2147483723"/>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3107142511" sldId="2147483724"/>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1208733621" sldId="2147483725"/>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1974689772" sldId="2147483726"/>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1991474923" sldId="2147483727"/>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3229693373" sldId="2147483728"/>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397872505" sldId="2147483729"/>
          </pc:sldLayoutMkLst>
        </pc:sldLayoutChg>
        <pc:sldLayoutChg chg="del">
          <pc:chgData name="Taylor Davis" userId="5c9e72a0-c39f-4aa1-9d7d-64125e78cbe6" providerId="ADAL" clId="{7D0B6B51-DA5F-4021-8848-39BD0005AA08}" dt="2025-09-09T14:28:22.495" v="1" actId="47"/>
          <pc:sldLayoutMkLst>
            <pc:docMk/>
            <pc:sldMasterMk cId="2201908631" sldId="2147483719"/>
            <pc:sldLayoutMk cId="2118055635" sldId="2147483730"/>
          </pc:sldLayoutMkLst>
        </pc:sldLayoutChg>
      </pc:sldMasterChg>
      <pc:sldMasterChg chg="del delSldLayout">
        <pc:chgData name="Taylor Davis" userId="5c9e72a0-c39f-4aa1-9d7d-64125e78cbe6" providerId="ADAL" clId="{7D0B6B51-DA5F-4021-8848-39BD0005AA08}" dt="2025-09-09T14:28:22.495" v="1" actId="47"/>
        <pc:sldMasterMkLst>
          <pc:docMk/>
          <pc:sldMasterMk cId="1029075854" sldId="2147483731"/>
        </pc:sldMasterMkLst>
        <pc:sldLayoutChg chg="del">
          <pc:chgData name="Taylor Davis" userId="5c9e72a0-c39f-4aa1-9d7d-64125e78cbe6" providerId="ADAL" clId="{7D0B6B51-DA5F-4021-8848-39BD0005AA08}" dt="2025-09-09T14:28:22.495" v="1" actId="47"/>
          <pc:sldLayoutMkLst>
            <pc:docMk/>
            <pc:sldMasterMk cId="1029075854" sldId="2147483731"/>
            <pc:sldLayoutMk cId="303588482" sldId="214748373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705807512" sldId="214748373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384141674" sldId="214748373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525932480" sldId="2147483735"/>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97155640" sldId="2147483736"/>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04565360" sldId="2147483737"/>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60357309" sldId="2147483738"/>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56366453" sldId="2147483739"/>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589200248" sldId="2147483740"/>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122992527" sldId="2147483741"/>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2676467" sldId="214748374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112731634" sldId="214748374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65383186" sldId="214748374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684536125" sldId="2147483745"/>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638414273" sldId="2147483746"/>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760366612" sldId="2147483747"/>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320527247" sldId="2147483748"/>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069811830" sldId="2147483749"/>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700111340" sldId="2147483750"/>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291966335" sldId="2147483751"/>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036346353" sldId="214748375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368203961" sldId="214748375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218326406" sldId="214748375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509865920" sldId="2147483755"/>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265865921" sldId="2147483756"/>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210845399" sldId="2147483757"/>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802485347" sldId="2147483758"/>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708905630" sldId="2147483759"/>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985142941" sldId="2147483760"/>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57154712" sldId="2147483761"/>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388774192" sldId="214748376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306409693" sldId="214748376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070782678" sldId="214748376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78844216" sldId="2147483765"/>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476067678" sldId="2147483766"/>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2648253" sldId="2147483767"/>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449891354" sldId="2147483768"/>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866226682" sldId="2147483769"/>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261332974" sldId="2147483770"/>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44144382" sldId="2147483771"/>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633453072" sldId="214748377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647832692" sldId="214748377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934884510" sldId="214748377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319540229" sldId="2147483775"/>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543003107" sldId="2147483776"/>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669684956" sldId="2147483777"/>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3274937332" sldId="2147483778"/>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132146020" sldId="2147483779"/>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59808213" sldId="2147483780"/>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402005362" sldId="2147483781"/>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237475619" sldId="2147483782"/>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4220971322" sldId="2147483783"/>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1328596287" sldId="2147483784"/>
          </pc:sldLayoutMkLst>
        </pc:sldLayoutChg>
        <pc:sldLayoutChg chg="del">
          <pc:chgData name="Taylor Davis" userId="5c9e72a0-c39f-4aa1-9d7d-64125e78cbe6" providerId="ADAL" clId="{7D0B6B51-DA5F-4021-8848-39BD0005AA08}" dt="2025-09-09T14:28:22.495" v="1" actId="47"/>
          <pc:sldLayoutMkLst>
            <pc:docMk/>
            <pc:sldMasterMk cId="1029075854" sldId="2147483731"/>
            <pc:sldLayoutMk cId="2969332664" sldId="21474837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96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1</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9/16/2025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4321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559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5587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58265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315919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777420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904523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47894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284555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471851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065990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823664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825563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0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77746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sldNum="0" hdr="0" ftr="0" dt="0"/>
  <p:txStyles>
    <p:titleStyle>
      <a:lvl1pPr algn="ctr" defTabSz="761970"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76197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00" indent="-238115" algn="l" defTabSz="76197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62" indent="-190492" algn="l" defTabSz="76197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47"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3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4" name="Object 3"/>
          <p:cNvSpPr/>
          <p:nvPr/>
        </p:nvSpPr>
        <p:spPr>
          <a:xfrm>
            <a:off x="1178743" y="1685802"/>
            <a:ext cx="6953573" cy="1151790"/>
          </a:xfrm>
          <a:prstGeom prst="rect">
            <a:avLst/>
          </a:prstGeom>
          <a:noFill/>
        </p:spPr>
        <p:txBody>
          <a:bodyPr wrap="square" lIns="0" tIns="0" rIns="0" bIns="0" rtlCol="0" anchor="t"/>
          <a:lstStyle/>
          <a:p>
            <a:pPr algn="r">
              <a:lnSpc>
                <a:spcPts val="9072"/>
              </a:lnSpc>
              <a:spcBef>
                <a:spcPts val="975"/>
              </a:spcBef>
              <a:buNone/>
            </a:pPr>
            <a:r>
              <a:rPr lang="en-US" sz="6600" kern="0" spc="243">
                <a:solidFill>
                  <a:srgbClr val="FFFFFF"/>
                </a:solidFill>
                <a:latin typeface="Montserrat"/>
                <a:ea typeface="Jost*"/>
                <a:cs typeface="Jost*" pitchFamily="34" charset="-120"/>
              </a:rPr>
              <a:t>NETWORK MANAGEMENT</a:t>
            </a:r>
            <a:endParaRPr lang="en-US" sz="1200">
              <a:latin typeface="Montserrat"/>
              <a:ea typeface="Jost*"/>
            </a:endParaRPr>
          </a:p>
        </p:txBody>
      </p:sp>
      <p:sp>
        <p:nvSpPr>
          <p:cNvPr id="7" name="Object 6"/>
          <p:cNvSpPr/>
          <p:nvPr/>
        </p:nvSpPr>
        <p:spPr>
          <a:xfrm>
            <a:off x="2180680" y="5382363"/>
            <a:ext cx="5761184" cy="300855"/>
          </a:xfrm>
          <a:prstGeom prst="rect">
            <a:avLst/>
          </a:prstGeom>
          <a:noFill/>
        </p:spPr>
        <p:txBody>
          <a:bodyPr wrap="square" lIns="0" tIns="0" rIns="0" bIns="0" rtlCol="0" anchor="t"/>
          <a:lstStyle/>
          <a:p>
            <a:pPr algn="r">
              <a:lnSpc>
                <a:spcPts val="2370"/>
              </a:lnSpc>
              <a:spcBef>
                <a:spcPts val="599"/>
              </a:spcBef>
            </a:pPr>
            <a:r>
              <a:rPr lang="en-US" sz="1750" kern="0" spc="53">
                <a:solidFill>
                  <a:srgbClr val="FFFFFF">
                    <a:alpha val="80000"/>
                  </a:srgbClr>
                </a:solidFill>
                <a:latin typeface="Montserrat"/>
                <a:ea typeface="Jost*"/>
                <a:cs typeface="Jost*" pitchFamily="34" charset="-120"/>
              </a:rPr>
              <a:t>Exploring a Southwestern Health Resources  DTE Network Management Plan</a:t>
            </a:r>
            <a:endParaRPr lang="en-US" sz="1750">
              <a:latin typeface="Montserrat"/>
              <a:ea typeface="Jost*"/>
            </a:endParaRPr>
          </a:p>
        </p:txBody>
      </p:sp>
      <p:sp>
        <p:nvSpPr>
          <p:cNvPr id="9" name="Object 8"/>
          <p:cNvSpPr/>
          <p:nvPr/>
        </p:nvSpPr>
        <p:spPr>
          <a:xfrm>
            <a:off x="495176" y="285679"/>
            <a:ext cx="2005028" cy="476131"/>
          </a:xfrm>
          <a:prstGeom prst="rect">
            <a:avLst/>
          </a:prstGeom>
          <a:solidFill>
            <a:srgbClr val="FFFFFF"/>
          </a:solidFill>
        </p:spPr>
        <p:txBody>
          <a:bodyPr/>
          <a:lstStyle/>
          <a:p>
            <a:endParaRPr lang="en-US">
              <a:latin typeface="Montserrat" panose="00000500000000000000" pitchFamily="2" charset="0"/>
            </a:endParaRPr>
          </a:p>
        </p:txBody>
      </p:sp>
      <p:pic>
        <p:nvPicPr>
          <p:cNvPr id="10"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2052" name="Picture 4" descr="Texas Health Resources – Texan 20">
            <a:extLst>
              <a:ext uri="{FF2B5EF4-FFF2-40B4-BE49-F238E27FC236}">
                <a16:creationId xmlns:a16="http://schemas.microsoft.com/office/drawing/2014/main" id="{E0B5255A-A734-1706-0ACF-00C87DF14C14}"/>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t="-25"/>
          <a:stretch>
            <a:fillRect/>
          </a:stretch>
        </p:blipFill>
        <p:spPr bwMode="auto">
          <a:xfrm>
            <a:off x="8432769" y="-1714"/>
            <a:ext cx="3759231"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492" y="796429"/>
            <a:ext cx="6297018" cy="1033463"/>
          </a:xfrm>
          <a:prstGeom prst="rect">
            <a:avLst/>
          </a:prstGeom>
          <a:noFill/>
          <a:ln/>
        </p:spPr>
        <p:txBody>
          <a:bodyPr wrap="square" lIns="0" tIns="0" rIns="0" bIns="0" rtlCol="0" anchor="t"/>
          <a:lstStyle/>
          <a:p>
            <a:pPr defTabSz="761970">
              <a:lnSpc>
                <a:spcPts val="4042"/>
              </a:lnSpc>
            </a:pPr>
            <a:r>
              <a:rPr lang="en-US" sz="3250" b="1">
                <a:solidFill>
                  <a:srgbClr val="000B2E"/>
                </a:solidFill>
                <a:latin typeface="Montserrat Bold" pitchFamily="34" charset="0"/>
                <a:ea typeface="Montserrat Bold" pitchFamily="34" charset="-122"/>
                <a:cs typeface="Montserrat Bold" pitchFamily="34" charset="-120"/>
              </a:rPr>
              <a:t>The Healthcare Provider Landscape Challenge</a:t>
            </a:r>
            <a:endParaRPr lang="en-US" sz="3250">
              <a:solidFill>
                <a:prstClr val="black"/>
              </a:solidFill>
              <a:latin typeface="Calibri" panose="020F0502020204030204"/>
            </a:endParaRPr>
          </a:p>
        </p:txBody>
      </p:sp>
      <p:sp>
        <p:nvSpPr>
          <p:cNvPr id="4" name="Text 1"/>
          <p:cNvSpPr/>
          <p:nvPr/>
        </p:nvSpPr>
        <p:spPr>
          <a:xfrm>
            <a:off x="661492" y="2077939"/>
            <a:ext cx="6297018" cy="793849"/>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The Dallas-Fort Worth healthcare market presents a complex web of care providers, specialty groups, and healthcare facilities that can overwhelm patients, employers, and payers alike.</a:t>
            </a:r>
            <a:endParaRPr lang="en-US" sz="1292">
              <a:solidFill>
                <a:prstClr val="black"/>
              </a:solidFill>
              <a:latin typeface="Calibri" panose="020F0502020204030204"/>
            </a:endParaRPr>
          </a:p>
        </p:txBody>
      </p:sp>
      <p:sp>
        <p:nvSpPr>
          <p:cNvPr id="5" name="Text 2"/>
          <p:cNvSpPr/>
          <p:nvPr/>
        </p:nvSpPr>
        <p:spPr>
          <a:xfrm>
            <a:off x="661492" y="3223121"/>
            <a:ext cx="2067421" cy="258465"/>
          </a:xfrm>
          <a:prstGeom prst="rect">
            <a:avLst/>
          </a:prstGeom>
          <a:noFill/>
          <a:ln/>
        </p:spPr>
        <p:txBody>
          <a:bodyPr wrap="none" lIns="0" tIns="0" rIns="0" bIns="0" rtlCol="0" anchor="t"/>
          <a:lstStyle/>
          <a:p>
            <a:pPr defTabSz="761970">
              <a:lnSpc>
                <a:spcPts val="2000"/>
              </a:lnSpc>
            </a:pPr>
            <a:r>
              <a:rPr lang="en-US" sz="1625" b="1">
                <a:solidFill>
                  <a:srgbClr val="000B2E"/>
                </a:solidFill>
                <a:latin typeface="Montserrat Bold" pitchFamily="34" charset="0"/>
                <a:ea typeface="Montserrat Bold" pitchFamily="34" charset="-122"/>
                <a:cs typeface="Montserrat Bold" pitchFamily="34" charset="-120"/>
              </a:rPr>
              <a:t>Market Complexity</a:t>
            </a:r>
            <a:endParaRPr lang="en-US" sz="1625">
              <a:solidFill>
                <a:prstClr val="black"/>
              </a:solidFill>
              <a:latin typeface="Calibri" panose="020F0502020204030204"/>
            </a:endParaRPr>
          </a:p>
        </p:txBody>
      </p:sp>
      <p:sp>
        <p:nvSpPr>
          <p:cNvPr id="6" name="Text 3"/>
          <p:cNvSpPr/>
          <p:nvPr/>
        </p:nvSpPr>
        <p:spPr>
          <a:xfrm>
            <a:off x="661492" y="3646884"/>
            <a:ext cx="2946797" cy="529233"/>
          </a:xfrm>
          <a:prstGeom prst="rect">
            <a:avLst/>
          </a:prstGeom>
          <a:noFill/>
          <a:ln/>
        </p:spPr>
        <p:txBody>
          <a:bodyPr wrap="square" lIns="0" tIns="0" rIns="0" bIns="0" rtlCol="0" anchor="t"/>
          <a:lstStyle/>
          <a:p>
            <a:pPr marL="285739" indent="-285739" defTabSz="761970">
              <a:lnSpc>
                <a:spcPts val="2083"/>
              </a:lnSpc>
              <a:buSzPct val="100000"/>
              <a:buFontTx/>
              <a:buChar char="•"/>
            </a:pPr>
            <a:r>
              <a:rPr lang="en-US" sz="1292">
                <a:solidFill>
                  <a:srgbClr val="000000"/>
                </a:solidFill>
                <a:latin typeface="Inter" pitchFamily="34" charset="0"/>
                <a:ea typeface="Inter" pitchFamily="34" charset="-122"/>
                <a:cs typeface="Inter" pitchFamily="34" charset="-120"/>
              </a:rPr>
              <a:t>Hundreds of independent provider groups</a:t>
            </a:r>
            <a:endParaRPr lang="en-US" sz="1292">
              <a:solidFill>
                <a:prstClr val="black"/>
              </a:solidFill>
              <a:latin typeface="Calibri" panose="020F0502020204030204"/>
            </a:endParaRPr>
          </a:p>
        </p:txBody>
      </p:sp>
      <p:sp>
        <p:nvSpPr>
          <p:cNvPr id="7" name="Text 4"/>
          <p:cNvSpPr/>
          <p:nvPr/>
        </p:nvSpPr>
        <p:spPr>
          <a:xfrm>
            <a:off x="661492" y="4233962"/>
            <a:ext cx="2946797" cy="264617"/>
          </a:xfrm>
          <a:prstGeom prst="rect">
            <a:avLst/>
          </a:prstGeom>
          <a:noFill/>
          <a:ln/>
        </p:spPr>
        <p:txBody>
          <a:bodyPr wrap="none" lIns="0" tIns="0" rIns="0" bIns="0" rtlCol="0" anchor="t"/>
          <a:lstStyle/>
          <a:p>
            <a:pPr marL="285739" indent="-285739" defTabSz="761970">
              <a:lnSpc>
                <a:spcPts val="2083"/>
              </a:lnSpc>
              <a:buSzPct val="100000"/>
              <a:buFontTx/>
              <a:buChar char="•"/>
            </a:pPr>
            <a:r>
              <a:rPr lang="en-US" sz="1292">
                <a:solidFill>
                  <a:srgbClr val="000000"/>
                </a:solidFill>
                <a:latin typeface="Inter" pitchFamily="34" charset="0"/>
                <a:ea typeface="Inter" pitchFamily="34" charset="-122"/>
                <a:cs typeface="Inter" pitchFamily="34" charset="-120"/>
              </a:rPr>
              <a:t>Multiple health system affiliations</a:t>
            </a:r>
            <a:endParaRPr lang="en-US" sz="1292">
              <a:solidFill>
                <a:prstClr val="black"/>
              </a:solidFill>
              <a:latin typeface="Calibri" panose="020F0502020204030204"/>
            </a:endParaRPr>
          </a:p>
        </p:txBody>
      </p:sp>
      <p:sp>
        <p:nvSpPr>
          <p:cNvPr id="8" name="Text 5"/>
          <p:cNvSpPr/>
          <p:nvPr/>
        </p:nvSpPr>
        <p:spPr>
          <a:xfrm>
            <a:off x="661492" y="4556423"/>
            <a:ext cx="2946797" cy="529233"/>
          </a:xfrm>
          <a:prstGeom prst="rect">
            <a:avLst/>
          </a:prstGeom>
          <a:noFill/>
          <a:ln/>
        </p:spPr>
        <p:txBody>
          <a:bodyPr wrap="square" lIns="0" tIns="0" rIns="0" bIns="0" rtlCol="0" anchor="t"/>
          <a:lstStyle/>
          <a:p>
            <a:pPr marL="285739" indent="-285739" defTabSz="761970">
              <a:lnSpc>
                <a:spcPts val="2083"/>
              </a:lnSpc>
              <a:buSzPct val="100000"/>
              <a:buFontTx/>
              <a:buChar char="•"/>
            </a:pPr>
            <a:r>
              <a:rPr lang="en-US" sz="1292">
                <a:solidFill>
                  <a:srgbClr val="000000"/>
                </a:solidFill>
                <a:latin typeface="Inter" pitchFamily="34" charset="0"/>
                <a:ea typeface="Inter" pitchFamily="34" charset="-122"/>
                <a:cs typeface="Inter" pitchFamily="34" charset="-120"/>
              </a:rPr>
              <a:t>Varying quality and pricing structures</a:t>
            </a:r>
            <a:endParaRPr lang="en-US" sz="1292">
              <a:solidFill>
                <a:prstClr val="black"/>
              </a:solidFill>
              <a:latin typeface="Calibri" panose="020F0502020204030204"/>
            </a:endParaRPr>
          </a:p>
        </p:txBody>
      </p:sp>
      <p:sp>
        <p:nvSpPr>
          <p:cNvPr id="9" name="Text 6"/>
          <p:cNvSpPr/>
          <p:nvPr/>
        </p:nvSpPr>
        <p:spPr>
          <a:xfrm>
            <a:off x="661492" y="5143500"/>
            <a:ext cx="2946797" cy="264617"/>
          </a:xfrm>
          <a:prstGeom prst="rect">
            <a:avLst/>
          </a:prstGeom>
          <a:noFill/>
          <a:ln/>
        </p:spPr>
        <p:txBody>
          <a:bodyPr wrap="none" lIns="0" tIns="0" rIns="0" bIns="0" rtlCol="0" anchor="t"/>
          <a:lstStyle/>
          <a:p>
            <a:pPr marL="285739" indent="-285739" defTabSz="761970">
              <a:lnSpc>
                <a:spcPts val="2083"/>
              </a:lnSpc>
              <a:buSzPct val="100000"/>
              <a:buFontTx/>
              <a:buChar char="•"/>
            </a:pPr>
            <a:r>
              <a:rPr lang="en-US" sz="1292">
                <a:solidFill>
                  <a:srgbClr val="000000"/>
                </a:solidFill>
                <a:latin typeface="Inter" pitchFamily="34" charset="0"/>
                <a:ea typeface="Inter" pitchFamily="34" charset="-122"/>
                <a:cs typeface="Inter" pitchFamily="34" charset="-120"/>
              </a:rPr>
              <a:t>Limited transparency in outcomes</a:t>
            </a:r>
            <a:endParaRPr lang="en-US" sz="1292">
              <a:solidFill>
                <a:prstClr val="black"/>
              </a:solidFill>
              <a:latin typeface="Calibri" panose="020F0502020204030204"/>
            </a:endParaRPr>
          </a:p>
        </p:txBody>
      </p:sp>
      <p:sp>
        <p:nvSpPr>
          <p:cNvPr id="10" name="Text 7"/>
          <p:cNvSpPr/>
          <p:nvPr/>
        </p:nvSpPr>
        <p:spPr>
          <a:xfrm>
            <a:off x="4018062" y="3223121"/>
            <a:ext cx="2067421" cy="258465"/>
          </a:xfrm>
          <a:prstGeom prst="rect">
            <a:avLst/>
          </a:prstGeom>
          <a:noFill/>
          <a:ln/>
        </p:spPr>
        <p:txBody>
          <a:bodyPr wrap="none" lIns="0" tIns="0" rIns="0" bIns="0" rtlCol="0" anchor="t"/>
          <a:lstStyle/>
          <a:p>
            <a:pPr defTabSz="761970">
              <a:lnSpc>
                <a:spcPts val="2000"/>
              </a:lnSpc>
            </a:pPr>
            <a:r>
              <a:rPr lang="en-US" sz="1625" b="1">
                <a:solidFill>
                  <a:srgbClr val="000B2E"/>
                </a:solidFill>
                <a:latin typeface="Montserrat Bold" pitchFamily="34" charset="0"/>
                <a:ea typeface="Montserrat Bold" pitchFamily="34" charset="-122"/>
                <a:cs typeface="Montserrat Bold" pitchFamily="34" charset="-120"/>
              </a:rPr>
              <a:t>The Challenge</a:t>
            </a:r>
            <a:endParaRPr lang="en-US" sz="1625">
              <a:solidFill>
                <a:prstClr val="black"/>
              </a:solidFill>
              <a:latin typeface="Calibri" panose="020F0502020204030204"/>
            </a:endParaRPr>
          </a:p>
        </p:txBody>
      </p:sp>
      <p:sp>
        <p:nvSpPr>
          <p:cNvPr id="11" name="Text 8"/>
          <p:cNvSpPr/>
          <p:nvPr/>
        </p:nvSpPr>
        <p:spPr>
          <a:xfrm>
            <a:off x="4018062" y="3646884"/>
            <a:ext cx="2946797" cy="1587698"/>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Without strategic curation and management, this overwhelming number of care groups creates confusion, inefficiencies, and suboptimal outcomes for all stakeholders.</a:t>
            </a:r>
            <a:endParaRPr lang="en-US" sz="1292">
              <a:solidFill>
                <a:prstClr val="black"/>
              </a:solidFill>
              <a:latin typeface="Calibri" panose="020F0502020204030204"/>
            </a:endParaRPr>
          </a:p>
        </p:txBody>
      </p:sp>
      <p:sp>
        <p:nvSpPr>
          <p:cNvPr id="12" name="Text 9"/>
          <p:cNvSpPr/>
          <p:nvPr/>
        </p:nvSpPr>
        <p:spPr>
          <a:xfrm>
            <a:off x="960998" y="5760951"/>
            <a:ext cx="5698005" cy="529233"/>
          </a:xfrm>
          <a:prstGeom prst="rect">
            <a:avLst/>
          </a:prstGeom>
          <a:noFill/>
          <a:ln/>
        </p:spPr>
        <p:txBody>
          <a:bodyPr wrap="square" lIns="0" tIns="0" rIns="0" bIns="0" rtlCol="0" anchor="t"/>
          <a:lstStyle/>
          <a:p>
            <a:pPr defTabSz="761970">
              <a:lnSpc>
                <a:spcPts val="2083"/>
              </a:lnSpc>
            </a:pPr>
            <a:r>
              <a:rPr lang="en-US" sz="1600" b="1">
                <a:solidFill>
                  <a:srgbClr val="00539F"/>
                </a:solidFill>
                <a:latin typeface="Inter" pitchFamily="34" charset="0"/>
                <a:ea typeface="Inter" pitchFamily="34" charset="-122"/>
                <a:cs typeface="Inter" pitchFamily="34" charset="-120"/>
              </a:rPr>
              <a:t>The solution: A carefully managed, high-value network.</a:t>
            </a:r>
            <a:endParaRPr lang="en-US" sz="1600" b="1">
              <a:solidFill>
                <a:srgbClr val="00539F"/>
              </a:solidFill>
              <a:latin typeface="Calibri" panose="020F0502020204030204"/>
            </a:endParaRPr>
          </a:p>
        </p:txBody>
      </p:sp>
      <p:pic>
        <p:nvPicPr>
          <p:cNvPr id="13" name="Picture 8">
            <a:extLst>
              <a:ext uri="{FF2B5EF4-FFF2-40B4-BE49-F238E27FC236}">
                <a16:creationId xmlns:a16="http://schemas.microsoft.com/office/drawing/2014/main" id="{57CBAA82-8CA7-DAE8-EED9-3B979CD62F3A}"/>
              </a:ext>
            </a:extLst>
          </p:cNvPr>
          <p:cNvPicPr>
            <a:picLocks noChangeAspect="1"/>
          </p:cNvPicPr>
          <p:nvPr/>
        </p:nvPicPr>
        <p:blipFill>
          <a:blip r:embed="rId4"/>
          <a:stretch>
            <a:fillRect/>
          </a:stretch>
        </p:blipFill>
        <p:spPr>
          <a:xfrm>
            <a:off x="215574" y="6390110"/>
            <a:ext cx="1970364" cy="429898"/>
          </a:xfrm>
          <a:prstGeom prst="rect">
            <a:avLst/>
          </a:prstGeom>
        </p:spPr>
      </p:pic>
      <p:sp>
        <p:nvSpPr>
          <p:cNvPr id="14" name="Freeform 13">
            <a:extLst>
              <a:ext uri="{FF2B5EF4-FFF2-40B4-BE49-F238E27FC236}">
                <a16:creationId xmlns:a16="http://schemas.microsoft.com/office/drawing/2014/main" id="{8346537D-8CAB-ED15-902E-8A0E0999B08A}"/>
              </a:ext>
            </a:extLst>
          </p:cNvPr>
          <p:cNvSpPr/>
          <p:nvPr/>
        </p:nvSpPr>
        <p:spPr>
          <a:xfrm rot="16200000" flipV="1">
            <a:off x="5008035" y="4258065"/>
            <a:ext cx="180106" cy="5043829"/>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84225" y="256190"/>
            <a:ext cx="4572000" cy="6858000"/>
          </a:xfrm>
          <a:prstGeom prst="rect">
            <a:avLst/>
          </a:prstGeom>
        </p:spPr>
      </p:pic>
      <p:sp>
        <p:nvSpPr>
          <p:cNvPr id="3" name="Text 0"/>
          <p:cNvSpPr/>
          <p:nvPr/>
        </p:nvSpPr>
        <p:spPr>
          <a:xfrm>
            <a:off x="661492" y="466725"/>
            <a:ext cx="6297018" cy="878483"/>
          </a:xfrm>
          <a:prstGeom prst="rect">
            <a:avLst/>
          </a:prstGeom>
          <a:noFill/>
          <a:ln/>
        </p:spPr>
        <p:txBody>
          <a:bodyPr wrap="square" lIns="0" tIns="0" rIns="0" bIns="0" rtlCol="0" anchor="t"/>
          <a:lstStyle/>
          <a:p>
            <a:pPr defTabSz="761970">
              <a:lnSpc>
                <a:spcPts val="3458"/>
              </a:lnSpc>
            </a:pPr>
            <a:r>
              <a:rPr lang="en-US" sz="2750" b="1">
                <a:solidFill>
                  <a:srgbClr val="000B2E"/>
                </a:solidFill>
                <a:latin typeface="Montserrat Bold" pitchFamily="34" charset="0"/>
                <a:ea typeface="Montserrat Bold" pitchFamily="34" charset="-122"/>
                <a:cs typeface="Montserrat Bold" pitchFamily="34" charset="-120"/>
              </a:rPr>
              <a:t>Our Goal in Partnering With SWHR</a:t>
            </a:r>
            <a:endParaRPr lang="en-US" sz="2750">
              <a:solidFill>
                <a:prstClr val="black"/>
              </a:solidFill>
              <a:latin typeface="Calibri" panose="020F0502020204030204"/>
            </a:endParaRPr>
          </a:p>
        </p:txBody>
      </p:sp>
      <p:pic>
        <p:nvPicPr>
          <p:cNvPr id="4" name="Image 1" descr="preencoded.png"/>
          <p:cNvPicPr>
            <a:picLocks noChangeAspect="1"/>
          </p:cNvPicPr>
          <p:nvPr/>
        </p:nvPicPr>
        <p:blipFill>
          <a:blip r:embed="rId4"/>
          <a:stretch>
            <a:fillRect/>
          </a:stretch>
        </p:blipFill>
        <p:spPr>
          <a:xfrm>
            <a:off x="661492" y="1556048"/>
            <a:ext cx="702866" cy="1303635"/>
          </a:xfrm>
          <a:prstGeom prst="rect">
            <a:avLst/>
          </a:prstGeom>
        </p:spPr>
      </p:pic>
      <p:sp>
        <p:nvSpPr>
          <p:cNvPr id="5" name="Text 1"/>
          <p:cNvSpPr/>
          <p:nvPr/>
        </p:nvSpPr>
        <p:spPr>
          <a:xfrm>
            <a:off x="1504851" y="1696542"/>
            <a:ext cx="3636764" cy="263525"/>
          </a:xfrm>
          <a:prstGeom prst="rect">
            <a:avLst/>
          </a:prstGeom>
          <a:noFill/>
          <a:ln/>
        </p:spPr>
        <p:txBody>
          <a:bodyPr wrap="none" lIns="0" tIns="0" rIns="0" bIns="0" rtlCol="0" anchor="t"/>
          <a:lstStyle/>
          <a:p>
            <a:pPr defTabSz="761970">
              <a:lnSpc>
                <a:spcPts val="2042"/>
              </a:lnSpc>
            </a:pPr>
            <a:r>
              <a:rPr lang="en-US" sz="1625" b="1">
                <a:solidFill>
                  <a:srgbClr val="000000"/>
                </a:solidFill>
                <a:latin typeface="Montserrat Bold" pitchFamily="34" charset="0"/>
                <a:ea typeface="Montserrat Bold" pitchFamily="34" charset="-122"/>
                <a:cs typeface="Montserrat Bold" pitchFamily="34" charset="-120"/>
              </a:rPr>
              <a:t>Build the Highest-Value Network</a:t>
            </a:r>
            <a:endParaRPr lang="en-US" sz="1625">
              <a:solidFill>
                <a:prstClr val="black"/>
              </a:solidFill>
              <a:latin typeface="Calibri" panose="020F0502020204030204"/>
            </a:endParaRPr>
          </a:p>
        </p:txBody>
      </p:sp>
      <p:sp>
        <p:nvSpPr>
          <p:cNvPr id="6" name="Text 2"/>
          <p:cNvSpPr/>
          <p:nvPr/>
        </p:nvSpPr>
        <p:spPr>
          <a:xfrm>
            <a:off x="1504851" y="2044402"/>
            <a:ext cx="5453658" cy="674787"/>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Create the Dallas-Fort Worth area's premier healthcare network that delivers exceptional quality care with market-leading pricing, setting the gold standard for value-based healthcare delivery.</a:t>
            </a:r>
            <a:endParaRPr lang="en-US" sz="1083">
              <a:solidFill>
                <a:prstClr val="black"/>
              </a:solidFill>
              <a:latin typeface="Calibri" panose="020F0502020204030204"/>
            </a:endParaRPr>
          </a:p>
        </p:txBody>
      </p:sp>
      <p:pic>
        <p:nvPicPr>
          <p:cNvPr id="7" name="Image 2" descr="preencoded.png"/>
          <p:cNvPicPr>
            <a:picLocks noChangeAspect="1"/>
          </p:cNvPicPr>
          <p:nvPr/>
        </p:nvPicPr>
        <p:blipFill>
          <a:blip r:embed="rId5"/>
          <a:stretch>
            <a:fillRect/>
          </a:stretch>
        </p:blipFill>
        <p:spPr>
          <a:xfrm>
            <a:off x="661492" y="2859683"/>
            <a:ext cx="702866" cy="1303635"/>
          </a:xfrm>
          <a:prstGeom prst="rect">
            <a:avLst/>
          </a:prstGeom>
        </p:spPr>
      </p:pic>
      <p:sp>
        <p:nvSpPr>
          <p:cNvPr id="8" name="Text 3"/>
          <p:cNvSpPr/>
          <p:nvPr/>
        </p:nvSpPr>
        <p:spPr>
          <a:xfrm>
            <a:off x="1504851" y="3000177"/>
            <a:ext cx="3496866" cy="263525"/>
          </a:xfrm>
          <a:prstGeom prst="rect">
            <a:avLst/>
          </a:prstGeom>
          <a:noFill/>
          <a:ln/>
        </p:spPr>
        <p:txBody>
          <a:bodyPr wrap="none" lIns="0" tIns="0" rIns="0" bIns="0" rtlCol="0" anchor="t"/>
          <a:lstStyle/>
          <a:p>
            <a:pPr defTabSz="761970">
              <a:lnSpc>
                <a:spcPts val="2042"/>
              </a:lnSpc>
            </a:pPr>
            <a:r>
              <a:rPr lang="en-US" sz="1625" b="1">
                <a:solidFill>
                  <a:srgbClr val="000000"/>
                </a:solidFill>
                <a:latin typeface="Montserrat Bold" pitchFamily="34" charset="0"/>
                <a:ea typeface="Montserrat Bold" pitchFamily="34" charset="-122"/>
                <a:cs typeface="Montserrat Bold" pitchFamily="34" charset="-120"/>
              </a:rPr>
              <a:t>Enable Fastest-Possible Growth</a:t>
            </a:r>
            <a:endParaRPr lang="en-US" sz="1625">
              <a:solidFill>
                <a:prstClr val="black"/>
              </a:solidFill>
              <a:latin typeface="Calibri" panose="020F0502020204030204"/>
            </a:endParaRPr>
          </a:p>
        </p:txBody>
      </p:sp>
      <p:sp>
        <p:nvSpPr>
          <p:cNvPr id="9" name="Text 4"/>
          <p:cNvSpPr/>
          <p:nvPr/>
        </p:nvSpPr>
        <p:spPr>
          <a:xfrm>
            <a:off x="1504851" y="3348037"/>
            <a:ext cx="5453658" cy="674787"/>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Leverage our proven methodologies and established SWHR relationships to accelerate network expansion, ensuring rapid market penetration and comprehensive coverage across the DFW metropolitan area.</a:t>
            </a:r>
            <a:endParaRPr lang="en-US" sz="1083">
              <a:solidFill>
                <a:prstClr val="black"/>
              </a:solidFill>
              <a:latin typeface="Calibri" panose="020F0502020204030204"/>
            </a:endParaRPr>
          </a:p>
        </p:txBody>
      </p:sp>
      <p:pic>
        <p:nvPicPr>
          <p:cNvPr id="10" name="Image 3" descr="preencoded.png"/>
          <p:cNvPicPr>
            <a:picLocks noChangeAspect="1"/>
          </p:cNvPicPr>
          <p:nvPr/>
        </p:nvPicPr>
        <p:blipFill>
          <a:blip r:embed="rId6"/>
          <a:stretch>
            <a:fillRect/>
          </a:stretch>
        </p:blipFill>
        <p:spPr>
          <a:xfrm>
            <a:off x="661492" y="4163318"/>
            <a:ext cx="702866" cy="1303635"/>
          </a:xfrm>
          <a:prstGeom prst="rect">
            <a:avLst/>
          </a:prstGeom>
        </p:spPr>
      </p:pic>
      <p:sp>
        <p:nvSpPr>
          <p:cNvPr id="11" name="Text 5"/>
          <p:cNvSpPr/>
          <p:nvPr/>
        </p:nvSpPr>
        <p:spPr>
          <a:xfrm>
            <a:off x="1504851" y="4303812"/>
            <a:ext cx="4296370" cy="263525"/>
          </a:xfrm>
          <a:prstGeom prst="rect">
            <a:avLst/>
          </a:prstGeom>
          <a:noFill/>
          <a:ln/>
        </p:spPr>
        <p:txBody>
          <a:bodyPr wrap="none" lIns="0" tIns="0" rIns="0" bIns="0" rtlCol="0" anchor="t"/>
          <a:lstStyle/>
          <a:p>
            <a:pPr defTabSz="761970">
              <a:lnSpc>
                <a:spcPts val="2042"/>
              </a:lnSpc>
            </a:pPr>
            <a:r>
              <a:rPr lang="en-US" sz="1625" b="1">
                <a:solidFill>
                  <a:srgbClr val="000000"/>
                </a:solidFill>
                <a:latin typeface="Montserrat Bold" pitchFamily="34" charset="0"/>
                <a:ea typeface="Montserrat Bold" pitchFamily="34" charset="-122"/>
                <a:cs typeface="Montserrat Bold" pitchFamily="34" charset="-120"/>
              </a:rPr>
              <a:t>Vault SWHR to Competitive Advantage</a:t>
            </a:r>
            <a:endParaRPr lang="en-US" sz="1625">
              <a:solidFill>
                <a:prstClr val="black"/>
              </a:solidFill>
              <a:latin typeface="Calibri" panose="020F0502020204030204"/>
            </a:endParaRPr>
          </a:p>
        </p:txBody>
      </p:sp>
      <p:sp>
        <p:nvSpPr>
          <p:cNvPr id="12" name="Text 6"/>
          <p:cNvSpPr/>
          <p:nvPr/>
        </p:nvSpPr>
        <p:spPr>
          <a:xfrm>
            <a:off x="1504851" y="4651672"/>
            <a:ext cx="5453658" cy="674787"/>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Position SWHR as the anchor and leader of this transformative network, creating sustainable competitive advantages that drive market leadership and long-term success.</a:t>
            </a:r>
            <a:endParaRPr lang="en-US" sz="1083">
              <a:solidFill>
                <a:prstClr val="black"/>
              </a:solidFill>
              <a:latin typeface="Calibri" panose="020F0502020204030204"/>
            </a:endParaRPr>
          </a:p>
        </p:txBody>
      </p:sp>
      <p:sp>
        <p:nvSpPr>
          <p:cNvPr id="13" name="Text 7"/>
          <p:cNvSpPr/>
          <p:nvPr/>
        </p:nvSpPr>
        <p:spPr>
          <a:xfrm>
            <a:off x="872332" y="5783263"/>
            <a:ext cx="6086178" cy="449858"/>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"Value is high-quality care at a great price – this principle guides every decision we make in network development and provider selection."</a:t>
            </a:r>
            <a:endParaRPr lang="en-US" sz="1083">
              <a:solidFill>
                <a:prstClr val="black"/>
              </a:solidFill>
              <a:latin typeface="Calibri" panose="020F0502020204030204"/>
            </a:endParaRPr>
          </a:p>
        </p:txBody>
      </p:sp>
      <p:pic>
        <p:nvPicPr>
          <p:cNvPr id="15" name="Picture 8">
            <a:extLst>
              <a:ext uri="{FF2B5EF4-FFF2-40B4-BE49-F238E27FC236}">
                <a16:creationId xmlns:a16="http://schemas.microsoft.com/office/drawing/2014/main" id="{AFF88FE9-88A1-4E42-32C1-E791C2A14FF8}"/>
              </a:ext>
            </a:extLst>
          </p:cNvPr>
          <p:cNvPicPr>
            <a:picLocks noChangeAspect="1"/>
          </p:cNvPicPr>
          <p:nvPr/>
        </p:nvPicPr>
        <p:blipFill>
          <a:blip r:embed="rId7"/>
          <a:stretch>
            <a:fillRect/>
          </a:stretch>
        </p:blipFill>
        <p:spPr>
          <a:xfrm>
            <a:off x="215574" y="6390110"/>
            <a:ext cx="1970364" cy="429898"/>
          </a:xfrm>
          <a:prstGeom prst="rect">
            <a:avLst/>
          </a:prstGeom>
        </p:spPr>
      </p:pic>
      <p:sp>
        <p:nvSpPr>
          <p:cNvPr id="16" name="Freeform 13">
            <a:extLst>
              <a:ext uri="{FF2B5EF4-FFF2-40B4-BE49-F238E27FC236}">
                <a16:creationId xmlns:a16="http://schemas.microsoft.com/office/drawing/2014/main" id="{A4BD55CC-38C3-DB80-2A5B-C71314C82E33}"/>
              </a:ext>
            </a:extLst>
          </p:cNvPr>
          <p:cNvSpPr/>
          <p:nvPr/>
        </p:nvSpPr>
        <p:spPr>
          <a:xfrm rot="16200000" flipV="1">
            <a:off x="5008035" y="4258065"/>
            <a:ext cx="180106" cy="5043829"/>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66564"/>
            <a:ext cx="7747993" cy="516732"/>
          </a:xfrm>
          <a:prstGeom prst="rect">
            <a:avLst/>
          </a:prstGeom>
          <a:noFill/>
          <a:ln/>
        </p:spPr>
        <p:txBody>
          <a:bodyPr wrap="none" lIns="0" tIns="0" rIns="0" bIns="0" rtlCol="0" anchor="t"/>
          <a:lstStyle/>
          <a:p>
            <a:pPr defTabSz="761970">
              <a:lnSpc>
                <a:spcPts val="4042"/>
              </a:lnSpc>
            </a:pPr>
            <a:r>
              <a:rPr lang="en-US" sz="3250" b="1">
                <a:solidFill>
                  <a:srgbClr val="000B2E"/>
                </a:solidFill>
                <a:latin typeface="Montserrat Bold" pitchFamily="34" charset="0"/>
                <a:ea typeface="Montserrat Bold" pitchFamily="34" charset="-122"/>
                <a:cs typeface="Montserrat Bold" pitchFamily="34" charset="-120"/>
              </a:rPr>
              <a:t>Networks Must Be Carefully Tended</a:t>
            </a:r>
            <a:endParaRPr lang="en-US" sz="3250">
              <a:solidFill>
                <a:prstClr val="black"/>
              </a:solidFill>
              <a:latin typeface="Calibri" panose="020F0502020204030204"/>
            </a:endParaRPr>
          </a:p>
        </p:txBody>
      </p:sp>
      <p:sp>
        <p:nvSpPr>
          <p:cNvPr id="5" name="Text 3"/>
          <p:cNvSpPr/>
          <p:nvPr/>
        </p:nvSpPr>
        <p:spPr>
          <a:xfrm>
            <a:off x="661492" y="3344168"/>
            <a:ext cx="3031133" cy="258465"/>
          </a:xfrm>
          <a:prstGeom prst="rect">
            <a:avLst/>
          </a:prstGeom>
          <a:noFill/>
          <a:ln/>
        </p:spPr>
        <p:txBody>
          <a:bodyPr wrap="none" lIns="0" tIns="0" rIns="0" bIns="0" rtlCol="0" anchor="t"/>
          <a:lstStyle/>
          <a:p>
            <a:pPr defTabSz="761970">
              <a:lnSpc>
                <a:spcPts val="2000"/>
              </a:lnSpc>
            </a:pPr>
            <a:r>
              <a:rPr lang="en-US" sz="1625" b="1">
                <a:solidFill>
                  <a:srgbClr val="000B2E"/>
                </a:solidFill>
                <a:latin typeface="Montserrat Bold" pitchFamily="34" charset="0"/>
                <a:ea typeface="Montserrat Bold" pitchFamily="34" charset="-122"/>
                <a:cs typeface="Montserrat Bold" pitchFamily="34" charset="-120"/>
              </a:rPr>
              <a:t>Our Management Approach</a:t>
            </a:r>
            <a:endParaRPr lang="en-US" sz="1625">
              <a:solidFill>
                <a:prstClr val="black"/>
              </a:solidFill>
              <a:latin typeface="Calibri" panose="020F0502020204030204"/>
            </a:endParaRPr>
          </a:p>
        </p:txBody>
      </p:sp>
      <p:sp>
        <p:nvSpPr>
          <p:cNvPr id="6" name="Text 4"/>
          <p:cNvSpPr/>
          <p:nvPr/>
        </p:nvSpPr>
        <p:spPr>
          <a:xfrm>
            <a:off x="661492" y="3767931"/>
            <a:ext cx="6360021" cy="264617"/>
          </a:xfrm>
          <a:prstGeom prst="rect">
            <a:avLst/>
          </a:prstGeom>
          <a:noFill/>
          <a:ln/>
        </p:spPr>
        <p:txBody>
          <a:bodyPr wrap="none" lIns="0" tIns="0" rIns="0" bIns="0" rtlCol="0" anchor="t"/>
          <a:lstStyle/>
          <a:p>
            <a:pPr marL="285739" indent="-285739" defTabSz="761970">
              <a:lnSpc>
                <a:spcPts val="2083"/>
              </a:lnSpc>
              <a:buSzPct val="100000"/>
              <a:buFontTx/>
              <a:buChar char="•"/>
            </a:pPr>
            <a:r>
              <a:rPr lang="en-US" sz="1292" b="1">
                <a:solidFill>
                  <a:srgbClr val="000000"/>
                </a:solidFill>
                <a:latin typeface="Inter" pitchFamily="34" charset="0"/>
                <a:ea typeface="Inter" pitchFamily="34" charset="-122"/>
                <a:cs typeface="Inter" pitchFamily="34" charset="-120"/>
              </a:rPr>
              <a:t>Yearly contracting cycles</a:t>
            </a:r>
            <a:r>
              <a:rPr lang="en-US" sz="1292">
                <a:solidFill>
                  <a:srgbClr val="000000"/>
                </a:solidFill>
                <a:latin typeface="Inter" pitchFamily="34" charset="0"/>
                <a:ea typeface="Inter" pitchFamily="34" charset="-122"/>
                <a:cs typeface="Inter" pitchFamily="34" charset="-120"/>
              </a:rPr>
              <a:t> – ensuring competitive rates and terms</a:t>
            </a:r>
            <a:endParaRPr lang="en-US" sz="1292">
              <a:solidFill>
                <a:prstClr val="black"/>
              </a:solidFill>
              <a:latin typeface="Calibri" panose="020F0502020204030204"/>
            </a:endParaRPr>
          </a:p>
        </p:txBody>
      </p:sp>
      <p:sp>
        <p:nvSpPr>
          <p:cNvPr id="7" name="Text 5"/>
          <p:cNvSpPr/>
          <p:nvPr/>
        </p:nvSpPr>
        <p:spPr>
          <a:xfrm>
            <a:off x="661492" y="4090392"/>
            <a:ext cx="6360021" cy="264617"/>
          </a:xfrm>
          <a:prstGeom prst="rect">
            <a:avLst/>
          </a:prstGeom>
          <a:noFill/>
          <a:ln/>
        </p:spPr>
        <p:txBody>
          <a:bodyPr wrap="none" lIns="0" tIns="0" rIns="0" bIns="0" rtlCol="0" anchor="t"/>
          <a:lstStyle/>
          <a:p>
            <a:pPr marL="285739" indent="-285739" defTabSz="761970">
              <a:lnSpc>
                <a:spcPts val="2083"/>
              </a:lnSpc>
              <a:buSzPct val="100000"/>
              <a:buFontTx/>
              <a:buChar char="•"/>
            </a:pPr>
            <a:r>
              <a:rPr lang="en-US" sz="1292" b="1">
                <a:solidFill>
                  <a:srgbClr val="000000"/>
                </a:solidFill>
                <a:latin typeface="Inter" pitchFamily="34" charset="0"/>
                <a:ea typeface="Inter" pitchFamily="34" charset="-122"/>
                <a:cs typeface="Inter" pitchFamily="34" charset="-120"/>
              </a:rPr>
              <a:t>Network integrity monitoring</a:t>
            </a:r>
            <a:r>
              <a:rPr lang="en-US" sz="1292">
                <a:solidFill>
                  <a:srgbClr val="000000"/>
                </a:solidFill>
                <a:latin typeface="Inter" pitchFamily="34" charset="0"/>
                <a:ea typeface="Inter" pitchFamily="34" charset="-122"/>
                <a:cs typeface="Inter" pitchFamily="34" charset="-120"/>
              </a:rPr>
              <a:t> – maintaining quality and access standards</a:t>
            </a:r>
            <a:endParaRPr lang="en-US" sz="1292">
              <a:solidFill>
                <a:prstClr val="black"/>
              </a:solidFill>
              <a:latin typeface="Calibri" panose="020F0502020204030204"/>
            </a:endParaRPr>
          </a:p>
        </p:txBody>
      </p:sp>
      <p:sp>
        <p:nvSpPr>
          <p:cNvPr id="8" name="Text 6"/>
          <p:cNvSpPr/>
          <p:nvPr/>
        </p:nvSpPr>
        <p:spPr>
          <a:xfrm>
            <a:off x="661492" y="4412853"/>
            <a:ext cx="6360021" cy="264617"/>
          </a:xfrm>
          <a:prstGeom prst="rect">
            <a:avLst/>
          </a:prstGeom>
          <a:noFill/>
          <a:ln/>
        </p:spPr>
        <p:txBody>
          <a:bodyPr wrap="none" lIns="0" tIns="0" rIns="0" bIns="0" rtlCol="0" anchor="t"/>
          <a:lstStyle/>
          <a:p>
            <a:pPr marL="285739" indent="-285739" defTabSz="761970">
              <a:lnSpc>
                <a:spcPts val="2083"/>
              </a:lnSpc>
              <a:buSzPct val="100000"/>
              <a:buFontTx/>
              <a:buChar char="•"/>
            </a:pPr>
            <a:r>
              <a:rPr lang="en-US" sz="1292" b="1">
                <a:solidFill>
                  <a:srgbClr val="000000"/>
                </a:solidFill>
                <a:latin typeface="Inter" pitchFamily="34" charset="0"/>
                <a:ea typeface="Inter" pitchFamily="34" charset="-122"/>
                <a:cs typeface="Inter" pitchFamily="34" charset="-120"/>
              </a:rPr>
              <a:t>Provider relations management</a:t>
            </a:r>
            <a:r>
              <a:rPr lang="en-US" sz="1292">
                <a:solidFill>
                  <a:srgbClr val="000000"/>
                </a:solidFill>
                <a:latin typeface="Inter" pitchFamily="34" charset="0"/>
                <a:ea typeface="Inter" pitchFamily="34" charset="-122"/>
                <a:cs typeface="Inter" pitchFamily="34" charset="-120"/>
              </a:rPr>
              <a:t> – fostering strong, productive partnerships</a:t>
            </a:r>
            <a:endParaRPr lang="en-US" sz="1292">
              <a:solidFill>
                <a:prstClr val="black"/>
              </a:solidFill>
              <a:latin typeface="Calibri" panose="020F0502020204030204"/>
            </a:endParaRPr>
          </a:p>
        </p:txBody>
      </p:sp>
      <p:sp>
        <p:nvSpPr>
          <p:cNvPr id="9" name="Text 7"/>
          <p:cNvSpPr/>
          <p:nvPr/>
        </p:nvSpPr>
        <p:spPr>
          <a:xfrm>
            <a:off x="661492" y="4735314"/>
            <a:ext cx="6360021" cy="529233"/>
          </a:xfrm>
          <a:prstGeom prst="rect">
            <a:avLst/>
          </a:prstGeom>
          <a:noFill/>
          <a:ln/>
        </p:spPr>
        <p:txBody>
          <a:bodyPr wrap="square" lIns="0" tIns="0" rIns="0" bIns="0" rtlCol="0" anchor="t"/>
          <a:lstStyle/>
          <a:p>
            <a:pPr marL="285739" indent="-285739" defTabSz="761970">
              <a:lnSpc>
                <a:spcPts val="2083"/>
              </a:lnSpc>
              <a:buSzPct val="100000"/>
              <a:buFontTx/>
              <a:buChar char="•"/>
            </a:pPr>
            <a:r>
              <a:rPr lang="en-US" sz="1292" b="1">
                <a:solidFill>
                  <a:srgbClr val="000000"/>
                </a:solidFill>
                <a:latin typeface="Inter" pitchFamily="34" charset="0"/>
                <a:ea typeface="Inter" pitchFamily="34" charset="-122"/>
                <a:cs typeface="Inter" pitchFamily="34" charset="-120"/>
              </a:rPr>
              <a:t>Performance analytics</a:t>
            </a:r>
            <a:r>
              <a:rPr lang="en-US" sz="1292">
                <a:solidFill>
                  <a:srgbClr val="000000"/>
                </a:solidFill>
                <a:latin typeface="Inter" pitchFamily="34" charset="0"/>
                <a:ea typeface="Inter" pitchFamily="34" charset="-122"/>
                <a:cs typeface="Inter" pitchFamily="34" charset="-120"/>
              </a:rPr>
              <a:t> – continuous improvement through data-driven insights</a:t>
            </a:r>
            <a:endParaRPr lang="en-US" sz="1292">
              <a:solidFill>
                <a:prstClr val="black"/>
              </a:solidFill>
              <a:latin typeface="Calibri" panose="020F0502020204030204"/>
            </a:endParaRPr>
          </a:p>
        </p:txBody>
      </p:sp>
      <p:sp>
        <p:nvSpPr>
          <p:cNvPr id="10" name="Text 8"/>
          <p:cNvSpPr/>
          <p:nvPr/>
        </p:nvSpPr>
        <p:spPr>
          <a:xfrm>
            <a:off x="661492" y="5413375"/>
            <a:ext cx="6360021" cy="529233"/>
          </a:xfrm>
          <a:prstGeom prst="rect">
            <a:avLst/>
          </a:prstGeom>
          <a:noFill/>
          <a:ln/>
        </p:spPr>
        <p:txBody>
          <a:bodyPr wrap="square" lIns="0" tIns="0" rIns="0" bIns="0" rtlCol="0" anchor="t"/>
          <a:lstStyle/>
          <a:p>
            <a:pPr defTabSz="761970">
              <a:lnSpc>
                <a:spcPts val="2083"/>
              </a:lnSpc>
            </a:pPr>
            <a:r>
              <a:rPr lang="en-US" sz="1292">
                <a:solidFill>
                  <a:srgbClr val="024693"/>
                </a:solidFill>
                <a:latin typeface="Inter" pitchFamily="34" charset="0"/>
                <a:ea typeface="Inter" pitchFamily="34" charset="-122"/>
                <a:cs typeface="Inter" pitchFamily="34" charset="-120"/>
              </a:rPr>
              <a:t>We manage all the tending always in cooperation with the sponsoring provider organization.</a:t>
            </a:r>
            <a:endParaRPr lang="en-US" sz="1292">
              <a:solidFill>
                <a:prstClr val="black"/>
              </a:solidFill>
              <a:latin typeface="Calibri" panose="020F0502020204030204"/>
            </a:endParaRPr>
          </a:p>
        </p:txBody>
      </p:sp>
      <p:pic>
        <p:nvPicPr>
          <p:cNvPr id="11" name="Image 0" descr="preencoded.png"/>
          <p:cNvPicPr>
            <a:picLocks noChangeAspect="1"/>
          </p:cNvPicPr>
          <p:nvPr/>
        </p:nvPicPr>
        <p:blipFill>
          <a:blip r:embed="rId3"/>
          <a:stretch>
            <a:fillRect/>
          </a:stretch>
        </p:blipFill>
        <p:spPr>
          <a:xfrm>
            <a:off x="7431286" y="1717378"/>
            <a:ext cx="4105473" cy="4105473"/>
          </a:xfrm>
          <a:prstGeom prst="rect">
            <a:avLst/>
          </a:prstGeom>
        </p:spPr>
      </p:pic>
      <p:pic>
        <p:nvPicPr>
          <p:cNvPr id="12" name="Picture 8">
            <a:extLst>
              <a:ext uri="{FF2B5EF4-FFF2-40B4-BE49-F238E27FC236}">
                <a16:creationId xmlns:a16="http://schemas.microsoft.com/office/drawing/2014/main" id="{D004ABB9-644C-ABA5-E46D-B8063360C28D}"/>
              </a:ext>
            </a:extLst>
          </p:cNvPr>
          <p:cNvPicPr>
            <a:picLocks noChangeAspect="1"/>
          </p:cNvPicPr>
          <p:nvPr/>
        </p:nvPicPr>
        <p:blipFill>
          <a:blip r:embed="rId4"/>
          <a:stretch>
            <a:fillRect/>
          </a:stretch>
        </p:blipFill>
        <p:spPr>
          <a:xfrm>
            <a:off x="215573" y="6356350"/>
            <a:ext cx="2125097" cy="463658"/>
          </a:xfrm>
          <a:prstGeom prst="rect">
            <a:avLst/>
          </a:prstGeom>
        </p:spPr>
      </p:pic>
      <p:sp>
        <p:nvSpPr>
          <p:cNvPr id="13" name="Freeform 13">
            <a:extLst>
              <a:ext uri="{FF2B5EF4-FFF2-40B4-BE49-F238E27FC236}">
                <a16:creationId xmlns:a16="http://schemas.microsoft.com/office/drawing/2014/main" id="{DE3BA688-DCA6-608B-9C11-1960A5B6537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4" name="Text 1">
            <a:extLst>
              <a:ext uri="{FF2B5EF4-FFF2-40B4-BE49-F238E27FC236}">
                <a16:creationId xmlns:a16="http://schemas.microsoft.com/office/drawing/2014/main" id="{2BBBDC96-0F1F-F8A1-D1D3-8F1736C0F53D}"/>
              </a:ext>
            </a:extLst>
          </p:cNvPr>
          <p:cNvSpPr/>
          <p:nvPr/>
        </p:nvSpPr>
        <p:spPr>
          <a:xfrm>
            <a:off x="686976" y="1570609"/>
            <a:ext cx="6564851" cy="620118"/>
          </a:xfrm>
          <a:prstGeom prst="rect">
            <a:avLst/>
          </a:prstGeom>
          <a:noFill/>
          <a:ln/>
        </p:spPr>
        <p:txBody>
          <a:bodyPr wrap="square" lIns="0" tIns="0" rIns="0" bIns="0" rtlCol="0" anchor="t"/>
          <a:lstStyle/>
          <a:p>
            <a:pPr defTabSz="761970">
              <a:lnSpc>
                <a:spcPts val="2417"/>
              </a:lnSpc>
            </a:pPr>
            <a:r>
              <a:rPr lang="en-US" sz="1917" b="1">
                <a:solidFill>
                  <a:srgbClr val="000B2E"/>
                </a:solidFill>
                <a:latin typeface="Montserrat Bold" pitchFamily="34" charset="0"/>
                <a:ea typeface="Montserrat Bold" pitchFamily="34" charset="-122"/>
                <a:cs typeface="Montserrat Bold" pitchFamily="34" charset="-120"/>
              </a:rPr>
              <a:t>Proven Network Leadership</a:t>
            </a:r>
            <a:endParaRPr lang="en-US" sz="1917">
              <a:solidFill>
                <a:prstClr val="black"/>
              </a:solidFill>
              <a:latin typeface="Calibri" panose="020F0502020204030204"/>
            </a:endParaRPr>
          </a:p>
        </p:txBody>
      </p:sp>
      <p:sp>
        <p:nvSpPr>
          <p:cNvPr id="15" name="Text 7">
            <a:extLst>
              <a:ext uri="{FF2B5EF4-FFF2-40B4-BE49-F238E27FC236}">
                <a16:creationId xmlns:a16="http://schemas.microsoft.com/office/drawing/2014/main" id="{F7AA3C82-966F-98C9-64E7-F0ECB3B05B95}"/>
              </a:ext>
            </a:extLst>
          </p:cNvPr>
          <p:cNvSpPr/>
          <p:nvPr/>
        </p:nvSpPr>
        <p:spPr>
          <a:xfrm>
            <a:off x="686976" y="1925467"/>
            <a:ext cx="6564851" cy="1058466"/>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Our leadership team brings unparalleled depth of experience to healthcare network management and strategic development.</a:t>
            </a:r>
            <a:endParaRPr lang="en-US" sz="1292">
              <a:solidFill>
                <a:prstClr val="black"/>
              </a:solidFill>
              <a:latin typeface="Calibri" panose="020F0502020204030204"/>
            </a:endParaRPr>
          </a:p>
        </p:txBody>
      </p:sp>
      <p:sp>
        <p:nvSpPr>
          <p:cNvPr id="16" name="Text 8">
            <a:extLst>
              <a:ext uri="{FF2B5EF4-FFF2-40B4-BE49-F238E27FC236}">
                <a16:creationId xmlns:a16="http://schemas.microsoft.com/office/drawing/2014/main" id="{348CDA39-9DC6-6A85-DC5C-693ED3364C86}"/>
              </a:ext>
            </a:extLst>
          </p:cNvPr>
          <p:cNvSpPr/>
          <p:nvPr/>
        </p:nvSpPr>
        <p:spPr>
          <a:xfrm>
            <a:off x="686976" y="2501049"/>
            <a:ext cx="6564851" cy="1323082"/>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Each team member has over 25 years of hands-on experience in healthcare network operations, provider relations, strategic planning and contracting.</a:t>
            </a:r>
            <a:endParaRPr lang="en-US" sz="1292">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48394"/>
            <a:ext cx="10869018" cy="1033463"/>
          </a:xfrm>
          <a:prstGeom prst="rect">
            <a:avLst/>
          </a:prstGeom>
          <a:noFill/>
          <a:ln/>
        </p:spPr>
        <p:txBody>
          <a:bodyPr wrap="square" lIns="0" tIns="0" rIns="0" bIns="0" rtlCol="0" anchor="t"/>
          <a:lstStyle/>
          <a:p>
            <a:pPr defTabSz="761970">
              <a:lnSpc>
                <a:spcPts val="4042"/>
              </a:lnSpc>
            </a:pPr>
            <a:r>
              <a:rPr lang="en-US" sz="3250" b="1">
                <a:solidFill>
                  <a:srgbClr val="000B2E"/>
                </a:solidFill>
                <a:latin typeface="Montserrat Bold" pitchFamily="34" charset="0"/>
                <a:ea typeface="Montserrat Bold" pitchFamily="34" charset="-122"/>
                <a:cs typeface="Montserrat Bold" pitchFamily="34" charset="-120"/>
              </a:rPr>
              <a:t>Vehicle for Approving Network Changes: </a:t>
            </a:r>
          </a:p>
          <a:p>
            <a:pPr defTabSz="761970">
              <a:lnSpc>
                <a:spcPts val="4042"/>
              </a:lnSpc>
            </a:pPr>
            <a:r>
              <a:rPr lang="en-US" sz="3250" b="1">
                <a:solidFill>
                  <a:srgbClr val="000B2E"/>
                </a:solidFill>
                <a:latin typeface="Montserrat Bold" pitchFamily="34" charset="0"/>
                <a:ea typeface="Montserrat Bold" pitchFamily="34" charset="-122"/>
                <a:cs typeface="Montserrat Bold" pitchFamily="34" charset="-120"/>
              </a:rPr>
              <a:t>Touch Point Meetings</a:t>
            </a:r>
            <a:endParaRPr lang="en-US" sz="3250">
              <a:solidFill>
                <a:prstClr val="black"/>
              </a:solidFill>
              <a:latin typeface="Calibri" panose="020F0502020204030204"/>
            </a:endParaRPr>
          </a:p>
        </p:txBody>
      </p:sp>
      <p:sp>
        <p:nvSpPr>
          <p:cNvPr id="3" name="Text 1"/>
          <p:cNvSpPr/>
          <p:nvPr/>
        </p:nvSpPr>
        <p:spPr>
          <a:xfrm>
            <a:off x="661492" y="2012554"/>
            <a:ext cx="10869018" cy="529233"/>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Regular touchpoint meetings serve as the strategic command center for network development, ensuring every addition aligns with organizational goals and market needs.</a:t>
            </a:r>
            <a:endParaRPr lang="en-US" sz="1292">
              <a:solidFill>
                <a:prstClr val="black"/>
              </a:solidFill>
              <a:latin typeface="Calibri" panose="020F0502020204030204"/>
            </a:endParaRPr>
          </a:p>
        </p:txBody>
      </p:sp>
      <p:sp>
        <p:nvSpPr>
          <p:cNvPr id="4" name="Text 2"/>
          <p:cNvSpPr/>
          <p:nvPr/>
        </p:nvSpPr>
        <p:spPr>
          <a:xfrm>
            <a:off x="661492" y="2727821"/>
            <a:ext cx="165298" cy="206673"/>
          </a:xfrm>
          <a:prstGeom prst="rect">
            <a:avLst/>
          </a:prstGeom>
          <a:noFill/>
          <a:ln/>
        </p:spPr>
        <p:txBody>
          <a:bodyPr wrap="none" lIns="0" tIns="0" rIns="0" bIns="0" rtlCol="0" anchor="t"/>
          <a:lstStyle/>
          <a:p>
            <a:pPr defTabSz="761970">
              <a:lnSpc>
                <a:spcPts val="2083"/>
              </a:lnSpc>
            </a:pPr>
            <a:r>
              <a:rPr lang="en-US" sz="1292">
                <a:solidFill>
                  <a:srgbClr val="000000"/>
                </a:solidFill>
                <a:latin typeface="Montserrat Light" pitchFamily="34" charset="0"/>
                <a:ea typeface="Montserrat Light" pitchFamily="34" charset="-122"/>
                <a:cs typeface="Montserrat Light" pitchFamily="34" charset="-120"/>
              </a:rPr>
              <a:t>01</a:t>
            </a:r>
            <a:endParaRPr lang="en-US" sz="1292">
              <a:solidFill>
                <a:prstClr val="black"/>
              </a:solidFill>
              <a:latin typeface="Calibri" panose="020F0502020204030204"/>
            </a:endParaRPr>
          </a:p>
        </p:txBody>
      </p:sp>
      <p:sp>
        <p:nvSpPr>
          <p:cNvPr id="5" name="Shape 3"/>
          <p:cNvSpPr/>
          <p:nvPr/>
        </p:nvSpPr>
        <p:spPr>
          <a:xfrm>
            <a:off x="661492" y="2989758"/>
            <a:ext cx="3512741" cy="19050"/>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6" name="Text 4"/>
          <p:cNvSpPr/>
          <p:nvPr/>
        </p:nvSpPr>
        <p:spPr>
          <a:xfrm>
            <a:off x="661492" y="3110508"/>
            <a:ext cx="2067421" cy="258465"/>
          </a:xfrm>
          <a:prstGeom prst="rect">
            <a:avLst/>
          </a:prstGeom>
          <a:noFill/>
          <a:ln/>
        </p:spPr>
        <p:txBody>
          <a:bodyPr wrap="none" lIns="0" tIns="0" rIns="0" bIns="0" rtlCol="0" anchor="t"/>
          <a:lstStyle/>
          <a:p>
            <a:pPr defTabSz="761970">
              <a:lnSpc>
                <a:spcPts val="2000"/>
              </a:lnSpc>
            </a:pPr>
            <a:r>
              <a:rPr lang="en-US" sz="1625" b="1">
                <a:solidFill>
                  <a:srgbClr val="000000"/>
                </a:solidFill>
                <a:latin typeface="Montserrat Bold" pitchFamily="34" charset="0"/>
                <a:ea typeface="Montserrat Bold" pitchFamily="34" charset="-122"/>
                <a:cs typeface="Montserrat Bold" pitchFamily="34" charset="-120"/>
              </a:rPr>
              <a:t>Network Analysis</a:t>
            </a:r>
            <a:endParaRPr lang="en-US" sz="1625">
              <a:solidFill>
                <a:prstClr val="black"/>
              </a:solidFill>
              <a:latin typeface="Calibri" panose="020F0502020204030204"/>
            </a:endParaRPr>
          </a:p>
        </p:txBody>
      </p:sp>
      <p:sp>
        <p:nvSpPr>
          <p:cNvPr id="7" name="Text 5"/>
          <p:cNvSpPr/>
          <p:nvPr/>
        </p:nvSpPr>
        <p:spPr>
          <a:xfrm>
            <a:off x="661492" y="3468192"/>
            <a:ext cx="3512741" cy="1058466"/>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Comprehensive evaluation of current network gaps, utilization patterns, and performance metrics to identify strategic opportunities.</a:t>
            </a:r>
            <a:endParaRPr lang="en-US" sz="1292">
              <a:solidFill>
                <a:prstClr val="black"/>
              </a:solidFill>
              <a:latin typeface="Calibri" panose="020F0502020204030204"/>
            </a:endParaRPr>
          </a:p>
        </p:txBody>
      </p:sp>
      <p:sp>
        <p:nvSpPr>
          <p:cNvPr id="8" name="Text 6"/>
          <p:cNvSpPr/>
          <p:nvPr/>
        </p:nvSpPr>
        <p:spPr>
          <a:xfrm>
            <a:off x="4339531" y="2727821"/>
            <a:ext cx="165298" cy="206673"/>
          </a:xfrm>
          <a:prstGeom prst="rect">
            <a:avLst/>
          </a:prstGeom>
          <a:noFill/>
          <a:ln/>
        </p:spPr>
        <p:txBody>
          <a:bodyPr wrap="none" lIns="0" tIns="0" rIns="0" bIns="0" rtlCol="0" anchor="t"/>
          <a:lstStyle/>
          <a:p>
            <a:pPr defTabSz="761970">
              <a:lnSpc>
                <a:spcPts val="2083"/>
              </a:lnSpc>
            </a:pPr>
            <a:r>
              <a:rPr lang="en-US" sz="1292">
                <a:solidFill>
                  <a:srgbClr val="000000"/>
                </a:solidFill>
                <a:latin typeface="Montserrat Light" pitchFamily="34" charset="0"/>
                <a:ea typeface="Montserrat Light" pitchFamily="34" charset="-122"/>
                <a:cs typeface="Montserrat Light" pitchFamily="34" charset="-120"/>
              </a:rPr>
              <a:t>02</a:t>
            </a:r>
            <a:endParaRPr lang="en-US" sz="1292">
              <a:solidFill>
                <a:prstClr val="black"/>
              </a:solidFill>
              <a:latin typeface="Calibri" panose="020F0502020204030204"/>
            </a:endParaRPr>
          </a:p>
        </p:txBody>
      </p:sp>
      <p:sp>
        <p:nvSpPr>
          <p:cNvPr id="9" name="Shape 7"/>
          <p:cNvSpPr/>
          <p:nvPr/>
        </p:nvSpPr>
        <p:spPr>
          <a:xfrm>
            <a:off x="4339531" y="2989758"/>
            <a:ext cx="3512840" cy="19050"/>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10" name="Text 8"/>
          <p:cNvSpPr/>
          <p:nvPr/>
        </p:nvSpPr>
        <p:spPr>
          <a:xfrm>
            <a:off x="4339531" y="3110508"/>
            <a:ext cx="2427585" cy="258465"/>
          </a:xfrm>
          <a:prstGeom prst="rect">
            <a:avLst/>
          </a:prstGeom>
          <a:noFill/>
          <a:ln/>
        </p:spPr>
        <p:txBody>
          <a:bodyPr wrap="none" lIns="0" tIns="0" rIns="0" bIns="0" rtlCol="0" anchor="t"/>
          <a:lstStyle/>
          <a:p>
            <a:pPr defTabSz="761970">
              <a:lnSpc>
                <a:spcPts val="2000"/>
              </a:lnSpc>
            </a:pPr>
            <a:r>
              <a:rPr lang="en-US" sz="1625" b="1">
                <a:solidFill>
                  <a:srgbClr val="000000"/>
                </a:solidFill>
                <a:latin typeface="Montserrat Bold" pitchFamily="34" charset="0"/>
                <a:ea typeface="Montserrat Bold" pitchFamily="34" charset="-122"/>
                <a:cs typeface="Montserrat Bold" pitchFamily="34" charset="-120"/>
              </a:rPr>
              <a:t>Stakeholder Feedback</a:t>
            </a:r>
            <a:endParaRPr lang="en-US" sz="1625">
              <a:solidFill>
                <a:prstClr val="black"/>
              </a:solidFill>
              <a:latin typeface="Calibri" panose="020F0502020204030204"/>
            </a:endParaRPr>
          </a:p>
        </p:txBody>
      </p:sp>
      <p:sp>
        <p:nvSpPr>
          <p:cNvPr id="11" name="Text 9"/>
          <p:cNvSpPr/>
          <p:nvPr/>
        </p:nvSpPr>
        <p:spPr>
          <a:xfrm>
            <a:off x="4339531" y="3468192"/>
            <a:ext cx="3512840" cy="1058466"/>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Regular collection and analysis of feedback from employers, brokers, and members to ensure network meets real-world needs and expectations.</a:t>
            </a:r>
            <a:endParaRPr lang="en-US" sz="1292">
              <a:solidFill>
                <a:prstClr val="black"/>
              </a:solidFill>
              <a:latin typeface="Calibri" panose="020F0502020204030204"/>
            </a:endParaRPr>
          </a:p>
        </p:txBody>
      </p:sp>
      <p:sp>
        <p:nvSpPr>
          <p:cNvPr id="12" name="Text 10"/>
          <p:cNvSpPr/>
          <p:nvPr/>
        </p:nvSpPr>
        <p:spPr>
          <a:xfrm>
            <a:off x="8017669" y="2727821"/>
            <a:ext cx="165298" cy="206673"/>
          </a:xfrm>
          <a:prstGeom prst="rect">
            <a:avLst/>
          </a:prstGeom>
          <a:noFill/>
          <a:ln/>
        </p:spPr>
        <p:txBody>
          <a:bodyPr wrap="none" lIns="0" tIns="0" rIns="0" bIns="0" rtlCol="0" anchor="t"/>
          <a:lstStyle/>
          <a:p>
            <a:pPr defTabSz="761970">
              <a:lnSpc>
                <a:spcPts val="2083"/>
              </a:lnSpc>
            </a:pPr>
            <a:r>
              <a:rPr lang="en-US" sz="1292">
                <a:solidFill>
                  <a:srgbClr val="000000"/>
                </a:solidFill>
                <a:latin typeface="Montserrat Light" pitchFamily="34" charset="0"/>
                <a:ea typeface="Montserrat Light" pitchFamily="34" charset="-122"/>
                <a:cs typeface="Montserrat Light" pitchFamily="34" charset="-120"/>
              </a:rPr>
              <a:t>03</a:t>
            </a:r>
            <a:endParaRPr lang="en-US" sz="1292">
              <a:solidFill>
                <a:prstClr val="black"/>
              </a:solidFill>
              <a:latin typeface="Calibri" panose="020F0502020204030204"/>
            </a:endParaRPr>
          </a:p>
        </p:txBody>
      </p:sp>
      <p:sp>
        <p:nvSpPr>
          <p:cNvPr id="13" name="Shape 11"/>
          <p:cNvSpPr/>
          <p:nvPr/>
        </p:nvSpPr>
        <p:spPr>
          <a:xfrm>
            <a:off x="8017670" y="2989758"/>
            <a:ext cx="3512741" cy="19050"/>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14" name="Text 12"/>
          <p:cNvSpPr/>
          <p:nvPr/>
        </p:nvSpPr>
        <p:spPr>
          <a:xfrm>
            <a:off x="8017670" y="3110508"/>
            <a:ext cx="2067421" cy="258465"/>
          </a:xfrm>
          <a:prstGeom prst="rect">
            <a:avLst/>
          </a:prstGeom>
          <a:noFill/>
          <a:ln/>
        </p:spPr>
        <p:txBody>
          <a:bodyPr wrap="none" lIns="0" tIns="0" rIns="0" bIns="0" rtlCol="0" anchor="t"/>
          <a:lstStyle/>
          <a:p>
            <a:pPr defTabSz="761970">
              <a:lnSpc>
                <a:spcPts val="2000"/>
              </a:lnSpc>
            </a:pPr>
            <a:r>
              <a:rPr lang="en-US" sz="1625" b="1">
                <a:solidFill>
                  <a:srgbClr val="000000"/>
                </a:solidFill>
                <a:latin typeface="Montserrat Bold" pitchFamily="34" charset="0"/>
                <a:ea typeface="Montserrat Bold" pitchFamily="34" charset="-122"/>
                <a:cs typeface="Montserrat Bold" pitchFamily="34" charset="-120"/>
              </a:rPr>
              <a:t>Option Review</a:t>
            </a:r>
            <a:endParaRPr lang="en-US" sz="1625">
              <a:solidFill>
                <a:prstClr val="black"/>
              </a:solidFill>
              <a:latin typeface="Calibri" panose="020F0502020204030204"/>
            </a:endParaRPr>
          </a:p>
        </p:txBody>
      </p:sp>
      <p:sp>
        <p:nvSpPr>
          <p:cNvPr id="15" name="Text 13"/>
          <p:cNvSpPr/>
          <p:nvPr/>
        </p:nvSpPr>
        <p:spPr>
          <a:xfrm>
            <a:off x="8017670" y="3468192"/>
            <a:ext cx="3512741" cy="793849"/>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Systematic evaluation of potential provider additions, considering clinical quality, geographic coverage, and financial impact.</a:t>
            </a:r>
            <a:endParaRPr lang="en-US" sz="1292">
              <a:solidFill>
                <a:prstClr val="black"/>
              </a:solidFill>
              <a:latin typeface="Calibri" panose="020F0502020204030204"/>
            </a:endParaRPr>
          </a:p>
        </p:txBody>
      </p:sp>
      <p:sp>
        <p:nvSpPr>
          <p:cNvPr id="16" name="Text 14"/>
          <p:cNvSpPr/>
          <p:nvPr/>
        </p:nvSpPr>
        <p:spPr>
          <a:xfrm>
            <a:off x="661492" y="4815979"/>
            <a:ext cx="165298" cy="206673"/>
          </a:xfrm>
          <a:prstGeom prst="rect">
            <a:avLst/>
          </a:prstGeom>
          <a:noFill/>
          <a:ln/>
        </p:spPr>
        <p:txBody>
          <a:bodyPr wrap="none" lIns="0" tIns="0" rIns="0" bIns="0" rtlCol="0" anchor="t"/>
          <a:lstStyle/>
          <a:p>
            <a:pPr defTabSz="761970">
              <a:lnSpc>
                <a:spcPts val="2083"/>
              </a:lnSpc>
            </a:pPr>
            <a:r>
              <a:rPr lang="en-US" sz="1292">
                <a:solidFill>
                  <a:srgbClr val="000000"/>
                </a:solidFill>
                <a:latin typeface="Montserrat Light" pitchFamily="34" charset="0"/>
                <a:ea typeface="Montserrat Light" pitchFamily="34" charset="-122"/>
                <a:cs typeface="Montserrat Light" pitchFamily="34" charset="-120"/>
              </a:rPr>
              <a:t>04</a:t>
            </a:r>
            <a:endParaRPr lang="en-US" sz="1292">
              <a:solidFill>
                <a:prstClr val="black"/>
              </a:solidFill>
              <a:latin typeface="Calibri" panose="020F0502020204030204"/>
            </a:endParaRPr>
          </a:p>
        </p:txBody>
      </p:sp>
      <p:sp>
        <p:nvSpPr>
          <p:cNvPr id="17" name="Shape 15"/>
          <p:cNvSpPr/>
          <p:nvPr/>
        </p:nvSpPr>
        <p:spPr>
          <a:xfrm>
            <a:off x="661492" y="5077917"/>
            <a:ext cx="5351760" cy="19050"/>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18" name="Text 16"/>
          <p:cNvSpPr/>
          <p:nvPr/>
        </p:nvSpPr>
        <p:spPr>
          <a:xfrm>
            <a:off x="661492" y="5198666"/>
            <a:ext cx="3092053" cy="258465"/>
          </a:xfrm>
          <a:prstGeom prst="rect">
            <a:avLst/>
          </a:prstGeom>
          <a:noFill/>
          <a:ln/>
        </p:spPr>
        <p:txBody>
          <a:bodyPr wrap="none" lIns="0" tIns="0" rIns="0" bIns="0" rtlCol="0" anchor="t"/>
          <a:lstStyle/>
          <a:p>
            <a:pPr defTabSz="761970">
              <a:lnSpc>
                <a:spcPts val="2000"/>
              </a:lnSpc>
            </a:pPr>
            <a:r>
              <a:rPr lang="en-US" sz="1625" b="1">
                <a:solidFill>
                  <a:srgbClr val="000000"/>
                </a:solidFill>
                <a:latin typeface="Montserrat Bold" pitchFamily="34" charset="0"/>
                <a:ea typeface="Montserrat Bold" pitchFamily="34" charset="-122"/>
                <a:cs typeface="Montserrat Bold" pitchFamily="34" charset="-120"/>
              </a:rPr>
              <a:t>Strategic Recommendations</a:t>
            </a:r>
            <a:endParaRPr lang="en-US" sz="1625">
              <a:solidFill>
                <a:prstClr val="black"/>
              </a:solidFill>
              <a:latin typeface="Calibri" panose="020F0502020204030204"/>
            </a:endParaRPr>
          </a:p>
        </p:txBody>
      </p:sp>
      <p:sp>
        <p:nvSpPr>
          <p:cNvPr id="19" name="Text 17"/>
          <p:cNvSpPr/>
          <p:nvPr/>
        </p:nvSpPr>
        <p:spPr>
          <a:xfrm>
            <a:off x="661492" y="5556349"/>
            <a:ext cx="5351760" cy="529233"/>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Data-driven recommendations presented to leadership for informed decision-making on network expansion and optimization.</a:t>
            </a:r>
            <a:endParaRPr lang="en-US" sz="1292">
              <a:solidFill>
                <a:prstClr val="black"/>
              </a:solidFill>
              <a:latin typeface="Calibri" panose="020F0502020204030204"/>
            </a:endParaRPr>
          </a:p>
        </p:txBody>
      </p:sp>
      <p:sp>
        <p:nvSpPr>
          <p:cNvPr id="20" name="Text 18"/>
          <p:cNvSpPr/>
          <p:nvPr/>
        </p:nvSpPr>
        <p:spPr>
          <a:xfrm>
            <a:off x="6178550" y="4815979"/>
            <a:ext cx="165298" cy="206673"/>
          </a:xfrm>
          <a:prstGeom prst="rect">
            <a:avLst/>
          </a:prstGeom>
          <a:noFill/>
          <a:ln/>
        </p:spPr>
        <p:txBody>
          <a:bodyPr wrap="none" lIns="0" tIns="0" rIns="0" bIns="0" rtlCol="0" anchor="t"/>
          <a:lstStyle/>
          <a:p>
            <a:pPr defTabSz="761970">
              <a:lnSpc>
                <a:spcPts val="2083"/>
              </a:lnSpc>
            </a:pPr>
            <a:r>
              <a:rPr lang="en-US" sz="1292">
                <a:solidFill>
                  <a:srgbClr val="000000"/>
                </a:solidFill>
                <a:latin typeface="Montserrat Light" pitchFamily="34" charset="0"/>
                <a:ea typeface="Montserrat Light" pitchFamily="34" charset="-122"/>
                <a:cs typeface="Montserrat Light" pitchFamily="34" charset="-120"/>
              </a:rPr>
              <a:t>05</a:t>
            </a:r>
            <a:endParaRPr lang="en-US" sz="1292">
              <a:solidFill>
                <a:prstClr val="black"/>
              </a:solidFill>
              <a:latin typeface="Calibri" panose="020F0502020204030204"/>
            </a:endParaRPr>
          </a:p>
        </p:txBody>
      </p:sp>
      <p:sp>
        <p:nvSpPr>
          <p:cNvPr id="21" name="Shape 19"/>
          <p:cNvSpPr/>
          <p:nvPr/>
        </p:nvSpPr>
        <p:spPr>
          <a:xfrm>
            <a:off x="6178551" y="5077917"/>
            <a:ext cx="5351859" cy="19050"/>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22" name="Text 20"/>
          <p:cNvSpPr/>
          <p:nvPr/>
        </p:nvSpPr>
        <p:spPr>
          <a:xfrm>
            <a:off x="6178550" y="5198666"/>
            <a:ext cx="2427783" cy="258465"/>
          </a:xfrm>
          <a:prstGeom prst="rect">
            <a:avLst/>
          </a:prstGeom>
          <a:noFill/>
          <a:ln/>
        </p:spPr>
        <p:txBody>
          <a:bodyPr wrap="none" lIns="0" tIns="0" rIns="0" bIns="0" rtlCol="0" anchor="t"/>
          <a:lstStyle/>
          <a:p>
            <a:pPr defTabSz="761970">
              <a:lnSpc>
                <a:spcPts val="2000"/>
              </a:lnSpc>
            </a:pPr>
            <a:r>
              <a:rPr lang="en-US" sz="1625" b="1">
                <a:solidFill>
                  <a:srgbClr val="000000"/>
                </a:solidFill>
                <a:latin typeface="Montserrat Bold" pitchFamily="34" charset="0"/>
                <a:ea typeface="Montserrat Bold" pitchFamily="34" charset="-122"/>
                <a:cs typeface="Montserrat Bold" pitchFamily="34" charset="-120"/>
              </a:rPr>
              <a:t>Contracting Execution</a:t>
            </a:r>
            <a:endParaRPr lang="en-US" sz="1625">
              <a:solidFill>
                <a:prstClr val="black"/>
              </a:solidFill>
              <a:latin typeface="Calibri" panose="020F0502020204030204"/>
            </a:endParaRPr>
          </a:p>
        </p:txBody>
      </p:sp>
      <p:sp>
        <p:nvSpPr>
          <p:cNvPr id="23" name="Text 21"/>
          <p:cNvSpPr/>
          <p:nvPr/>
        </p:nvSpPr>
        <p:spPr>
          <a:xfrm>
            <a:off x="6178551" y="5556349"/>
            <a:ext cx="5351859" cy="529233"/>
          </a:xfrm>
          <a:prstGeom prst="rect">
            <a:avLst/>
          </a:prstGeom>
          <a:noFill/>
          <a:ln/>
        </p:spPr>
        <p:txBody>
          <a:bodyPr wrap="square" lIns="0" tIns="0" rIns="0" bIns="0" rtlCol="0" anchor="t"/>
          <a:lstStyle/>
          <a:p>
            <a:pPr defTabSz="761970">
              <a:lnSpc>
                <a:spcPts val="2083"/>
              </a:lnSpc>
            </a:pPr>
            <a:r>
              <a:rPr lang="en-US" sz="1292">
                <a:solidFill>
                  <a:srgbClr val="000000"/>
                </a:solidFill>
                <a:latin typeface="Inter" pitchFamily="34" charset="0"/>
                <a:ea typeface="Inter" pitchFamily="34" charset="-122"/>
                <a:cs typeface="Inter" pitchFamily="34" charset="-120"/>
              </a:rPr>
              <a:t>Upon agreement, we approach and negotiate with target provider groups to secure favorable terms and seamless integration.</a:t>
            </a:r>
            <a:endParaRPr lang="en-US" sz="1292">
              <a:solidFill>
                <a:prstClr val="black"/>
              </a:solidFill>
              <a:latin typeface="Calibri" panose="020F0502020204030204"/>
            </a:endParaRPr>
          </a:p>
        </p:txBody>
      </p:sp>
      <p:pic>
        <p:nvPicPr>
          <p:cNvPr id="24" name="Picture 8">
            <a:extLst>
              <a:ext uri="{FF2B5EF4-FFF2-40B4-BE49-F238E27FC236}">
                <a16:creationId xmlns:a16="http://schemas.microsoft.com/office/drawing/2014/main" id="{8236022D-4EB6-9541-9213-76E33E10272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5" name="Freeform 13">
            <a:extLst>
              <a:ext uri="{FF2B5EF4-FFF2-40B4-BE49-F238E27FC236}">
                <a16:creationId xmlns:a16="http://schemas.microsoft.com/office/drawing/2014/main" id="{57E99842-B7E6-DC95-982C-F14F422DF2F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1757263"/>
          </a:xfrm>
          <a:prstGeom prst="rect">
            <a:avLst/>
          </a:prstGeom>
        </p:spPr>
      </p:pic>
      <p:sp>
        <p:nvSpPr>
          <p:cNvPr id="3" name="Text 0"/>
          <p:cNvSpPr/>
          <p:nvPr/>
        </p:nvSpPr>
        <p:spPr>
          <a:xfrm>
            <a:off x="655144" y="1997969"/>
            <a:ext cx="6748066" cy="439242"/>
          </a:xfrm>
          <a:prstGeom prst="rect">
            <a:avLst/>
          </a:prstGeom>
          <a:noFill/>
          <a:ln/>
        </p:spPr>
        <p:txBody>
          <a:bodyPr wrap="none" lIns="0" tIns="0" rIns="0" bIns="0" rtlCol="0" anchor="t"/>
          <a:lstStyle/>
          <a:p>
            <a:pPr defTabSz="761970">
              <a:lnSpc>
                <a:spcPts val="3458"/>
              </a:lnSpc>
            </a:pPr>
            <a:r>
              <a:rPr lang="en-US" sz="2750" b="1">
                <a:solidFill>
                  <a:srgbClr val="000B2E"/>
                </a:solidFill>
                <a:latin typeface="Montserrat Bold" pitchFamily="34" charset="0"/>
                <a:ea typeface="Montserrat Bold" pitchFamily="34" charset="-122"/>
                <a:cs typeface="Montserrat Bold" pitchFamily="34" charset="-120"/>
              </a:rPr>
              <a:t>Who Needs to Be in the Touchpoints</a:t>
            </a:r>
            <a:endParaRPr lang="en-US" sz="2750">
              <a:solidFill>
                <a:prstClr val="black"/>
              </a:solidFill>
              <a:latin typeface="Calibri" panose="020F0502020204030204"/>
            </a:endParaRPr>
          </a:p>
        </p:txBody>
      </p:sp>
      <p:sp>
        <p:nvSpPr>
          <p:cNvPr id="4" name="Shape 1"/>
          <p:cNvSpPr/>
          <p:nvPr/>
        </p:nvSpPr>
        <p:spPr>
          <a:xfrm>
            <a:off x="655144" y="2648050"/>
            <a:ext cx="10869018" cy="597297"/>
          </a:xfrm>
          <a:prstGeom prst="roundRect">
            <a:avLst>
              <a:gd name="adj" fmla="val 9886"/>
            </a:avLst>
          </a:prstGeom>
          <a:solidFill>
            <a:srgbClr val="B6D6FC"/>
          </a:solidFill>
          <a:ln/>
        </p:spPr>
        <p:txBody>
          <a:bodyPr/>
          <a:lstStyle/>
          <a:p>
            <a:pPr defTabSz="761970"/>
            <a:endParaRPr lang="en-US" sz="1500">
              <a:solidFill>
                <a:prstClr val="black"/>
              </a:solidFill>
              <a:latin typeface="Calibri" panose="020F0502020204030204"/>
            </a:endParaRPr>
          </a:p>
        </p:txBody>
      </p:sp>
      <p:pic>
        <p:nvPicPr>
          <p:cNvPr id="5" name="Image 1" descr="preencoded.png"/>
          <p:cNvPicPr>
            <a:picLocks noChangeAspect="1"/>
          </p:cNvPicPr>
          <p:nvPr/>
        </p:nvPicPr>
        <p:blipFill>
          <a:blip r:embed="rId4"/>
          <a:stretch>
            <a:fillRect/>
          </a:stretch>
        </p:blipFill>
        <p:spPr>
          <a:xfrm>
            <a:off x="795637" y="2859486"/>
            <a:ext cx="175717" cy="140494"/>
          </a:xfrm>
          <a:prstGeom prst="rect">
            <a:avLst/>
          </a:prstGeom>
        </p:spPr>
      </p:pic>
      <p:sp>
        <p:nvSpPr>
          <p:cNvPr id="6" name="Text 2"/>
          <p:cNvSpPr/>
          <p:nvPr/>
        </p:nvSpPr>
        <p:spPr>
          <a:xfrm>
            <a:off x="1111848" y="2823668"/>
            <a:ext cx="10271819" cy="224929"/>
          </a:xfrm>
          <a:prstGeom prst="rect">
            <a:avLst/>
          </a:prstGeom>
          <a:noFill/>
          <a:ln/>
        </p:spPr>
        <p:txBody>
          <a:bodyPr wrap="none" lIns="0" tIns="0" rIns="0" bIns="0" rtlCol="0" anchor="t"/>
          <a:lstStyle/>
          <a:p>
            <a:pPr defTabSz="761970">
              <a:lnSpc>
                <a:spcPts val="1750"/>
              </a:lnSpc>
            </a:pPr>
            <a:r>
              <a:rPr lang="en-US" sz="1200" b="1">
                <a:solidFill>
                  <a:srgbClr val="000000"/>
                </a:solidFill>
                <a:latin typeface="Inter" pitchFamily="34" charset="0"/>
                <a:ea typeface="Inter" pitchFamily="34" charset="-122"/>
                <a:cs typeface="Inter" pitchFamily="34" charset="-120"/>
              </a:rPr>
              <a:t>Critical Success Factor:</a:t>
            </a:r>
            <a:r>
              <a:rPr lang="en-US" sz="1200">
                <a:solidFill>
                  <a:srgbClr val="000000"/>
                </a:solidFill>
                <a:latin typeface="Inter" pitchFamily="34" charset="0"/>
                <a:ea typeface="Inter" pitchFamily="34" charset="-122"/>
                <a:cs typeface="Inter" pitchFamily="34" charset="-120"/>
              </a:rPr>
              <a:t> Dedicated system leaders who can make real-time decisions about network inclusion and exclusion criteria.</a:t>
            </a:r>
            <a:endParaRPr lang="en-US" sz="1200">
              <a:solidFill>
                <a:prstClr val="black"/>
              </a:solidFill>
              <a:latin typeface="Calibri" panose="020F0502020204030204"/>
            </a:endParaRPr>
          </a:p>
        </p:txBody>
      </p:sp>
      <p:sp>
        <p:nvSpPr>
          <p:cNvPr id="7" name="Text 3"/>
          <p:cNvSpPr/>
          <p:nvPr/>
        </p:nvSpPr>
        <p:spPr>
          <a:xfrm>
            <a:off x="655144" y="3543996"/>
            <a:ext cx="2472730" cy="219571"/>
          </a:xfrm>
          <a:prstGeom prst="rect">
            <a:avLst/>
          </a:prstGeom>
          <a:noFill/>
          <a:ln/>
        </p:spPr>
        <p:txBody>
          <a:bodyPr wrap="none" lIns="0" tIns="0" rIns="0" bIns="0" rtlCol="0" anchor="t"/>
          <a:lstStyle/>
          <a:p>
            <a:pPr defTabSz="761970">
              <a:lnSpc>
                <a:spcPts val="1708"/>
              </a:lnSpc>
            </a:pPr>
            <a:r>
              <a:rPr lang="en-US" sz="1375" b="1">
                <a:solidFill>
                  <a:srgbClr val="000B2E"/>
                </a:solidFill>
                <a:latin typeface="Montserrat Bold" pitchFamily="34" charset="0"/>
                <a:ea typeface="Montserrat Bold" pitchFamily="34" charset="-122"/>
                <a:cs typeface="Montserrat Bold" pitchFamily="34" charset="-120"/>
              </a:rPr>
              <a:t>Decision-Making Authority</a:t>
            </a:r>
            <a:endParaRPr lang="en-US" sz="1375">
              <a:solidFill>
                <a:prstClr val="black"/>
              </a:solidFill>
              <a:latin typeface="Calibri" panose="020F0502020204030204"/>
            </a:endParaRPr>
          </a:p>
        </p:txBody>
      </p:sp>
      <p:sp>
        <p:nvSpPr>
          <p:cNvPr id="8" name="Text 4"/>
          <p:cNvSpPr/>
          <p:nvPr/>
        </p:nvSpPr>
        <p:spPr>
          <a:xfrm>
            <a:off x="655144" y="3904060"/>
            <a:ext cx="5263058" cy="674787"/>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Touchpoint meetings require participants to advise network changes, contract terms (where possible), and strategic direction. </a:t>
            </a:r>
            <a:endParaRPr lang="en-US" sz="1083">
              <a:solidFill>
                <a:prstClr val="black"/>
              </a:solidFill>
              <a:latin typeface="Calibri" panose="020F0502020204030204"/>
            </a:endParaRPr>
          </a:p>
        </p:txBody>
      </p:sp>
      <p:sp>
        <p:nvSpPr>
          <p:cNvPr id="9" name="Text 5"/>
          <p:cNvSpPr/>
          <p:nvPr/>
        </p:nvSpPr>
        <p:spPr>
          <a:xfrm>
            <a:off x="655144" y="4719341"/>
            <a:ext cx="2891433" cy="219571"/>
          </a:xfrm>
          <a:prstGeom prst="rect">
            <a:avLst/>
          </a:prstGeom>
          <a:noFill/>
          <a:ln/>
        </p:spPr>
        <p:txBody>
          <a:bodyPr wrap="none" lIns="0" tIns="0" rIns="0" bIns="0" rtlCol="0" anchor="t"/>
          <a:lstStyle/>
          <a:p>
            <a:pPr defTabSz="761970">
              <a:lnSpc>
                <a:spcPts val="1708"/>
              </a:lnSpc>
            </a:pPr>
            <a:r>
              <a:rPr lang="en-US" sz="1375" b="1">
                <a:solidFill>
                  <a:srgbClr val="000B2E"/>
                </a:solidFill>
                <a:latin typeface="Montserrat Bold" pitchFamily="34" charset="0"/>
                <a:ea typeface="Montserrat Bold" pitchFamily="34" charset="-122"/>
                <a:cs typeface="Montserrat Bold" pitchFamily="34" charset="-120"/>
              </a:rPr>
              <a:t>Meeting Structure &amp; Frequency</a:t>
            </a:r>
            <a:endParaRPr lang="en-US" sz="1375">
              <a:solidFill>
                <a:prstClr val="black"/>
              </a:solidFill>
              <a:latin typeface="Calibri" panose="020F0502020204030204"/>
            </a:endParaRPr>
          </a:p>
        </p:txBody>
      </p:sp>
      <p:sp>
        <p:nvSpPr>
          <p:cNvPr id="10" name="Text 6"/>
          <p:cNvSpPr/>
          <p:nvPr/>
        </p:nvSpPr>
        <p:spPr>
          <a:xfrm>
            <a:off x="655144" y="5079406"/>
            <a:ext cx="5263058" cy="449858"/>
          </a:xfrm>
          <a:prstGeom prst="rect">
            <a:avLst/>
          </a:prstGeom>
          <a:noFill/>
          <a:ln/>
        </p:spPr>
        <p:txBody>
          <a:bodyPr wrap="square" lIns="0" tIns="0" rIns="0" bIns="0" rtlCol="0" anchor="t"/>
          <a:lstStyle/>
          <a:p>
            <a:pPr marL="285739" indent="-285739" defTabSz="761970">
              <a:lnSpc>
                <a:spcPts val="1750"/>
              </a:lnSpc>
              <a:buSzPct val="100000"/>
              <a:buFontTx/>
              <a:buChar char="•"/>
            </a:pPr>
            <a:r>
              <a:rPr lang="en-US" sz="1083" b="1">
                <a:solidFill>
                  <a:srgbClr val="000000"/>
                </a:solidFill>
                <a:latin typeface="Inter" pitchFamily="34" charset="0"/>
                <a:ea typeface="Inter" pitchFamily="34" charset="-122"/>
                <a:cs typeface="Inter" pitchFamily="34" charset="-120"/>
              </a:rPr>
              <a:t>Weekly meetings</a:t>
            </a:r>
            <a:r>
              <a:rPr lang="en-US" sz="1083">
                <a:solidFill>
                  <a:srgbClr val="000000"/>
                </a:solidFill>
                <a:latin typeface="Inter" pitchFamily="34" charset="0"/>
                <a:ea typeface="Inter" pitchFamily="34" charset="-122"/>
                <a:cs typeface="Inter" pitchFamily="34" charset="-120"/>
              </a:rPr>
              <a:t> for the first several months during initial network build-out</a:t>
            </a:r>
            <a:endParaRPr lang="en-US" sz="1083">
              <a:solidFill>
                <a:prstClr val="black"/>
              </a:solidFill>
              <a:latin typeface="Calibri" panose="020F0502020204030204"/>
            </a:endParaRPr>
          </a:p>
        </p:txBody>
      </p:sp>
      <p:sp>
        <p:nvSpPr>
          <p:cNvPr id="11" name="Text 7"/>
          <p:cNvSpPr/>
          <p:nvPr/>
        </p:nvSpPr>
        <p:spPr>
          <a:xfrm>
            <a:off x="655144" y="5379207"/>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b="1">
                <a:solidFill>
                  <a:srgbClr val="000000"/>
                </a:solidFill>
                <a:latin typeface="Inter" pitchFamily="34" charset="0"/>
                <a:ea typeface="Inter" pitchFamily="34" charset="-122"/>
                <a:cs typeface="Inter" pitchFamily="34" charset="-120"/>
              </a:rPr>
              <a:t>Monthly meetings</a:t>
            </a:r>
            <a:r>
              <a:rPr lang="en-US" sz="1083">
                <a:solidFill>
                  <a:srgbClr val="000000"/>
                </a:solidFill>
                <a:latin typeface="Inter" pitchFamily="34" charset="0"/>
                <a:ea typeface="Inter" pitchFamily="34" charset="-122"/>
                <a:cs typeface="Inter" pitchFamily="34" charset="-120"/>
              </a:rPr>
              <a:t> once network reaches maturity</a:t>
            </a:r>
            <a:endParaRPr lang="en-US" sz="1083">
              <a:solidFill>
                <a:prstClr val="black"/>
              </a:solidFill>
              <a:latin typeface="Calibri" panose="020F0502020204030204"/>
            </a:endParaRPr>
          </a:p>
        </p:txBody>
      </p:sp>
      <p:sp>
        <p:nvSpPr>
          <p:cNvPr id="12" name="Text 8"/>
          <p:cNvSpPr/>
          <p:nvPr/>
        </p:nvSpPr>
        <p:spPr>
          <a:xfrm>
            <a:off x="655144" y="5653248"/>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b="1">
                <a:solidFill>
                  <a:srgbClr val="000000"/>
                </a:solidFill>
                <a:latin typeface="Inter" pitchFamily="34" charset="0"/>
                <a:ea typeface="Inter" pitchFamily="34" charset="-122"/>
                <a:cs typeface="Inter" pitchFamily="34" charset="-120"/>
              </a:rPr>
              <a:t>As-needed sessions</a:t>
            </a:r>
            <a:r>
              <a:rPr lang="en-US" sz="1083">
                <a:solidFill>
                  <a:srgbClr val="000000"/>
                </a:solidFill>
                <a:latin typeface="Inter" pitchFamily="34" charset="0"/>
                <a:ea typeface="Inter" pitchFamily="34" charset="-122"/>
                <a:cs typeface="Inter" pitchFamily="34" charset="-120"/>
              </a:rPr>
              <a:t> for urgent opportunities or issues</a:t>
            </a:r>
            <a:endParaRPr lang="en-US" sz="1083">
              <a:solidFill>
                <a:prstClr val="black"/>
              </a:solidFill>
              <a:latin typeface="Calibri" panose="020F0502020204030204"/>
            </a:endParaRPr>
          </a:p>
        </p:txBody>
      </p:sp>
      <p:sp>
        <p:nvSpPr>
          <p:cNvPr id="13" name="Text 9"/>
          <p:cNvSpPr/>
          <p:nvPr/>
        </p:nvSpPr>
        <p:spPr>
          <a:xfrm>
            <a:off x="6267452" y="3543996"/>
            <a:ext cx="2007493" cy="219571"/>
          </a:xfrm>
          <a:prstGeom prst="rect">
            <a:avLst/>
          </a:prstGeom>
          <a:noFill/>
          <a:ln/>
        </p:spPr>
        <p:txBody>
          <a:bodyPr wrap="none" lIns="0" tIns="0" rIns="0" bIns="0" rtlCol="0" anchor="t"/>
          <a:lstStyle/>
          <a:p>
            <a:pPr defTabSz="761970">
              <a:lnSpc>
                <a:spcPts val="1708"/>
              </a:lnSpc>
            </a:pPr>
            <a:r>
              <a:rPr lang="en-US" sz="1375" b="1">
                <a:solidFill>
                  <a:srgbClr val="000B2E"/>
                </a:solidFill>
                <a:latin typeface="Montserrat Bold" pitchFamily="34" charset="0"/>
                <a:ea typeface="Montserrat Bold" pitchFamily="34" charset="-122"/>
                <a:cs typeface="Montserrat Bold" pitchFamily="34" charset="-120"/>
              </a:rPr>
              <a:t>Required Participants</a:t>
            </a:r>
            <a:endParaRPr lang="en-US" sz="1375">
              <a:solidFill>
                <a:prstClr val="black"/>
              </a:solidFill>
              <a:latin typeface="Calibri" panose="020F0502020204030204"/>
            </a:endParaRPr>
          </a:p>
        </p:txBody>
      </p:sp>
      <p:sp>
        <p:nvSpPr>
          <p:cNvPr id="14" name="Text 10"/>
          <p:cNvSpPr/>
          <p:nvPr/>
        </p:nvSpPr>
        <p:spPr>
          <a:xfrm>
            <a:off x="6267452" y="3904061"/>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a:solidFill>
                  <a:srgbClr val="000000"/>
                </a:solidFill>
                <a:latin typeface="Inter" pitchFamily="34" charset="0"/>
                <a:ea typeface="Inter" pitchFamily="34" charset="-122"/>
                <a:cs typeface="Inter" pitchFamily="34" charset="-120"/>
              </a:rPr>
              <a:t>Network leadership with contracting authority</a:t>
            </a:r>
            <a:endParaRPr lang="en-US" sz="1083">
              <a:solidFill>
                <a:prstClr val="black"/>
              </a:solidFill>
              <a:latin typeface="Calibri" panose="020F0502020204030204"/>
            </a:endParaRPr>
          </a:p>
        </p:txBody>
      </p:sp>
      <p:sp>
        <p:nvSpPr>
          <p:cNvPr id="15" name="Text 11"/>
          <p:cNvSpPr/>
          <p:nvPr/>
        </p:nvSpPr>
        <p:spPr>
          <a:xfrm>
            <a:off x="6267452" y="4178103"/>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a:solidFill>
                  <a:srgbClr val="000000"/>
                </a:solidFill>
                <a:latin typeface="Inter" pitchFamily="34" charset="0"/>
                <a:ea typeface="Inter" pitchFamily="34" charset="-122"/>
                <a:cs typeface="Inter" pitchFamily="34" charset="-120"/>
              </a:rPr>
              <a:t>Clinical quality decision-makers</a:t>
            </a:r>
            <a:endParaRPr lang="en-US" sz="1083">
              <a:solidFill>
                <a:prstClr val="black"/>
              </a:solidFill>
              <a:latin typeface="Calibri" panose="020F0502020204030204"/>
            </a:endParaRPr>
          </a:p>
        </p:txBody>
      </p:sp>
      <p:sp>
        <p:nvSpPr>
          <p:cNvPr id="16" name="Text 12"/>
          <p:cNvSpPr/>
          <p:nvPr/>
        </p:nvSpPr>
        <p:spPr>
          <a:xfrm>
            <a:off x="6267452" y="4452145"/>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a:solidFill>
                  <a:srgbClr val="000000"/>
                </a:solidFill>
                <a:latin typeface="Inter" pitchFamily="34" charset="0"/>
                <a:ea typeface="Inter" pitchFamily="34" charset="-122"/>
                <a:cs typeface="Inter" pitchFamily="34" charset="-120"/>
              </a:rPr>
              <a:t>Financial/pricing stakeholders</a:t>
            </a:r>
            <a:endParaRPr lang="en-US" sz="1083">
              <a:solidFill>
                <a:prstClr val="black"/>
              </a:solidFill>
              <a:latin typeface="Calibri" panose="020F0502020204030204"/>
            </a:endParaRPr>
          </a:p>
        </p:txBody>
      </p:sp>
      <p:sp>
        <p:nvSpPr>
          <p:cNvPr id="17" name="Text 13"/>
          <p:cNvSpPr/>
          <p:nvPr/>
        </p:nvSpPr>
        <p:spPr>
          <a:xfrm>
            <a:off x="6267452" y="4726188"/>
            <a:ext cx="5263058" cy="224929"/>
          </a:xfrm>
          <a:prstGeom prst="rect">
            <a:avLst/>
          </a:prstGeom>
          <a:noFill/>
          <a:ln/>
        </p:spPr>
        <p:txBody>
          <a:bodyPr wrap="none" lIns="0" tIns="0" rIns="0" bIns="0" rtlCol="0" anchor="t"/>
          <a:lstStyle/>
          <a:p>
            <a:pPr marL="285739" indent="-285739" defTabSz="761970">
              <a:lnSpc>
                <a:spcPts val="1750"/>
              </a:lnSpc>
              <a:buSzPct val="100000"/>
              <a:buFontTx/>
              <a:buChar char="•"/>
            </a:pPr>
            <a:r>
              <a:rPr lang="en-US" sz="1083">
                <a:solidFill>
                  <a:srgbClr val="000000"/>
                </a:solidFill>
                <a:latin typeface="Inter" pitchFamily="34" charset="0"/>
                <a:ea typeface="Inter" pitchFamily="34" charset="-122"/>
                <a:cs typeface="Inter" pitchFamily="34" charset="-120"/>
              </a:rPr>
              <a:t>Strategic planning representatives</a:t>
            </a:r>
            <a:endParaRPr lang="en-US" sz="1083">
              <a:solidFill>
                <a:prstClr val="black"/>
              </a:solidFill>
              <a:latin typeface="Calibri" panose="020F0502020204030204"/>
            </a:endParaRPr>
          </a:p>
        </p:txBody>
      </p:sp>
      <p:sp>
        <p:nvSpPr>
          <p:cNvPr id="18" name="Text 14"/>
          <p:cNvSpPr/>
          <p:nvPr/>
        </p:nvSpPr>
        <p:spPr>
          <a:xfrm>
            <a:off x="6267452" y="5077620"/>
            <a:ext cx="5263058" cy="449858"/>
          </a:xfrm>
          <a:prstGeom prst="rect">
            <a:avLst/>
          </a:prstGeom>
          <a:noFill/>
          <a:ln/>
        </p:spPr>
        <p:txBody>
          <a:bodyPr wrap="square" lIns="0" tIns="0" rIns="0" bIns="0" rtlCol="0" anchor="t"/>
          <a:lstStyle/>
          <a:p>
            <a:pPr defTabSz="761970">
              <a:lnSpc>
                <a:spcPts val="1750"/>
              </a:lnSpc>
            </a:pPr>
            <a:r>
              <a:rPr lang="en-US" sz="1083">
                <a:solidFill>
                  <a:srgbClr val="000000"/>
                </a:solidFill>
                <a:latin typeface="Inter" pitchFamily="34" charset="0"/>
                <a:ea typeface="Inter" pitchFamily="34" charset="-122"/>
                <a:cs typeface="Inter" pitchFamily="34" charset="-120"/>
              </a:rPr>
              <a:t>The group collectively decides the meeting structure and governance approach that works best for their organization.</a:t>
            </a:r>
            <a:endParaRPr lang="en-US" sz="1083">
              <a:solidFill>
                <a:prstClr val="black"/>
              </a:solidFill>
              <a:latin typeface="Calibri" panose="020F0502020204030204"/>
            </a:endParaRPr>
          </a:p>
        </p:txBody>
      </p:sp>
      <p:pic>
        <p:nvPicPr>
          <p:cNvPr id="19" name="Picture 8">
            <a:extLst>
              <a:ext uri="{FF2B5EF4-FFF2-40B4-BE49-F238E27FC236}">
                <a16:creationId xmlns:a16="http://schemas.microsoft.com/office/drawing/2014/main" id="{25E69B9C-7A37-5716-CB6F-75C7619A478F}"/>
              </a:ext>
            </a:extLst>
          </p:cNvPr>
          <p:cNvPicPr>
            <a:picLocks noChangeAspect="1"/>
          </p:cNvPicPr>
          <p:nvPr/>
        </p:nvPicPr>
        <p:blipFill>
          <a:blip r:embed="rId5"/>
          <a:stretch>
            <a:fillRect/>
          </a:stretch>
        </p:blipFill>
        <p:spPr>
          <a:xfrm>
            <a:off x="215573" y="6356350"/>
            <a:ext cx="2125097" cy="463658"/>
          </a:xfrm>
          <a:prstGeom prst="rect">
            <a:avLst/>
          </a:prstGeom>
        </p:spPr>
      </p:pic>
      <p:sp>
        <p:nvSpPr>
          <p:cNvPr id="20" name="Freeform 13">
            <a:extLst>
              <a:ext uri="{FF2B5EF4-FFF2-40B4-BE49-F238E27FC236}">
                <a16:creationId xmlns:a16="http://schemas.microsoft.com/office/drawing/2014/main" id="{66698976-99E0-95E1-48F2-45DDC5686AC2}"/>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4823" y="443309"/>
            <a:ext cx="7672090" cy="428228"/>
          </a:xfrm>
          <a:prstGeom prst="rect">
            <a:avLst/>
          </a:prstGeom>
          <a:noFill/>
          <a:ln/>
        </p:spPr>
        <p:txBody>
          <a:bodyPr wrap="none" lIns="0" tIns="0" rIns="0" bIns="0" rtlCol="0" anchor="t"/>
          <a:lstStyle/>
          <a:p>
            <a:pPr defTabSz="761970">
              <a:lnSpc>
                <a:spcPts val="3333"/>
              </a:lnSpc>
            </a:pPr>
            <a:r>
              <a:rPr lang="en-US" sz="2667" b="1">
                <a:solidFill>
                  <a:srgbClr val="000B2E"/>
                </a:solidFill>
                <a:latin typeface="Montserrat Bold" pitchFamily="34" charset="0"/>
                <a:ea typeface="Montserrat Bold" pitchFamily="34" charset="-122"/>
                <a:cs typeface="Montserrat Bold" pitchFamily="34" charset="-120"/>
              </a:rPr>
              <a:t>Contract Negotiations &amp; Risk Management</a:t>
            </a:r>
            <a:endParaRPr lang="en-US" sz="2667">
              <a:solidFill>
                <a:prstClr val="black"/>
              </a:solidFill>
              <a:latin typeface="Calibri" panose="020F0502020204030204"/>
            </a:endParaRPr>
          </a:p>
        </p:txBody>
      </p:sp>
      <p:sp>
        <p:nvSpPr>
          <p:cNvPr id="3" name="Shape 1"/>
          <p:cNvSpPr/>
          <p:nvPr/>
        </p:nvSpPr>
        <p:spPr>
          <a:xfrm>
            <a:off x="644823" y="1145580"/>
            <a:ext cx="3542705" cy="2307630"/>
          </a:xfrm>
          <a:prstGeom prst="roundRect">
            <a:avLst>
              <a:gd name="adj" fmla="val 2494"/>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4" name="Shape 2"/>
          <p:cNvSpPr/>
          <p:nvPr/>
        </p:nvSpPr>
        <p:spPr>
          <a:xfrm>
            <a:off x="788194" y="1288951"/>
            <a:ext cx="411063" cy="411063"/>
          </a:xfrm>
          <a:prstGeom prst="roundRect">
            <a:avLst>
              <a:gd name="adj" fmla="val 18535436"/>
            </a:avLst>
          </a:prstGeom>
          <a:solidFill>
            <a:srgbClr val="024693"/>
          </a:solidFill>
          <a:ln/>
        </p:spPr>
        <p:txBody>
          <a:bodyPr/>
          <a:lstStyle/>
          <a:p>
            <a:pPr defTabSz="761970"/>
            <a:endParaRPr lang="en-US" sz="150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901205" y="1378843"/>
            <a:ext cx="184944" cy="231180"/>
          </a:xfrm>
          <a:prstGeom prst="rect">
            <a:avLst/>
          </a:prstGeom>
        </p:spPr>
      </p:pic>
      <p:sp>
        <p:nvSpPr>
          <p:cNvPr id="6" name="Text 3"/>
          <p:cNvSpPr/>
          <p:nvPr/>
        </p:nvSpPr>
        <p:spPr>
          <a:xfrm>
            <a:off x="788194" y="1837035"/>
            <a:ext cx="3255963" cy="513953"/>
          </a:xfrm>
          <a:prstGeom prst="rect">
            <a:avLst/>
          </a:prstGeom>
          <a:noFill/>
          <a:ln/>
        </p:spPr>
        <p:txBody>
          <a:bodyPr wrap="squar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Comprehensive Negotiation Management</a:t>
            </a:r>
            <a:endParaRPr lang="en-US" sz="1583">
              <a:solidFill>
                <a:prstClr val="black"/>
              </a:solidFill>
              <a:latin typeface="Calibri" panose="020F0502020204030204"/>
            </a:endParaRPr>
          </a:p>
        </p:txBody>
      </p:sp>
      <p:sp>
        <p:nvSpPr>
          <p:cNvPr id="7" name="Text 4"/>
          <p:cNvSpPr/>
          <p:nvPr/>
        </p:nvSpPr>
        <p:spPr>
          <a:xfrm>
            <a:off x="788194" y="2433142"/>
            <a:ext cx="3255963" cy="876697"/>
          </a:xfrm>
          <a:prstGeom prst="rect">
            <a:avLst/>
          </a:prstGeom>
          <a:noFill/>
          <a:ln/>
        </p:spPr>
        <p:txBody>
          <a:bodyPr wrap="square" lIns="0" tIns="0" rIns="0" bIns="0" rtlCol="0" anchor="t"/>
          <a:lstStyle/>
          <a:p>
            <a:pPr defTabSz="761970">
              <a:lnSpc>
                <a:spcPts val="1708"/>
              </a:lnSpc>
            </a:pPr>
            <a:r>
              <a:rPr lang="en-US" sz="1042">
                <a:solidFill>
                  <a:srgbClr val="000000"/>
                </a:solidFill>
                <a:latin typeface="Inter" pitchFamily="34" charset="0"/>
                <a:ea typeface="Inter" pitchFamily="34" charset="-122"/>
                <a:cs typeface="Inter" pitchFamily="34" charset="-120"/>
              </a:rPr>
              <a:t>We handle all contract language, terms, and subsequent reimbursement negotiations, ensuring optimal terms while protecting your organization from legal and financial risks.</a:t>
            </a:r>
            <a:endParaRPr lang="en-US" sz="1042">
              <a:solidFill>
                <a:prstClr val="black"/>
              </a:solidFill>
              <a:latin typeface="Calibri" panose="020F0502020204030204"/>
            </a:endParaRPr>
          </a:p>
        </p:txBody>
      </p:sp>
      <p:sp>
        <p:nvSpPr>
          <p:cNvPr id="8" name="Shape 5"/>
          <p:cNvSpPr/>
          <p:nvPr/>
        </p:nvSpPr>
        <p:spPr>
          <a:xfrm>
            <a:off x="4324549" y="1145580"/>
            <a:ext cx="3542804" cy="2307630"/>
          </a:xfrm>
          <a:prstGeom prst="roundRect">
            <a:avLst>
              <a:gd name="adj" fmla="val 2494"/>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9" name="Shape 6"/>
          <p:cNvSpPr/>
          <p:nvPr/>
        </p:nvSpPr>
        <p:spPr>
          <a:xfrm>
            <a:off x="4467919" y="1288951"/>
            <a:ext cx="411063" cy="411063"/>
          </a:xfrm>
          <a:prstGeom prst="roundRect">
            <a:avLst>
              <a:gd name="adj" fmla="val 18535436"/>
            </a:avLst>
          </a:prstGeom>
          <a:solidFill>
            <a:srgbClr val="024693"/>
          </a:solidFill>
          <a:ln/>
        </p:spPr>
        <p:txBody>
          <a:bodyPr/>
          <a:lstStyle/>
          <a:p>
            <a:pPr defTabSz="761970"/>
            <a:endParaRPr lang="en-US" sz="1500">
              <a:solidFill>
                <a:prstClr val="black"/>
              </a:solidFill>
              <a:latin typeface="Calibri" panose="020F0502020204030204"/>
            </a:endParaRPr>
          </a:p>
        </p:txBody>
      </p:sp>
      <p:pic>
        <p:nvPicPr>
          <p:cNvPr id="10" name="Image 1" descr="preencoded.png"/>
          <p:cNvPicPr>
            <a:picLocks noChangeAspect="1"/>
          </p:cNvPicPr>
          <p:nvPr/>
        </p:nvPicPr>
        <p:blipFill>
          <a:blip r:embed="rId4"/>
          <a:stretch>
            <a:fillRect/>
          </a:stretch>
        </p:blipFill>
        <p:spPr>
          <a:xfrm>
            <a:off x="4580931" y="1378843"/>
            <a:ext cx="184944" cy="231180"/>
          </a:xfrm>
          <a:prstGeom prst="rect">
            <a:avLst/>
          </a:prstGeom>
        </p:spPr>
      </p:pic>
      <p:sp>
        <p:nvSpPr>
          <p:cNvPr id="11" name="Text 7"/>
          <p:cNvSpPr/>
          <p:nvPr/>
        </p:nvSpPr>
        <p:spPr>
          <a:xfrm>
            <a:off x="4467920" y="1837035"/>
            <a:ext cx="2487216" cy="256977"/>
          </a:xfrm>
          <a:prstGeom prst="rect">
            <a:avLst/>
          </a:prstGeom>
          <a:noFill/>
          <a:ln/>
        </p:spPr>
        <p:txBody>
          <a:bodyPr wrap="non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Price-Fixing Protection</a:t>
            </a:r>
            <a:endParaRPr lang="en-US" sz="1583">
              <a:solidFill>
                <a:prstClr val="black"/>
              </a:solidFill>
              <a:latin typeface="Calibri" panose="020F0502020204030204"/>
            </a:endParaRPr>
          </a:p>
        </p:txBody>
      </p:sp>
      <p:sp>
        <p:nvSpPr>
          <p:cNvPr id="12" name="Text 8"/>
          <p:cNvSpPr/>
          <p:nvPr/>
        </p:nvSpPr>
        <p:spPr>
          <a:xfrm>
            <a:off x="4467919" y="2176165"/>
            <a:ext cx="3256062" cy="876697"/>
          </a:xfrm>
          <a:prstGeom prst="rect">
            <a:avLst/>
          </a:prstGeom>
          <a:noFill/>
          <a:ln/>
        </p:spPr>
        <p:txBody>
          <a:bodyPr wrap="square" lIns="0" tIns="0" rIns="0" bIns="0" rtlCol="0" anchor="t"/>
          <a:lstStyle/>
          <a:p>
            <a:pPr defTabSz="761970">
              <a:lnSpc>
                <a:spcPts val="1708"/>
              </a:lnSpc>
            </a:pPr>
            <a:r>
              <a:rPr lang="en-US" sz="1042">
                <a:solidFill>
                  <a:srgbClr val="000000"/>
                </a:solidFill>
                <a:latin typeface="Inter" pitchFamily="34" charset="0"/>
                <a:ea typeface="Inter" pitchFamily="34" charset="-122"/>
                <a:cs typeface="Inter" pitchFamily="34" charset="-120"/>
              </a:rPr>
              <a:t>By managing all rate negotiations directly, we create a protective barrier that keeps SWHR safe from potential price-fixing concerns and antitrust issues.</a:t>
            </a:r>
            <a:endParaRPr lang="en-US" sz="1042">
              <a:solidFill>
                <a:prstClr val="black"/>
              </a:solidFill>
              <a:latin typeface="Calibri" panose="020F0502020204030204"/>
            </a:endParaRPr>
          </a:p>
        </p:txBody>
      </p:sp>
      <p:sp>
        <p:nvSpPr>
          <p:cNvPr id="13" name="Shape 9"/>
          <p:cNvSpPr/>
          <p:nvPr/>
        </p:nvSpPr>
        <p:spPr>
          <a:xfrm>
            <a:off x="8004374" y="1145580"/>
            <a:ext cx="3542804" cy="2307630"/>
          </a:xfrm>
          <a:prstGeom prst="roundRect">
            <a:avLst>
              <a:gd name="adj" fmla="val 2494"/>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14" name="Shape 10"/>
          <p:cNvSpPr/>
          <p:nvPr/>
        </p:nvSpPr>
        <p:spPr>
          <a:xfrm>
            <a:off x="8147744" y="1288951"/>
            <a:ext cx="411063" cy="411063"/>
          </a:xfrm>
          <a:prstGeom prst="roundRect">
            <a:avLst>
              <a:gd name="adj" fmla="val 18535436"/>
            </a:avLst>
          </a:prstGeom>
          <a:solidFill>
            <a:srgbClr val="024693"/>
          </a:solidFill>
          <a:ln/>
        </p:spPr>
        <p:txBody>
          <a:bodyPr/>
          <a:lstStyle/>
          <a:p>
            <a:pPr defTabSz="761970"/>
            <a:endParaRPr lang="en-US" sz="1500">
              <a:solidFill>
                <a:prstClr val="black"/>
              </a:solidFill>
              <a:latin typeface="Calibri" panose="020F0502020204030204"/>
            </a:endParaRPr>
          </a:p>
        </p:txBody>
      </p:sp>
      <p:pic>
        <p:nvPicPr>
          <p:cNvPr id="15" name="Image 2" descr="preencoded.png"/>
          <p:cNvPicPr>
            <a:picLocks noChangeAspect="1"/>
          </p:cNvPicPr>
          <p:nvPr/>
        </p:nvPicPr>
        <p:blipFill>
          <a:blip r:embed="rId5"/>
          <a:stretch>
            <a:fillRect/>
          </a:stretch>
        </p:blipFill>
        <p:spPr>
          <a:xfrm>
            <a:off x="8260756" y="1378843"/>
            <a:ext cx="184944" cy="231180"/>
          </a:xfrm>
          <a:prstGeom prst="rect">
            <a:avLst/>
          </a:prstGeom>
        </p:spPr>
      </p:pic>
      <p:sp>
        <p:nvSpPr>
          <p:cNvPr id="16" name="Text 11"/>
          <p:cNvSpPr/>
          <p:nvPr/>
        </p:nvSpPr>
        <p:spPr>
          <a:xfrm>
            <a:off x="8147744" y="1837035"/>
            <a:ext cx="2966343" cy="256977"/>
          </a:xfrm>
          <a:prstGeom prst="rect">
            <a:avLst/>
          </a:prstGeom>
          <a:noFill/>
          <a:ln/>
        </p:spPr>
        <p:txBody>
          <a:bodyPr wrap="non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Annual Renewal Excellence</a:t>
            </a:r>
            <a:endParaRPr lang="en-US" sz="1583">
              <a:solidFill>
                <a:prstClr val="black"/>
              </a:solidFill>
              <a:latin typeface="Calibri" panose="020F0502020204030204"/>
            </a:endParaRPr>
          </a:p>
        </p:txBody>
      </p:sp>
      <p:sp>
        <p:nvSpPr>
          <p:cNvPr id="17" name="Text 12"/>
          <p:cNvSpPr/>
          <p:nvPr/>
        </p:nvSpPr>
        <p:spPr>
          <a:xfrm>
            <a:off x="8147744" y="2176165"/>
            <a:ext cx="3256062" cy="876697"/>
          </a:xfrm>
          <a:prstGeom prst="rect">
            <a:avLst/>
          </a:prstGeom>
          <a:noFill/>
          <a:ln/>
        </p:spPr>
        <p:txBody>
          <a:bodyPr wrap="square" lIns="0" tIns="0" rIns="0" bIns="0" rtlCol="0" anchor="t"/>
          <a:lstStyle/>
          <a:p>
            <a:pPr defTabSz="761970">
              <a:lnSpc>
                <a:spcPts val="1708"/>
              </a:lnSpc>
            </a:pPr>
            <a:r>
              <a:rPr lang="en-US" sz="1042">
                <a:solidFill>
                  <a:srgbClr val="000000"/>
                </a:solidFill>
                <a:latin typeface="Inter" pitchFamily="34" charset="0"/>
                <a:ea typeface="Inter" pitchFamily="34" charset="-122"/>
                <a:cs typeface="Inter" pitchFamily="34" charset="-120"/>
              </a:rPr>
              <a:t>All negotiations are renewed yearly, and our strong track record of delivering excellent reimbursements to providers enables smoother renewals and stronger relationships.</a:t>
            </a:r>
            <a:endParaRPr lang="en-US" sz="1042">
              <a:solidFill>
                <a:prstClr val="black"/>
              </a:solidFill>
              <a:latin typeface="Calibri" panose="020F0502020204030204"/>
            </a:endParaRPr>
          </a:p>
        </p:txBody>
      </p:sp>
      <p:sp>
        <p:nvSpPr>
          <p:cNvPr id="18" name="Text 13"/>
          <p:cNvSpPr/>
          <p:nvPr/>
        </p:nvSpPr>
        <p:spPr>
          <a:xfrm>
            <a:off x="644822" y="4278467"/>
            <a:ext cx="2567782" cy="214015"/>
          </a:xfrm>
          <a:prstGeom prst="rect">
            <a:avLst/>
          </a:prstGeom>
          <a:noFill/>
          <a:ln/>
        </p:spPr>
        <p:txBody>
          <a:bodyPr wrap="none" lIns="0" tIns="0" rIns="0" bIns="0" rtlCol="0" anchor="t"/>
          <a:lstStyle/>
          <a:p>
            <a:pPr defTabSz="761970">
              <a:lnSpc>
                <a:spcPts val="1667"/>
              </a:lnSpc>
            </a:pPr>
            <a:r>
              <a:rPr lang="en-US" sz="1333" b="1">
                <a:solidFill>
                  <a:srgbClr val="000B2E"/>
                </a:solidFill>
                <a:latin typeface="Montserrat Bold" pitchFamily="34" charset="0"/>
                <a:ea typeface="Montserrat Bold" pitchFamily="34" charset="-122"/>
                <a:cs typeface="Montserrat Bold" pitchFamily="34" charset="-120"/>
              </a:rPr>
              <a:t>Our Negotiation Advantages</a:t>
            </a:r>
            <a:endParaRPr lang="en-US" sz="1333">
              <a:solidFill>
                <a:prstClr val="black"/>
              </a:solidFill>
              <a:latin typeface="Calibri" panose="020F0502020204030204"/>
            </a:endParaRPr>
          </a:p>
        </p:txBody>
      </p:sp>
      <p:sp>
        <p:nvSpPr>
          <p:cNvPr id="19" name="Text 14"/>
          <p:cNvSpPr/>
          <p:nvPr/>
        </p:nvSpPr>
        <p:spPr>
          <a:xfrm>
            <a:off x="644823" y="4629503"/>
            <a:ext cx="7531398" cy="657523"/>
          </a:xfrm>
          <a:prstGeom prst="rect">
            <a:avLst/>
          </a:prstGeom>
          <a:noFill/>
          <a:ln/>
        </p:spPr>
        <p:txBody>
          <a:bodyPr wrap="square" lIns="0" tIns="0" rIns="0" bIns="0" rtlCol="0" anchor="t"/>
          <a:lstStyle/>
          <a:p>
            <a:pPr defTabSz="761970">
              <a:lnSpc>
                <a:spcPts val="1708"/>
              </a:lnSpc>
            </a:pPr>
            <a:r>
              <a:rPr lang="en-US" sz="1042">
                <a:solidFill>
                  <a:srgbClr val="000000"/>
                </a:solidFill>
                <a:latin typeface="Inter" pitchFamily="34" charset="0"/>
                <a:ea typeface="Inter" pitchFamily="34" charset="-122"/>
                <a:cs typeface="Inter" pitchFamily="34" charset="-120"/>
              </a:rPr>
              <a:t>Our extensive experience across multiple markets gives us unique insights into fair market rates and industry best practices. We leverage data analytics and market intelligence to secure favorable terms for both the network and participating providers.</a:t>
            </a:r>
            <a:endParaRPr lang="en-US" sz="1042">
              <a:solidFill>
                <a:prstClr val="black"/>
              </a:solidFill>
              <a:latin typeface="Calibri" panose="020F0502020204030204"/>
            </a:endParaRPr>
          </a:p>
        </p:txBody>
      </p:sp>
      <p:pic>
        <p:nvPicPr>
          <p:cNvPr id="24" name="Image 3" descr="preencoded.png"/>
          <p:cNvPicPr>
            <a:picLocks noChangeAspect="1"/>
          </p:cNvPicPr>
          <p:nvPr/>
        </p:nvPicPr>
        <p:blipFill>
          <a:blip r:embed="rId6"/>
          <a:stretch>
            <a:fillRect/>
          </a:stretch>
        </p:blipFill>
        <p:spPr>
          <a:xfrm>
            <a:off x="8516740" y="3761383"/>
            <a:ext cx="2581176" cy="2581176"/>
          </a:xfrm>
          <a:prstGeom prst="rect">
            <a:avLst/>
          </a:prstGeom>
        </p:spPr>
      </p:pic>
      <p:pic>
        <p:nvPicPr>
          <p:cNvPr id="25" name="Picture 8">
            <a:extLst>
              <a:ext uri="{FF2B5EF4-FFF2-40B4-BE49-F238E27FC236}">
                <a16:creationId xmlns:a16="http://schemas.microsoft.com/office/drawing/2014/main" id="{1D599803-3D2A-9B6D-98C2-F6EF1B9D0C17}"/>
              </a:ext>
            </a:extLst>
          </p:cNvPr>
          <p:cNvPicPr>
            <a:picLocks noChangeAspect="1"/>
          </p:cNvPicPr>
          <p:nvPr/>
        </p:nvPicPr>
        <p:blipFill>
          <a:blip r:embed="rId7"/>
          <a:stretch>
            <a:fillRect/>
          </a:stretch>
        </p:blipFill>
        <p:spPr>
          <a:xfrm>
            <a:off x="215573" y="6356350"/>
            <a:ext cx="2125097" cy="463658"/>
          </a:xfrm>
          <a:prstGeom prst="rect">
            <a:avLst/>
          </a:prstGeom>
        </p:spPr>
      </p:pic>
      <p:sp>
        <p:nvSpPr>
          <p:cNvPr id="26" name="Freeform 13">
            <a:extLst>
              <a:ext uri="{FF2B5EF4-FFF2-40B4-BE49-F238E27FC236}">
                <a16:creationId xmlns:a16="http://schemas.microsoft.com/office/drawing/2014/main" id="{D008BBB4-4135-F7FC-BC2C-D68AC32B736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7" name="Rectangle 26">
            <a:extLst>
              <a:ext uri="{FF2B5EF4-FFF2-40B4-BE49-F238E27FC236}">
                <a16:creationId xmlns:a16="http://schemas.microsoft.com/office/drawing/2014/main" id="{5B2AD345-E0FC-40F0-E48D-4B92FDEA21E3}"/>
              </a:ext>
            </a:extLst>
          </p:cNvPr>
          <p:cNvSpPr/>
          <p:nvPr/>
        </p:nvSpPr>
        <p:spPr>
          <a:xfrm>
            <a:off x="8890503" y="5629573"/>
            <a:ext cx="1720158" cy="390981"/>
          </a:xfrm>
          <a:prstGeom prst="rect">
            <a:avLst/>
          </a:prstGeom>
          <a:solidFill>
            <a:srgbClr val="E5E5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2463" y="448568"/>
            <a:ext cx="8435975" cy="509687"/>
          </a:xfrm>
          <a:prstGeom prst="rect">
            <a:avLst/>
          </a:prstGeom>
          <a:noFill/>
          <a:ln/>
        </p:spPr>
        <p:txBody>
          <a:bodyPr wrap="none" lIns="0" tIns="0" rIns="0" bIns="0" rtlCol="0" anchor="t"/>
          <a:lstStyle/>
          <a:p>
            <a:pPr defTabSz="761970">
              <a:lnSpc>
                <a:spcPts val="4000"/>
              </a:lnSpc>
            </a:pPr>
            <a:r>
              <a:rPr lang="en-US" sz="3208" b="1">
                <a:solidFill>
                  <a:srgbClr val="000B2E"/>
                </a:solidFill>
                <a:latin typeface="Montserrat Bold" pitchFamily="34" charset="0"/>
                <a:ea typeface="Montserrat Bold" pitchFamily="34" charset="-122"/>
                <a:cs typeface="Montserrat Bold" pitchFamily="34" charset="-120"/>
              </a:rPr>
              <a:t>The Hardest Part: Delivering Excellence</a:t>
            </a:r>
            <a:endParaRPr lang="en-US" sz="3208">
              <a:solidFill>
                <a:prstClr val="black"/>
              </a:solidFill>
              <a:latin typeface="Calibri" panose="020F0502020204030204"/>
            </a:endParaRPr>
          </a:p>
        </p:txBody>
      </p:sp>
      <p:sp>
        <p:nvSpPr>
          <p:cNvPr id="3" name="Text 1"/>
          <p:cNvSpPr/>
          <p:nvPr/>
        </p:nvSpPr>
        <p:spPr>
          <a:xfrm>
            <a:off x="2017713" y="1202928"/>
            <a:ext cx="8156476" cy="1019572"/>
          </a:xfrm>
          <a:prstGeom prst="rect">
            <a:avLst/>
          </a:prstGeom>
          <a:noFill/>
          <a:ln/>
        </p:spPr>
        <p:txBody>
          <a:bodyPr wrap="none" lIns="0" tIns="0" rIns="0" bIns="0" rtlCol="0" anchor="t"/>
          <a:lstStyle/>
          <a:p>
            <a:pPr algn="ctr" defTabSz="761970">
              <a:lnSpc>
                <a:spcPts val="8000"/>
              </a:lnSpc>
            </a:pPr>
            <a:r>
              <a:rPr lang="en-US" sz="6416" b="1">
                <a:solidFill>
                  <a:srgbClr val="024693"/>
                </a:solidFill>
                <a:latin typeface="Montserrat Bold" pitchFamily="34" charset="0"/>
                <a:ea typeface="Montserrat Bold" pitchFamily="34" charset="-122"/>
                <a:cs typeface="Montserrat Bold" pitchFamily="34" charset="-120"/>
              </a:rPr>
              <a:t>Quality Care</a:t>
            </a:r>
            <a:endParaRPr lang="en-US" sz="6416">
              <a:solidFill>
                <a:prstClr val="black"/>
              </a:solidFill>
              <a:latin typeface="Calibri" panose="020F0502020204030204"/>
            </a:endParaRPr>
          </a:p>
        </p:txBody>
      </p:sp>
      <p:sp>
        <p:nvSpPr>
          <p:cNvPr id="4" name="Text 2"/>
          <p:cNvSpPr/>
          <p:nvPr/>
        </p:nvSpPr>
        <p:spPr>
          <a:xfrm>
            <a:off x="897136" y="2650629"/>
            <a:ext cx="2462907" cy="305793"/>
          </a:xfrm>
          <a:prstGeom prst="rect">
            <a:avLst/>
          </a:prstGeom>
          <a:noFill/>
          <a:ln/>
        </p:spPr>
        <p:txBody>
          <a:bodyPr wrap="none" lIns="0" tIns="0" rIns="0" bIns="0" rtlCol="0" anchor="t"/>
          <a:lstStyle/>
          <a:p>
            <a:pPr defTabSz="761970">
              <a:lnSpc>
                <a:spcPts val="2375"/>
              </a:lnSpc>
            </a:pPr>
            <a:r>
              <a:rPr lang="en-US" sz="1917" b="1">
                <a:solidFill>
                  <a:srgbClr val="000B2E"/>
                </a:solidFill>
                <a:latin typeface="Montserrat Bold" pitchFamily="34" charset="0"/>
                <a:ea typeface="Montserrat Bold" pitchFamily="34" charset="-122"/>
                <a:cs typeface="Montserrat Bold" pitchFamily="34" charset="-120"/>
              </a:rPr>
              <a:t>The Real Challenge</a:t>
            </a:r>
            <a:endParaRPr lang="en-US" sz="1917">
              <a:solidFill>
                <a:prstClr val="black"/>
              </a:solidFill>
              <a:latin typeface="Calibri" panose="020F0502020204030204"/>
            </a:endParaRPr>
          </a:p>
        </p:txBody>
      </p:sp>
      <p:sp>
        <p:nvSpPr>
          <p:cNvPr id="5" name="Text 3"/>
          <p:cNvSpPr/>
          <p:nvPr/>
        </p:nvSpPr>
        <p:spPr>
          <a:xfrm>
            <a:off x="897136" y="3119537"/>
            <a:ext cx="4999931" cy="782836"/>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The hardest part is not contracting or managing the system. The hardest part is delivering high-quality care that consistently exceeds patient expectations and clinical outcomes.</a:t>
            </a:r>
            <a:endParaRPr lang="en-US" sz="1250">
              <a:solidFill>
                <a:prstClr val="black"/>
              </a:solidFill>
              <a:latin typeface="Calibri" panose="020F0502020204030204"/>
            </a:endParaRPr>
          </a:p>
        </p:txBody>
      </p:sp>
      <p:sp>
        <p:nvSpPr>
          <p:cNvPr id="6" name="Shape 4"/>
          <p:cNvSpPr/>
          <p:nvPr/>
        </p:nvSpPr>
        <p:spPr>
          <a:xfrm>
            <a:off x="652463" y="2650629"/>
            <a:ext cx="19050" cy="1251743"/>
          </a:xfrm>
          <a:prstGeom prst="rect">
            <a:avLst/>
          </a:prstGeom>
          <a:solidFill>
            <a:srgbClr val="024693"/>
          </a:solidFill>
          <a:ln/>
        </p:spPr>
        <p:txBody>
          <a:bodyPr/>
          <a:lstStyle/>
          <a:p>
            <a:pPr defTabSz="761970"/>
            <a:endParaRPr lang="en-US" sz="1500">
              <a:solidFill>
                <a:prstClr val="black"/>
              </a:solidFill>
              <a:latin typeface="Calibri" panose="020F0502020204030204"/>
            </a:endParaRPr>
          </a:p>
        </p:txBody>
      </p:sp>
      <p:sp>
        <p:nvSpPr>
          <p:cNvPr id="7" name="Text 5"/>
          <p:cNvSpPr/>
          <p:nvPr/>
        </p:nvSpPr>
        <p:spPr>
          <a:xfrm>
            <a:off x="6301284" y="2613918"/>
            <a:ext cx="5244604" cy="1043782"/>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Communities intuitively know which health systems deliver the best care. Reputation is built on consistent excellence, and when we partner with the best healthcare organizations, everything else falls into place naturally.</a:t>
            </a:r>
            <a:endParaRPr lang="en-US" sz="1250">
              <a:solidFill>
                <a:prstClr val="black"/>
              </a:solidFill>
              <a:latin typeface="Calibri" panose="020F0502020204030204"/>
            </a:endParaRPr>
          </a:p>
        </p:txBody>
      </p:sp>
      <p:sp>
        <p:nvSpPr>
          <p:cNvPr id="8" name="Text 6"/>
          <p:cNvSpPr/>
          <p:nvPr/>
        </p:nvSpPr>
        <p:spPr>
          <a:xfrm>
            <a:off x="6301284" y="3804445"/>
            <a:ext cx="5244604" cy="782836"/>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Our role is to identify and connect with these premier providers, ensuring that every patient interaction reflects the highest standards of clinical excellence and patient experience.</a:t>
            </a:r>
            <a:endParaRPr lang="en-US" sz="1250">
              <a:solidFill>
                <a:prstClr val="black"/>
              </a:solidFill>
              <a:latin typeface="Calibri" panose="020F0502020204030204"/>
            </a:endParaRPr>
          </a:p>
        </p:txBody>
      </p:sp>
      <p:pic>
        <p:nvPicPr>
          <p:cNvPr id="9" name="Image 0" descr="preencoded.png"/>
          <p:cNvPicPr>
            <a:picLocks noChangeAspect="1"/>
          </p:cNvPicPr>
          <p:nvPr/>
        </p:nvPicPr>
        <p:blipFill>
          <a:blip r:embed="rId3"/>
          <a:stretch>
            <a:fillRect/>
          </a:stretch>
        </p:blipFill>
        <p:spPr>
          <a:xfrm>
            <a:off x="652463" y="4917481"/>
            <a:ext cx="407789" cy="407789"/>
          </a:xfrm>
          <a:prstGeom prst="rect">
            <a:avLst/>
          </a:prstGeom>
        </p:spPr>
      </p:pic>
      <p:sp>
        <p:nvSpPr>
          <p:cNvPr id="10" name="Text 7"/>
          <p:cNvSpPr/>
          <p:nvPr/>
        </p:nvSpPr>
        <p:spPr>
          <a:xfrm>
            <a:off x="1264146" y="5014318"/>
            <a:ext cx="2039044" cy="254794"/>
          </a:xfrm>
          <a:prstGeom prst="rect">
            <a:avLst/>
          </a:prstGeom>
          <a:noFill/>
          <a:ln/>
        </p:spPr>
        <p:txBody>
          <a:bodyPr wrap="non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Clinical Excellence</a:t>
            </a:r>
            <a:endParaRPr lang="en-US" sz="1583">
              <a:solidFill>
                <a:prstClr val="black"/>
              </a:solidFill>
              <a:latin typeface="Calibri" panose="020F0502020204030204"/>
            </a:endParaRPr>
          </a:p>
        </p:txBody>
      </p:sp>
      <p:sp>
        <p:nvSpPr>
          <p:cNvPr id="11" name="Text 8"/>
          <p:cNvSpPr/>
          <p:nvPr/>
        </p:nvSpPr>
        <p:spPr>
          <a:xfrm>
            <a:off x="1264146" y="5366941"/>
            <a:ext cx="2881412" cy="1043782"/>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Partnering with providers who demonstrate superior clinical outcomes and evidence-based practice standards.</a:t>
            </a:r>
            <a:endParaRPr lang="en-US" sz="1250">
              <a:solidFill>
                <a:prstClr val="black"/>
              </a:solidFill>
              <a:latin typeface="Calibri" panose="020F0502020204030204"/>
            </a:endParaRPr>
          </a:p>
        </p:txBody>
      </p:sp>
      <p:pic>
        <p:nvPicPr>
          <p:cNvPr id="12" name="Image 1" descr="preencoded.png"/>
          <p:cNvPicPr>
            <a:picLocks noChangeAspect="1"/>
          </p:cNvPicPr>
          <p:nvPr/>
        </p:nvPicPr>
        <p:blipFill>
          <a:blip r:embed="rId4"/>
          <a:stretch>
            <a:fillRect/>
          </a:stretch>
        </p:blipFill>
        <p:spPr>
          <a:xfrm>
            <a:off x="4349453" y="4917481"/>
            <a:ext cx="407789" cy="407789"/>
          </a:xfrm>
          <a:prstGeom prst="rect">
            <a:avLst/>
          </a:prstGeom>
        </p:spPr>
      </p:pic>
      <p:sp>
        <p:nvSpPr>
          <p:cNvPr id="13" name="Text 9"/>
          <p:cNvSpPr/>
          <p:nvPr/>
        </p:nvSpPr>
        <p:spPr>
          <a:xfrm>
            <a:off x="4961136" y="5014318"/>
            <a:ext cx="2039044" cy="254794"/>
          </a:xfrm>
          <a:prstGeom prst="rect">
            <a:avLst/>
          </a:prstGeom>
          <a:noFill/>
          <a:ln/>
        </p:spPr>
        <p:txBody>
          <a:bodyPr wrap="non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Patient Experience</a:t>
            </a:r>
            <a:endParaRPr lang="en-US" sz="1583">
              <a:solidFill>
                <a:prstClr val="black"/>
              </a:solidFill>
              <a:latin typeface="Calibri" panose="020F0502020204030204"/>
            </a:endParaRPr>
          </a:p>
        </p:txBody>
      </p:sp>
      <p:sp>
        <p:nvSpPr>
          <p:cNvPr id="14" name="Text 10"/>
          <p:cNvSpPr/>
          <p:nvPr/>
        </p:nvSpPr>
        <p:spPr>
          <a:xfrm>
            <a:off x="4961136" y="5366941"/>
            <a:ext cx="2881412" cy="1043782"/>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Ensuring every network provider delivers compassionate, patient-centered care that exceeds expectations.</a:t>
            </a:r>
            <a:endParaRPr lang="en-US" sz="1250">
              <a:solidFill>
                <a:prstClr val="black"/>
              </a:solidFill>
              <a:latin typeface="Calibri" panose="020F0502020204030204"/>
            </a:endParaRPr>
          </a:p>
        </p:txBody>
      </p:sp>
      <p:pic>
        <p:nvPicPr>
          <p:cNvPr id="15" name="Image 2" descr="preencoded.png"/>
          <p:cNvPicPr>
            <a:picLocks noChangeAspect="1"/>
          </p:cNvPicPr>
          <p:nvPr/>
        </p:nvPicPr>
        <p:blipFill>
          <a:blip r:embed="rId5"/>
          <a:stretch>
            <a:fillRect/>
          </a:stretch>
        </p:blipFill>
        <p:spPr>
          <a:xfrm>
            <a:off x="8046443" y="4917481"/>
            <a:ext cx="407789" cy="407789"/>
          </a:xfrm>
          <a:prstGeom prst="rect">
            <a:avLst/>
          </a:prstGeom>
        </p:spPr>
      </p:pic>
      <p:sp>
        <p:nvSpPr>
          <p:cNvPr id="16" name="Text 11"/>
          <p:cNvSpPr/>
          <p:nvPr/>
        </p:nvSpPr>
        <p:spPr>
          <a:xfrm>
            <a:off x="8658126" y="5014318"/>
            <a:ext cx="2039044" cy="254794"/>
          </a:xfrm>
          <a:prstGeom prst="rect">
            <a:avLst/>
          </a:prstGeom>
          <a:noFill/>
          <a:ln/>
        </p:spPr>
        <p:txBody>
          <a:bodyPr wrap="none" lIns="0" tIns="0" rIns="0" bIns="0" rtlCol="0" anchor="t"/>
          <a:lstStyle/>
          <a:p>
            <a:pPr defTabSz="761970">
              <a:lnSpc>
                <a:spcPts val="2000"/>
              </a:lnSpc>
            </a:pPr>
            <a:r>
              <a:rPr lang="en-US" sz="1583" b="1">
                <a:solidFill>
                  <a:srgbClr val="000000"/>
                </a:solidFill>
                <a:latin typeface="Montserrat Bold" pitchFamily="34" charset="0"/>
                <a:ea typeface="Montserrat Bold" pitchFamily="34" charset="-122"/>
                <a:cs typeface="Montserrat Bold" pitchFamily="34" charset="-120"/>
              </a:rPr>
              <a:t>Community Trust</a:t>
            </a:r>
            <a:endParaRPr lang="en-US" sz="1583">
              <a:solidFill>
                <a:prstClr val="black"/>
              </a:solidFill>
              <a:latin typeface="Calibri" panose="020F0502020204030204"/>
            </a:endParaRPr>
          </a:p>
        </p:txBody>
      </p:sp>
      <p:sp>
        <p:nvSpPr>
          <p:cNvPr id="17" name="Text 12"/>
          <p:cNvSpPr/>
          <p:nvPr/>
        </p:nvSpPr>
        <p:spPr>
          <a:xfrm>
            <a:off x="8658126" y="5366941"/>
            <a:ext cx="2881412" cy="1043782"/>
          </a:xfrm>
          <a:prstGeom prst="rect">
            <a:avLst/>
          </a:prstGeom>
          <a:noFill/>
          <a:ln/>
        </p:spPr>
        <p:txBody>
          <a:bodyPr wrap="square" lIns="0" tIns="0" rIns="0" bIns="0" rtlCol="0" anchor="t"/>
          <a:lstStyle/>
          <a:p>
            <a:pPr defTabSz="761970">
              <a:lnSpc>
                <a:spcPts val="2042"/>
              </a:lnSpc>
            </a:pPr>
            <a:r>
              <a:rPr lang="en-US" sz="1250">
                <a:solidFill>
                  <a:srgbClr val="000000"/>
                </a:solidFill>
                <a:latin typeface="Inter" pitchFamily="34" charset="0"/>
                <a:ea typeface="Inter" pitchFamily="34" charset="-122"/>
                <a:cs typeface="Inter" pitchFamily="34" charset="-120"/>
              </a:rPr>
              <a:t>Building networks with providers who have earned deep community trust through consistent, reliable healthcare delivery.</a:t>
            </a:r>
            <a:endParaRPr lang="en-US" sz="1250">
              <a:solidFill>
                <a:prstClr val="black"/>
              </a:solidFill>
              <a:latin typeface="Calibri" panose="020F0502020204030204"/>
            </a:endParaRPr>
          </a:p>
        </p:txBody>
      </p:sp>
      <p:pic>
        <p:nvPicPr>
          <p:cNvPr id="18" name="Picture 8">
            <a:extLst>
              <a:ext uri="{FF2B5EF4-FFF2-40B4-BE49-F238E27FC236}">
                <a16:creationId xmlns:a16="http://schemas.microsoft.com/office/drawing/2014/main" id="{7A7267F9-1EBB-6B5A-17FB-8B7CFE2524AB}"/>
              </a:ext>
            </a:extLst>
          </p:cNvPr>
          <p:cNvPicPr>
            <a:picLocks noChangeAspect="1"/>
          </p:cNvPicPr>
          <p:nvPr/>
        </p:nvPicPr>
        <p:blipFill>
          <a:blip r:embed="rId6"/>
          <a:stretch>
            <a:fillRect/>
          </a:stretch>
        </p:blipFill>
        <p:spPr>
          <a:xfrm>
            <a:off x="215573" y="6356350"/>
            <a:ext cx="2125097" cy="463658"/>
          </a:xfrm>
          <a:prstGeom prst="rect">
            <a:avLst/>
          </a:prstGeom>
        </p:spPr>
      </p:pic>
      <p:sp>
        <p:nvSpPr>
          <p:cNvPr id="19" name="Freeform 13">
            <a:extLst>
              <a:ext uri="{FF2B5EF4-FFF2-40B4-BE49-F238E27FC236}">
                <a16:creationId xmlns:a16="http://schemas.microsoft.com/office/drawing/2014/main" id="{EEE78D9F-8606-290B-6EFA-D2EB213C0A0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52117" y="453132"/>
            <a:ext cx="6887667" cy="489148"/>
          </a:xfrm>
          <a:prstGeom prst="rect">
            <a:avLst/>
          </a:prstGeom>
          <a:noFill/>
          <a:ln/>
        </p:spPr>
        <p:txBody>
          <a:bodyPr wrap="none" lIns="0" tIns="0" rIns="0" bIns="0" rtlCol="0" anchor="t"/>
          <a:lstStyle/>
          <a:p>
            <a:pPr algn="ctr" defTabSz="761970">
              <a:lnSpc>
                <a:spcPts val="3833"/>
              </a:lnSpc>
            </a:pPr>
            <a:r>
              <a:rPr lang="en-US" sz="3042" b="1">
                <a:solidFill>
                  <a:srgbClr val="000B2E"/>
                </a:solidFill>
                <a:latin typeface="Montserrat Bold" pitchFamily="34" charset="0"/>
                <a:ea typeface="Montserrat Bold" pitchFamily="34" charset="-122"/>
                <a:cs typeface="Montserrat Bold" pitchFamily="34" charset="-120"/>
              </a:rPr>
              <a:t>DIRECT-TO-EMPLOYER STRATEGY</a:t>
            </a:r>
            <a:endParaRPr lang="en-US" sz="3042">
              <a:solidFill>
                <a:prstClr val="black"/>
              </a:solidFill>
              <a:latin typeface="Calibri" panose="020F0502020204030204"/>
            </a:endParaRPr>
          </a:p>
        </p:txBody>
      </p:sp>
      <p:sp>
        <p:nvSpPr>
          <p:cNvPr id="3" name="Text 1"/>
          <p:cNvSpPr/>
          <p:nvPr/>
        </p:nvSpPr>
        <p:spPr>
          <a:xfrm>
            <a:off x="2107506" y="1177032"/>
            <a:ext cx="7976890" cy="391418"/>
          </a:xfrm>
          <a:prstGeom prst="rect">
            <a:avLst/>
          </a:prstGeom>
          <a:noFill/>
          <a:ln/>
        </p:spPr>
        <p:txBody>
          <a:bodyPr wrap="none" lIns="0" tIns="0" rIns="0" bIns="0" rtlCol="0" anchor="t"/>
          <a:lstStyle/>
          <a:p>
            <a:pPr algn="ctr" defTabSz="761970">
              <a:lnSpc>
                <a:spcPts val="3042"/>
              </a:lnSpc>
            </a:pPr>
            <a:r>
              <a:rPr lang="en-US" sz="2458" b="1">
                <a:solidFill>
                  <a:srgbClr val="024693"/>
                </a:solidFill>
                <a:latin typeface="Montserrat Bold" pitchFamily="34" charset="0"/>
                <a:ea typeface="Montserrat Bold" pitchFamily="34" charset="-122"/>
                <a:cs typeface="Montserrat Bold" pitchFamily="34" charset="-120"/>
              </a:rPr>
              <a:t>ONLY AVAILABLE TO</a:t>
            </a:r>
            <a:r>
              <a:rPr lang="en-US" sz="2458" b="1">
                <a:solidFill>
                  <a:srgbClr val="000B2E"/>
                </a:solidFill>
                <a:latin typeface="Montserrat Bold" pitchFamily="34" charset="0"/>
                <a:ea typeface="Montserrat Bold" pitchFamily="34" charset="-122"/>
                <a:cs typeface="Montserrat Bold" pitchFamily="34" charset="-120"/>
              </a:rPr>
              <a:t> </a:t>
            </a:r>
            <a:r>
              <a:rPr lang="en-US" sz="2458" b="1" i="1">
                <a:solidFill>
                  <a:srgbClr val="000B2E"/>
                </a:solidFill>
                <a:latin typeface="Montserrat Bold" pitchFamily="34" charset="0"/>
                <a:ea typeface="Montserrat Bold" pitchFamily="34" charset="-122"/>
                <a:cs typeface="Montserrat Bold" pitchFamily="34" charset="-120"/>
              </a:rPr>
              <a:t>PREMIER</a:t>
            </a:r>
            <a:r>
              <a:rPr lang="en-US" sz="2458" b="1">
                <a:solidFill>
                  <a:srgbClr val="000B2E"/>
                </a:solidFill>
                <a:latin typeface="Montserrat Bold" pitchFamily="34" charset="0"/>
                <a:ea typeface="Montserrat Bold" pitchFamily="34" charset="-122"/>
                <a:cs typeface="Montserrat Bold" pitchFamily="34" charset="-120"/>
              </a:rPr>
              <a:t> </a:t>
            </a:r>
            <a:r>
              <a:rPr lang="en-US" sz="2458" b="1">
                <a:solidFill>
                  <a:srgbClr val="024693"/>
                </a:solidFill>
                <a:latin typeface="Montserrat Bold" pitchFamily="34" charset="0"/>
                <a:ea typeface="Montserrat Bold" pitchFamily="34" charset="-122"/>
                <a:cs typeface="Montserrat Bold" pitchFamily="34" charset="-120"/>
              </a:rPr>
              <a:t>HEALTH SYSTEMS</a:t>
            </a:r>
            <a:endParaRPr lang="en-US" sz="2458">
              <a:solidFill>
                <a:prstClr val="black"/>
              </a:solidFill>
              <a:latin typeface="Calibri" panose="020F0502020204030204"/>
            </a:endParaRPr>
          </a:p>
        </p:txBody>
      </p:sp>
      <p:sp>
        <p:nvSpPr>
          <p:cNvPr id="4" name="Shape 2"/>
          <p:cNvSpPr/>
          <p:nvPr/>
        </p:nvSpPr>
        <p:spPr>
          <a:xfrm>
            <a:off x="659110" y="1803202"/>
            <a:ext cx="5358607" cy="1213843"/>
          </a:xfrm>
          <a:prstGeom prst="roundRect">
            <a:avLst>
              <a:gd name="adj" fmla="val 5417"/>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5" name="Text 3"/>
          <p:cNvSpPr/>
          <p:nvPr/>
        </p:nvSpPr>
        <p:spPr>
          <a:xfrm>
            <a:off x="821928" y="1966020"/>
            <a:ext cx="2791222" cy="293489"/>
          </a:xfrm>
          <a:prstGeom prst="rect">
            <a:avLst/>
          </a:prstGeom>
          <a:noFill/>
          <a:ln/>
        </p:spPr>
        <p:txBody>
          <a:bodyPr wrap="none" lIns="0" tIns="0" rIns="0" bIns="0" rtlCol="0" anchor="t"/>
          <a:lstStyle/>
          <a:p>
            <a:pPr defTabSz="761970">
              <a:lnSpc>
                <a:spcPts val="2292"/>
              </a:lnSpc>
            </a:pPr>
            <a:r>
              <a:rPr lang="en-US" sz="1833" b="1">
                <a:solidFill>
                  <a:srgbClr val="000000"/>
                </a:solidFill>
                <a:latin typeface="Montserrat Bold" pitchFamily="34" charset="0"/>
                <a:ea typeface="Montserrat Bold" pitchFamily="34" charset="-122"/>
                <a:cs typeface="Montserrat Bold" pitchFamily="34" charset="-120"/>
              </a:rPr>
              <a:t>STRONG Brand Quality</a:t>
            </a:r>
            <a:endParaRPr lang="en-US" sz="1833">
              <a:solidFill>
                <a:prstClr val="black"/>
              </a:solidFill>
              <a:latin typeface="Calibri" panose="020F0502020204030204"/>
            </a:endParaRPr>
          </a:p>
        </p:txBody>
      </p:sp>
      <p:sp>
        <p:nvSpPr>
          <p:cNvPr id="6" name="Text 4"/>
          <p:cNvSpPr/>
          <p:nvPr/>
        </p:nvSpPr>
        <p:spPr>
          <a:xfrm>
            <a:off x="821928" y="2353369"/>
            <a:ext cx="5032970" cy="500857"/>
          </a:xfrm>
          <a:prstGeom prst="rect">
            <a:avLst/>
          </a:prstGeom>
          <a:noFill/>
          <a:ln/>
        </p:spPr>
        <p:txBody>
          <a:bodyPr wrap="square" lIns="0" tIns="0" rIns="0" bIns="0" rtlCol="0" anchor="t"/>
          <a:lstStyle/>
          <a:p>
            <a:pPr defTabSz="761970">
              <a:lnSpc>
                <a:spcPts val="1958"/>
              </a:lnSpc>
            </a:pPr>
            <a:r>
              <a:rPr lang="en-US" sz="1208">
                <a:solidFill>
                  <a:srgbClr val="000000"/>
                </a:solidFill>
                <a:latin typeface="Inter" pitchFamily="34" charset="0"/>
                <a:ea typeface="Inter" pitchFamily="34" charset="-122"/>
                <a:cs typeface="Inter" pitchFamily="34" charset="-120"/>
              </a:rPr>
              <a:t>Recognized excellence in clinical outcomes and patient satisfaction that employers trust and value.</a:t>
            </a:r>
            <a:endParaRPr lang="en-US" sz="1208">
              <a:solidFill>
                <a:prstClr val="black"/>
              </a:solidFill>
              <a:latin typeface="Calibri" panose="020F0502020204030204"/>
            </a:endParaRPr>
          </a:p>
        </p:txBody>
      </p:sp>
      <p:sp>
        <p:nvSpPr>
          <p:cNvPr id="7" name="Shape 5"/>
          <p:cNvSpPr/>
          <p:nvPr/>
        </p:nvSpPr>
        <p:spPr>
          <a:xfrm>
            <a:off x="6174185" y="1803202"/>
            <a:ext cx="5358706" cy="1213843"/>
          </a:xfrm>
          <a:prstGeom prst="roundRect">
            <a:avLst>
              <a:gd name="adj" fmla="val 5417"/>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8" name="Text 6"/>
          <p:cNvSpPr/>
          <p:nvPr/>
        </p:nvSpPr>
        <p:spPr>
          <a:xfrm>
            <a:off x="6337003" y="1966020"/>
            <a:ext cx="3242965" cy="293489"/>
          </a:xfrm>
          <a:prstGeom prst="rect">
            <a:avLst/>
          </a:prstGeom>
          <a:noFill/>
          <a:ln/>
        </p:spPr>
        <p:txBody>
          <a:bodyPr wrap="none" lIns="0" tIns="0" rIns="0" bIns="0" rtlCol="0" anchor="t"/>
          <a:lstStyle/>
          <a:p>
            <a:pPr defTabSz="761970">
              <a:lnSpc>
                <a:spcPts val="2292"/>
              </a:lnSpc>
            </a:pPr>
            <a:r>
              <a:rPr lang="en-US" sz="1833" b="1">
                <a:solidFill>
                  <a:srgbClr val="000000"/>
                </a:solidFill>
                <a:latin typeface="Montserrat Bold" pitchFamily="34" charset="0"/>
                <a:ea typeface="Montserrat Bold" pitchFamily="34" charset="-122"/>
                <a:cs typeface="Montserrat Bold" pitchFamily="34" charset="-120"/>
              </a:rPr>
              <a:t>EXTENSIVE Patient Access</a:t>
            </a:r>
            <a:endParaRPr lang="en-US" sz="1833">
              <a:solidFill>
                <a:prstClr val="black"/>
              </a:solidFill>
              <a:latin typeface="Calibri" panose="020F0502020204030204"/>
            </a:endParaRPr>
          </a:p>
        </p:txBody>
      </p:sp>
      <p:sp>
        <p:nvSpPr>
          <p:cNvPr id="9" name="Text 7"/>
          <p:cNvSpPr/>
          <p:nvPr/>
        </p:nvSpPr>
        <p:spPr>
          <a:xfrm>
            <a:off x="6337003" y="2353369"/>
            <a:ext cx="5033069" cy="500857"/>
          </a:xfrm>
          <a:prstGeom prst="rect">
            <a:avLst/>
          </a:prstGeom>
          <a:noFill/>
          <a:ln/>
        </p:spPr>
        <p:txBody>
          <a:bodyPr wrap="square" lIns="0" tIns="0" rIns="0" bIns="0" rtlCol="0" anchor="t"/>
          <a:lstStyle/>
          <a:p>
            <a:pPr defTabSz="761970">
              <a:lnSpc>
                <a:spcPts val="1958"/>
              </a:lnSpc>
            </a:pPr>
            <a:r>
              <a:rPr lang="en-US" sz="1208">
                <a:solidFill>
                  <a:srgbClr val="000000"/>
                </a:solidFill>
                <a:latin typeface="Inter" pitchFamily="34" charset="0"/>
                <a:ea typeface="Inter" pitchFamily="34" charset="-122"/>
                <a:cs typeface="Inter" pitchFamily="34" charset="-120"/>
              </a:rPr>
              <a:t>Comprehensive geographic coverage and service availability that meets diverse employer workforce needs.</a:t>
            </a:r>
            <a:endParaRPr lang="en-US" sz="1208">
              <a:solidFill>
                <a:prstClr val="black"/>
              </a:solidFill>
              <a:latin typeface="Calibri" panose="020F0502020204030204"/>
            </a:endParaRPr>
          </a:p>
        </p:txBody>
      </p:sp>
      <p:sp>
        <p:nvSpPr>
          <p:cNvPr id="10" name="Shape 8"/>
          <p:cNvSpPr/>
          <p:nvPr/>
        </p:nvSpPr>
        <p:spPr>
          <a:xfrm>
            <a:off x="659110" y="3173512"/>
            <a:ext cx="5358607" cy="1213843"/>
          </a:xfrm>
          <a:prstGeom prst="roundRect">
            <a:avLst>
              <a:gd name="adj" fmla="val 5417"/>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11" name="Text 9"/>
          <p:cNvSpPr/>
          <p:nvPr/>
        </p:nvSpPr>
        <p:spPr>
          <a:xfrm>
            <a:off x="821929" y="3336331"/>
            <a:ext cx="3395563" cy="293489"/>
          </a:xfrm>
          <a:prstGeom prst="rect">
            <a:avLst/>
          </a:prstGeom>
          <a:noFill/>
          <a:ln/>
        </p:spPr>
        <p:txBody>
          <a:bodyPr wrap="none" lIns="0" tIns="0" rIns="0" bIns="0" rtlCol="0" anchor="t"/>
          <a:lstStyle/>
          <a:p>
            <a:pPr defTabSz="761970">
              <a:lnSpc>
                <a:spcPts val="2292"/>
              </a:lnSpc>
            </a:pPr>
            <a:r>
              <a:rPr lang="en-US" sz="1833" b="1">
                <a:solidFill>
                  <a:srgbClr val="000000"/>
                </a:solidFill>
                <a:latin typeface="Montserrat Bold" pitchFamily="34" charset="0"/>
                <a:ea typeface="Montserrat Bold" pitchFamily="34" charset="-122"/>
                <a:cs typeface="Montserrat Bold" pitchFamily="34" charset="-120"/>
              </a:rPr>
              <a:t>MARKET-LEADING Value Pricing</a:t>
            </a:r>
            <a:endParaRPr lang="en-US" sz="1833">
              <a:solidFill>
                <a:prstClr val="black"/>
              </a:solidFill>
              <a:latin typeface="Calibri" panose="020F0502020204030204"/>
            </a:endParaRPr>
          </a:p>
        </p:txBody>
      </p:sp>
      <p:sp>
        <p:nvSpPr>
          <p:cNvPr id="12" name="Text 10"/>
          <p:cNvSpPr/>
          <p:nvPr/>
        </p:nvSpPr>
        <p:spPr>
          <a:xfrm>
            <a:off x="821928" y="3723680"/>
            <a:ext cx="5032970" cy="500857"/>
          </a:xfrm>
          <a:prstGeom prst="rect">
            <a:avLst/>
          </a:prstGeom>
          <a:noFill/>
          <a:ln/>
        </p:spPr>
        <p:txBody>
          <a:bodyPr wrap="square" lIns="0" tIns="0" rIns="0" bIns="0" rtlCol="0" anchor="t"/>
          <a:lstStyle/>
          <a:p>
            <a:pPr defTabSz="761970">
              <a:lnSpc>
                <a:spcPts val="1958"/>
              </a:lnSpc>
            </a:pPr>
            <a:r>
              <a:rPr lang="en-US" sz="1208">
                <a:solidFill>
                  <a:srgbClr val="000000"/>
                </a:solidFill>
                <a:latin typeface="Inter" pitchFamily="34" charset="0"/>
                <a:ea typeface="Inter" pitchFamily="34" charset="-122"/>
                <a:cs typeface="Inter" pitchFamily="34" charset="-120"/>
              </a:rPr>
              <a:t>Best-in-class pricing structures that deliver measurable ROI for employer health benefit programs.</a:t>
            </a:r>
            <a:endParaRPr lang="en-US" sz="1208">
              <a:solidFill>
                <a:prstClr val="black"/>
              </a:solidFill>
              <a:latin typeface="Calibri" panose="020F0502020204030204"/>
            </a:endParaRPr>
          </a:p>
        </p:txBody>
      </p:sp>
      <p:sp>
        <p:nvSpPr>
          <p:cNvPr id="13" name="Shape 11"/>
          <p:cNvSpPr/>
          <p:nvPr/>
        </p:nvSpPr>
        <p:spPr>
          <a:xfrm>
            <a:off x="6174185" y="3173512"/>
            <a:ext cx="5358706" cy="1213843"/>
          </a:xfrm>
          <a:prstGeom prst="roundRect">
            <a:avLst>
              <a:gd name="adj" fmla="val 5417"/>
            </a:avLst>
          </a:prstGeom>
          <a:solidFill>
            <a:srgbClr val="CDE4FE"/>
          </a:solidFill>
          <a:ln w="7620">
            <a:solidFill>
              <a:srgbClr val="B3CAE4"/>
            </a:solidFill>
            <a:prstDash val="solid"/>
          </a:ln>
        </p:spPr>
        <p:txBody>
          <a:bodyPr/>
          <a:lstStyle/>
          <a:p>
            <a:pPr defTabSz="761970"/>
            <a:endParaRPr lang="en-US" sz="1500">
              <a:solidFill>
                <a:prstClr val="black"/>
              </a:solidFill>
              <a:latin typeface="Calibri" panose="020F0502020204030204"/>
            </a:endParaRPr>
          </a:p>
        </p:txBody>
      </p:sp>
      <p:sp>
        <p:nvSpPr>
          <p:cNvPr id="14" name="Text 12"/>
          <p:cNvSpPr/>
          <p:nvPr/>
        </p:nvSpPr>
        <p:spPr>
          <a:xfrm>
            <a:off x="6337002" y="3336331"/>
            <a:ext cx="2997597" cy="293489"/>
          </a:xfrm>
          <a:prstGeom prst="rect">
            <a:avLst/>
          </a:prstGeom>
          <a:noFill/>
          <a:ln/>
        </p:spPr>
        <p:txBody>
          <a:bodyPr wrap="none" lIns="0" tIns="0" rIns="0" bIns="0" rtlCol="0" anchor="t"/>
          <a:lstStyle/>
          <a:p>
            <a:pPr defTabSz="761970">
              <a:lnSpc>
                <a:spcPts val="2292"/>
              </a:lnSpc>
            </a:pPr>
            <a:r>
              <a:rPr lang="en-US" sz="1833" b="1">
                <a:solidFill>
                  <a:srgbClr val="000000"/>
                </a:solidFill>
                <a:latin typeface="Montserrat Bold" pitchFamily="34" charset="0"/>
                <a:ea typeface="Montserrat Bold" pitchFamily="34" charset="-122"/>
                <a:cs typeface="Montserrat Bold" pitchFamily="34" charset="-120"/>
              </a:rPr>
              <a:t>EXCELLENT Care Quality</a:t>
            </a:r>
            <a:endParaRPr lang="en-US" sz="1833">
              <a:solidFill>
                <a:prstClr val="black"/>
              </a:solidFill>
              <a:latin typeface="Calibri" panose="020F0502020204030204"/>
            </a:endParaRPr>
          </a:p>
        </p:txBody>
      </p:sp>
      <p:sp>
        <p:nvSpPr>
          <p:cNvPr id="15" name="Text 13"/>
          <p:cNvSpPr/>
          <p:nvPr/>
        </p:nvSpPr>
        <p:spPr>
          <a:xfrm>
            <a:off x="6337003" y="3723680"/>
            <a:ext cx="5033069" cy="500857"/>
          </a:xfrm>
          <a:prstGeom prst="rect">
            <a:avLst/>
          </a:prstGeom>
          <a:noFill/>
          <a:ln/>
        </p:spPr>
        <p:txBody>
          <a:bodyPr wrap="square" lIns="0" tIns="0" rIns="0" bIns="0" rtlCol="0" anchor="t"/>
          <a:lstStyle/>
          <a:p>
            <a:pPr defTabSz="761970">
              <a:lnSpc>
                <a:spcPts val="1958"/>
              </a:lnSpc>
            </a:pPr>
            <a:r>
              <a:rPr lang="en-US" sz="1208">
                <a:solidFill>
                  <a:srgbClr val="000000"/>
                </a:solidFill>
                <a:latin typeface="Inter" pitchFamily="34" charset="0"/>
                <a:ea typeface="Inter" pitchFamily="34" charset="-122"/>
                <a:cs typeface="Inter" pitchFamily="34" charset="-120"/>
              </a:rPr>
              <a:t>Demonstrable clinical quality metrics and outcomes that drive employee satisfaction and health improvements.</a:t>
            </a:r>
            <a:endParaRPr lang="en-US" sz="1208">
              <a:solidFill>
                <a:prstClr val="black"/>
              </a:solidFill>
              <a:latin typeface="Calibri" panose="020F0502020204030204"/>
            </a:endParaRPr>
          </a:p>
        </p:txBody>
      </p:sp>
      <p:pic>
        <p:nvPicPr>
          <p:cNvPr id="16" name="Image 0" descr="preencoded.png"/>
          <p:cNvPicPr>
            <a:picLocks noChangeAspect="1"/>
          </p:cNvPicPr>
          <p:nvPr/>
        </p:nvPicPr>
        <p:blipFill>
          <a:blip r:embed="rId3"/>
          <a:stretch>
            <a:fillRect/>
          </a:stretch>
        </p:blipFill>
        <p:spPr>
          <a:xfrm>
            <a:off x="2798813" y="4481216"/>
            <a:ext cx="2837358" cy="1489869"/>
          </a:xfrm>
          <a:prstGeom prst="rect">
            <a:avLst/>
          </a:prstGeom>
        </p:spPr>
      </p:pic>
      <p:pic>
        <p:nvPicPr>
          <p:cNvPr id="17" name="Image 1" descr="preencoded.png"/>
          <p:cNvPicPr>
            <a:picLocks noChangeAspect="1"/>
          </p:cNvPicPr>
          <p:nvPr/>
        </p:nvPicPr>
        <p:blipFill>
          <a:blip r:embed="rId4"/>
          <a:stretch>
            <a:fillRect/>
          </a:stretch>
        </p:blipFill>
        <p:spPr>
          <a:xfrm>
            <a:off x="6378874" y="4738539"/>
            <a:ext cx="3201094" cy="975221"/>
          </a:xfrm>
          <a:prstGeom prst="rect">
            <a:avLst/>
          </a:prstGeom>
        </p:spPr>
      </p:pic>
      <p:pic>
        <p:nvPicPr>
          <p:cNvPr id="20" name="Picture 8">
            <a:extLst>
              <a:ext uri="{FF2B5EF4-FFF2-40B4-BE49-F238E27FC236}">
                <a16:creationId xmlns:a16="http://schemas.microsoft.com/office/drawing/2014/main" id="{E4F600D7-09A9-2107-CDE7-1694BA71E513}"/>
              </a:ext>
            </a:extLst>
          </p:cNvPr>
          <p:cNvPicPr>
            <a:picLocks noChangeAspect="1"/>
          </p:cNvPicPr>
          <p:nvPr/>
        </p:nvPicPr>
        <p:blipFill>
          <a:blip r:embed="rId5"/>
          <a:stretch>
            <a:fillRect/>
          </a:stretch>
        </p:blipFill>
        <p:spPr>
          <a:xfrm>
            <a:off x="215573" y="6356350"/>
            <a:ext cx="2125097" cy="463658"/>
          </a:xfrm>
          <a:prstGeom prst="rect">
            <a:avLst/>
          </a:prstGeom>
        </p:spPr>
      </p:pic>
      <p:sp>
        <p:nvSpPr>
          <p:cNvPr id="21" name="Freeform 13">
            <a:extLst>
              <a:ext uri="{FF2B5EF4-FFF2-40B4-BE49-F238E27FC236}">
                <a16:creationId xmlns:a16="http://schemas.microsoft.com/office/drawing/2014/main" id="{4ABCD598-F5D8-8289-6F96-0B75837DCC1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b="1">
                <a:solidFill>
                  <a:srgbClr val="00539F"/>
                </a:solidFill>
                <a:latin typeface="Montserrat Bold" panose="00000800000000000000" charset="0"/>
                <a:cs typeface="Arial" panose="020B0604020202020204" pitchFamily="34" charset="0"/>
              </a:rPr>
              <a:t>SOUTHWESTERN HEALTH RESOURCES IS PATIENT RECOMMENDED</a:t>
            </a:r>
            <a:endParaRPr lang="en-US" sz="1400" b="1">
              <a:solidFill>
                <a:srgbClr val="00539F"/>
              </a:solidFill>
              <a:latin typeface="Montserrat Bold" panose="00000800000000000000" charset="0"/>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Montserrat" panose="00000500000000000000" pitchFamily="2" charset="0"/>
              </a:rPr>
              <a:t>Based on quality measures and HCAHPS feedback, KBA estimates that THR and UT Southwestern together would have the strongest brand quality in the greater Dallas, Fort-Worth Area</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nvGraphicFramePr>
        <p:xfrm>
          <a:off x="725714" y="1645920"/>
          <a:ext cx="8508020" cy="4432267"/>
        </p:xfrm>
        <a:graphic>
          <a:graphicData uri="http://schemas.openxmlformats.org/drawingml/2006/table">
            <a:tbl>
              <a:tblPr/>
              <a:tblGrid>
                <a:gridCol w="2267398">
                  <a:extLst>
                    <a:ext uri="{9D8B030D-6E8A-4147-A177-3AD203B41FA5}">
                      <a16:colId xmlns:a16="http://schemas.microsoft.com/office/drawing/2014/main" val="20000"/>
                    </a:ext>
                  </a:extLst>
                </a:gridCol>
                <a:gridCol w="1593206">
                  <a:extLst>
                    <a:ext uri="{9D8B030D-6E8A-4147-A177-3AD203B41FA5}">
                      <a16:colId xmlns:a16="http://schemas.microsoft.com/office/drawing/2014/main" val="20001"/>
                    </a:ext>
                  </a:extLst>
                </a:gridCol>
                <a:gridCol w="1066838">
                  <a:extLst>
                    <a:ext uri="{9D8B030D-6E8A-4147-A177-3AD203B41FA5}">
                      <a16:colId xmlns:a16="http://schemas.microsoft.com/office/drawing/2014/main" val="20002"/>
                    </a:ext>
                  </a:extLst>
                </a:gridCol>
                <a:gridCol w="1032481">
                  <a:extLst>
                    <a:ext uri="{9D8B030D-6E8A-4147-A177-3AD203B41FA5}">
                      <a16:colId xmlns:a16="http://schemas.microsoft.com/office/drawing/2014/main" val="20003"/>
                    </a:ext>
                  </a:extLst>
                </a:gridCol>
                <a:gridCol w="1256756">
                  <a:extLst>
                    <a:ext uri="{9D8B030D-6E8A-4147-A177-3AD203B41FA5}">
                      <a16:colId xmlns:a16="http://schemas.microsoft.com/office/drawing/2014/main" val="20004"/>
                    </a:ext>
                  </a:extLst>
                </a:gridCol>
                <a:gridCol w="1291341">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Texas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C62A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Methodist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Baylor Scott &amp; White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3"/>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Texas Health Resources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Parkland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6"/>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John Peter Smith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7"/>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08"/>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8ECF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Heights Healthcare of Texas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6F8F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9</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SOUTHWESTERN HEALTH RESOURCES IS PATIENT RECOMMENDED</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#4</dc:title>
  <dc:subject>Untitled #4</dc:subject>
  <dc:creator>taylordavis@careluminate.com</dc:creator>
  <cp:revision>1</cp:revision>
  <dcterms:created xsi:type="dcterms:W3CDTF">2024-12-03T04:16:29Z</dcterms:created>
  <dcterms:modified xsi:type="dcterms:W3CDTF">2025-09-16T09:08:18Z</dcterms:modified>
</cp:coreProperties>
</file>