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37"/>
  </p:notesMasterIdLst>
  <p:sldIdLst>
    <p:sldId id="577" r:id="rId5"/>
    <p:sldId id="454" r:id="rId6"/>
    <p:sldId id="549" r:id="rId7"/>
    <p:sldId id="580" r:id="rId8"/>
    <p:sldId id="582" r:id="rId9"/>
    <p:sldId id="581" r:id="rId10"/>
    <p:sldId id="548" r:id="rId11"/>
    <p:sldId id="499" r:id="rId12"/>
    <p:sldId id="458" r:id="rId13"/>
    <p:sldId id="446" r:id="rId14"/>
    <p:sldId id="461" r:id="rId15"/>
    <p:sldId id="462" r:id="rId16"/>
    <p:sldId id="469" r:id="rId17"/>
    <p:sldId id="336" r:id="rId18"/>
    <p:sldId id="337" r:id="rId19"/>
    <p:sldId id="583" r:id="rId20"/>
    <p:sldId id="597" r:id="rId21"/>
    <p:sldId id="599" r:id="rId22"/>
    <p:sldId id="584" r:id="rId23"/>
    <p:sldId id="571" r:id="rId24"/>
    <p:sldId id="585" r:id="rId25"/>
    <p:sldId id="546" r:id="rId26"/>
    <p:sldId id="536" r:id="rId27"/>
    <p:sldId id="256" r:id="rId28"/>
    <p:sldId id="574" r:id="rId29"/>
    <p:sldId id="572" r:id="rId30"/>
    <p:sldId id="575" r:id="rId31"/>
    <p:sldId id="573" r:id="rId32"/>
    <p:sldId id="576" r:id="rId33"/>
    <p:sldId id="326" r:id="rId34"/>
    <p:sldId id="491" r:id="rId35"/>
    <p:sldId id="472" r:id="rId36"/>
  </p:sldIdLst>
  <p:sldSz cx="12192000" cy="6858000"/>
  <p:notesSz cx="7315200" cy="9601200"/>
  <p:custDataLst>
    <p:tags r:id="rId3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8A5"/>
    <a:srgbClr val="C55A11"/>
    <a:srgbClr val="F424AA"/>
    <a:srgbClr val="E23440"/>
    <a:srgbClr val="027587"/>
    <a:srgbClr val="7F7F7F"/>
    <a:srgbClr val="00467F"/>
    <a:srgbClr val="58A5DA"/>
    <a:srgbClr val="30589B"/>
    <a:srgbClr val="59CA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419A85-1B36-4224-BB3D-ED7068D5FBB4}" v="31" dt="2024-09-11T02:03:35.79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88609" autoAdjust="0"/>
  </p:normalViewPr>
  <p:slideViewPr>
    <p:cSldViewPr snapToGrid="0">
      <p:cViewPr varScale="1">
        <p:scale>
          <a:sx n="95" d="100"/>
          <a:sy n="95" d="100"/>
        </p:scale>
        <p:origin x="1044" y="6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FD419A85-1B36-4224-BB3D-ED7068D5FBB4}"/>
    <pc:docChg chg="undo custSel addSld delSld modSld sldOrd">
      <pc:chgData name="Taylor Davis" userId="5c9e72a0-c39f-4aa1-9d7d-64125e78cbe6" providerId="ADAL" clId="{FD419A85-1B36-4224-BB3D-ED7068D5FBB4}" dt="2024-09-11T02:03:35.792" v="669"/>
      <pc:docMkLst>
        <pc:docMk/>
      </pc:docMkLst>
      <pc:sldChg chg="modSp add del mod">
        <pc:chgData name="Taylor Davis" userId="5c9e72a0-c39f-4aa1-9d7d-64125e78cbe6" providerId="ADAL" clId="{FD419A85-1B36-4224-BB3D-ED7068D5FBB4}" dt="2024-09-11T02:03:35.792" v="669"/>
        <pc:sldMkLst>
          <pc:docMk/>
          <pc:sldMk cId="0" sldId="256"/>
        </pc:sldMkLst>
        <pc:graphicFrameChg chg="mod modGraphic">
          <ac:chgData name="Taylor Davis" userId="5c9e72a0-c39f-4aa1-9d7d-64125e78cbe6" providerId="ADAL" clId="{FD419A85-1B36-4224-BB3D-ED7068D5FBB4}" dt="2024-09-11T02:03:35.792" v="669"/>
          <ac:graphicFrameMkLst>
            <pc:docMk/>
            <pc:sldMk cId="0" sldId="256"/>
            <ac:graphicFrameMk id="2" creationId="{00000000-0000-0000-0000-000000000000}"/>
          </ac:graphicFrameMkLst>
        </pc:graphicFrameChg>
      </pc:sldChg>
      <pc:sldChg chg="ord">
        <pc:chgData name="Taylor Davis" userId="5c9e72a0-c39f-4aa1-9d7d-64125e78cbe6" providerId="ADAL" clId="{FD419A85-1B36-4224-BB3D-ED7068D5FBB4}" dt="2024-09-11T01:45:25.831" v="636"/>
        <pc:sldMkLst>
          <pc:docMk/>
          <pc:sldMk cId="1919135106" sldId="454"/>
        </pc:sldMkLst>
      </pc:sldChg>
      <pc:sldChg chg="addSp delSp modSp mod">
        <pc:chgData name="Taylor Davis" userId="5c9e72a0-c39f-4aa1-9d7d-64125e78cbe6" providerId="ADAL" clId="{FD419A85-1B36-4224-BB3D-ED7068D5FBB4}" dt="2024-09-11T02:03:35.792" v="669"/>
        <pc:sldMkLst>
          <pc:docMk/>
          <pc:sldMk cId="2203540903" sldId="499"/>
        </pc:sldMkLst>
        <pc:graphicFrameChg chg="del">
          <ac:chgData name="Taylor Davis" userId="5c9e72a0-c39f-4aa1-9d7d-64125e78cbe6" providerId="ADAL" clId="{FD419A85-1B36-4224-BB3D-ED7068D5FBB4}" dt="2024-09-11T00:42:42.927" v="22" actId="478"/>
          <ac:graphicFrameMkLst>
            <pc:docMk/>
            <pc:sldMk cId="2203540903" sldId="499"/>
            <ac:graphicFrameMk id="2" creationId="{33F20683-2452-949E-C1B7-9A220E287531}"/>
          </ac:graphicFrameMkLst>
        </pc:graphicFrameChg>
        <pc:graphicFrameChg chg="add del mod">
          <ac:chgData name="Taylor Davis" userId="5c9e72a0-c39f-4aa1-9d7d-64125e78cbe6" providerId="ADAL" clId="{FD419A85-1B36-4224-BB3D-ED7068D5FBB4}" dt="2024-09-11T01:06:20.065" v="251" actId="478"/>
          <ac:graphicFrameMkLst>
            <pc:docMk/>
            <pc:sldMk cId="2203540903" sldId="499"/>
            <ac:graphicFrameMk id="6" creationId="{254FB824-AD41-2500-874B-E964CF35279E}"/>
          </ac:graphicFrameMkLst>
        </pc:graphicFrameChg>
        <pc:graphicFrameChg chg="add del mod">
          <ac:chgData name="Taylor Davis" userId="5c9e72a0-c39f-4aa1-9d7d-64125e78cbe6" providerId="ADAL" clId="{FD419A85-1B36-4224-BB3D-ED7068D5FBB4}" dt="2024-09-11T01:32:56.803" v="352" actId="478"/>
          <ac:graphicFrameMkLst>
            <pc:docMk/>
            <pc:sldMk cId="2203540903" sldId="499"/>
            <ac:graphicFrameMk id="10" creationId="{355FE251-06C8-A523-9274-CE0C9E7A9705}"/>
          </ac:graphicFrameMkLst>
        </pc:graphicFrameChg>
        <pc:graphicFrameChg chg="add mod">
          <ac:chgData name="Taylor Davis" userId="5c9e72a0-c39f-4aa1-9d7d-64125e78cbe6" providerId="ADAL" clId="{FD419A85-1B36-4224-BB3D-ED7068D5FBB4}" dt="2024-09-11T02:03:35.792" v="669"/>
          <ac:graphicFrameMkLst>
            <pc:docMk/>
            <pc:sldMk cId="2203540903" sldId="499"/>
            <ac:graphicFrameMk id="11" creationId="{8EEE6B9C-3235-DC73-C156-0C3E56CE57BF}"/>
          </ac:graphicFrameMkLst>
        </pc:graphicFrameChg>
      </pc:sldChg>
      <pc:sldChg chg="add del">
        <pc:chgData name="Taylor Davis" userId="5c9e72a0-c39f-4aa1-9d7d-64125e78cbe6" providerId="ADAL" clId="{FD419A85-1B36-4224-BB3D-ED7068D5FBB4}" dt="2024-09-11T01:35:35.004" v="397" actId="47"/>
        <pc:sldMkLst>
          <pc:docMk/>
          <pc:sldMk cId="36791873" sldId="525"/>
        </pc:sldMkLst>
      </pc:sldChg>
      <pc:sldChg chg="addSp delSp modSp add del mod">
        <pc:chgData name="Taylor Davis" userId="5c9e72a0-c39f-4aa1-9d7d-64125e78cbe6" providerId="ADAL" clId="{FD419A85-1B36-4224-BB3D-ED7068D5FBB4}" dt="2024-09-11T02:03:28.421" v="667" actId="313"/>
        <pc:sldMkLst>
          <pc:docMk/>
          <pc:sldMk cId="1419816550" sldId="536"/>
        </pc:sldMkLst>
        <pc:spChg chg="mod">
          <ac:chgData name="Taylor Davis" userId="5c9e72a0-c39f-4aa1-9d7d-64125e78cbe6" providerId="ADAL" clId="{FD419A85-1B36-4224-BB3D-ED7068D5FBB4}" dt="2024-09-11T01:38:28.211" v="416" actId="20577"/>
          <ac:spMkLst>
            <pc:docMk/>
            <pc:sldMk cId="1419816550" sldId="536"/>
            <ac:spMk id="9" creationId="{6CDBA057-BBD2-8F54-E977-26B782E37F88}"/>
          </ac:spMkLst>
        </pc:spChg>
        <pc:spChg chg="del">
          <ac:chgData name="Taylor Davis" userId="5c9e72a0-c39f-4aa1-9d7d-64125e78cbe6" providerId="ADAL" clId="{FD419A85-1B36-4224-BB3D-ED7068D5FBB4}" dt="2024-09-11T01:37:40.529" v="412" actId="478"/>
          <ac:spMkLst>
            <pc:docMk/>
            <pc:sldMk cId="1419816550" sldId="536"/>
            <ac:spMk id="10" creationId="{C690F22E-C9CA-61DC-5584-149573110610}"/>
          </ac:spMkLst>
        </pc:spChg>
        <pc:spChg chg="mod">
          <ac:chgData name="Taylor Davis" userId="5c9e72a0-c39f-4aa1-9d7d-64125e78cbe6" providerId="ADAL" clId="{FD419A85-1B36-4224-BB3D-ED7068D5FBB4}" dt="2024-09-11T01:40:22.805" v="616" actId="20577"/>
          <ac:spMkLst>
            <pc:docMk/>
            <pc:sldMk cId="1419816550" sldId="536"/>
            <ac:spMk id="11" creationId="{A897897D-C568-B204-6568-514AD4B71A5C}"/>
          </ac:spMkLst>
        </pc:spChg>
        <pc:spChg chg="add mod">
          <ac:chgData name="Taylor Davis" userId="5c9e72a0-c39f-4aa1-9d7d-64125e78cbe6" providerId="ADAL" clId="{FD419A85-1B36-4224-BB3D-ED7068D5FBB4}" dt="2024-09-11T01:37:41.563" v="413"/>
          <ac:spMkLst>
            <pc:docMk/>
            <pc:sldMk cId="1419816550" sldId="536"/>
            <ac:spMk id="12" creationId="{6F1C0035-A036-75F6-B807-6232A11EC41C}"/>
          </ac:spMkLst>
        </pc:spChg>
        <pc:graphicFrameChg chg="modGraphic">
          <ac:chgData name="Taylor Davis" userId="5c9e72a0-c39f-4aa1-9d7d-64125e78cbe6" providerId="ADAL" clId="{FD419A85-1B36-4224-BB3D-ED7068D5FBB4}" dt="2024-09-11T02:03:27.695" v="666" actId="313"/>
          <ac:graphicFrameMkLst>
            <pc:docMk/>
            <pc:sldMk cId="1419816550" sldId="536"/>
            <ac:graphicFrameMk id="4" creationId="{176BAF2A-5136-E457-9AAC-D0878752F10C}"/>
          </ac:graphicFrameMkLst>
        </pc:graphicFrameChg>
        <pc:graphicFrameChg chg="modGraphic">
          <ac:chgData name="Taylor Davis" userId="5c9e72a0-c39f-4aa1-9d7d-64125e78cbe6" providerId="ADAL" clId="{FD419A85-1B36-4224-BB3D-ED7068D5FBB4}" dt="2024-09-11T02:03:28.421" v="667" actId="313"/>
          <ac:graphicFrameMkLst>
            <pc:docMk/>
            <pc:sldMk cId="1419816550" sldId="536"/>
            <ac:graphicFrameMk id="7" creationId="{32A51F3A-032C-30E2-F635-DD59B5A29A34}"/>
          </ac:graphicFrameMkLst>
        </pc:graphicFrameChg>
      </pc:sldChg>
      <pc:sldChg chg="addSp delSp modSp mod ord">
        <pc:chgData name="Taylor Davis" userId="5c9e72a0-c39f-4aa1-9d7d-64125e78cbe6" providerId="ADAL" clId="{FD419A85-1B36-4224-BB3D-ED7068D5FBB4}" dt="2024-09-11T02:02:09.418" v="653"/>
        <pc:sldMkLst>
          <pc:docMk/>
          <pc:sldMk cId="315794589" sldId="548"/>
        </pc:sldMkLst>
        <pc:spChg chg="del">
          <ac:chgData name="Taylor Davis" userId="5c9e72a0-c39f-4aa1-9d7d-64125e78cbe6" providerId="ADAL" clId="{FD419A85-1B36-4224-BB3D-ED7068D5FBB4}" dt="2024-09-11T00:44:00.920" v="29" actId="478"/>
          <ac:spMkLst>
            <pc:docMk/>
            <pc:sldMk cId="315794589" sldId="548"/>
            <ac:spMk id="3" creationId="{F136DF45-D5B0-585C-20C8-45741BA6198C}"/>
          </ac:spMkLst>
        </pc:spChg>
        <pc:spChg chg="del">
          <ac:chgData name="Taylor Davis" userId="5c9e72a0-c39f-4aa1-9d7d-64125e78cbe6" providerId="ADAL" clId="{FD419A85-1B36-4224-BB3D-ED7068D5FBB4}" dt="2024-09-11T00:44:00.920" v="29" actId="478"/>
          <ac:spMkLst>
            <pc:docMk/>
            <pc:sldMk cId="315794589" sldId="548"/>
            <ac:spMk id="4" creationId="{3F05FC98-89A0-63E0-1CBF-EF829E318F6F}"/>
          </ac:spMkLst>
        </pc:spChg>
        <pc:spChg chg="add mod">
          <ac:chgData name="Taylor Davis" userId="5c9e72a0-c39f-4aa1-9d7d-64125e78cbe6" providerId="ADAL" clId="{FD419A85-1B36-4224-BB3D-ED7068D5FBB4}" dt="2024-09-11T00:46:13.243" v="206" actId="207"/>
          <ac:spMkLst>
            <pc:docMk/>
            <pc:sldMk cId="315794589" sldId="548"/>
            <ac:spMk id="11" creationId="{7173736D-CC74-7F99-755F-5699D538ED34}"/>
          </ac:spMkLst>
        </pc:spChg>
        <pc:graphicFrameChg chg="add del mod modGraphic">
          <ac:chgData name="Taylor Davis" userId="5c9e72a0-c39f-4aa1-9d7d-64125e78cbe6" providerId="ADAL" clId="{FD419A85-1B36-4224-BB3D-ED7068D5FBB4}" dt="2024-09-11T01:08:49.368" v="263" actId="478"/>
          <ac:graphicFrameMkLst>
            <pc:docMk/>
            <pc:sldMk cId="315794589" sldId="548"/>
            <ac:graphicFrameMk id="6" creationId="{932345A5-B31B-0E05-FB7C-C68E453B10D4}"/>
          </ac:graphicFrameMkLst>
        </pc:graphicFrameChg>
        <pc:graphicFrameChg chg="add del mod modGraphic">
          <ac:chgData name="Taylor Davis" userId="5c9e72a0-c39f-4aa1-9d7d-64125e78cbe6" providerId="ADAL" clId="{FD419A85-1B36-4224-BB3D-ED7068D5FBB4}" dt="2024-09-11T01:08:49.368" v="263" actId="478"/>
          <ac:graphicFrameMkLst>
            <pc:docMk/>
            <pc:sldMk cId="315794589" sldId="548"/>
            <ac:graphicFrameMk id="9" creationId="{2A8E533C-703E-BAFC-8134-96470E2DE76A}"/>
          </ac:graphicFrameMkLst>
        </pc:graphicFrameChg>
        <pc:graphicFrameChg chg="add del mod modGraphic">
          <ac:chgData name="Taylor Davis" userId="5c9e72a0-c39f-4aa1-9d7d-64125e78cbe6" providerId="ADAL" clId="{FD419A85-1B36-4224-BB3D-ED7068D5FBB4}" dt="2024-09-11T01:08:49.368" v="263" actId="478"/>
          <ac:graphicFrameMkLst>
            <pc:docMk/>
            <pc:sldMk cId="315794589" sldId="548"/>
            <ac:graphicFrameMk id="10" creationId="{5924DDF5-A233-4164-D0B7-8ED8DF6AC618}"/>
          </ac:graphicFrameMkLst>
        </pc:graphicFrameChg>
        <pc:graphicFrameChg chg="add del mod">
          <ac:chgData name="Taylor Davis" userId="5c9e72a0-c39f-4aa1-9d7d-64125e78cbe6" providerId="ADAL" clId="{FD419A85-1B36-4224-BB3D-ED7068D5FBB4}" dt="2024-09-11T01:33:38.695" v="356" actId="478"/>
          <ac:graphicFrameMkLst>
            <pc:docMk/>
            <pc:sldMk cId="315794589" sldId="548"/>
            <ac:graphicFrameMk id="13" creationId="{F098B15C-B9B1-CD76-3F6F-228C455D9689}"/>
          </ac:graphicFrameMkLst>
        </pc:graphicFrameChg>
        <pc:graphicFrameChg chg="add del mod">
          <ac:chgData name="Taylor Davis" userId="5c9e72a0-c39f-4aa1-9d7d-64125e78cbe6" providerId="ADAL" clId="{FD419A85-1B36-4224-BB3D-ED7068D5FBB4}" dt="2024-09-11T01:33:41.088" v="357" actId="478"/>
          <ac:graphicFrameMkLst>
            <pc:docMk/>
            <pc:sldMk cId="315794589" sldId="548"/>
            <ac:graphicFrameMk id="14" creationId="{517685FF-1791-8AB8-8A62-963B429A7454}"/>
          </ac:graphicFrameMkLst>
        </pc:graphicFrameChg>
        <pc:graphicFrameChg chg="add del mod">
          <ac:chgData name="Taylor Davis" userId="5c9e72a0-c39f-4aa1-9d7d-64125e78cbe6" providerId="ADAL" clId="{FD419A85-1B36-4224-BB3D-ED7068D5FBB4}" dt="2024-09-11T01:33:43.187" v="358" actId="478"/>
          <ac:graphicFrameMkLst>
            <pc:docMk/>
            <pc:sldMk cId="315794589" sldId="548"/>
            <ac:graphicFrameMk id="15" creationId="{F33A564F-1715-6E86-4C7F-3D4A7ACF6F02}"/>
          </ac:graphicFrameMkLst>
        </pc:graphicFrameChg>
        <pc:graphicFrameChg chg="add mod modGraphic">
          <ac:chgData name="Taylor Davis" userId="5c9e72a0-c39f-4aa1-9d7d-64125e78cbe6" providerId="ADAL" clId="{FD419A85-1B36-4224-BB3D-ED7068D5FBB4}" dt="2024-09-11T01:34:15.431" v="362" actId="2165"/>
          <ac:graphicFrameMkLst>
            <pc:docMk/>
            <pc:sldMk cId="315794589" sldId="548"/>
            <ac:graphicFrameMk id="17" creationId="{F9226F29-7ECB-F0C4-0495-80989F4C7DFD}"/>
          </ac:graphicFrameMkLst>
        </pc:graphicFrameChg>
        <pc:graphicFrameChg chg="add mod modGraphic">
          <ac:chgData name="Taylor Davis" userId="5c9e72a0-c39f-4aa1-9d7d-64125e78cbe6" providerId="ADAL" clId="{FD419A85-1B36-4224-BB3D-ED7068D5FBB4}" dt="2024-09-11T01:34:27.503" v="373" actId="1035"/>
          <ac:graphicFrameMkLst>
            <pc:docMk/>
            <pc:sldMk cId="315794589" sldId="548"/>
            <ac:graphicFrameMk id="18" creationId="{7E528830-5D83-742D-FF8B-54719A4CD338}"/>
          </ac:graphicFrameMkLst>
        </pc:graphicFrameChg>
        <pc:graphicFrameChg chg="add mod modGraphic">
          <ac:chgData name="Taylor Davis" userId="5c9e72a0-c39f-4aa1-9d7d-64125e78cbe6" providerId="ADAL" clId="{FD419A85-1B36-4224-BB3D-ED7068D5FBB4}" dt="2024-09-11T01:34:45.115" v="392" actId="2165"/>
          <ac:graphicFrameMkLst>
            <pc:docMk/>
            <pc:sldMk cId="315794589" sldId="548"/>
            <ac:graphicFrameMk id="19" creationId="{7780DE25-ABE4-653B-903F-C40AB45BAB9D}"/>
          </ac:graphicFrameMkLst>
        </pc:graphicFrameChg>
        <pc:picChg chg="add del mod">
          <ac:chgData name="Taylor Davis" userId="5c9e72a0-c39f-4aa1-9d7d-64125e78cbe6" providerId="ADAL" clId="{FD419A85-1B36-4224-BB3D-ED7068D5FBB4}" dt="2024-09-11T01:08:44.231" v="261" actId="478"/>
          <ac:picMkLst>
            <pc:docMk/>
            <pc:sldMk cId="315794589" sldId="548"/>
            <ac:picMk id="2" creationId="{A131901D-9630-9122-299C-9AE270AE06F4}"/>
          </ac:picMkLst>
        </pc:picChg>
        <pc:picChg chg="del">
          <ac:chgData name="Taylor Davis" userId="5c9e72a0-c39f-4aa1-9d7d-64125e78cbe6" providerId="ADAL" clId="{FD419A85-1B36-4224-BB3D-ED7068D5FBB4}" dt="2024-09-11T00:43:44.202" v="25" actId="478"/>
          <ac:picMkLst>
            <pc:docMk/>
            <pc:sldMk cId="315794589" sldId="548"/>
            <ac:picMk id="5" creationId="{75F40652-4CB6-7787-9E8F-821729C07EE7}"/>
          </ac:picMkLst>
        </pc:picChg>
        <pc:picChg chg="add del mod">
          <ac:chgData name="Taylor Davis" userId="5c9e72a0-c39f-4aa1-9d7d-64125e78cbe6" providerId="ADAL" clId="{FD419A85-1B36-4224-BB3D-ED7068D5FBB4}" dt="2024-09-11T01:33:37.009" v="355" actId="478"/>
          <ac:picMkLst>
            <pc:docMk/>
            <pc:sldMk cId="315794589" sldId="548"/>
            <ac:picMk id="12" creationId="{9AB90C52-C57D-4B48-94EF-26B710A7A34D}"/>
          </ac:picMkLst>
        </pc:picChg>
        <pc:picChg chg="add mod">
          <ac:chgData name="Taylor Davis" userId="5c9e72a0-c39f-4aa1-9d7d-64125e78cbe6" providerId="ADAL" clId="{FD419A85-1B36-4224-BB3D-ED7068D5FBB4}" dt="2024-09-11T01:33:52.691" v="359"/>
          <ac:picMkLst>
            <pc:docMk/>
            <pc:sldMk cId="315794589" sldId="548"/>
            <ac:picMk id="16" creationId="{3A5117DB-D106-3B16-A3D8-25ADBC070B67}"/>
          </ac:picMkLst>
        </pc:picChg>
      </pc:sldChg>
      <pc:sldChg chg="modSp add del mod">
        <pc:chgData name="Taylor Davis" userId="5c9e72a0-c39f-4aa1-9d7d-64125e78cbe6" providerId="ADAL" clId="{FD419A85-1B36-4224-BB3D-ED7068D5FBB4}" dt="2024-09-11T01:10:55.517" v="318" actId="14100"/>
        <pc:sldMkLst>
          <pc:docMk/>
          <pc:sldMk cId="0" sldId="571"/>
        </pc:sldMkLst>
        <pc:graphicFrameChg chg="mod modGraphic">
          <ac:chgData name="Taylor Davis" userId="5c9e72a0-c39f-4aa1-9d7d-64125e78cbe6" providerId="ADAL" clId="{FD419A85-1B36-4224-BB3D-ED7068D5FBB4}" dt="2024-09-11T01:10:55.517" v="318" actId="14100"/>
          <ac:graphicFrameMkLst>
            <pc:docMk/>
            <pc:sldMk cId="0" sldId="571"/>
            <ac:graphicFrameMk id="2" creationId="{00000000-0000-0000-0000-000000000000}"/>
          </ac:graphicFrameMkLst>
        </pc:graphicFrameChg>
      </pc:sldChg>
      <pc:sldChg chg="modSp add del mod">
        <pc:chgData name="Taylor Davis" userId="5c9e72a0-c39f-4aa1-9d7d-64125e78cbe6" providerId="ADAL" clId="{FD419A85-1B36-4224-BB3D-ED7068D5FBB4}" dt="2024-09-11T02:03:35.792" v="669"/>
        <pc:sldMkLst>
          <pc:docMk/>
          <pc:sldMk cId="0" sldId="572"/>
        </pc:sldMkLst>
        <pc:graphicFrameChg chg="mod modGraphic">
          <ac:chgData name="Taylor Davis" userId="5c9e72a0-c39f-4aa1-9d7d-64125e78cbe6" providerId="ADAL" clId="{FD419A85-1B36-4224-BB3D-ED7068D5FBB4}" dt="2024-09-11T02:03:35.792" v="669"/>
          <ac:graphicFrameMkLst>
            <pc:docMk/>
            <pc:sldMk cId="0" sldId="572"/>
            <ac:graphicFrameMk id="2" creationId="{00000000-0000-0000-0000-000000000000}"/>
          </ac:graphicFrameMkLst>
        </pc:graphicFrameChg>
      </pc:sldChg>
      <pc:sldChg chg="modSp add del mod">
        <pc:chgData name="Taylor Davis" userId="5c9e72a0-c39f-4aa1-9d7d-64125e78cbe6" providerId="ADAL" clId="{FD419A85-1B36-4224-BB3D-ED7068D5FBB4}" dt="2024-09-11T02:03:35.792" v="669"/>
        <pc:sldMkLst>
          <pc:docMk/>
          <pc:sldMk cId="0" sldId="573"/>
        </pc:sldMkLst>
        <pc:graphicFrameChg chg="mod modGraphic">
          <ac:chgData name="Taylor Davis" userId="5c9e72a0-c39f-4aa1-9d7d-64125e78cbe6" providerId="ADAL" clId="{FD419A85-1B36-4224-BB3D-ED7068D5FBB4}" dt="2024-09-11T02:03:35.792" v="669"/>
          <ac:graphicFrameMkLst>
            <pc:docMk/>
            <pc:sldMk cId="0" sldId="573"/>
            <ac:graphicFrameMk id="2" creationId="{00000000-0000-0000-0000-000000000000}"/>
          </ac:graphicFrameMkLst>
        </pc:graphicFrameChg>
      </pc:sldChg>
      <pc:sldChg chg="modSp add del mod">
        <pc:chgData name="Taylor Davis" userId="5c9e72a0-c39f-4aa1-9d7d-64125e78cbe6" providerId="ADAL" clId="{FD419A85-1B36-4224-BB3D-ED7068D5FBB4}" dt="2024-09-11T02:03:35.792" v="669"/>
        <pc:sldMkLst>
          <pc:docMk/>
          <pc:sldMk cId="1064222983" sldId="574"/>
        </pc:sldMkLst>
        <pc:graphicFrameChg chg="mod modGraphic">
          <ac:chgData name="Taylor Davis" userId="5c9e72a0-c39f-4aa1-9d7d-64125e78cbe6" providerId="ADAL" clId="{FD419A85-1B36-4224-BB3D-ED7068D5FBB4}" dt="2024-09-11T02:03:35.792" v="669"/>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FD419A85-1B36-4224-BB3D-ED7068D5FBB4}" dt="2024-09-11T02:03:35.792" v="669"/>
        <pc:sldMkLst>
          <pc:docMk/>
          <pc:sldMk cId="3790917938" sldId="575"/>
        </pc:sldMkLst>
        <pc:graphicFrameChg chg="mod modGraphic">
          <ac:chgData name="Taylor Davis" userId="5c9e72a0-c39f-4aa1-9d7d-64125e78cbe6" providerId="ADAL" clId="{FD419A85-1B36-4224-BB3D-ED7068D5FBB4}" dt="2024-09-11T02:03:35.792" v="669"/>
          <ac:graphicFrameMkLst>
            <pc:docMk/>
            <pc:sldMk cId="3790917938" sldId="575"/>
            <ac:graphicFrameMk id="2" creationId="{00000000-0000-0000-0000-000000000000}"/>
          </ac:graphicFrameMkLst>
        </pc:graphicFrameChg>
      </pc:sldChg>
      <pc:sldChg chg="modSp add del mod">
        <pc:chgData name="Taylor Davis" userId="5c9e72a0-c39f-4aa1-9d7d-64125e78cbe6" providerId="ADAL" clId="{FD419A85-1B36-4224-BB3D-ED7068D5FBB4}" dt="2024-09-11T02:03:35.792" v="669"/>
        <pc:sldMkLst>
          <pc:docMk/>
          <pc:sldMk cId="250010407" sldId="576"/>
        </pc:sldMkLst>
        <pc:graphicFrameChg chg="mod modGraphic">
          <ac:chgData name="Taylor Davis" userId="5c9e72a0-c39f-4aa1-9d7d-64125e78cbe6" providerId="ADAL" clId="{FD419A85-1B36-4224-BB3D-ED7068D5FBB4}" dt="2024-09-11T02:03:35.792" v="669"/>
          <ac:graphicFrameMkLst>
            <pc:docMk/>
            <pc:sldMk cId="250010407" sldId="576"/>
            <ac:graphicFrameMk id="2" creationId="{00000000-0000-0000-0000-000000000000}"/>
          </ac:graphicFrameMkLst>
        </pc:graphicFrameChg>
      </pc:sldChg>
      <pc:sldChg chg="modSp mod">
        <pc:chgData name="Taylor Davis" userId="5c9e72a0-c39f-4aa1-9d7d-64125e78cbe6" providerId="ADAL" clId="{FD419A85-1B36-4224-BB3D-ED7068D5FBB4}" dt="2024-09-11T01:46:51.358" v="649" actId="20577"/>
        <pc:sldMkLst>
          <pc:docMk/>
          <pc:sldMk cId="636727059" sldId="577"/>
        </pc:sldMkLst>
        <pc:spChg chg="mod">
          <ac:chgData name="Taylor Davis" userId="5c9e72a0-c39f-4aa1-9d7d-64125e78cbe6" providerId="ADAL" clId="{FD419A85-1B36-4224-BB3D-ED7068D5FBB4}" dt="2024-09-11T01:46:51.358" v="649" actId="20577"/>
          <ac:spMkLst>
            <pc:docMk/>
            <pc:sldMk cId="636727059" sldId="577"/>
            <ac:spMk id="10" creationId="{B981BBA2-A3ED-6F7B-693B-880E5B031B26}"/>
          </ac:spMkLst>
        </pc:spChg>
      </pc:sldChg>
      <pc:sldChg chg="del">
        <pc:chgData name="Taylor Davis" userId="5c9e72a0-c39f-4aa1-9d7d-64125e78cbe6" providerId="ADAL" clId="{FD419A85-1B36-4224-BB3D-ED7068D5FBB4}" dt="2024-09-11T00:54:53.343" v="233" actId="47"/>
        <pc:sldMkLst>
          <pc:docMk/>
          <pc:sldMk cId="3372743309" sldId="579"/>
        </pc:sldMkLst>
      </pc:sldChg>
      <pc:sldChg chg="modSp">
        <pc:chgData name="Taylor Davis" userId="5c9e72a0-c39f-4aa1-9d7d-64125e78cbe6" providerId="ADAL" clId="{FD419A85-1B36-4224-BB3D-ED7068D5FBB4}" dt="2024-09-11T00:39:30.040" v="1"/>
        <pc:sldMkLst>
          <pc:docMk/>
          <pc:sldMk cId="1234179566" sldId="580"/>
        </pc:sldMkLst>
        <pc:spChg chg="mod">
          <ac:chgData name="Taylor Davis" userId="5c9e72a0-c39f-4aa1-9d7d-64125e78cbe6" providerId="ADAL" clId="{FD419A85-1B36-4224-BB3D-ED7068D5FBB4}" dt="2024-09-11T00:39:30.040" v="1"/>
          <ac:spMkLst>
            <pc:docMk/>
            <pc:sldMk cId="1234179566" sldId="580"/>
            <ac:spMk id="6" creationId="{869C0219-52DA-48A1-B7B2-E6F8C4FBD3C3}"/>
          </ac:spMkLst>
        </pc:spChg>
      </pc:sldChg>
      <pc:sldChg chg="addSp delSp modSp mod">
        <pc:chgData name="Taylor Davis" userId="5c9e72a0-c39f-4aa1-9d7d-64125e78cbe6" providerId="ADAL" clId="{FD419A85-1B36-4224-BB3D-ED7068D5FBB4}" dt="2024-09-11T01:31:57.944" v="351" actId="20577"/>
        <pc:sldMkLst>
          <pc:docMk/>
          <pc:sldMk cId="1527749340" sldId="581"/>
        </pc:sldMkLst>
        <pc:spChg chg="add del mod">
          <ac:chgData name="Taylor Davis" userId="5c9e72a0-c39f-4aa1-9d7d-64125e78cbe6" providerId="ADAL" clId="{FD419A85-1B36-4224-BB3D-ED7068D5FBB4}" dt="2024-09-11T01:31:36.562" v="346" actId="478"/>
          <ac:spMkLst>
            <pc:docMk/>
            <pc:sldMk cId="1527749340" sldId="581"/>
            <ac:spMk id="10" creationId="{FFDB7397-8064-94AE-8BAA-BCE8CA7B3781}"/>
          </ac:spMkLst>
        </pc:spChg>
        <pc:spChg chg="mod">
          <ac:chgData name="Taylor Davis" userId="5c9e72a0-c39f-4aa1-9d7d-64125e78cbe6" providerId="ADAL" clId="{FD419A85-1B36-4224-BB3D-ED7068D5FBB4}" dt="2024-09-11T01:31:47.569" v="348"/>
          <ac:spMkLst>
            <pc:docMk/>
            <pc:sldMk cId="1527749340" sldId="581"/>
            <ac:spMk id="25" creationId="{32C9D62D-25B0-6CD9-8AD7-E6855B1B1B26}"/>
          </ac:spMkLst>
        </pc:spChg>
        <pc:spChg chg="del">
          <ac:chgData name="Taylor Davis" userId="5c9e72a0-c39f-4aa1-9d7d-64125e78cbe6" providerId="ADAL" clId="{FD419A85-1B36-4224-BB3D-ED7068D5FBB4}" dt="2024-09-11T00:42:09.603" v="12" actId="478"/>
          <ac:spMkLst>
            <pc:docMk/>
            <pc:sldMk cId="1527749340" sldId="581"/>
            <ac:spMk id="29" creationId="{2C03026B-6D1E-F7B1-9995-7D9DC1019C60}"/>
          </ac:spMkLst>
        </pc:spChg>
        <pc:spChg chg="del">
          <ac:chgData name="Taylor Davis" userId="5c9e72a0-c39f-4aa1-9d7d-64125e78cbe6" providerId="ADAL" clId="{FD419A85-1B36-4224-BB3D-ED7068D5FBB4}" dt="2024-09-11T00:42:09.603" v="12" actId="478"/>
          <ac:spMkLst>
            <pc:docMk/>
            <pc:sldMk cId="1527749340" sldId="581"/>
            <ac:spMk id="30" creationId="{9C64CEEB-E16A-926D-5DF0-DC8275443A40}"/>
          </ac:spMkLst>
        </pc:spChg>
        <pc:spChg chg="del">
          <ac:chgData name="Taylor Davis" userId="5c9e72a0-c39f-4aa1-9d7d-64125e78cbe6" providerId="ADAL" clId="{FD419A85-1B36-4224-BB3D-ED7068D5FBB4}" dt="2024-09-11T00:42:09.603" v="12" actId="478"/>
          <ac:spMkLst>
            <pc:docMk/>
            <pc:sldMk cId="1527749340" sldId="581"/>
            <ac:spMk id="31" creationId="{716000A2-AFB1-117D-BFF0-2BDA3EA8A77D}"/>
          </ac:spMkLst>
        </pc:spChg>
        <pc:spChg chg="add del mod">
          <ac:chgData name="Taylor Davis" userId="5c9e72a0-c39f-4aa1-9d7d-64125e78cbe6" providerId="ADAL" clId="{FD419A85-1B36-4224-BB3D-ED7068D5FBB4}" dt="2024-09-11T01:31:36.562" v="346" actId="478"/>
          <ac:spMkLst>
            <pc:docMk/>
            <pc:sldMk cId="1527749340" sldId="581"/>
            <ac:spMk id="32" creationId="{59C0BB42-54FC-D634-C58C-B401A55FFB01}"/>
          </ac:spMkLst>
        </pc:spChg>
        <pc:spChg chg="mod">
          <ac:chgData name="Taylor Davis" userId="5c9e72a0-c39f-4aa1-9d7d-64125e78cbe6" providerId="ADAL" clId="{FD419A85-1B36-4224-BB3D-ED7068D5FBB4}" dt="2024-09-11T01:07:26.827" v="260" actId="1036"/>
          <ac:spMkLst>
            <pc:docMk/>
            <pc:sldMk cId="1527749340" sldId="581"/>
            <ac:spMk id="33" creationId="{376A62E0-771C-54FE-B757-DC2BCD4ECC0D}"/>
          </ac:spMkLst>
        </pc:spChg>
        <pc:spChg chg="add del mod">
          <ac:chgData name="Taylor Davis" userId="5c9e72a0-c39f-4aa1-9d7d-64125e78cbe6" providerId="ADAL" clId="{FD419A85-1B36-4224-BB3D-ED7068D5FBB4}" dt="2024-09-11T01:31:36.562" v="346" actId="478"/>
          <ac:spMkLst>
            <pc:docMk/>
            <pc:sldMk cId="1527749340" sldId="581"/>
            <ac:spMk id="35" creationId="{87632A55-B1BF-3129-D85D-3A8CF1021CF7}"/>
          </ac:spMkLst>
        </pc:spChg>
        <pc:spChg chg="add mod">
          <ac:chgData name="Taylor Davis" userId="5c9e72a0-c39f-4aa1-9d7d-64125e78cbe6" providerId="ADAL" clId="{FD419A85-1B36-4224-BB3D-ED7068D5FBB4}" dt="2024-09-11T01:31:53.568" v="350" actId="20577"/>
          <ac:spMkLst>
            <pc:docMk/>
            <pc:sldMk cId="1527749340" sldId="581"/>
            <ac:spMk id="37" creationId="{A7BF545C-20EF-464C-07C1-22AFFED16BF0}"/>
          </ac:spMkLst>
        </pc:spChg>
        <pc:spChg chg="add mod">
          <ac:chgData name="Taylor Davis" userId="5c9e72a0-c39f-4aa1-9d7d-64125e78cbe6" providerId="ADAL" clId="{FD419A85-1B36-4224-BB3D-ED7068D5FBB4}" dt="2024-09-11T01:31:38.139" v="347"/>
          <ac:spMkLst>
            <pc:docMk/>
            <pc:sldMk cId="1527749340" sldId="581"/>
            <ac:spMk id="38" creationId="{A897C1C9-BBA5-1364-4628-65F7C0436913}"/>
          </ac:spMkLst>
        </pc:spChg>
        <pc:spChg chg="add mod">
          <ac:chgData name="Taylor Davis" userId="5c9e72a0-c39f-4aa1-9d7d-64125e78cbe6" providerId="ADAL" clId="{FD419A85-1B36-4224-BB3D-ED7068D5FBB4}" dt="2024-09-11T01:31:57.944" v="351" actId="20577"/>
          <ac:spMkLst>
            <pc:docMk/>
            <pc:sldMk cId="1527749340" sldId="581"/>
            <ac:spMk id="39" creationId="{0A2574AA-D289-BD6B-4900-75D13B713AE8}"/>
          </ac:spMkLst>
        </pc:spChg>
        <pc:picChg chg="add del mod ord">
          <ac:chgData name="Taylor Davis" userId="5c9e72a0-c39f-4aa1-9d7d-64125e78cbe6" providerId="ADAL" clId="{FD419A85-1B36-4224-BB3D-ED7068D5FBB4}" dt="2024-09-11T01:07:06.800" v="253" actId="478"/>
          <ac:picMkLst>
            <pc:docMk/>
            <pc:sldMk cId="1527749340" sldId="581"/>
            <ac:picMk id="7" creationId="{4E0BE60A-FBC4-6C4A-3324-C096BEF93ECF}"/>
          </ac:picMkLst>
        </pc:picChg>
        <pc:picChg chg="del">
          <ac:chgData name="Taylor Davis" userId="5c9e72a0-c39f-4aa1-9d7d-64125e78cbe6" providerId="ADAL" clId="{FD419A85-1B36-4224-BB3D-ED7068D5FBB4}" dt="2024-09-11T00:39:53.499" v="2" actId="478"/>
          <ac:picMkLst>
            <pc:docMk/>
            <pc:sldMk cId="1527749340" sldId="581"/>
            <ac:picMk id="11" creationId="{CABF90EA-3F81-155C-3AD9-289A4C11FAD5}"/>
          </ac:picMkLst>
        </pc:picChg>
        <pc:picChg chg="add mod ord">
          <ac:chgData name="Taylor Davis" userId="5c9e72a0-c39f-4aa1-9d7d-64125e78cbe6" providerId="ADAL" clId="{FD419A85-1B36-4224-BB3D-ED7068D5FBB4}" dt="2024-09-11T01:07:16.832" v="257" actId="1076"/>
          <ac:picMkLst>
            <pc:docMk/>
            <pc:sldMk cId="1527749340" sldId="581"/>
            <ac:picMk id="36" creationId="{7EF75D23-6368-A3FD-27F9-6F0DFF7E04C2}"/>
          </ac:picMkLst>
        </pc:picChg>
      </pc:sldChg>
      <pc:sldChg chg="ord">
        <pc:chgData name="Taylor Davis" userId="5c9e72a0-c39f-4aa1-9d7d-64125e78cbe6" providerId="ADAL" clId="{FD419A85-1B36-4224-BB3D-ED7068D5FBB4}" dt="2024-09-11T02:01:52.822" v="651"/>
        <pc:sldMkLst>
          <pc:docMk/>
          <pc:sldMk cId="3412855892" sldId="582"/>
        </pc:sldMkLst>
      </pc:sldChg>
      <pc:sldChg chg="modSp mod">
        <pc:chgData name="Taylor Davis" userId="5c9e72a0-c39f-4aa1-9d7d-64125e78cbe6" providerId="ADAL" clId="{FD419A85-1B36-4224-BB3D-ED7068D5FBB4}" dt="2024-09-11T02:02:51.977" v="665" actId="20577"/>
        <pc:sldMkLst>
          <pc:docMk/>
          <pc:sldMk cId="83751653" sldId="583"/>
        </pc:sldMkLst>
        <pc:spChg chg="mod">
          <ac:chgData name="Taylor Davis" userId="5c9e72a0-c39f-4aa1-9d7d-64125e78cbe6" providerId="ADAL" clId="{FD419A85-1B36-4224-BB3D-ED7068D5FBB4}" dt="2024-09-11T02:02:51.977" v="665" actId="20577"/>
          <ac:spMkLst>
            <pc:docMk/>
            <pc:sldMk cId="83751653" sldId="583"/>
            <ac:spMk id="2" creationId="{949BBB1F-796B-4271-AAA8-C6BA52CFC027}"/>
          </ac:spMkLst>
        </pc:spChg>
      </pc:sldChg>
      <pc:sldChg chg="del">
        <pc:chgData name="Taylor Davis" userId="5c9e72a0-c39f-4aa1-9d7d-64125e78cbe6" providerId="ADAL" clId="{FD419A85-1B36-4224-BB3D-ED7068D5FBB4}" dt="2024-09-11T01:12:51.550" v="325" actId="47"/>
        <pc:sldMkLst>
          <pc:docMk/>
          <pc:sldMk cId="1757329688" sldId="586"/>
        </pc:sldMkLst>
      </pc:sldChg>
      <pc:sldChg chg="del">
        <pc:chgData name="Taylor Davis" userId="5c9e72a0-c39f-4aa1-9d7d-64125e78cbe6" providerId="ADAL" clId="{FD419A85-1B36-4224-BB3D-ED7068D5FBB4}" dt="2024-09-11T01:12:51.550" v="325" actId="47"/>
        <pc:sldMkLst>
          <pc:docMk/>
          <pc:sldMk cId="1831031829" sldId="587"/>
        </pc:sldMkLst>
      </pc:sldChg>
      <pc:sldChg chg="del">
        <pc:chgData name="Taylor Davis" userId="5c9e72a0-c39f-4aa1-9d7d-64125e78cbe6" providerId="ADAL" clId="{FD419A85-1B36-4224-BB3D-ED7068D5FBB4}" dt="2024-09-11T01:12:51.550" v="325" actId="47"/>
        <pc:sldMkLst>
          <pc:docMk/>
          <pc:sldMk cId="3692785024" sldId="588"/>
        </pc:sldMkLst>
      </pc:sldChg>
      <pc:sldChg chg="del">
        <pc:chgData name="Taylor Davis" userId="5c9e72a0-c39f-4aa1-9d7d-64125e78cbe6" providerId="ADAL" clId="{FD419A85-1B36-4224-BB3D-ED7068D5FBB4}" dt="2024-09-11T00:55:03.989" v="235" actId="47"/>
        <pc:sldMkLst>
          <pc:docMk/>
          <pc:sldMk cId="1631485470" sldId="589"/>
        </pc:sldMkLst>
      </pc:sldChg>
      <pc:sldChg chg="add del">
        <pc:chgData name="Taylor Davis" userId="5c9e72a0-c39f-4aa1-9d7d-64125e78cbe6" providerId="ADAL" clId="{FD419A85-1B36-4224-BB3D-ED7068D5FBB4}" dt="2024-09-11T01:22:08.363" v="345" actId="47"/>
        <pc:sldMkLst>
          <pc:docMk/>
          <pc:sldMk cId="3907217134" sldId="590"/>
        </pc:sldMkLst>
      </pc:sldChg>
      <pc:sldChg chg="del">
        <pc:chgData name="Taylor Davis" userId="5c9e72a0-c39f-4aa1-9d7d-64125e78cbe6" providerId="ADAL" clId="{FD419A85-1B36-4224-BB3D-ED7068D5FBB4}" dt="2024-09-11T01:12:58.682" v="326" actId="47"/>
        <pc:sldMkLst>
          <pc:docMk/>
          <pc:sldMk cId="250745831" sldId="591"/>
        </pc:sldMkLst>
      </pc:sldChg>
      <pc:sldChg chg="del">
        <pc:chgData name="Taylor Davis" userId="5c9e72a0-c39f-4aa1-9d7d-64125e78cbe6" providerId="ADAL" clId="{FD419A85-1B36-4224-BB3D-ED7068D5FBB4}" dt="2024-09-11T01:12:58.682" v="326" actId="47"/>
        <pc:sldMkLst>
          <pc:docMk/>
          <pc:sldMk cId="3630198800" sldId="592"/>
        </pc:sldMkLst>
      </pc:sldChg>
      <pc:sldChg chg="del">
        <pc:chgData name="Taylor Davis" userId="5c9e72a0-c39f-4aa1-9d7d-64125e78cbe6" providerId="ADAL" clId="{FD419A85-1B36-4224-BB3D-ED7068D5FBB4}" dt="2024-09-11T01:12:58.682" v="326" actId="47"/>
        <pc:sldMkLst>
          <pc:docMk/>
          <pc:sldMk cId="3380173386" sldId="593"/>
        </pc:sldMkLst>
      </pc:sldChg>
      <pc:sldChg chg="del">
        <pc:chgData name="Taylor Davis" userId="5c9e72a0-c39f-4aa1-9d7d-64125e78cbe6" providerId="ADAL" clId="{FD419A85-1B36-4224-BB3D-ED7068D5FBB4}" dt="2024-09-11T01:12:58.682" v="326" actId="47"/>
        <pc:sldMkLst>
          <pc:docMk/>
          <pc:sldMk cId="3233613470" sldId="594"/>
        </pc:sldMkLst>
      </pc:sldChg>
      <pc:sldChg chg="del">
        <pc:chgData name="Taylor Davis" userId="5c9e72a0-c39f-4aa1-9d7d-64125e78cbe6" providerId="ADAL" clId="{FD419A85-1B36-4224-BB3D-ED7068D5FBB4}" dt="2024-09-11T01:12:58.682" v="326" actId="47"/>
        <pc:sldMkLst>
          <pc:docMk/>
          <pc:sldMk cId="2676860032" sldId="595"/>
        </pc:sldMkLst>
      </pc:sldChg>
      <pc:sldChg chg="del">
        <pc:chgData name="Taylor Davis" userId="5c9e72a0-c39f-4aa1-9d7d-64125e78cbe6" providerId="ADAL" clId="{FD419A85-1B36-4224-BB3D-ED7068D5FBB4}" dt="2024-09-11T01:12:58.682" v="326" actId="47"/>
        <pc:sldMkLst>
          <pc:docMk/>
          <pc:sldMk cId="1179010274" sldId="596"/>
        </pc:sldMkLst>
      </pc:sldChg>
      <pc:sldChg chg="modSp mod modShow">
        <pc:chgData name="Taylor Davis" userId="5c9e72a0-c39f-4aa1-9d7d-64125e78cbe6" providerId="ADAL" clId="{FD419A85-1B36-4224-BB3D-ED7068D5FBB4}" dt="2024-09-11T01:35:26.080" v="395" actId="1076"/>
        <pc:sldMkLst>
          <pc:docMk/>
          <pc:sldMk cId="4292002837" sldId="597"/>
        </pc:sldMkLst>
        <pc:spChg chg="mod">
          <ac:chgData name="Taylor Davis" userId="5c9e72a0-c39f-4aa1-9d7d-64125e78cbe6" providerId="ADAL" clId="{FD419A85-1B36-4224-BB3D-ED7068D5FBB4}" dt="2024-09-11T00:53:42.449" v="209" actId="20577"/>
          <ac:spMkLst>
            <pc:docMk/>
            <pc:sldMk cId="4292002837" sldId="597"/>
            <ac:spMk id="2" creationId="{748BE3BD-F9EE-3EE4-860C-3826F1F8465B}"/>
          </ac:spMkLst>
        </pc:spChg>
        <pc:graphicFrameChg chg="mod modGraphic">
          <ac:chgData name="Taylor Davis" userId="5c9e72a0-c39f-4aa1-9d7d-64125e78cbe6" providerId="ADAL" clId="{FD419A85-1B36-4224-BB3D-ED7068D5FBB4}" dt="2024-09-11T01:35:26.080" v="395" actId="1076"/>
          <ac:graphicFrameMkLst>
            <pc:docMk/>
            <pc:sldMk cId="4292002837" sldId="597"/>
            <ac:graphicFrameMk id="5" creationId="{713AD275-CC86-F2BC-8594-AECC0B66117F}"/>
          </ac:graphicFrameMkLst>
        </pc:graphicFrameChg>
      </pc:sldChg>
      <pc:sldChg chg="modSp add del mod">
        <pc:chgData name="Taylor Davis" userId="5c9e72a0-c39f-4aa1-9d7d-64125e78cbe6" providerId="ADAL" clId="{FD419A85-1B36-4224-BB3D-ED7068D5FBB4}" dt="2024-09-11T01:38:07.108" v="415" actId="47"/>
        <pc:sldMkLst>
          <pc:docMk/>
          <pc:sldMk cId="866249394" sldId="598"/>
        </pc:sldMkLst>
        <pc:spChg chg="mod">
          <ac:chgData name="Taylor Davis" userId="5c9e72a0-c39f-4aa1-9d7d-64125e78cbe6" providerId="ADAL" clId="{FD419A85-1B36-4224-BB3D-ED7068D5FBB4}" dt="2024-09-11T01:12:10.679" v="321" actId="6549"/>
          <ac:spMkLst>
            <pc:docMk/>
            <pc:sldMk cId="866249394" sldId="598"/>
            <ac:spMk id="10" creationId="{C690F22E-C9CA-61DC-5584-149573110610}"/>
          </ac:spMkLst>
        </pc:spChg>
        <pc:spChg chg="mod">
          <ac:chgData name="Taylor Davis" userId="5c9e72a0-c39f-4aa1-9d7d-64125e78cbe6" providerId="ADAL" clId="{FD419A85-1B36-4224-BB3D-ED7068D5FBB4}" dt="2024-09-11T01:12:41.230" v="323"/>
          <ac:spMkLst>
            <pc:docMk/>
            <pc:sldMk cId="866249394" sldId="598"/>
            <ac:spMk id="11" creationId="{A897897D-C568-B204-6568-514AD4B71A5C}"/>
          </ac:spMkLst>
        </pc:spChg>
      </pc:sldChg>
      <pc:sldChg chg="addSp delSp modSp add del mod">
        <pc:chgData name="Taylor Davis" userId="5c9e72a0-c39f-4aa1-9d7d-64125e78cbe6" providerId="ADAL" clId="{FD419A85-1B36-4224-BB3D-ED7068D5FBB4}" dt="2024-09-11T01:02:08.771" v="250" actId="47"/>
        <pc:sldMkLst>
          <pc:docMk/>
          <pc:sldMk cId="2143195517" sldId="598"/>
        </pc:sldMkLst>
        <pc:spChg chg="del">
          <ac:chgData name="Taylor Davis" userId="5c9e72a0-c39f-4aa1-9d7d-64125e78cbe6" providerId="ADAL" clId="{FD419A85-1B36-4224-BB3D-ED7068D5FBB4}" dt="2024-09-11T00:57:24.050" v="248" actId="478"/>
          <ac:spMkLst>
            <pc:docMk/>
            <pc:sldMk cId="2143195517" sldId="598"/>
            <ac:spMk id="8" creationId="{60820A86-1B9D-21A4-BBB6-DDFB73605882}"/>
          </ac:spMkLst>
        </pc:spChg>
        <pc:spChg chg="add mod">
          <ac:chgData name="Taylor Davis" userId="5c9e72a0-c39f-4aa1-9d7d-64125e78cbe6" providerId="ADAL" clId="{FD419A85-1B36-4224-BB3D-ED7068D5FBB4}" dt="2024-09-11T00:57:24.635" v="249"/>
          <ac:spMkLst>
            <pc:docMk/>
            <pc:sldMk cId="2143195517" sldId="598"/>
            <ac:spMk id="12" creationId="{C096970C-E97E-152F-E5C8-A0F4720FA4AA}"/>
          </ac:spMkLst>
        </pc:spChg>
      </pc:sldChg>
      <pc:sldChg chg="add del">
        <pc:chgData name="Taylor Davis" userId="5c9e72a0-c39f-4aa1-9d7d-64125e78cbe6" providerId="ADAL" clId="{FD419A85-1B36-4224-BB3D-ED7068D5FBB4}" dt="2024-09-11T01:35:42.828" v="398" actId="47"/>
        <pc:sldMkLst>
          <pc:docMk/>
          <pc:sldMk cId="1665188192" sldId="599"/>
        </pc:sldMkLst>
      </pc:sldChg>
      <pc:sldChg chg="add">
        <pc:chgData name="Taylor Davis" userId="5c9e72a0-c39f-4aa1-9d7d-64125e78cbe6" providerId="ADAL" clId="{FD419A85-1B36-4224-BB3D-ED7068D5FBB4}" dt="2024-09-11T01:35:48.566" v="399"/>
        <pc:sldMkLst>
          <pc:docMk/>
          <pc:sldMk cId="3618341172" sldId="599"/>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image" Target="../media/image1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image" Target="../media/image19.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JH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Just Health’s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Just Health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JH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Just Health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Just Health’s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9/10/2024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9/10/2024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9/10/2024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9/10/2024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9/10/2024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9/10/2024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9/10/2024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8.jpe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jpeg"/><Relationship Id="rId4" Type="http://schemas.openxmlformats.org/officeDocument/2006/relationships/image" Target="../media/image24.png"/><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jpeg"/><Relationship Id="rId1" Type="http://schemas.openxmlformats.org/officeDocument/2006/relationships/slideLayout" Target="../slideLayouts/slideLayout6.xml"/><Relationship Id="rId6" Type="http://schemas.openxmlformats.org/officeDocument/2006/relationships/image" Target="../media/image38.svg"/><Relationship Id="rId11" Type="http://schemas.openxmlformats.org/officeDocument/2006/relationships/image" Target="../media/image6.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September 11,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a:extLst>
              <a:ext uri="{FF2B5EF4-FFF2-40B4-BE49-F238E27FC236}">
                <a16:creationId xmlns:a16="http://schemas.microsoft.com/office/drawing/2014/main" id="{A8BF4670-4F3C-F2CA-4FB8-36B431830A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437" b="22647"/>
          <a:stretch/>
        </p:blipFill>
        <p:spPr bwMode="auto">
          <a:xfrm>
            <a:off x="981075" y="1904135"/>
            <a:ext cx="11210925" cy="495386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F21D31F-A4FE-48B7-B80D-F205765D6D4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153402" y="435520"/>
            <a:ext cx="4004259" cy="1740982"/>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Private-Labeled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561975" y="320684"/>
            <a:ext cx="10515600" cy="1325563"/>
          </a:xfrm>
        </p:spPr>
        <p:txBody>
          <a:bodyPr>
            <a:normAutofit/>
          </a:bodyPr>
          <a:lstStyle/>
          <a:p>
            <a:r>
              <a:rPr lang="en-US" sz="3600" dirty="0">
                <a:solidFill>
                  <a:schemeClr val="tx1">
                    <a:lumMod val="75000"/>
                    <a:lumOff val="25000"/>
                  </a:schemeClr>
                </a:solidFill>
              </a:rPr>
              <a:t>Key Incentive Plan (KIP) Profit Generation Opportunities for Just Health</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4</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740621" y="3205513"/>
            <a:ext cx="10705161" cy="2145203"/>
            <a:chOff x="539823" y="2622568"/>
            <a:chExt cx="3840480" cy="2145203"/>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2145203"/>
            </a:xfrm>
            <a:prstGeom prst="rect">
              <a:avLst/>
            </a:prstGeom>
          </p:spPr>
          <p:txBody>
            <a:bodyPr wrap="square">
              <a:spAutoFit/>
            </a:bodyPr>
            <a:lstStyle/>
            <a:p>
              <a:pPr algn="ctr" defTabSz="914411">
                <a:lnSpc>
                  <a:spcPct val="90000"/>
                </a:lnSpc>
                <a:spcAft>
                  <a:spcPts val="1200"/>
                </a:spcAft>
                <a:buClr>
                  <a:schemeClr val="tx1"/>
                </a:buClr>
              </a:pPr>
              <a:r>
                <a:rPr lang="en-US" b="1" dirty="0"/>
                <a:t>Patient Steerage</a:t>
              </a:r>
            </a:p>
            <a:p>
              <a:pPr algn="ctr" defTabSz="914411">
                <a:lnSpc>
                  <a:spcPct val="90000"/>
                </a:lnSpc>
                <a:spcAft>
                  <a:spcPts val="1200"/>
                </a:spcAft>
                <a:buClr>
                  <a:schemeClr val="tx1"/>
                </a:buClr>
              </a:pPr>
              <a:r>
                <a:rPr lang="en-US" dirty="0"/>
                <a:t>Covered members of the Key Incentive Plan are more likely to seek services with Just Health than they would be in a standard PPO plan because they receive indemnity benefits and the financing credit card. </a:t>
              </a:r>
            </a:p>
            <a:p>
              <a:pPr algn="ctr" defTabSz="914411">
                <a:lnSpc>
                  <a:spcPct val="90000"/>
                </a:lnSpc>
                <a:spcAft>
                  <a:spcPts val="1200"/>
                </a:spcAft>
                <a:buClr>
                  <a:schemeClr val="tx1"/>
                </a:buClr>
              </a:pPr>
              <a:r>
                <a:rPr lang="en-US" dirty="0"/>
                <a:t>These incentives increase Just Health’s commercial market share and commercial profit within this plan.</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2145203"/>
            </a:xfrm>
            <a:prstGeom prst="rect">
              <a:avLst/>
            </a:prstGeom>
          </p:spPr>
          <p:txBody>
            <a:bodyPr wrap="square">
              <a:spAutoFit/>
            </a:bodyPr>
            <a:lstStyle/>
            <a:p>
              <a:pPr algn="ctr" defTabSz="914411">
                <a:lnSpc>
                  <a:spcPct val="90000"/>
                </a:lnSpc>
                <a:spcAft>
                  <a:spcPts val="1200"/>
                </a:spcAft>
                <a:buClr>
                  <a:schemeClr val="tx1"/>
                </a:buClr>
              </a:pPr>
              <a:r>
                <a:rPr lang="en-US" b="1" dirty="0"/>
                <a:t>Increased Margin</a:t>
              </a:r>
            </a:p>
            <a:p>
              <a:pPr algn="ctr" defTabSz="914411">
                <a:lnSpc>
                  <a:spcPct val="90000"/>
                </a:lnSpc>
                <a:spcAft>
                  <a:spcPts val="1200"/>
                </a:spcAft>
                <a:buClr>
                  <a:schemeClr val="tx1"/>
                </a:buClr>
              </a:pPr>
              <a:r>
                <a:rPr lang="en-US" dirty="0"/>
                <a:t>Because of the partnership between Key Benefits, and because patients have a financing path for medical costs, Just Health can expect higher realized revenue per patient from members of the Key Incentive Plan. </a:t>
              </a:r>
            </a:p>
            <a:p>
              <a:pPr algn="ctr" defTabSz="914411">
                <a:lnSpc>
                  <a:spcPct val="90000"/>
                </a:lnSpc>
                <a:spcAft>
                  <a:spcPts val="1200"/>
                </a:spcAft>
                <a:buClr>
                  <a:schemeClr val="tx1"/>
                </a:buClr>
              </a:pPr>
              <a:r>
                <a:rPr lang="en-US" dirty="0"/>
                <a:t>This partnership increases Just Health’s realized revenue per patient and lowers collection costs. </a:t>
              </a:r>
            </a:p>
          </p:txBody>
        </p:sp>
      </p:grpSp>
      <p:cxnSp>
        <p:nvCxnSpPr>
          <p:cNvPr id="14"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1234179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8344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2,500</a:t>
            </a:r>
            <a:r>
              <a:rPr lang="en-US" spc="200" dirty="0">
                <a:latin typeface="+mj-lt"/>
                <a:cs typeface="+mj-cs"/>
              </a:rPr>
              <a:t>+</a:t>
            </a:r>
            <a:r>
              <a:rPr lang="en-US" sz="1800" spc="200" dirty="0">
                <a:latin typeface="+mj-lt"/>
                <a:cs typeface="+mj-cs"/>
              </a:rPr>
              <a:t> Employers       410,000</a:t>
            </a:r>
            <a:r>
              <a:rPr lang="en-US" sz="1800" spc="200" dirty="0">
                <a:latin typeface="+mj-lt"/>
                <a:cs typeface="+mj-cs"/>
                <a:sym typeface="Wingdings" panose="05000000000000000000" pitchFamily="2" charset="2"/>
              </a:rPr>
              <a:t>+ Employees       630,000+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22151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22065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1271611868"/>
              </p:ext>
            </p:extLst>
          </p:nvPr>
        </p:nvGraphicFramePr>
        <p:xfrm>
          <a:off x="4889297" y="2699749"/>
          <a:ext cx="6949427" cy="2913283"/>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Commercial Employers Headquartered in Union, Essex or Hudson Counties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1,468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597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Estimated Employees of Above Employers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110,100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89,550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161,000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486,000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Estimated Members of Above Employers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154,140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125,370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175,140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225,400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680,400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Union, Essex and Hudson Counties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D9A8BB4-8EB2-782A-EDD5-8538A2A8CF98}"/>
              </a:ext>
            </a:extLst>
          </p:cNvPr>
          <p:cNvPicPr>
            <a:picLocks noChangeAspect="1"/>
          </p:cNvPicPr>
          <p:nvPr/>
        </p:nvPicPr>
        <p:blipFill>
          <a:blip r:embed="rId2"/>
          <a:stretch>
            <a:fillRect/>
          </a:stretch>
        </p:blipFill>
        <p:spPr>
          <a:xfrm>
            <a:off x="12700" y="2734221"/>
            <a:ext cx="4556861" cy="3406884"/>
          </a:xfrm>
          <a:prstGeom prst="rect">
            <a:avLst/>
          </a:prstGeom>
        </p:spPr>
      </p:pic>
    </p:spTree>
    <p:extLst>
      <p:ext uri="{BB962C8B-B14F-4D97-AF65-F5344CB8AC3E}">
        <p14:creationId xmlns:p14="http://schemas.microsoft.com/office/powerpoint/2010/main" val="3412855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Content Placeholder 28">
            <a:extLst>
              <a:ext uri="{FF2B5EF4-FFF2-40B4-BE49-F238E27FC236}">
                <a16:creationId xmlns:a16="http://schemas.microsoft.com/office/drawing/2014/main" id="{7EF75D23-6368-A3FD-27F9-6F0DFF7E04C2}"/>
              </a:ext>
            </a:extLst>
          </p:cNvPr>
          <p:cNvPicPr>
            <a:picLocks/>
          </p:cNvPicPr>
          <p:nvPr/>
        </p:nvPicPr>
        <p:blipFill>
          <a:blip r:embed="rId2" cstate="print"/>
          <a:stretch>
            <a:fillRect/>
          </a:stretch>
        </p:blipFill>
        <p:spPr>
          <a:xfrm>
            <a:off x="1086212" y="1911476"/>
            <a:ext cx="6382512" cy="4553712"/>
          </a:xfrm>
          <a:prstGeom prst="rect">
            <a:avLst/>
          </a:prstGeom>
        </p:spPr>
      </p:pic>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6</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577081"/>
          </a:xfrm>
          <a:prstGeom prst="rect">
            <a:avLst/>
          </a:prstGeom>
          <a:noFill/>
        </p:spPr>
        <p:txBody>
          <a:bodyPr wrap="square" rtlCol="0">
            <a:spAutoFit/>
          </a:bodyPr>
          <a:lstStyle/>
          <a:p>
            <a:r>
              <a:rPr lang="en-US" sz="1050" dirty="0">
                <a:solidFill/>
              </a:rPr>
              <a:t>KBA currently estimates that Just Health has 21% inpatient market share, and 13% outpatient market compared to hospitals/clinics in Union, Essex and Hudson Counties. We expect within-KIP steerage to increase to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383712" cy="369332"/>
          </a:xfrm>
          <a:prstGeom prst="rect">
            <a:avLst/>
          </a:prstGeom>
          <a:noFill/>
        </p:spPr>
        <p:txBody>
          <a:bodyPr wrap="none" rtlCol="0">
            <a:spAutoFit/>
          </a:bodyPr>
          <a:lstStyle/>
          <a:p>
            <a:r>
              <a:rPr lang="en-US" dirty="0">
                <a:solidFill/>
              </a:rPr>
              <a:t>25%/15%</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383712" cy="369332"/>
          </a:xfrm>
          <a:prstGeom prst="rect">
            <a:avLst/>
          </a:prstGeom>
          <a:noFill/>
        </p:spPr>
        <p:txBody>
          <a:bodyPr wrap="none" rtlCol="0">
            <a:spAutoFit/>
          </a:bodyPr>
          <a:lstStyle/>
          <a:p>
            <a:r>
              <a:rPr lang="en-US" dirty="0">
                <a:solidFill/>
              </a:rPr>
              <a:t>27.5%/17.5%</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383712" cy="369332"/>
          </a:xfrm>
          <a:prstGeom prst="rect">
            <a:avLst/>
          </a:prstGeom>
          <a:noFill/>
        </p:spPr>
        <p:txBody>
          <a:bodyPr wrap="none" rtlCol="0">
            <a:spAutoFit/>
          </a:bodyPr>
          <a:lstStyle/>
          <a:p>
            <a:r>
              <a:rPr lang="en-US" dirty="0">
                <a:solidFill/>
              </a:rPr>
              <a:t>30%/22%</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observes a Just Health 40.8 % commercial margin</a:t>
            </a:r>
            <a:r>
              <a:rPr lang="en-US" sz="1050" dirty="0"/>
              <a:t>. We estimate that this margin will improve for patients covered by the KIP plan through higher collections as follows:</a:t>
            </a:r>
            <a:endParaRPr lang="en-US" sz="1050" dirty="0">
              <a:solidFill/>
            </a:endParaRP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32571"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336305" y="5300748"/>
            <a:ext cx="524503" cy="307777"/>
          </a:xfrm>
          <a:prstGeom prst="rect">
            <a:avLst/>
          </a:prstGeom>
          <a:noFill/>
        </p:spPr>
        <p:txBody>
          <a:bodyPr wrap="none" rtlCol="0">
            <a:spAutoFit/>
          </a:bodyPr>
          <a:lstStyle/>
          <a:p>
            <a:r>
              <a:rPr lang="en-US" sz="1400" b="1" dirty="0"/>
              <a:t>High</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33" name="TextBox 32">
            <a:extLst>
              <a:ext uri="{FF2B5EF4-FFF2-40B4-BE49-F238E27FC236}">
                <a16:creationId xmlns:a16="http://schemas.microsoft.com/office/drawing/2014/main" id="{376A62E0-771C-54FE-B757-DC2BCD4ECC0D}"/>
              </a:ext>
            </a:extLst>
          </p:cNvPr>
          <p:cNvSpPr txBox="1"/>
          <p:nvPr/>
        </p:nvSpPr>
        <p:spPr>
          <a:xfrm>
            <a:off x="1720130" y="2007885"/>
            <a:ext cx="4034181" cy="307777"/>
          </a:xfrm>
          <a:prstGeom prst="rect">
            <a:avLst/>
          </a:prstGeom>
          <a:solidFill>
            <a:schemeClr val="bg1"/>
          </a:solidFill>
        </p:spPr>
        <p:txBody>
          <a:bodyPr wrap="none" rtlCol="0">
            <a:spAutoFit/>
          </a:bodyPr>
          <a:lstStyle/>
          <a:p>
            <a:r>
              <a:rPr lang="en-US" sz="1400" b="1" dirty="0"/>
              <a:t>Net Margin Growth by Number of KIP Covered Lives</a:t>
            </a:r>
          </a:p>
        </p:txBody>
      </p:sp>
      <p:sp>
        <p:nvSpPr>
          <p:cNvPr id="34" name="TextBox 33">
            <a:extLst>
              <a:ext uri="{FF2B5EF4-FFF2-40B4-BE49-F238E27FC236}">
                <a16:creationId xmlns:a16="http://schemas.microsoft.com/office/drawing/2014/main" id="{E8334A4D-A904-88CB-EA92-AD56511A56D6}"/>
              </a:ext>
            </a:extLst>
          </p:cNvPr>
          <p:cNvSpPr txBox="1"/>
          <p:nvPr/>
        </p:nvSpPr>
        <p:spPr>
          <a:xfrm>
            <a:off x="3737220" y="5697011"/>
            <a:ext cx="1814920" cy="261610"/>
          </a:xfrm>
          <a:prstGeom prst="rect">
            <a:avLst/>
          </a:prstGeom>
          <a:solidFill>
            <a:schemeClr val="bg1"/>
          </a:solidFill>
        </p:spPr>
        <p:txBody>
          <a:bodyPr wrap="none" rtlCol="0">
            <a:spAutoFit/>
          </a:bodyPr>
          <a:lstStyle/>
          <a:p>
            <a:r>
              <a:rPr lang="en-US" sz="1100" b="1" dirty="0"/>
              <a:t>Total KIP Covered Members</a:t>
            </a:r>
          </a:p>
        </p:txBody>
      </p:sp>
      <p:sp>
        <p:nvSpPr>
          <p:cNvPr id="37" name="TextBox 28">
            <a:extLst>
              <a:ext uri="{FF2B5EF4-FFF2-40B4-BE49-F238E27FC236}">
                <a16:creationId xmlns:a16="http://schemas.microsoft.com/office/drawing/2014/main" id="{A7BF545C-20EF-464C-07C1-22AFFED16BF0}"/>
              </a:ext>
            </a:extLst>
          </p:cNvPr>
          <p:cNvSpPr txBox="1"/>
          <p:nvPr/>
        </p:nvSpPr>
        <p:spPr>
          <a:xfrm>
            <a:off x="7659946" y="5559601"/>
            <a:ext cx="758541" cy="369332"/>
          </a:xfrm>
          <a:prstGeom prst="rect">
            <a:avLst/>
          </a:prstGeom>
          <a:noFill/>
        </p:spPr>
        <p:txBody>
          <a:bodyPr wrap="none" rtlCol="0">
            <a:spAutoFit/>
          </a:bodyPr>
          <a:lstStyle/>
          <a:p>
            <a:r>
              <a:rPr lang="en-US" dirty="0">
                <a:solidFill/>
              </a:rPr>
              <a:t>45.8%</a:t>
            </a:r>
          </a:p>
        </p:txBody>
      </p:sp>
      <p:sp>
        <p:nvSpPr>
          <p:cNvPr id="38" name="TextBox 29">
            <a:extLst>
              <a:ext uri="{FF2B5EF4-FFF2-40B4-BE49-F238E27FC236}">
                <a16:creationId xmlns:a16="http://schemas.microsoft.com/office/drawing/2014/main" id="{A897C1C9-BBA5-1364-4628-65F7C0436913}"/>
              </a:ext>
            </a:extLst>
          </p:cNvPr>
          <p:cNvSpPr txBox="1"/>
          <p:nvPr/>
        </p:nvSpPr>
        <p:spPr>
          <a:xfrm>
            <a:off x="9580061" y="5571573"/>
            <a:ext cx="885179" cy="369332"/>
          </a:xfrm>
          <a:prstGeom prst="rect">
            <a:avLst/>
          </a:prstGeom>
          <a:noFill/>
        </p:spPr>
        <p:txBody>
          <a:bodyPr wrap="none" rtlCol="0">
            <a:spAutoFit/>
          </a:bodyPr>
          <a:lstStyle/>
          <a:p>
            <a:r>
              <a:rPr lang="en-US" dirty="0">
                <a:solidFill/>
              </a:rPr>
              <a:t>50.8%</a:t>
            </a:r>
          </a:p>
        </p:txBody>
      </p:sp>
      <p:sp>
        <p:nvSpPr>
          <p:cNvPr id="39" name="TextBox 30">
            <a:extLst>
              <a:ext uri="{FF2B5EF4-FFF2-40B4-BE49-F238E27FC236}">
                <a16:creationId xmlns:a16="http://schemas.microsoft.com/office/drawing/2014/main" id="{0A2574AA-D289-BD6B-4900-75D13B713AE8}"/>
              </a:ext>
            </a:extLst>
          </p:cNvPr>
          <p:cNvSpPr txBox="1"/>
          <p:nvPr/>
        </p:nvSpPr>
        <p:spPr>
          <a:xfrm>
            <a:off x="11389339" y="5571573"/>
            <a:ext cx="758541" cy="369332"/>
          </a:xfrm>
          <a:prstGeom prst="rect">
            <a:avLst/>
          </a:prstGeom>
          <a:noFill/>
        </p:spPr>
        <p:txBody>
          <a:bodyPr wrap="none" rtlCol="0">
            <a:spAutoFit/>
          </a:bodyPr>
          <a:lstStyle/>
          <a:p>
            <a:r>
              <a:rPr lang="en-US" dirty="0">
                <a:solidFill/>
              </a:rPr>
              <a:t>55.8%</a:t>
            </a:r>
          </a:p>
        </p:txBody>
      </p:sp>
    </p:spTree>
    <p:extLst>
      <p:ext uri="{BB962C8B-B14F-4D97-AF65-F5344CB8AC3E}">
        <p14:creationId xmlns:p14="http://schemas.microsoft.com/office/powerpoint/2010/main" val="1527749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sp>
        <p:nvSpPr>
          <p:cNvPr id="11" name="Rectangle 10">
            <a:extLst>
              <a:ext uri="{FF2B5EF4-FFF2-40B4-BE49-F238E27FC236}">
                <a16:creationId xmlns:a16="http://schemas.microsoft.com/office/drawing/2014/main" id="{7173736D-CC74-7F99-755F-5699D538ED34}"/>
              </a:ext>
            </a:extLst>
          </p:cNvPr>
          <p:cNvSpPr/>
          <p:nvPr/>
        </p:nvSpPr>
        <p:spPr>
          <a:xfrm>
            <a:off x="6041067" y="6290268"/>
            <a:ext cx="5943600" cy="539865"/>
          </a:xfrm>
          <a:prstGeom prst="rect">
            <a:avLst/>
          </a:prstGeom>
          <a:solidFill>
            <a:srgbClr val="446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Just Health will be responsible for sales and growth of this plan.</a:t>
            </a:r>
          </a:p>
          <a:p>
            <a:pPr algn="ctr"/>
            <a:r>
              <a:rPr lang="en-US" sz="1200" dirty="0"/>
              <a:t>These growth numbers are for modeling only. </a:t>
            </a:r>
          </a:p>
        </p:txBody>
      </p:sp>
      <p:pic>
        <p:nvPicPr>
          <p:cNvPr id="16" name="Content Placeholder 9">
            <a:extLst>
              <a:ext uri="{FF2B5EF4-FFF2-40B4-BE49-F238E27FC236}">
                <a16:creationId xmlns:a16="http://schemas.microsoft.com/office/drawing/2014/main" id="{3A5117DB-D106-3B16-A3D8-25ADBC070B67}"/>
              </a:ext>
            </a:extLst>
          </p:cNvPr>
          <p:cNvPicPr>
            <a:picLocks/>
          </p:cNvPicPr>
          <p:nvPr/>
        </p:nvPicPr>
        <p:blipFill>
          <a:blip r:embed="rId2" cstate="print"/>
          <a:stretch>
            <a:fillRect/>
          </a:stretch>
        </p:blipFill>
        <p:spPr>
          <a:xfrm>
            <a:off x="1179576" y="0"/>
            <a:ext cx="4572000" cy="6858000"/>
          </a:xfrm>
          <a:prstGeom prst="rect">
            <a:avLst/>
          </a:prstGeom>
        </p:spPr>
      </p:pic>
      <p:graphicFrame>
        <p:nvGraphicFramePr>
          <p:cNvPr id="17" name="Table 16">
            <a:extLst>
              <a:ext uri="{FF2B5EF4-FFF2-40B4-BE49-F238E27FC236}">
                <a16:creationId xmlns:a16="http://schemas.microsoft.com/office/drawing/2014/main" id="{F9226F29-7ECB-F0C4-0495-80989F4C7DFD}"/>
              </a:ext>
            </a:extLst>
          </p:cNvPr>
          <p:cNvGraphicFramePr>
            <a:graphicFrameLocks noGrp="1"/>
          </p:cNvGraphicFramePr>
          <p:nvPr>
            <p:extLst>
              <p:ext uri="{D42A27DB-BD31-4B8C-83A1-F6EECF244321}">
                <p14:modId xmlns:p14="http://schemas.microsoft.com/office/powerpoint/2010/main" val="2938669635"/>
              </p:ext>
            </p:extLst>
          </p:nvPr>
        </p:nvGraphicFramePr>
        <p:xfrm>
          <a:off x="6041067" y="27863"/>
          <a:ext cx="5943600" cy="19862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1,777.4K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5,924.5K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454.5K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1,813.4K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3,626.7K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6,044.5K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alpha val="100000"/>
                        </a:srgbClr>
                      </a:solidFill>
                      <a:prstDash val="soli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18" name="Table 17">
            <a:extLst>
              <a:ext uri="{FF2B5EF4-FFF2-40B4-BE49-F238E27FC236}">
                <a16:creationId xmlns:a16="http://schemas.microsoft.com/office/drawing/2014/main" id="{7E528830-5D83-742D-FF8B-54719A4CD338}"/>
              </a:ext>
            </a:extLst>
          </p:cNvPr>
          <p:cNvGraphicFramePr>
            <a:graphicFrameLocks noGrp="1"/>
          </p:cNvGraphicFramePr>
          <p:nvPr>
            <p:extLst>
              <p:ext uri="{D42A27DB-BD31-4B8C-83A1-F6EECF244321}">
                <p14:modId xmlns:p14="http://schemas.microsoft.com/office/powerpoint/2010/main" val="519911470"/>
              </p:ext>
            </p:extLst>
          </p:nvPr>
        </p:nvGraphicFramePr>
        <p:xfrm>
          <a:off x="6041067" y="2097963"/>
          <a:ext cx="5943600" cy="19862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5,924.5K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11,849.0K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1,058.9K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3,022.3K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6,044.5K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12,089.0K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alpha val="100000"/>
                        </a:srgbClr>
                      </a:solidFill>
                      <a:prstDash val="soli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19" name="Table 18">
            <a:extLst>
              <a:ext uri="{FF2B5EF4-FFF2-40B4-BE49-F238E27FC236}">
                <a16:creationId xmlns:a16="http://schemas.microsoft.com/office/drawing/2014/main" id="{7780DE25-ABE4-653B-903F-C40AB45BAB9D}"/>
              </a:ext>
            </a:extLst>
          </p:cNvPr>
          <p:cNvGraphicFramePr>
            <a:graphicFrameLocks noGrp="1"/>
          </p:cNvGraphicFramePr>
          <p:nvPr>
            <p:extLst>
              <p:ext uri="{D42A27DB-BD31-4B8C-83A1-F6EECF244321}">
                <p14:modId xmlns:p14="http://schemas.microsoft.com/office/powerpoint/2010/main" val="669707910"/>
              </p:ext>
            </p:extLst>
          </p:nvPr>
        </p:nvGraphicFramePr>
        <p:xfrm>
          <a:off x="6041067" y="4168063"/>
          <a:ext cx="5943600" cy="19862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302.2K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604.5K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1,208.9K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alpha val="100000"/>
                        </a:srgbClr>
                      </a:solidFill>
                      <a:prstDash val="soli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15.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JH’s approved site(s) with network integration, and development of JH’s proprietary PBM program.</a:t>
            </a:r>
            <a:r>
              <a:rPr lang="en-US" sz="1600" dirty="0">
                <a:highlight>
                  <a:srgbClr val="FFFF00"/>
                </a:highlight>
              </a:rPr>
              <a:t>   </a:t>
            </a:r>
          </a:p>
        </p:txBody>
      </p:sp>
      <p:graphicFrame>
        <p:nvGraphicFramePr>
          <p:cNvPr id="11" name="Table 10">
            <a:extLst>
              <a:ext uri="{FF2B5EF4-FFF2-40B4-BE49-F238E27FC236}">
                <a16:creationId xmlns:a16="http://schemas.microsoft.com/office/drawing/2014/main" id="{8EEE6B9C-3235-DC73-C156-0C3E56CE57BF}"/>
              </a:ext>
            </a:extLst>
          </p:cNvPr>
          <p:cNvGraphicFramePr>
            <a:graphicFrameLocks noGrp="1"/>
          </p:cNvGraphicFramePr>
          <p:nvPr>
            <p:extLst>
              <p:ext uri="{D42A27DB-BD31-4B8C-83A1-F6EECF244321}">
                <p14:modId xmlns:p14="http://schemas.microsoft.com/office/powerpoint/2010/main" val="2689783397"/>
              </p:ext>
            </p:extLst>
          </p:nvPr>
        </p:nvGraphicFramePr>
        <p:xfrm>
          <a:off x="2138172" y="500888"/>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KIP</a:t>
                      </a:r>
                      <a:r>
                        <a:rPr sz="2000" b="1" i="0" u="none" cap="none" dirty="0">
                          <a:solidFill>
                            <a:srgbClr val="FFFFFF">
                              <a:alpha val="100000"/>
                            </a:srgbClr>
                          </a:solidFill>
                          <a:latin typeface="Arial"/>
                          <a:cs typeface="Arial"/>
                          <a:sym typeface="Arial"/>
                        </a:rPr>
                        <a:t>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Pre-</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Pre-</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Net Margin Less </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$ 7,190K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$ 8,812K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$28,758K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$14,617K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$ 5,775K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$43,170K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$57,517K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$11,699K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JH’s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KIP strategy positions Just 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Just 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JH’s managed care processes to KBA’s patented care management programs will turbocharge results – Positioning JH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Just Health </a:t>
            </a:r>
            <a:r>
              <a:rPr lang="en-US" sz="2400" b="1" cap="small" dirty="0">
                <a:solidFill>
                  <a:srgbClr val="000B2E"/>
                </a:solidFill>
              </a:rPr>
              <a:t>CAN PROMOTE THESE RESULTS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10</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JH’s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JH’s 340B drug pricing program</a:t>
            </a:r>
          </a:p>
          <a:p>
            <a:pPr marL="285753" indent="-285753">
              <a:spcBef>
                <a:spcPts val="600"/>
              </a:spcBef>
              <a:buFont typeface="Wingdings" panose="05000000000000000000" pitchFamily="2" charset="2"/>
              <a:buChar char="§"/>
            </a:pPr>
            <a:r>
              <a:rPr lang="en-US" sz="2000" dirty="0">
                <a:solidFill>
                  <a:schemeClr val="bg1"/>
                </a:solidFill>
              </a:rPr>
              <a:t>Allows JH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KIP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KIP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12</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KIP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KIP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KIP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2963207957"/>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14</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15</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r>
              <a:rPr lang="en-US" sz="4800" dirty="0">
                <a:latin typeface="+mj-lt"/>
                <a:cs typeface="+mj-cs"/>
              </a:rPr>
              <a:t>:</a:t>
            </a:r>
            <a:br>
              <a:rPr lang="en-US" sz="4800" dirty="0">
                <a:latin typeface="+mj-lt"/>
                <a:cs typeface="+mj-cs"/>
              </a:rPr>
            </a:br>
            <a:br>
              <a:rPr lang="en-US" sz="4800" dirty="0">
                <a:latin typeface="+mj-lt"/>
                <a:cs typeface="+mj-cs"/>
              </a:rPr>
            </a:br>
            <a:r>
              <a:rPr lang="en-US" sz="4800" dirty="0">
                <a:latin typeface="+mj-lt"/>
                <a:cs typeface="+mj-cs"/>
              </a:rPr>
              <a:t>ESTIMATING JUST HEALTH MARKET SHARE AND MARGIN</a:t>
            </a:r>
            <a:endParaRPr lang="en-US" sz="4800" kern="1200" dirty="0">
              <a:solidFill>
                <a:schemeClr val="tx1"/>
              </a:solidFill>
              <a:latin typeface="+mj-lt"/>
              <a:ea typeface="+mj-ea"/>
              <a:cs typeface="+mj-cs"/>
            </a:endParaRP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16</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83751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JH’s 2022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131951445"/>
              </p:ext>
            </p:extLst>
          </p:nvPr>
        </p:nvGraphicFramePr>
        <p:xfrm>
          <a:off x="111759" y="1812877"/>
          <a:ext cx="5648960" cy="2763850"/>
        </p:xfrm>
        <a:graphic>
          <a:graphicData uri="http://schemas.openxmlformats.org/drawingml/2006/table">
            <a:tbl>
              <a:tblPr firstRow="1" bandRow="1">
                <a:tableStyleId>{5C22544A-7EE6-4342-B048-85BDC9FD1C3A}</a:tableStyleId>
              </a:tblPr>
              <a:tblGrid>
                <a:gridCol w="2504617">
                  <a:extLst>
                    <a:ext uri="{9D8B030D-6E8A-4147-A177-3AD203B41FA5}">
                      <a16:colId xmlns:a16="http://schemas.microsoft.com/office/drawing/2014/main" val="1990432805"/>
                    </a:ext>
                  </a:extLst>
                </a:gridCol>
                <a:gridCol w="1685947">
                  <a:extLst>
                    <a:ext uri="{9D8B030D-6E8A-4147-A177-3AD203B41FA5}">
                      <a16:colId xmlns:a16="http://schemas.microsoft.com/office/drawing/2014/main" val="3494448363"/>
                    </a:ext>
                  </a:extLst>
                </a:gridCol>
                <a:gridCol w="1458396">
                  <a:extLst>
                    <a:ext uri="{9D8B030D-6E8A-4147-A177-3AD203B41FA5}">
                      <a16:colId xmlns:a16="http://schemas.microsoft.com/office/drawing/2014/main" val="3564552567"/>
                    </a:ext>
                  </a:extLst>
                </a:gridCol>
              </a:tblGrid>
              <a:tr h="569290">
                <a:tc>
                  <a:txBody>
                    <a:bodyPr/>
                    <a:lstStyle/>
                    <a:p>
                      <a:r>
                        <a:rPr lang="en-US" sz="1800" dirty="0"/>
                        <a:t>Payer Group</a:t>
                      </a:r>
                    </a:p>
                  </a:txBody>
                  <a:tcPr/>
                </a:tc>
                <a:tc>
                  <a:txBody>
                    <a:bodyPr/>
                    <a:lstStyle/>
                    <a:p>
                      <a:r>
                        <a:rPr lang="en-US" sz="1800" dirty="0"/>
                        <a:t>Revenue</a:t>
                      </a:r>
                    </a:p>
                  </a:txBody>
                  <a:tcPr/>
                </a:tc>
                <a:tc>
                  <a:txBody>
                    <a:bodyPr/>
                    <a:lstStyle/>
                    <a:p>
                      <a:r>
                        <a:rPr lang="en-US" sz="1800" dirty="0"/>
                        <a:t>Payer Mix</a:t>
                      </a:r>
                    </a:p>
                  </a:txBody>
                  <a:tcPr/>
                </a:tc>
                <a:extLst>
                  <a:ext uri="{0D108BD9-81ED-4DB2-BD59-A6C34878D82A}">
                    <a16:rowId xmlns:a16="http://schemas.microsoft.com/office/drawing/2014/main" val="1397373735"/>
                  </a:ext>
                </a:extLst>
              </a:tr>
              <a:tr h="237204">
                <a:tc>
                  <a:txBody>
                    <a:bodyPr/>
                    <a:lstStyle/>
                    <a:p>
                      <a:r>
                        <a:rPr lang="en-US" sz="1800" dirty="0">
                          <a:solidFill/>
                        </a:rPr>
                        <a:t>All of Just Health</a:t>
                      </a:r>
                    </a:p>
                  </a:txBody>
                  <a:tcPr>
                    <a:solidFill>
                      <a:schemeClr val="accent3">
                        <a:lumMod val="20000"/>
                        <a:lumOff val="80000"/>
                      </a:schemeClr>
                    </a:solidFill>
                  </a:tcPr>
                </a:tc>
                <a:tc>
                  <a:txBody>
                    <a:bodyPr/>
                    <a:lstStyle/>
                    <a:p>
                      <a:pPr algn="ctr"/>
                      <a:r>
                        <a:rPr lang="en-US" sz="1800" kern="1200" dirty="0">
                          <a:solidFill>
                            <a:schemeClr val="tx1"/>
                          </a:solidFill>
                          <a:latin typeface="+mn-lt"/>
                          <a:ea typeface="+mn-ea"/>
                          <a:cs typeface="+mn-cs"/>
                        </a:rPr>
                        <a:t>$380,442K</a:t>
                      </a:r>
                    </a:p>
                  </a:txBody>
                  <a:tcPr anchor="ctr">
                    <a:solidFill>
                      <a:schemeClr val="accent3">
                        <a:lumMod val="20000"/>
                        <a:lumOff val="80000"/>
                      </a:schemeClr>
                    </a:solidFill>
                  </a:tcPr>
                </a:tc>
                <a:tc>
                  <a:txBody>
                    <a:bodyPr/>
                    <a:lstStyle/>
                    <a:p>
                      <a:pPr algn="ctr"/>
                      <a:r>
                        <a:rPr lang="en-US" sz="1800" kern="1200" dirty="0">
                          <a:solidFill>
                            <a:schemeClr val="tx1"/>
                          </a:solidFill>
                          <a:latin typeface="+mn-lt"/>
                          <a:ea typeface="+mn-ea"/>
                          <a:cs typeface="+mn-cs"/>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800" dirty="0"/>
                        <a:t>Medicare</a:t>
                      </a:r>
                    </a:p>
                  </a:txBody>
                  <a:tcPr>
                    <a:solidFill>
                      <a:schemeClr val="accent3">
                        <a:lumMod val="20000"/>
                        <a:lumOff val="80000"/>
                      </a:schemeClr>
                    </a:solidFill>
                  </a:tcPr>
                </a:tc>
                <a:tc rowSpan="3">
                  <a:txBody>
                    <a:bodyPr/>
                    <a:lstStyle/>
                    <a:p>
                      <a:pPr algn="ctr"/>
                      <a:r>
                        <a:rPr lang="en-US" sz="1800" kern="1200" dirty="0">
                          <a:solidFill>
                            <a:schemeClr val="tx1"/>
                          </a:solidFill>
                          <a:latin typeface="+mn-lt"/>
                          <a:ea typeface="+mn-ea"/>
                          <a:cs typeface="+mn-cs"/>
                        </a:rPr>
                        <a:t>$151,295K</a:t>
                      </a:r>
                    </a:p>
                  </a:txBody>
                  <a:tcPr anchor="ctr">
                    <a:solidFill>
                      <a:schemeClr val="accent3">
                        <a:lumMod val="20000"/>
                        <a:lumOff val="80000"/>
                      </a:schemeClr>
                    </a:solidFill>
                  </a:tcPr>
                </a:tc>
                <a:tc rowSpan="3">
                  <a:txBody>
                    <a:bodyPr/>
                    <a:lstStyle/>
                    <a:p>
                      <a:pPr algn="ctr"/>
                      <a:r>
                        <a:rPr lang="en-US" sz="1800" kern="1200" dirty="0">
                          <a:solidFill>
                            <a:schemeClr val="tx1"/>
                          </a:solidFill>
                          <a:latin typeface="+mn-lt"/>
                          <a:ea typeface="+mn-ea"/>
                          <a:cs typeface="+mn-cs"/>
                        </a:rPr>
                        <a:t>55%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800" dirty="0"/>
                        <a:t>Medicaid</a:t>
                      </a:r>
                    </a:p>
                  </a:txBody>
                  <a:tcPr>
                    <a:solidFill>
                      <a:schemeClr val="accent3">
                        <a:lumMod val="20000"/>
                        <a:lumOff val="80000"/>
                      </a:schemeClr>
                    </a:solidFill>
                  </a:tcPr>
                </a:tc>
                <a:tc vMerge="1">
                  <a:txBody>
                    <a:bodyPr/>
                    <a:lstStyle/>
                    <a:p>
                      <a:endParaRPr dirty="0"/>
                    </a:p>
                  </a:txBody>
                  <a:tcPr anchor="ctr">
                    <a:solidFill>
                      <a:schemeClr val="accent3">
                        <a:lumMod val="20000"/>
                        <a:lumOff val="80000"/>
                      </a:schemeClr>
                    </a:solidFill>
                  </a:tcPr>
                </a:tc>
                <a:tc vMerge="1">
                  <a:txBody>
                    <a:bodyPr/>
                    <a:lstStyle/>
                    <a:p>
                      <a:endParaRPr dirty="0"/>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800" dirty="0"/>
                        <a:t>Other Government Pay</a:t>
                      </a:r>
                    </a:p>
                  </a:txBody>
                  <a:tcP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800" dirty="0"/>
                        <a:t>No-Pay, Charity Care</a:t>
                      </a:r>
                    </a:p>
                  </a:txBody>
                  <a:tcPr>
                    <a:solidFill>
                      <a:schemeClr val="accent3">
                        <a:lumMod val="20000"/>
                        <a:lumOff val="80000"/>
                      </a:schemeClr>
                    </a:solidFill>
                  </a:tcPr>
                </a:tc>
                <a:tc>
                  <a:txBody>
                    <a:bodyPr/>
                    <a:lstStyle/>
                    <a:p>
                      <a:pPr algn="ctr"/>
                      <a:r>
                        <a:rPr lang="en-US" sz="1800" dirty="0">
                          <a:solidFill>
                            <a:schemeClr val="tx1"/>
                          </a:solidFill>
                        </a:rPr>
                        <a:t>$0</a:t>
                      </a:r>
                    </a:p>
                  </a:txBody>
                  <a:tcPr anchor="ctr">
                    <a:solidFill>
                      <a:schemeClr val="accent3">
                        <a:lumMod val="20000"/>
                        <a:lumOff val="80000"/>
                      </a:schemeClr>
                    </a:solidFill>
                  </a:tcPr>
                </a:tc>
                <a:tc>
                  <a:txBody>
                    <a:bodyPr/>
                    <a:lstStyle/>
                    <a:p>
                      <a:pPr algn="ctr"/>
                      <a:r>
                        <a:rPr lang="en-US" sz="1800" dirty="0">
                          <a:solidFill>
                            <a:schemeClr val="tx1"/>
                          </a:solidFill>
                        </a:rPr>
                        <a:t>20%</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8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$228,890K</a:t>
                      </a:r>
                    </a:p>
                  </a:txBody>
                  <a:tcPr anchor="ctr">
                    <a:solidFill>
                      <a:schemeClr val="accent3">
                        <a:lumMod val="20000"/>
                        <a:lumOff val="80000"/>
                      </a:schemeClr>
                    </a:solidFill>
                  </a:tcPr>
                </a:tc>
                <a:tc>
                  <a:txBody>
                    <a:bodyPr/>
                    <a:lstStyle/>
                    <a:p>
                      <a:pPr algn="ctr"/>
                      <a:r>
                        <a:rPr lang="en-US" sz="1800" dirty="0">
                          <a:solidFill>
                            <a:schemeClr val="tx1"/>
                          </a:solidFill>
                        </a:rPr>
                        <a:t>25%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2042380"/>
            <a:ext cx="5648960" cy="9541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ED7D31">
                    <a:lumMod val="75000"/>
                  </a:srgbClr>
                </a:solidFill>
                <a:latin typeface="Arial" panose="020B0604020202020204" pitchFamily="34" charset="0"/>
                <a:cs typeface="Arial" panose="020B0604020202020204" pitchFamily="34" charset="0"/>
              </a:rPr>
              <a:t>Payer mix estimates were received directly from Just Health</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ED7D31">
                    <a:lumMod val="75000"/>
                  </a:srgbClr>
                </a:solidFill>
                <a:latin typeface="Arial" panose="020B0604020202020204" pitchFamily="34" charset="0"/>
                <a:cs typeface="Arial" panose="020B0604020202020204" pitchFamily="34" charset="0"/>
              </a:rPr>
              <a:t>Payer mix, in this context, identifies the percentage of care costs allocated to serving each population.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384096"/>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Key </a:t>
            </a:r>
            <a:r>
              <a:rPr lang="en-US" sz="1400" dirty="0">
                <a:solidFill>
                  <a:srgbClr val="ED7D31">
                    <a:lumMod val="75000"/>
                  </a:srgbClr>
                </a:solidFill>
                <a:latin typeface="Arial" panose="020B0604020202020204" pitchFamily="34" charset="0"/>
                <a:cs typeface="Arial" panose="020B0604020202020204" pitchFamily="34" charset="0"/>
              </a:rPr>
              <a:t>Benefits utilizes the RAND (version 5) estimate of the pricing difference between Medicare and commercial insurance rates. Medicaid and other government programs are estimated to be at the same rate as Medicaid. </a:t>
            </a:r>
            <a:endPar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endParaRPr>
          </a:p>
        </p:txBody>
      </p:sp>
      <p:sp>
        <p:nvSpPr>
          <p:cNvPr id="11" name="Rectangle 16">
            <a:extLst>
              <a:ext uri="{FF2B5EF4-FFF2-40B4-BE49-F238E27FC236}">
                <a16:creationId xmlns:a16="http://schemas.microsoft.com/office/drawing/2014/main" id="{802290A3-B694-4505-9BF2-D6CD7AF07C8B}"/>
              </a:ext>
            </a:extLst>
          </p:cNvPr>
          <p:cNvSpPr/>
          <p:nvPr/>
        </p:nvSpPr>
        <p:spPr>
          <a:xfrm>
            <a:off x="675641" y="5088116"/>
            <a:ext cx="4901193" cy="5341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rial" panose="020B0604020202020204" pitchFamily="34" charset="0"/>
                <a:cs typeface="Arial" panose="020B0604020202020204" pitchFamily="34" charset="0"/>
              </a:rPr>
              <a:t>In the following models,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outpatient payer mix is assumed to mirror the inpatient payer mix. </a:t>
            </a:r>
          </a:p>
        </p:txBody>
      </p:sp>
    </p:spTree>
    <p:extLst>
      <p:ext uri="{BB962C8B-B14F-4D97-AF65-F5344CB8AC3E}">
        <p14:creationId xmlns:p14="http://schemas.microsoft.com/office/powerpoint/2010/main" val="4292002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915,561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541,223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$374,338K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201,774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541,223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-339,449</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-168%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726173" y="5861686"/>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3" name="Content Placeholder 2">
            <a:extLst>
              <a:ext uri="{FF2B5EF4-FFF2-40B4-BE49-F238E27FC236}">
                <a16:creationId xmlns:a16="http://schemas.microsoft.com/office/drawing/2014/main" id="{8DE0229A-E7A5-B958-209A-C590990F5982}"/>
              </a:ext>
            </a:extLst>
          </p:cNvPr>
          <p:cNvGraphicFramePr>
            <a:graphicFrameLocks noGrp="1"/>
          </p:cNvGraphicFramePr>
          <p:nvPr/>
        </p:nvGraphicFramePr>
        <p:xfrm>
          <a:off x="241300" y="996314"/>
          <a:ext cx="11371006" cy="4642481"/>
        </p:xfrm>
        <a:graphic>
          <a:graphicData uri="http://schemas.openxmlformats.org/drawingml/2006/table">
            <a:tbl>
              <a:tblPr/>
              <a:tblGrid>
                <a:gridCol w="3352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2252406">
                  <a:extLst>
                    <a:ext uri="{9D8B030D-6E8A-4147-A177-3AD203B41FA5}">
                      <a16:colId xmlns:a16="http://schemas.microsoft.com/office/drawing/2014/main" val="20005"/>
                    </a:ext>
                  </a:extLst>
                </a:gridCol>
              </a:tblGrid>
              <a:tr h="833265">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Bayonne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131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959,388.1K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656,339.4K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Hoboken University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117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$1,016,197.5K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834,022.0K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Christ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178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$1,376,371.1K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$1,033,594.9K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Carewell Health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159</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359,576.8K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145,263.6K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Cooperman Barnabas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$2,212,144.8K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$1,176,346.7K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Hackensack Meridian Health, Mountainside Medical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652,366.6K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655,269.5K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Palisades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491,093.8K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366,514.0K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Robert Wood Johnson University Hospital At Rahway</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527,462.1K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318,400.3K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Hudson Regional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353,205.1K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418,896.0K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Saint Michael's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443,958.1K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470,001.9K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The University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$1,785,402.9K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868,377.5K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Clara Maass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280</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884,145.6K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506,465.8K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Newark Beth Israel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$1,881,348.4K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803,991.3K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Trinitas Regional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716,322.7K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764,446.5K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Jersey City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$1,166,831.2K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755,410.2K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Overlook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$1,449,425.7K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$1,541,202.4K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418634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41385328"/>
              </p:ext>
            </p:extLst>
          </p:nvPr>
        </p:nvGraphicFramePr>
        <p:xfrm>
          <a:off x="0" y="0"/>
          <a:ext cx="12192000" cy="6858007"/>
        </p:xfrm>
        <a:graphic>
          <a:graphicData uri="http://schemas.openxmlformats.org/drawingml/2006/table">
            <a:tbl>
              <a:tblPr/>
              <a:tblGrid>
                <a:gridCol w="4408383">
                  <a:extLst>
                    <a:ext uri="{9D8B030D-6E8A-4147-A177-3AD203B41FA5}">
                      <a16:colId xmlns:a16="http://schemas.microsoft.com/office/drawing/2014/main" val="20000"/>
                    </a:ext>
                  </a:extLst>
                </a:gridCol>
                <a:gridCol w="2856017">
                  <a:extLst>
                    <a:ext uri="{9D8B030D-6E8A-4147-A177-3AD203B41FA5}">
                      <a16:colId xmlns:a16="http://schemas.microsoft.com/office/drawing/2014/main" val="20001"/>
                    </a:ext>
                  </a:extLst>
                </a:gridCol>
                <a:gridCol w="2375548">
                  <a:extLst>
                    <a:ext uri="{9D8B030D-6E8A-4147-A177-3AD203B41FA5}">
                      <a16:colId xmlns:a16="http://schemas.microsoft.com/office/drawing/2014/main" val="20002"/>
                    </a:ext>
                  </a:extLst>
                </a:gridCol>
                <a:gridCol w="2552052">
                  <a:extLst>
                    <a:ext uri="{9D8B030D-6E8A-4147-A177-3AD203B41FA5}">
                      <a16:colId xmlns:a16="http://schemas.microsoft.com/office/drawing/2014/main" val="20003"/>
                    </a:ext>
                  </a:extLst>
                </a:gridCol>
              </a:tblGrid>
              <a:tr h="354825">
                <a:tc gridSpan="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64230">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Christ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Hoboken University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Bayonne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$56,276.96K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$56,926.16K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$72,312.51K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$62,214.39K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$75,885.07K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$56,826.96K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$21,623K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$18,051.29K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$30,894.47K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$33,409.03K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$35,970.76K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$11,381.79K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$62,766.74K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$79,872.42K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$86,251K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$21,165.08K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$27,872.64K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$18,465.12K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$84,939.66K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$85,466.23K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$91,264.69K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$93,901.11K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$113,930.2K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$71,720.58K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$178,840.8K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$199,396.5K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$162,985.3K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$-61,042K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$-65,502K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$-34,458K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199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extLst>
                  <a:ext uri="{0D108BD9-81ED-4DB2-BD59-A6C34878D82A}">
                    <a16:rowId xmlns:a16="http://schemas.microsoft.com/office/drawing/2014/main" val="10020"/>
                  </a:ext>
                </a:extLst>
              </a:tr>
              <a:tr h="31992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85023">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285023">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285023">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285023">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36549" y="3312285"/>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br>
              <a:rPr lang="en-US" sz="4800" kern="1200" dirty="0">
                <a:solidFill>
                  <a:schemeClr val="tx1"/>
                </a:solidFill>
                <a:latin typeface="+mj-lt"/>
                <a:ea typeface="+mj-ea"/>
                <a:cs typeface="+mj-cs"/>
              </a:rPr>
            </a:br>
            <a:r>
              <a:rPr lang="en-US" sz="4800" kern="1200" dirty="0">
                <a:solidFill>
                  <a:schemeClr val="tx1"/>
                </a:solidFill>
                <a:latin typeface="+mj-lt"/>
                <a:ea typeface="+mj-ea"/>
                <a:cs typeface="+mj-cs"/>
              </a:rPr>
              <a:t>ESTIMATING KIP RETURNS</a:t>
            </a: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21</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899" y="2355650"/>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2318743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027289305"/>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Union, Essex and Hudson Counties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$ 7049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$ 3877</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$ 3292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22</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23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812804702"/>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Pre-KIP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$ 4,070,850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$ 4,581,850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$ 2,139,800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$ 10,792,500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$ 1,661,964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$ 1,870,585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$ 873,594.1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$ 4,406,143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$ 2,902,251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$ 2,962,251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$ 2,812,251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2597858785"/>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KIP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$ 5,330,875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$ 6,167,875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$ 2,880,500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$ 14,379,250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$ 2,709,469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$ 3,134,882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$ 1,464,042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$ 7,308,393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21% (inpatient) and 13%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40.8% (observed commercial margin)</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a commercial margin of 50.8% to reflect the benefits of improved patient responsibility payments due to better patient financing.  </a:t>
            </a:r>
          </a:p>
        </p:txBody>
      </p:sp>
      <p:sp>
        <p:nvSpPr>
          <p:cNvPr id="12" name="TextBox 6">
            <a:extLst>
              <a:ext uri="{FF2B5EF4-FFF2-40B4-BE49-F238E27FC236}">
                <a16:creationId xmlns:a16="http://schemas.microsoft.com/office/drawing/2014/main" id="{6F1C0035-A036-75F6-B807-6232A11EC41C}"/>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Assuming improved market steerage to Just Health of 27.5%</a:t>
            </a:r>
          </a:p>
        </p:txBody>
      </p:sp>
    </p:spTree>
    <p:extLst>
      <p:ext uri="{BB962C8B-B14F-4D97-AF65-F5344CB8AC3E}">
        <p14:creationId xmlns:p14="http://schemas.microsoft.com/office/powerpoint/2010/main" val="1419816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79529214"/>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62642">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5660">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74453">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16302">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5660">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$8,309.8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5660">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5660">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$2,709.5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$5,237.5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16302">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$22,909.2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16302">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5660">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$6,167.9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$30,839.4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5660">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$15,674.4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$1,264.3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$6,321.5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16302">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$2,139.8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$10,699.0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16302">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5660">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1630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$2,952.2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5660">
                <a:tc>
                  <a:txBody>
                    <a:bodyPr/>
                    <a:lstStyle/>
                    <a:p>
                      <a:pPr marL="127000" marR="127000" algn="l">
                        <a:lnSpc>
                          <a:spcPct val="100000"/>
                        </a:lnSpc>
                        <a:spcBef>
                          <a:spcPts val="0"/>
                        </a:spcBef>
                        <a:spcAft>
                          <a:spcPts val="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$146.2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$442.5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$2,812.3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$14,661.3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63233188"/>
              </p:ext>
            </p:extLst>
          </p:nvPr>
        </p:nvGraphicFramePr>
        <p:xfrm>
          <a:off x="0" y="0"/>
          <a:ext cx="12191998" cy="65081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399592">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4989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769776">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dirty="0">
                          <a:solidFill>
                            <a:srgbClr val="000000">
                              <a:alpha val="100000"/>
                            </a:srgbClr>
                          </a:solidFill>
                          <a:latin typeface="Arial"/>
                          <a:cs typeface="Arial"/>
                          <a:sym typeface="Arial"/>
                        </a:rPr>
                        <a:t>500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1000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dirty="0">
                          <a:solidFill>
                            <a:srgbClr val="000000">
                              <a:alpha val="100000"/>
                            </a:srgbClr>
                          </a:solidFill>
                          <a:latin typeface="Arial"/>
                          <a:cs typeface="Arial"/>
                          <a:sym typeface="Arial"/>
                        </a:rPr>
                        <a:t>5000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25000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4989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a:t>
                      </a: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$53,962.5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4989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a:t>
                      </a: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49898">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$2,875.8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$14,379.2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$71,896.2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13184">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$358.7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$3,586.8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1318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49898">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$1,461.7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$36,542.0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13184">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$2,902.3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$14,511.3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4989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4989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49898">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Net Margin Less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$146.2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$442.5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$2,812.3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$14,661.3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67668594"/>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$8,309.8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$16,232.8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$7,923.0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$22,909.2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$38,769.5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$4,328.7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$21,643.4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$3,172.1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$15,860.2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$2,458.1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$12,290.5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$2,139.8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$10,699.0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$18,106.0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$10,107.9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$1,148.0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$5,739.9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91424090"/>
              </p:ext>
            </p:extLst>
          </p:nvPr>
        </p:nvGraphicFramePr>
        <p:xfrm>
          <a:off x="0" y="0"/>
          <a:ext cx="12191998" cy="6479805"/>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a:t>
                      </a: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$53,962.5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a:t>
                      </a: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$3,438.1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$17,190.6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$85,953.0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$639.8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$6,398.1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$31,990.5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$1,919.4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$47,984.1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$25,953.4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Net Margin Less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Fees</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$375.1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$900.1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$5,100.7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$26,103.4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31964310"/>
              </p:ext>
            </p:extLst>
          </p:nvPr>
        </p:nvGraphicFramePr>
        <p:xfrm>
          <a:off x="0" y="0"/>
          <a:ext cx="12191998" cy="6857998"/>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20633">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327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512023">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41348">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2738">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$8,309.8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273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273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$11,104.2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$3,877.0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41348">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$22,909.2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41348">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273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$5,286.8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$26,433.8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273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$2,760.6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41348">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$2,139.8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$10,699.0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41348">
                <a:tc>
                  <a:txBody>
                    <a:bodyPr/>
                    <a:lstStyle/>
                    <a:p>
                      <a:pPr marL="127000" marR="127000" algn="l">
                        <a:lnSpc>
                          <a:spcPct val="100000"/>
                        </a:lnSpc>
                        <a:spcBef>
                          <a:spcPts val="0"/>
                        </a:spcBef>
                        <a:spcAft>
                          <a:spcPts val="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$12,345.0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273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41348">
                <a:tc>
                  <a:txBody>
                    <a:bodyPr/>
                    <a:lstStyle/>
                    <a:p>
                      <a:pPr marL="127000" marR="127000" algn="l">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$1,289.2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23594958"/>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157469">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434051">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954911">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34051">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a:t>
                      </a: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$53,962.5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34051">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a:t>
                      </a: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34051">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$2,520.4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$63,010.0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636608">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$361.9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4051">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$1,155.0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$5,775.0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$28,874.9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636608">
                <a:tc>
                  <a:txBody>
                    <a:bodyPr/>
                    <a:lstStyle/>
                    <a:p>
                      <a:pPr marL="127000" marR="127000" algn="l">
                        <a:lnSpc>
                          <a:spcPct val="100000"/>
                        </a:lnSpc>
                        <a:spcBef>
                          <a:spcPts val="0"/>
                        </a:spcBef>
                        <a:spcAft>
                          <a:spcPts val="0"/>
                        </a:spcAft>
                        <a:buNone/>
                      </a:pPr>
                      <a:r>
                        <a:rPr lang="en-US" sz="1400" b="0" i="0" u="none" cap="none" dirty="0">
                          <a:solidFill>
                            <a:srgbClr val="000000">
                              <a:alpha val="100000"/>
                            </a:srgbClr>
                          </a:solidFill>
                          <a:latin typeface="Arial"/>
                          <a:cs typeface="Arial"/>
                          <a:sym typeface="Arial"/>
                        </a:rPr>
                        <a:t>KIP</a:t>
                      </a:r>
                      <a:r>
                        <a:rPr sz="1400" b="0" i="0" u="none" cap="none" dirty="0">
                          <a:solidFill>
                            <a:srgbClr val="000000">
                              <a:alpha val="100000"/>
                            </a:srgbClr>
                          </a:solidFill>
                          <a:latin typeface="Arial"/>
                          <a:cs typeface="Arial"/>
                          <a:sym typeface="Arial"/>
                        </a:rPr>
                        <a:t>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$1,368.8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34051">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34051">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34051">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Net Margin Less </a:t>
                      </a:r>
                      <a:r>
                        <a:rPr lang="en-US" sz="1400" b="1" i="0" u="none" cap="none" dirty="0">
                          <a:solidFill>
                            <a:srgbClr val="000000">
                              <a:alpha val="100000"/>
                            </a:srgbClr>
                          </a:solidFill>
                          <a:latin typeface="Arial"/>
                          <a:cs typeface="Arial"/>
                          <a:sym typeface="Arial"/>
                        </a:rPr>
                        <a:t>KIP</a:t>
                      </a:r>
                      <a:r>
                        <a:rPr sz="1400" b="1" i="0" u="none" cap="none" dirty="0">
                          <a:solidFill>
                            <a:srgbClr val="000000">
                              <a:alpha val="100000"/>
                            </a:srgbClr>
                          </a:solidFill>
                          <a:latin typeface="Arial"/>
                          <a:cs typeface="Arial"/>
                          <a:sym typeface="Arial"/>
                        </a:rPr>
                        <a:t> Fees</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$135.8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$1,278.8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$6,994.2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164975361"/>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8E6E34C3-E019-4EEA-855C-769086D79D48}"/>
              </a:ext>
            </a:extLst>
          </p:cNvPr>
          <p:cNvGraphicFramePr/>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31</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32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50002</TotalTime>
  <Words>4383</Words>
  <Application>Microsoft Office PowerPoint</Application>
  <PresentationFormat>Widescreen</PresentationFormat>
  <Paragraphs>1273</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 Narrow</vt:lpstr>
      <vt:lpstr>Arial</vt:lpstr>
      <vt:lpstr>Calibri</vt:lpstr>
      <vt:lpstr>Calibri Light</vt:lpstr>
      <vt:lpstr>Century Gothic</vt:lpstr>
      <vt:lpstr>Wingdings</vt:lpstr>
      <vt:lpstr>Office Theme</vt:lpstr>
      <vt:lpstr>PowerPoint Presentation</vt:lpstr>
      <vt:lpstr>PowerPoint Presentation</vt:lpstr>
      <vt:lpstr>Market Leader in Private-Labeled Plans</vt:lpstr>
      <vt:lpstr>Key Incentive Plan (KIP) Profit Generation Opportunities for Just Health</vt:lpstr>
      <vt:lpstr>Significant Opportunity for Plan Growth Researched for Union, Essex and Hudson Counties</vt:lpstr>
      <vt:lpstr>Estimated Financial Returns and Assumptions</vt:lpstr>
      <vt:lpstr>FOUR-YEAR PROJECTIONS</vt:lpstr>
      <vt:lpstr>SINGLE YEAR SUMMARY</vt:lpstr>
      <vt:lpstr>the missing piece to population health success</vt:lpstr>
      <vt:lpstr>PowerPoint Presentation</vt:lpstr>
      <vt:lpstr>Transparent PBM Integration </vt:lpstr>
      <vt:lpstr>STOP-LOSS INSURANCE</vt:lpstr>
      <vt:lpstr>KIP  PROGRAM MARKETING  &amp; SALES</vt:lpstr>
      <vt:lpstr>Complete Sales Distribution System</vt:lpstr>
      <vt:lpstr>Complete Marketing System</vt:lpstr>
      <vt:lpstr>FINANCIAL PROJECTIONS &amp; ASSUMPTIONS:  ESTIMATING JUST HEALTH MARKET SHARE AND MARGIN</vt:lpstr>
      <vt:lpstr>Estimation of JH’s 2022 Payer Mix</vt:lpstr>
      <vt:lpstr>Estimation of Margin for  Commercial vs. Government Pay</vt:lpstr>
      <vt:lpstr>Estimating Market Share</vt:lpstr>
      <vt:lpstr>PowerPoint Presentation</vt:lpstr>
      <vt:lpstr>FINANCIAL PROJECTIONS &amp; ASSUMPTIONS:  ESTIMATING KIP RETURNS</vt:lpstr>
      <vt:lpstr>Estimating PMPY Spend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2024-09-11T02:03:36Z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