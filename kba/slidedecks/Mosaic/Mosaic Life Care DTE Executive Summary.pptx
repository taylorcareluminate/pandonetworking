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  <p:sldMasterId id="2147483758" r:id="rId6"/>
    <p:sldMasterId id="2147483773" r:id="rId7"/>
  </p:sldMasterIdLst>
  <p:notesMasterIdLst>
    <p:notesMasterId r:id="rId18"/>
  </p:notesMasterIdLst>
  <p:sldIdLst>
    <p:sldId id="588" r:id="rId8"/>
    <p:sldId id="454" r:id="rId9"/>
    <p:sldId id="549" r:id="rId10"/>
    <p:sldId id="2145726869" r:id="rId11"/>
    <p:sldId id="580" r:id="rId12"/>
    <p:sldId id="582" r:id="rId13"/>
    <p:sldId id="548" r:id="rId14"/>
    <p:sldId id="521" r:id="rId15"/>
    <p:sldId id="536" r:id="rId16"/>
    <p:sldId id="472" r:id="rId17"/>
  </p:sldIdLst>
  <p:sldSz cx="12192000" cy="6858000"/>
  <p:notesSz cx="7315200" cy="96012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F"/>
    <a:srgbClr val="244F9A"/>
    <a:srgbClr val="30589B"/>
    <a:srgbClr val="2F5597"/>
    <a:srgbClr val="6087CE"/>
    <a:srgbClr val="4468A5"/>
    <a:srgbClr val="F2F2F2"/>
    <a:srgbClr val="C55A11"/>
    <a:srgbClr val="F424AA"/>
    <a:srgbClr val="E23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88609" autoAdjust="0"/>
  </p:normalViewPr>
  <p:slideViewPr>
    <p:cSldViewPr snapToGrid="0">
      <p:cViewPr>
        <p:scale>
          <a:sx n="60" d="100"/>
          <a:sy n="60" d="100"/>
        </p:scale>
        <p:origin x="1358" y="5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44121AAD-5044-4D4A-9DE8-52FBA1EEE215}"/>
    <pc:docChg chg="delSld modSld delMainMaster">
      <pc:chgData name="Taylor Davis" userId="5c9e72a0-c39f-4aa1-9d7d-64125e78cbe6" providerId="ADAL" clId="{44121AAD-5044-4D4A-9DE8-52FBA1EEE215}" dt="2025-03-16T02:23:14.995" v="44" actId="47"/>
      <pc:docMkLst>
        <pc:docMk/>
      </pc:docMkLst>
      <pc:sldChg chg="del">
        <pc:chgData name="Taylor Davis" userId="5c9e72a0-c39f-4aa1-9d7d-64125e78cbe6" providerId="ADAL" clId="{44121AAD-5044-4D4A-9DE8-52FBA1EEE215}" dt="2025-03-16T02:23:14.995" v="44" actId="47"/>
        <pc:sldMkLst>
          <pc:docMk/>
          <pc:sldMk cId="0" sldId="256"/>
        </pc:sldMkLst>
      </pc:sldChg>
      <pc:sldChg chg="del">
        <pc:chgData name="Taylor Davis" userId="5c9e72a0-c39f-4aa1-9d7d-64125e78cbe6" providerId="ADAL" clId="{44121AAD-5044-4D4A-9DE8-52FBA1EEE215}" dt="2025-03-16T02:23:06.978" v="43" actId="47"/>
        <pc:sldMkLst>
          <pc:docMk/>
          <pc:sldMk cId="3543401867" sldId="281"/>
        </pc:sldMkLst>
      </pc:sldChg>
      <pc:sldChg chg="del">
        <pc:chgData name="Taylor Davis" userId="5c9e72a0-c39f-4aa1-9d7d-64125e78cbe6" providerId="ADAL" clId="{44121AAD-5044-4D4A-9DE8-52FBA1EEE215}" dt="2025-03-16T02:23:06.978" v="43" actId="47"/>
        <pc:sldMkLst>
          <pc:docMk/>
          <pc:sldMk cId="2605732402" sldId="283"/>
        </pc:sldMkLst>
      </pc:sldChg>
      <pc:sldChg chg="del">
        <pc:chgData name="Taylor Davis" userId="5c9e72a0-c39f-4aa1-9d7d-64125e78cbe6" providerId="ADAL" clId="{44121AAD-5044-4D4A-9DE8-52FBA1EEE215}" dt="2025-03-16T02:23:06.978" v="43" actId="47"/>
        <pc:sldMkLst>
          <pc:docMk/>
          <pc:sldMk cId="514031403" sldId="285"/>
        </pc:sldMkLst>
      </pc:sldChg>
      <pc:sldChg chg="del">
        <pc:chgData name="Taylor Davis" userId="5c9e72a0-c39f-4aa1-9d7d-64125e78cbe6" providerId="ADAL" clId="{44121AAD-5044-4D4A-9DE8-52FBA1EEE215}" dt="2025-03-16T02:23:14.995" v="44" actId="47"/>
        <pc:sldMkLst>
          <pc:docMk/>
          <pc:sldMk cId="211951504" sldId="325"/>
        </pc:sldMkLst>
      </pc:sldChg>
      <pc:sldChg chg="del">
        <pc:chgData name="Taylor Davis" userId="5c9e72a0-c39f-4aa1-9d7d-64125e78cbe6" providerId="ADAL" clId="{44121AAD-5044-4D4A-9DE8-52FBA1EEE215}" dt="2025-03-16T02:23:14.995" v="44" actId="47"/>
        <pc:sldMkLst>
          <pc:docMk/>
          <pc:sldMk cId="225422285" sldId="326"/>
        </pc:sldMkLst>
      </pc:sldChg>
      <pc:sldChg chg="del">
        <pc:chgData name="Taylor Davis" userId="5c9e72a0-c39f-4aa1-9d7d-64125e78cbe6" providerId="ADAL" clId="{44121AAD-5044-4D4A-9DE8-52FBA1EEE215}" dt="2025-03-16T02:22:09.473" v="0" actId="47"/>
        <pc:sldMkLst>
          <pc:docMk/>
          <pc:sldMk cId="4059548579" sldId="452"/>
        </pc:sldMkLst>
      </pc:sldChg>
      <pc:sldChg chg="del">
        <pc:chgData name="Taylor Davis" userId="5c9e72a0-c39f-4aa1-9d7d-64125e78cbe6" providerId="ADAL" clId="{44121AAD-5044-4D4A-9DE8-52FBA1EEE215}" dt="2025-03-16T02:23:06.978" v="43" actId="47"/>
        <pc:sldMkLst>
          <pc:docMk/>
          <pc:sldMk cId="1700621358" sldId="456"/>
        </pc:sldMkLst>
      </pc:sldChg>
      <pc:sldChg chg="del">
        <pc:chgData name="Taylor Davis" userId="5c9e72a0-c39f-4aa1-9d7d-64125e78cbe6" providerId="ADAL" clId="{44121AAD-5044-4D4A-9DE8-52FBA1EEE215}" dt="2025-03-16T02:23:06.978" v="43" actId="47"/>
        <pc:sldMkLst>
          <pc:docMk/>
          <pc:sldMk cId="3958060990" sldId="458"/>
        </pc:sldMkLst>
      </pc:sldChg>
      <pc:sldChg chg="del">
        <pc:chgData name="Taylor Davis" userId="5c9e72a0-c39f-4aa1-9d7d-64125e78cbe6" providerId="ADAL" clId="{44121AAD-5044-4D4A-9DE8-52FBA1EEE215}" dt="2025-03-16T02:22:11.003" v="1" actId="47"/>
        <pc:sldMkLst>
          <pc:docMk/>
          <pc:sldMk cId="1714126014" sldId="466"/>
        </pc:sldMkLst>
      </pc:sldChg>
      <pc:sldChg chg="del">
        <pc:chgData name="Taylor Davis" userId="5c9e72a0-c39f-4aa1-9d7d-64125e78cbe6" providerId="ADAL" clId="{44121AAD-5044-4D4A-9DE8-52FBA1EEE215}" dt="2025-03-16T02:23:06.978" v="43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44121AAD-5044-4D4A-9DE8-52FBA1EEE215}" dt="2025-03-16T02:23:06.978" v="43" actId="47"/>
        <pc:sldMkLst>
          <pc:docMk/>
          <pc:sldMk cId="3325436177" sldId="489"/>
        </pc:sldMkLst>
      </pc:sldChg>
      <pc:sldChg chg="del">
        <pc:chgData name="Taylor Davis" userId="5c9e72a0-c39f-4aa1-9d7d-64125e78cbe6" providerId="ADAL" clId="{44121AAD-5044-4D4A-9DE8-52FBA1EEE215}" dt="2025-03-16T02:23:14.995" v="44" actId="47"/>
        <pc:sldMkLst>
          <pc:docMk/>
          <pc:sldMk cId="2660124243" sldId="491"/>
        </pc:sldMkLst>
      </pc:sldChg>
      <pc:sldChg chg="del">
        <pc:chgData name="Taylor Davis" userId="5c9e72a0-c39f-4aa1-9d7d-64125e78cbe6" providerId="ADAL" clId="{44121AAD-5044-4D4A-9DE8-52FBA1EEE215}" dt="2025-03-16T02:23:14.995" v="44" actId="47"/>
        <pc:sldMkLst>
          <pc:docMk/>
          <pc:sldMk cId="3144192130" sldId="498"/>
        </pc:sldMkLst>
      </pc:sldChg>
      <pc:sldChg chg="del">
        <pc:chgData name="Taylor Davis" userId="5c9e72a0-c39f-4aa1-9d7d-64125e78cbe6" providerId="ADAL" clId="{44121AAD-5044-4D4A-9DE8-52FBA1EEE215}" dt="2025-03-16T02:23:06.978" v="43" actId="47"/>
        <pc:sldMkLst>
          <pc:docMk/>
          <pc:sldMk cId="2203540903" sldId="499"/>
        </pc:sldMkLst>
      </pc:sldChg>
      <pc:sldChg chg="del">
        <pc:chgData name="Taylor Davis" userId="5c9e72a0-c39f-4aa1-9d7d-64125e78cbe6" providerId="ADAL" clId="{44121AAD-5044-4D4A-9DE8-52FBA1EEE215}" dt="2025-03-16T02:22:51.356" v="42" actId="47"/>
        <pc:sldMkLst>
          <pc:docMk/>
          <pc:sldMk cId="3470905217" sldId="558"/>
        </pc:sldMkLst>
      </pc:sldChg>
      <pc:sldChg chg="del">
        <pc:chgData name="Taylor Davis" userId="5c9e72a0-c39f-4aa1-9d7d-64125e78cbe6" providerId="ADAL" clId="{44121AAD-5044-4D4A-9DE8-52FBA1EEE215}" dt="2025-03-16T02:22:14.728" v="3" actId="47"/>
        <pc:sldMkLst>
          <pc:docMk/>
          <pc:sldMk cId="1660060508" sldId="559"/>
        </pc:sldMkLst>
      </pc:sldChg>
      <pc:sldChg chg="del">
        <pc:chgData name="Taylor Davis" userId="5c9e72a0-c39f-4aa1-9d7d-64125e78cbe6" providerId="ADAL" clId="{44121AAD-5044-4D4A-9DE8-52FBA1EEE215}" dt="2025-03-16T02:23:06.978" v="43" actId="47"/>
        <pc:sldMkLst>
          <pc:docMk/>
          <pc:sldMk cId="0" sldId="571"/>
        </pc:sldMkLst>
      </pc:sldChg>
      <pc:sldChg chg="del">
        <pc:chgData name="Taylor Davis" userId="5c9e72a0-c39f-4aa1-9d7d-64125e78cbe6" providerId="ADAL" clId="{44121AAD-5044-4D4A-9DE8-52FBA1EEE215}" dt="2025-03-16T02:23:14.995" v="44" actId="47"/>
        <pc:sldMkLst>
          <pc:docMk/>
          <pc:sldMk cId="0" sldId="572"/>
        </pc:sldMkLst>
      </pc:sldChg>
      <pc:sldChg chg="del">
        <pc:chgData name="Taylor Davis" userId="5c9e72a0-c39f-4aa1-9d7d-64125e78cbe6" providerId="ADAL" clId="{44121AAD-5044-4D4A-9DE8-52FBA1EEE215}" dt="2025-03-16T02:23:14.995" v="44" actId="47"/>
        <pc:sldMkLst>
          <pc:docMk/>
          <pc:sldMk cId="1064222983" sldId="574"/>
        </pc:sldMkLst>
      </pc:sldChg>
      <pc:sldChg chg="del">
        <pc:chgData name="Taylor Davis" userId="5c9e72a0-c39f-4aa1-9d7d-64125e78cbe6" providerId="ADAL" clId="{44121AAD-5044-4D4A-9DE8-52FBA1EEE215}" dt="2025-03-16T02:23:14.995" v="44" actId="47"/>
        <pc:sldMkLst>
          <pc:docMk/>
          <pc:sldMk cId="3790917938" sldId="575"/>
        </pc:sldMkLst>
      </pc:sldChg>
      <pc:sldChg chg="modSp mod">
        <pc:chgData name="Taylor Davis" userId="5c9e72a0-c39f-4aa1-9d7d-64125e78cbe6" providerId="ADAL" clId="{44121AAD-5044-4D4A-9DE8-52FBA1EEE215}" dt="2025-03-16T02:22:37.754" v="41" actId="20577"/>
        <pc:sldMkLst>
          <pc:docMk/>
          <pc:sldMk cId="4294051359" sldId="582"/>
        </pc:sldMkLst>
        <pc:spChg chg="mod">
          <ac:chgData name="Taylor Davis" userId="5c9e72a0-c39f-4aa1-9d7d-64125e78cbe6" providerId="ADAL" clId="{44121AAD-5044-4D4A-9DE8-52FBA1EEE215}" dt="2025-03-16T02:22:37.754" v="41" actId="20577"/>
          <ac:spMkLst>
            <pc:docMk/>
            <pc:sldMk cId="4294051359" sldId="582"/>
            <ac:spMk id="20" creationId="{BC0B4224-A0CC-AD78-8E24-07E538135775}"/>
          </ac:spMkLst>
        </pc:spChg>
      </pc:sldChg>
      <pc:sldChg chg="del">
        <pc:chgData name="Taylor Davis" userId="5c9e72a0-c39f-4aa1-9d7d-64125e78cbe6" providerId="ADAL" clId="{44121AAD-5044-4D4A-9DE8-52FBA1EEE215}" dt="2025-03-16T02:23:06.978" v="43" actId="47"/>
        <pc:sldMkLst>
          <pc:docMk/>
          <pc:sldMk cId="838631500" sldId="583"/>
        </pc:sldMkLst>
      </pc:sldChg>
      <pc:sldChg chg="del">
        <pc:chgData name="Taylor Davis" userId="5c9e72a0-c39f-4aa1-9d7d-64125e78cbe6" providerId="ADAL" clId="{44121AAD-5044-4D4A-9DE8-52FBA1EEE215}" dt="2025-03-16T02:23:06.978" v="43" actId="47"/>
        <pc:sldMkLst>
          <pc:docMk/>
          <pc:sldMk cId="3618341172" sldId="584"/>
        </pc:sldMkLst>
      </pc:sldChg>
      <pc:sldChg chg="del">
        <pc:chgData name="Taylor Davis" userId="5c9e72a0-c39f-4aa1-9d7d-64125e78cbe6" providerId="ADAL" clId="{44121AAD-5044-4D4A-9DE8-52FBA1EEE215}" dt="2025-03-16T02:23:06.978" v="43" actId="47"/>
        <pc:sldMkLst>
          <pc:docMk/>
          <pc:sldMk cId="2011724879" sldId="585"/>
        </pc:sldMkLst>
      </pc:sldChg>
      <pc:sldChg chg="del">
        <pc:chgData name="Taylor Davis" userId="5c9e72a0-c39f-4aa1-9d7d-64125e78cbe6" providerId="ADAL" clId="{44121AAD-5044-4D4A-9DE8-52FBA1EEE215}" dt="2025-03-16T02:23:06.978" v="43" actId="47"/>
        <pc:sldMkLst>
          <pc:docMk/>
          <pc:sldMk cId="4042275972" sldId="613"/>
        </pc:sldMkLst>
      </pc:sldChg>
      <pc:sldChg chg="del">
        <pc:chgData name="Taylor Davis" userId="5c9e72a0-c39f-4aa1-9d7d-64125e78cbe6" providerId="ADAL" clId="{44121AAD-5044-4D4A-9DE8-52FBA1EEE215}" dt="2025-03-16T02:23:06.978" v="43" actId="47"/>
        <pc:sldMkLst>
          <pc:docMk/>
          <pc:sldMk cId="1281542618" sldId="614"/>
        </pc:sldMkLst>
      </pc:sldChg>
      <pc:sldChg chg="del">
        <pc:chgData name="Taylor Davis" userId="5c9e72a0-c39f-4aa1-9d7d-64125e78cbe6" providerId="ADAL" clId="{44121AAD-5044-4D4A-9DE8-52FBA1EEE215}" dt="2025-03-16T02:23:06.978" v="43" actId="47"/>
        <pc:sldMkLst>
          <pc:docMk/>
          <pc:sldMk cId="2174952421" sldId="2145726856"/>
        </pc:sldMkLst>
      </pc:sldChg>
      <pc:sldChg chg="del">
        <pc:chgData name="Taylor Davis" userId="5c9e72a0-c39f-4aa1-9d7d-64125e78cbe6" providerId="ADAL" clId="{44121AAD-5044-4D4A-9DE8-52FBA1EEE215}" dt="2025-03-16T02:23:06.978" v="43" actId="47"/>
        <pc:sldMkLst>
          <pc:docMk/>
          <pc:sldMk cId="4161310751" sldId="2145726857"/>
        </pc:sldMkLst>
      </pc:sldChg>
      <pc:sldChg chg="del">
        <pc:chgData name="Taylor Davis" userId="5c9e72a0-c39f-4aa1-9d7d-64125e78cbe6" providerId="ADAL" clId="{44121AAD-5044-4D4A-9DE8-52FBA1EEE215}" dt="2025-03-16T02:23:06.978" v="43" actId="47"/>
        <pc:sldMkLst>
          <pc:docMk/>
          <pc:sldMk cId="1389453819" sldId="2145726859"/>
        </pc:sldMkLst>
      </pc:sldChg>
      <pc:sldChg chg="del">
        <pc:chgData name="Taylor Davis" userId="5c9e72a0-c39f-4aa1-9d7d-64125e78cbe6" providerId="ADAL" clId="{44121AAD-5044-4D4A-9DE8-52FBA1EEE215}" dt="2025-03-16T02:23:06.978" v="43" actId="47"/>
        <pc:sldMkLst>
          <pc:docMk/>
          <pc:sldMk cId="0" sldId="2145726864"/>
        </pc:sldMkLst>
      </pc:sldChg>
      <pc:sldChg chg="del">
        <pc:chgData name="Taylor Davis" userId="5c9e72a0-c39f-4aa1-9d7d-64125e78cbe6" providerId="ADAL" clId="{44121AAD-5044-4D4A-9DE8-52FBA1EEE215}" dt="2025-03-16T02:23:06.978" v="43" actId="47"/>
        <pc:sldMkLst>
          <pc:docMk/>
          <pc:sldMk cId="1010235892" sldId="2145726866"/>
        </pc:sldMkLst>
      </pc:sldChg>
      <pc:sldChg chg="del">
        <pc:chgData name="Taylor Davis" userId="5c9e72a0-c39f-4aa1-9d7d-64125e78cbe6" providerId="ADAL" clId="{44121AAD-5044-4D4A-9DE8-52FBA1EEE215}" dt="2025-03-16T02:22:13.305" v="2" actId="47"/>
        <pc:sldMkLst>
          <pc:docMk/>
          <pc:sldMk cId="0" sldId="2145726867"/>
        </pc:sldMkLst>
      </pc:sldChg>
      <pc:sldChg chg="del">
        <pc:chgData name="Taylor Davis" userId="5c9e72a0-c39f-4aa1-9d7d-64125e78cbe6" providerId="ADAL" clId="{44121AAD-5044-4D4A-9DE8-52FBA1EEE215}" dt="2025-03-16T02:23:06.978" v="43" actId="47"/>
        <pc:sldMkLst>
          <pc:docMk/>
          <pc:sldMk cId="4087636236" sldId="2145726868"/>
        </pc:sldMkLst>
      </pc:sldChg>
      <pc:sldMasterChg chg="del delSldLayout">
        <pc:chgData name="Taylor Davis" userId="5c9e72a0-c39f-4aa1-9d7d-64125e78cbe6" providerId="ADAL" clId="{44121AAD-5044-4D4A-9DE8-52FBA1EEE215}" dt="2025-03-16T02:23:06.978" v="43" actId="47"/>
        <pc:sldMasterMkLst>
          <pc:docMk/>
          <pc:sldMasterMk cId="1265540980" sldId="2147483785"/>
        </pc:sldMasterMkLst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1265540980" sldId="2147483785"/>
            <pc:sldLayoutMk cId="2498378428" sldId="2147483786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1265540980" sldId="2147483785"/>
            <pc:sldLayoutMk cId="2601881731" sldId="2147483787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1265540980" sldId="2147483785"/>
            <pc:sldLayoutMk cId="1562686733" sldId="2147483788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1265540980" sldId="2147483785"/>
            <pc:sldLayoutMk cId="4003081434" sldId="2147483789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1265540980" sldId="2147483785"/>
            <pc:sldLayoutMk cId="1910118790" sldId="2147483790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1265540980" sldId="2147483785"/>
            <pc:sldLayoutMk cId="3711328393" sldId="2147483791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1265540980" sldId="2147483785"/>
            <pc:sldLayoutMk cId="1423940963" sldId="2147483792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1265540980" sldId="2147483785"/>
            <pc:sldLayoutMk cId="4032606110" sldId="2147483793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1265540980" sldId="2147483785"/>
            <pc:sldLayoutMk cId="2254392230" sldId="2147483794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1265540980" sldId="2147483785"/>
            <pc:sldLayoutMk cId="1920540095" sldId="2147483795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1265540980" sldId="2147483785"/>
            <pc:sldLayoutMk cId="4278865784" sldId="2147483796"/>
          </pc:sldLayoutMkLst>
        </pc:sldLayoutChg>
      </pc:sldMasterChg>
      <pc:sldMasterChg chg="del delSldLayout">
        <pc:chgData name="Taylor Davis" userId="5c9e72a0-c39f-4aa1-9d7d-64125e78cbe6" providerId="ADAL" clId="{44121AAD-5044-4D4A-9DE8-52FBA1EEE215}" dt="2025-03-16T02:23:06.978" v="43" actId="47"/>
        <pc:sldMasterMkLst>
          <pc:docMk/>
          <pc:sldMasterMk cId="3563936643" sldId="2147483797"/>
        </pc:sldMasterMkLst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3563936643" sldId="2147483797"/>
            <pc:sldLayoutMk cId="2824293841" sldId="2147483798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3563936643" sldId="2147483797"/>
            <pc:sldLayoutMk cId="150421858" sldId="2147483799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3563936643" sldId="2147483797"/>
            <pc:sldLayoutMk cId="2298163207" sldId="2147483800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3563936643" sldId="2147483797"/>
            <pc:sldLayoutMk cId="1991304296" sldId="2147483801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3563936643" sldId="2147483797"/>
            <pc:sldLayoutMk cId="1121920882" sldId="2147483802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3563936643" sldId="2147483797"/>
            <pc:sldLayoutMk cId="2885874120" sldId="2147483803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3563936643" sldId="2147483797"/>
            <pc:sldLayoutMk cId="1906534417" sldId="2147483804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3563936643" sldId="2147483797"/>
            <pc:sldLayoutMk cId="491300616" sldId="2147483805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3563936643" sldId="2147483797"/>
            <pc:sldLayoutMk cId="2921565179" sldId="2147483806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3563936643" sldId="2147483797"/>
            <pc:sldLayoutMk cId="1159210513" sldId="2147483807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3563936643" sldId="2147483797"/>
            <pc:sldLayoutMk cId="1217176151" sldId="2147483808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3563936643" sldId="2147483797"/>
            <pc:sldLayoutMk cId="895843817" sldId="2147483809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3563936643" sldId="2147483797"/>
            <pc:sldLayoutMk cId="684719445" sldId="2147483810"/>
          </pc:sldLayoutMkLst>
        </pc:sldLayoutChg>
        <pc:sldLayoutChg chg="del">
          <pc:chgData name="Taylor Davis" userId="5c9e72a0-c39f-4aa1-9d7d-64125e78cbe6" providerId="ADAL" clId="{44121AAD-5044-4D4A-9DE8-52FBA1EEE215}" dt="2025-03-16T02:23:06.978" v="43" actId="47"/>
          <pc:sldLayoutMkLst>
            <pc:docMk/>
            <pc:sldMasterMk cId="3563936643" sldId="2147483797"/>
            <pc:sldLayoutMk cId="2530460957" sldId="214748381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3/15/2025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3/15/2025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3/15/2025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3/15/2025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3/15/2025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3/15/2025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7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3/15/2025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9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3/15/2025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3/15/2025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79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3/15/2025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47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3/15/2025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3/15/2025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91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1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95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4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6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5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09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16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7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4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1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69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9313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svg"/><Relationship Id="rId11" Type="http://schemas.openxmlformats.org/officeDocument/2006/relationships/image" Target="../media/image10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24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 Mosaic Life Care DTE Health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6" name="Object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7" cstate="print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1" y="759389"/>
            <a:ext cx="8455729" cy="5111065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592372" y="3693371"/>
            <a:ext cx="2053120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384431" y="457495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Meridian, MS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2976014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OneHealth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Plan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908" y="818337"/>
            <a:ext cx="3397612" cy="30439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40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</a:t>
            </a:r>
            <a:br>
              <a:rPr lang="en-US" sz="40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2800" dirty="0">
                <a:solidFill>
                  <a:srgbClr val="000B2E"/>
                </a:solidFill>
                <a:cs typeface="Arial" panose="020B0604020202020204" pitchFamily="34" charset="0"/>
              </a:rPr>
              <a:t>(DTE)</a:t>
            </a:r>
            <a:br>
              <a:rPr lang="en-US" sz="1600" dirty="0">
                <a:solidFill>
                  <a:srgbClr val="000B2E"/>
                </a:solidFill>
                <a:cs typeface="Arial" panose="020B0604020202020204" pitchFamily="34" charset="0"/>
              </a:rPr>
            </a:br>
            <a:br>
              <a:rPr lang="en-US" sz="1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78" y="1468132"/>
            <a:ext cx="6697847" cy="4660901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Pick the Name of the Health Plan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Determine the Fees Charged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Practice the Medicine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the Profits 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WE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it Successful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grpSp>
        <p:nvGrpSpPr>
          <p:cNvPr id="7" name="Group 41">
            <a:extLst>
              <a:ext uri="{FF2B5EF4-FFF2-40B4-BE49-F238E27FC236}">
                <a16:creationId xmlns:a16="http://schemas.microsoft.com/office/drawing/2014/main" id="{C3A11C0D-6225-4F5F-9034-762253C251A2}"/>
              </a:ext>
            </a:extLst>
          </p:cNvPr>
          <p:cNvGrpSpPr/>
          <p:nvPr/>
        </p:nvGrpSpPr>
        <p:grpSpPr>
          <a:xfrm>
            <a:off x="4632939" y="1468132"/>
            <a:ext cx="640080" cy="4254692"/>
            <a:chOff x="5315974" y="943768"/>
            <a:chExt cx="640080" cy="4254692"/>
          </a:xfrm>
          <a:noFill/>
        </p:grpSpPr>
        <p:pic>
          <p:nvPicPr>
            <p:cNvPr id="8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D8A1C779-0B9F-4A67-8037-7D25A11FF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4558380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9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78B72E30-7B45-40B1-9302-CE9A3F3AD9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3678222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0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9D9240A2-869D-4166-9772-32124160B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2798065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1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E8C8DD14-AAF4-4762-B170-F052A3B22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1870916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2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C05F6E83-E756-4853-B3A8-49C6BE032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943768"/>
              <a:ext cx="640080" cy="640080"/>
            </a:xfrm>
            <a:prstGeom prst="rect">
              <a:avLst/>
            </a:prstGeom>
            <a:grpFill/>
          </p:spPr>
        </p:pic>
      </p:grpSp>
      <p:sp>
        <p:nvSpPr>
          <p:cNvPr id="13" name="TextBox 14">
            <a:extLst>
              <a:ext uri="{FF2B5EF4-FFF2-40B4-BE49-F238E27FC236}">
                <a16:creationId xmlns:a16="http://schemas.microsoft.com/office/drawing/2014/main" id="{B8E36735-A0E0-6123-117C-3DE9AA3B9518}"/>
              </a:ext>
            </a:extLst>
          </p:cNvPr>
          <p:cNvSpPr txBox="1"/>
          <p:nvPr/>
        </p:nvSpPr>
        <p:spPr>
          <a:xfrm>
            <a:off x="1148436" y="3085346"/>
            <a:ext cx="24786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Health Plan Focused on a Direct Relationship with Self-Funded Employers in </a:t>
            </a:r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Market</a:t>
            </a:r>
            <a:endParaRPr lang="en-US" dirty="0"/>
          </a:p>
        </p:txBody>
      </p:sp>
      <p:pic>
        <p:nvPicPr>
          <p:cNvPr id="14" name="Content Placeholder 13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8446912" y="348830"/>
            <a:ext cx="3070578" cy="7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48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b="0" dirty="0"/>
              <a:t>PLAN POTENTIAL GROWTH PATHS</a:t>
            </a:r>
          </a:p>
        </p:txBody>
      </p:sp>
      <p:grpSp>
        <p:nvGrpSpPr>
          <p:cNvPr id="3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315991" y="1915224"/>
            <a:ext cx="4179295" cy="3636786"/>
            <a:chOff x="1267778" y="2161521"/>
            <a:chExt cx="8731885" cy="4307840"/>
          </a:xfrm>
        </p:grpSpPr>
        <p:grpSp>
          <p:nvGrpSpPr>
            <p:cNvPr id="4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5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8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9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12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15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6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7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8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9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2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3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24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25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6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981590" y="5731169"/>
            <a:ext cx="9514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/>
                <a:latin typeface="Montserrat" panose="00000500000000000000" pitchFamily="2" charset="0"/>
              </a:rPr>
              <a:t>Estimates includes the Mosaic Life Care service area in Page, Taylor, Atchison, Doniphan, Andrew, Buchanan, Clay, Clinton, Daviess, DeKalb, Gentry, Harrison, Holt, Nodaway, Platte, and Worth Counties</a:t>
            </a:r>
          </a:p>
        </p:txBody>
      </p:sp>
      <p:sp>
        <p:nvSpPr>
          <p:cNvPr id="27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2326255" y="4909050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246K</a:t>
            </a:r>
          </a:p>
        </p:txBody>
      </p:sp>
      <p:sp>
        <p:nvSpPr>
          <p:cNvPr id="28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2549188" y="3983995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139K</a:t>
            </a:r>
          </a:p>
        </p:txBody>
      </p:sp>
      <p:sp>
        <p:nvSpPr>
          <p:cNvPr id="29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2768644" y="3041250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99K</a:t>
            </a:r>
          </a:p>
        </p:txBody>
      </p:sp>
      <p:sp>
        <p:nvSpPr>
          <p:cNvPr id="30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2988100" y="2109715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60K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D8A2093-EE63-6F98-17FC-8FA2F27D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2" name="Freeform 13">
            <a:extLst>
              <a:ext uri="{FF2B5EF4-FFF2-40B4-BE49-F238E27FC236}">
                <a16:creationId xmlns:a16="http://schemas.microsoft.com/office/drawing/2014/main" id="{28524B04-16FE-D5D9-4125-86AD5B994E04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3" name="Content Placeholder 32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$2.46M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$0.52M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$13.34M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$3.76M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$25.82M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$7.45M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INCREASING GROWTH AND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282.5K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564.9K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941.5K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1,412.3K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18.0K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-43.9K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392.1K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773.5K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1,250.3K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376.6K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753.2K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1,224.0K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1,883.1K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15.6K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51.4K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582.8K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1,059.6K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1,727.1K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188.3K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376.6K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564.9K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847.4K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-139.3K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201.4K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392.1K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678.2K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57" y="136525"/>
            <a:ext cx="11569498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 STRATEGY:</a:t>
            </a:r>
            <a:br>
              <a:rPr lang="en-US" sz="3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ONLY AVAILABLE TO </a:t>
            </a:r>
            <a:r>
              <a:rPr lang="en-US" sz="3200" b="1" i="1" dirty="0">
                <a:solidFill>
                  <a:srgbClr val="000B2E"/>
                </a:solidFill>
                <a:cs typeface="Arial" panose="020B0604020202020204" pitchFamily="34" charset="0"/>
              </a:rPr>
              <a:t>PREMIER</a:t>
            </a: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 HEALTH SYSTEMS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2859" y="1848935"/>
            <a:ext cx="6028455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STRONG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Brand Quality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EXTENSIVE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 Access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AFFORDABLE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Pricing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EXCELLENT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Care Quality  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82E78E4-84F7-ECC4-4085-D8F128942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63B286E7-A296-8685-AC6B-CA7B2EB60EBD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6" name="Content Placeholder 5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1508760" y="2834640"/>
            <a:ext cx="3154680" cy="79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61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56461"/>
              </p:ext>
            </p:extLst>
          </p:nvPr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1,500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$ 3,952,471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$ 3,991,446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$ 1,863,971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$ 9,807,888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$ 1,138,312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$ 1,149,536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$ 536,823.7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$ 2,824,672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940483"/>
              </p:ext>
            </p:extLst>
          </p:nvPr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$ 1,394,324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$ 18,000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$ 1,399,124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$ 1,232,324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198922"/>
              </p:ext>
            </p:extLst>
          </p:nvPr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$ 3,994,874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$ 7,262,767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$ 3,391,651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$ 14,649,292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$ 1,150,524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$ 2,091,677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$ 976,795.4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$ 4,218,996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† Assuming proportional revenues from market shares of 89% (inpatient) and 49%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‡ Conservatively assuming a commercial margin of 28.8%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⁰ Assuming 90% inpatient and 90%  market steerage based on KBA narrow network DTE experience (see previous slide)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* Conservatively assuming a commercial margin of 28.8%, with a 10 percentage-point reduction to reflect competitive-edge rates and a 10 percentage-point increase due to lower billing costs and higher patient responsibility collections because of the member credit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5" y="560444"/>
            <a:ext cx="10479445" cy="7825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z="1100" smtClean="0">
                <a:solidFill>
                  <a:schemeClr val="bg1"/>
                </a:solidFill>
              </a:rPr>
              <a:t>10</a:t>
            </a:fld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569660"/>
            <a:chOff x="908754" y="2695500"/>
            <a:chExt cx="10558665" cy="1569660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KNOW THE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584775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2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46166</TotalTime>
  <Words>772</Words>
  <Application>Microsoft Office PowerPoint</Application>
  <PresentationFormat>Widescreen</PresentationFormat>
  <Paragraphs>242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Montserrat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PowerPoint Presentation</vt:lpstr>
      <vt:lpstr>DIRECT-TO-EMPLOYER (DTE)  </vt:lpstr>
      <vt:lpstr>PLAN POTENTIAL GROWTH PATHS</vt:lpstr>
      <vt:lpstr>INCREASING GROWTH AND PROFITABILITY</vt:lpstr>
      <vt:lpstr>FOUR-YEAR PROJECTIONS</vt:lpstr>
      <vt:lpstr>DIRECT-TO-EMPLOYER STRATEGY: ONLY AVAILABLE TO PREMIER HEALTH SYSTEMS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111</cp:revision>
  <cp:lastPrinted>2023-07-13T10:24:43Z</cp:lastPrinted>
  <dcterms:created xsi:type="dcterms:W3CDTF">2021-01-20T14:12:11Z</dcterms:created>
  <dcterms:modified xsi:type="dcterms:W3CDTF">2025-03-16T02:23:20Z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