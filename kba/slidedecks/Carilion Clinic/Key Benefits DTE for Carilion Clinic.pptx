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488" r:id="rId5"/>
    <p:sldId id="549" r:id="rId6"/>
    <p:sldId id="487" r:id="rId7"/>
    <p:sldId id="571" r:id="rId8"/>
    <p:sldId id="518" r:id="rId9"/>
    <p:sldId id="466" r:id="rId10"/>
    <p:sldId id="572" r:id="rId11"/>
    <p:sldId id="558" r:id="rId12"/>
    <p:sldId id="548" r:id="rId13"/>
    <p:sldId id="521" r:id="rId14"/>
    <p:sldId id="564" r:id="rId15"/>
    <p:sldId id="456" r:id="rId16"/>
    <p:sldId id="489" r:id="rId17"/>
    <p:sldId id="499" r:id="rId18"/>
    <p:sldId id="458" r:id="rId19"/>
    <p:sldId id="446" r:id="rId20"/>
    <p:sldId id="461" r:id="rId21"/>
    <p:sldId id="462" r:id="rId22"/>
    <p:sldId id="469" r:id="rId23"/>
    <p:sldId id="336" r:id="rId24"/>
    <p:sldId id="337" r:id="rId25"/>
    <p:sldId id="578" r:id="rId26"/>
    <p:sldId id="524" r:id="rId27"/>
    <p:sldId id="525" r:id="rId28"/>
    <p:sldId id="527" r:id="rId29"/>
    <p:sldId id="535" r:id="rId30"/>
    <p:sldId id="579" r:id="rId31"/>
    <p:sldId id="570" r:id="rId32"/>
    <p:sldId id="547" r:id="rId33"/>
    <p:sldId id="536" r:id="rId34"/>
    <p:sldId id="256" r:id="rId35"/>
    <p:sldId id="567" r:id="rId36"/>
    <p:sldId id="565" r:id="rId37"/>
    <p:sldId id="568" r:id="rId38"/>
    <p:sldId id="569" r:id="rId39"/>
    <p:sldId id="566" r:id="rId40"/>
    <p:sldId id="498" r:id="rId41"/>
    <p:sldId id="325" r:id="rId42"/>
    <p:sldId id="326" r:id="rId43"/>
    <p:sldId id="491" r:id="rId44"/>
    <p:sldId id="454"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7587"/>
    <a:srgbClr val="00467F"/>
    <a:srgbClr val="58A5DA"/>
    <a:srgbClr val="30589B"/>
    <a:srgbClr val="4468A5"/>
    <a:srgbClr val="E23440"/>
    <a:srgbClr val="59CAE8"/>
    <a:srgbClr val="259AA2"/>
    <a:srgbClr val="FCD8B9"/>
    <a:srgbClr val="843C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886C0F-03D9-4087-A294-D3DF6CA5BDE9}" v="136" dt="2024-08-09T20:20:44.82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4" autoAdjust="0"/>
    <p:restoredTop sz="94660"/>
  </p:normalViewPr>
  <p:slideViewPr>
    <p:cSldViewPr snapToGrid="0">
      <p:cViewPr varScale="1">
        <p:scale>
          <a:sx n="108" d="100"/>
          <a:sy n="108" d="100"/>
        </p:scale>
        <p:origin x="390" y="1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4886C0F-03D9-4087-A294-D3DF6CA5BDE9}"/>
    <pc:docChg chg="undo custSel addSld delSld modSld sldOrd delMainMaster">
      <pc:chgData name="Taylor Davis" userId="5c9e72a0-c39f-4aa1-9d7d-64125e78cbe6" providerId="ADAL" clId="{74886C0F-03D9-4087-A294-D3DF6CA5BDE9}" dt="2024-08-09T20:22:39.840" v="2143" actId="20577"/>
      <pc:docMkLst>
        <pc:docMk/>
      </pc:docMkLst>
      <pc:sldChg chg="modSp add del mod">
        <pc:chgData name="Taylor Davis" userId="5c9e72a0-c39f-4aa1-9d7d-64125e78cbe6" providerId="ADAL" clId="{74886C0F-03D9-4087-A294-D3DF6CA5BDE9}" dt="2024-08-09T03:06:22.755" v="1610" actId="403"/>
        <pc:sldMkLst>
          <pc:docMk/>
          <pc:sldMk cId="0" sldId="256"/>
        </pc:sldMkLst>
        <pc:graphicFrameChg chg="mod modGraphic">
          <ac:chgData name="Taylor Davis" userId="5c9e72a0-c39f-4aa1-9d7d-64125e78cbe6" providerId="ADAL" clId="{74886C0F-03D9-4087-A294-D3DF6CA5BDE9}" dt="2024-08-09T03:06:22.755" v="1610" actId="403"/>
          <ac:graphicFrameMkLst>
            <pc:docMk/>
            <pc:sldMk cId="0" sldId="256"/>
            <ac:graphicFrameMk id="2" creationId="{00000000-0000-0000-0000-000000000000}"/>
          </ac:graphicFrameMkLst>
        </pc:graphicFrameChg>
      </pc:sldChg>
      <pc:sldChg chg="modSp del mod">
        <pc:chgData name="Taylor Davis" userId="5c9e72a0-c39f-4aa1-9d7d-64125e78cbe6" providerId="ADAL" clId="{74886C0F-03D9-4087-A294-D3DF6CA5BDE9}" dt="2024-08-08T23:06:28.254" v="63" actId="47"/>
        <pc:sldMkLst>
          <pc:docMk/>
          <pc:sldMk cId="2494354821" sldId="267"/>
        </pc:sldMkLst>
        <pc:spChg chg="mod">
          <ac:chgData name="Taylor Davis" userId="5c9e72a0-c39f-4aa1-9d7d-64125e78cbe6" providerId="ADAL" clId="{74886C0F-03D9-4087-A294-D3DF6CA5BDE9}" dt="2024-08-08T23:03:46.491" v="8" actId="313"/>
          <ac:spMkLst>
            <pc:docMk/>
            <pc:sldMk cId="2494354821" sldId="267"/>
            <ac:spMk id="10" creationId="{9164B861-2919-13B0-DF11-6C92DA49C7C5}"/>
          </ac:spMkLst>
        </pc:spChg>
      </pc:sldChg>
      <pc:sldChg chg="modSp mod">
        <pc:chgData name="Taylor Davis" userId="5c9e72a0-c39f-4aa1-9d7d-64125e78cbe6" providerId="ADAL" clId="{74886C0F-03D9-4087-A294-D3DF6CA5BDE9}" dt="2024-08-08T23:05:10.979" v="43" actId="313"/>
        <pc:sldMkLst>
          <pc:docMk/>
          <pc:sldMk cId="211951504" sldId="325"/>
        </pc:sldMkLst>
        <pc:graphicFrameChg chg="modGraphic">
          <ac:chgData name="Taylor Davis" userId="5c9e72a0-c39f-4aa1-9d7d-64125e78cbe6" providerId="ADAL" clId="{74886C0F-03D9-4087-A294-D3DF6CA5BDE9}" dt="2024-08-08T23:05:10.979" v="43" actId="313"/>
          <ac:graphicFrameMkLst>
            <pc:docMk/>
            <pc:sldMk cId="211951504" sldId="325"/>
            <ac:graphicFrameMk id="5" creationId="{3DE2040A-C011-4979-87CF-A22C198DE3CA}"/>
          </ac:graphicFrameMkLst>
        </pc:graphicFrameChg>
      </pc:sldChg>
      <pc:sldChg chg="modSp">
        <pc:chgData name="Taylor Davis" userId="5c9e72a0-c39f-4aa1-9d7d-64125e78cbe6" providerId="ADAL" clId="{74886C0F-03D9-4087-A294-D3DF6CA5BDE9}" dt="2024-08-08T23:05:14.172" v="45" actId="313"/>
        <pc:sldMkLst>
          <pc:docMk/>
          <pc:sldMk cId="225422285" sldId="326"/>
        </pc:sldMkLst>
        <pc:graphicFrameChg chg="mod">
          <ac:chgData name="Taylor Davis" userId="5c9e72a0-c39f-4aa1-9d7d-64125e78cbe6" providerId="ADAL" clId="{74886C0F-03D9-4087-A294-D3DF6CA5BDE9}" dt="2024-08-08T23:05:14.172" v="45" actId="313"/>
          <ac:graphicFrameMkLst>
            <pc:docMk/>
            <pc:sldMk cId="225422285" sldId="326"/>
            <ac:graphicFrameMk id="4" creationId="{84E03A31-9E21-4107-85E9-ECD8397925B4}"/>
          </ac:graphicFrameMkLst>
        </pc:graphicFrameChg>
      </pc:sldChg>
      <pc:sldChg chg="modSp">
        <pc:chgData name="Taylor Davis" userId="5c9e72a0-c39f-4aa1-9d7d-64125e78cbe6" providerId="ADAL" clId="{74886C0F-03D9-4087-A294-D3DF6CA5BDE9}" dt="2024-08-08T23:04:54.141" v="36" actId="313"/>
        <pc:sldMkLst>
          <pc:docMk/>
          <pc:sldMk cId="619324413" sldId="336"/>
        </pc:sldMkLst>
        <pc:graphicFrameChg chg="mod">
          <ac:chgData name="Taylor Davis" userId="5c9e72a0-c39f-4aa1-9d7d-64125e78cbe6" providerId="ADAL" clId="{74886C0F-03D9-4087-A294-D3DF6CA5BDE9}" dt="2024-08-08T23:04:54.141" v="36" actId="313"/>
          <ac:graphicFrameMkLst>
            <pc:docMk/>
            <pc:sldMk cId="619324413" sldId="336"/>
            <ac:graphicFrameMk id="7" creationId="{9538C73A-9FA7-458F-A114-0449E816E242}"/>
          </ac:graphicFrameMkLst>
        </pc:graphicFrameChg>
      </pc:sldChg>
      <pc:sldChg chg="modSp del mod">
        <pc:chgData name="Taylor Davis" userId="5c9e72a0-c39f-4aa1-9d7d-64125e78cbe6" providerId="ADAL" clId="{74886C0F-03D9-4087-A294-D3DF6CA5BDE9}" dt="2024-08-09T20:00:55.948" v="2086" actId="47"/>
        <pc:sldMkLst>
          <pc:docMk/>
          <pc:sldMk cId="4059548579" sldId="452"/>
        </pc:sldMkLst>
        <pc:spChg chg="mod">
          <ac:chgData name="Taylor Davis" userId="5c9e72a0-c39f-4aa1-9d7d-64125e78cbe6" providerId="ADAL" clId="{74886C0F-03D9-4087-A294-D3DF6CA5BDE9}" dt="2024-08-09T19:51:36.644" v="2074"/>
          <ac:spMkLst>
            <pc:docMk/>
            <pc:sldMk cId="4059548579" sldId="452"/>
            <ac:spMk id="2" creationId="{7B4D036B-CF91-40EF-88B5-63D0260D0147}"/>
          </ac:spMkLst>
        </pc:spChg>
        <pc:spChg chg="mod">
          <ac:chgData name="Taylor Davis" userId="5c9e72a0-c39f-4aa1-9d7d-64125e78cbe6" providerId="ADAL" clId="{74886C0F-03D9-4087-A294-D3DF6CA5BDE9}" dt="2024-08-09T19:51:36.644" v="2074"/>
          <ac:spMkLst>
            <pc:docMk/>
            <pc:sldMk cId="4059548579" sldId="452"/>
            <ac:spMk id="6" creationId="{869C0219-52DA-48A1-B7B2-E6F8C4FBD3C3}"/>
          </ac:spMkLst>
        </pc:spChg>
        <pc:spChg chg="mod">
          <ac:chgData name="Taylor Davis" userId="5c9e72a0-c39f-4aa1-9d7d-64125e78cbe6" providerId="ADAL" clId="{74886C0F-03D9-4087-A294-D3DF6CA5BDE9}" dt="2024-08-09T02:16:24.710" v="1046" actId="20577"/>
          <ac:spMkLst>
            <pc:docMk/>
            <pc:sldMk cId="4059548579" sldId="452"/>
            <ac:spMk id="7" creationId="{8FCD729A-32AD-4303-8BA6-9EBD13F93D1C}"/>
          </ac:spMkLst>
        </pc:spChg>
      </pc:sldChg>
      <pc:sldChg chg="addSp delSp modSp mod">
        <pc:chgData name="Taylor Davis" userId="5c9e72a0-c39f-4aa1-9d7d-64125e78cbe6" providerId="ADAL" clId="{74886C0F-03D9-4087-A294-D3DF6CA5BDE9}" dt="2024-08-09T03:11:59.033" v="1672" actId="404"/>
        <pc:sldMkLst>
          <pc:docMk/>
          <pc:sldMk cId="1700621358" sldId="456"/>
        </pc:sldMkLst>
        <pc:spChg chg="mod">
          <ac:chgData name="Taylor Davis" userId="5c9e72a0-c39f-4aa1-9d7d-64125e78cbe6" providerId="ADAL" clId="{74886C0F-03D9-4087-A294-D3DF6CA5BDE9}" dt="2024-08-08T23:04:35.204" v="22" actId="313"/>
          <ac:spMkLst>
            <pc:docMk/>
            <pc:sldMk cId="1700621358" sldId="456"/>
            <ac:spMk id="5" creationId="{3E6586F0-A9B4-4F4A-B94E-351404883741}"/>
          </ac:spMkLst>
        </pc:spChg>
        <pc:spChg chg="mod">
          <ac:chgData name="Taylor Davis" userId="5c9e72a0-c39f-4aa1-9d7d-64125e78cbe6" providerId="ADAL" clId="{74886C0F-03D9-4087-A294-D3DF6CA5BDE9}" dt="2024-08-09T03:11:59.033" v="1672" actId="404"/>
          <ac:spMkLst>
            <pc:docMk/>
            <pc:sldMk cId="1700621358" sldId="456"/>
            <ac:spMk id="15" creationId="{A044C7C1-57D3-4F0B-A71A-0CA303FF3DB8}"/>
          </ac:spMkLst>
        </pc:spChg>
        <pc:picChg chg="add mod">
          <ac:chgData name="Taylor Davis" userId="5c9e72a0-c39f-4aa1-9d7d-64125e78cbe6" providerId="ADAL" clId="{74886C0F-03D9-4087-A294-D3DF6CA5BDE9}" dt="2024-08-08T23:06:38.720" v="67" actId="1076"/>
          <ac:picMkLst>
            <pc:docMk/>
            <pc:sldMk cId="1700621358" sldId="456"/>
            <ac:picMk id="2" creationId="{E927E762-CDF6-431D-DDFA-5B4A9A7242DD}"/>
          </ac:picMkLst>
        </pc:picChg>
        <pc:picChg chg="del">
          <ac:chgData name="Taylor Davis" userId="5c9e72a0-c39f-4aa1-9d7d-64125e78cbe6" providerId="ADAL" clId="{74886C0F-03D9-4087-A294-D3DF6CA5BDE9}" dt="2024-08-08T23:06:33.296" v="64" actId="478"/>
          <ac:picMkLst>
            <pc:docMk/>
            <pc:sldMk cId="1700621358" sldId="456"/>
            <ac:picMk id="6" creationId="{6E3F9065-54C9-26C9-650E-26D1FF4195AA}"/>
          </ac:picMkLst>
        </pc:picChg>
        <pc:picChg chg="add mod">
          <ac:chgData name="Taylor Davis" userId="5c9e72a0-c39f-4aa1-9d7d-64125e78cbe6" providerId="ADAL" clId="{74886C0F-03D9-4087-A294-D3DF6CA5BDE9}" dt="2024-08-09T02:41:05.317" v="1214" actId="1076"/>
          <ac:picMkLst>
            <pc:docMk/>
            <pc:sldMk cId="1700621358" sldId="456"/>
            <ac:picMk id="7" creationId="{25DA6EAC-1C16-FF88-A69C-F642146FFB3D}"/>
          </ac:picMkLst>
        </pc:picChg>
      </pc:sldChg>
      <pc:sldChg chg="modSp mod">
        <pc:chgData name="Taylor Davis" userId="5c9e72a0-c39f-4aa1-9d7d-64125e78cbe6" providerId="ADAL" clId="{74886C0F-03D9-4087-A294-D3DF6CA5BDE9}" dt="2024-08-09T20:05:22.015" v="2090" actId="14100"/>
        <pc:sldMkLst>
          <pc:docMk/>
          <pc:sldMk cId="3958060990" sldId="458"/>
        </pc:sldMkLst>
        <pc:spChg chg="mod">
          <ac:chgData name="Taylor Davis" userId="5c9e72a0-c39f-4aa1-9d7d-64125e78cbe6" providerId="ADAL" clId="{74886C0F-03D9-4087-A294-D3DF6CA5BDE9}" dt="2024-08-09T02:54:23.085" v="1400" actId="20577"/>
          <ac:spMkLst>
            <pc:docMk/>
            <pc:sldMk cId="3958060990" sldId="458"/>
            <ac:spMk id="5" creationId="{F78CFBEA-CEF2-471A-842D-8314716A34E9}"/>
          </ac:spMkLst>
        </pc:spChg>
        <pc:spChg chg="mod">
          <ac:chgData name="Taylor Davis" userId="5c9e72a0-c39f-4aa1-9d7d-64125e78cbe6" providerId="ADAL" clId="{74886C0F-03D9-4087-A294-D3DF6CA5BDE9}" dt="2024-08-09T20:05:22.015" v="2090" actId="14100"/>
          <ac:spMkLst>
            <pc:docMk/>
            <pc:sldMk cId="3958060990" sldId="458"/>
            <ac:spMk id="7" creationId="{F35A72B5-FEF9-458B-B242-8157703AFF9D}"/>
          </ac:spMkLst>
        </pc:spChg>
      </pc:sldChg>
      <pc:sldChg chg="modSp mod">
        <pc:chgData name="Taylor Davis" userId="5c9e72a0-c39f-4aa1-9d7d-64125e78cbe6" providerId="ADAL" clId="{74886C0F-03D9-4087-A294-D3DF6CA5BDE9}" dt="2024-08-08T23:04:52.133" v="35" actId="313"/>
        <pc:sldMkLst>
          <pc:docMk/>
          <pc:sldMk cId="902706633" sldId="461"/>
        </pc:sldMkLst>
        <pc:spChg chg="mod">
          <ac:chgData name="Taylor Davis" userId="5c9e72a0-c39f-4aa1-9d7d-64125e78cbe6" providerId="ADAL" clId="{74886C0F-03D9-4087-A294-D3DF6CA5BDE9}" dt="2024-08-08T23:04:52.133" v="35" actId="313"/>
          <ac:spMkLst>
            <pc:docMk/>
            <pc:sldMk cId="902706633" sldId="461"/>
            <ac:spMk id="7" creationId="{8AFDC632-7C4B-44BF-B435-0CED1B7481B2}"/>
          </ac:spMkLst>
        </pc:spChg>
      </pc:sldChg>
      <pc:sldChg chg="modSp mod">
        <pc:chgData name="Taylor Davis" userId="5c9e72a0-c39f-4aa1-9d7d-64125e78cbe6" providerId="ADAL" clId="{74886C0F-03D9-4087-A294-D3DF6CA5BDE9}" dt="2024-08-08T23:03:38.033" v="5" actId="313"/>
        <pc:sldMkLst>
          <pc:docMk/>
          <pc:sldMk cId="1714126014" sldId="466"/>
        </pc:sldMkLst>
        <pc:spChg chg="mod">
          <ac:chgData name="Taylor Davis" userId="5c9e72a0-c39f-4aa1-9d7d-64125e78cbe6" providerId="ADAL" clId="{74886C0F-03D9-4087-A294-D3DF6CA5BDE9}" dt="2024-08-08T23:03:38.033" v="5" actId="313"/>
          <ac:spMkLst>
            <pc:docMk/>
            <pc:sldMk cId="1714126014" sldId="466"/>
            <ac:spMk id="6" creationId="{4579F9FC-9C26-4EE8-993C-4E9774C6CB61}"/>
          </ac:spMkLst>
        </pc:spChg>
      </pc:sldChg>
      <pc:sldChg chg="addSp delSp modSp mod">
        <pc:chgData name="Taylor Davis" userId="5c9e72a0-c39f-4aa1-9d7d-64125e78cbe6" providerId="ADAL" clId="{74886C0F-03D9-4087-A294-D3DF6CA5BDE9}" dt="2024-08-09T20:19:39.070" v="2139"/>
        <pc:sldMkLst>
          <pc:docMk/>
          <pc:sldMk cId="1552833548" sldId="487"/>
        </pc:sldMkLst>
        <pc:spChg chg="mod">
          <ac:chgData name="Taylor Davis" userId="5c9e72a0-c39f-4aa1-9d7d-64125e78cbe6" providerId="ADAL" clId="{74886C0F-03D9-4087-A294-D3DF6CA5BDE9}" dt="2024-08-09T20:19:39.070" v="2139"/>
          <ac:spMkLst>
            <pc:docMk/>
            <pc:sldMk cId="1552833548" sldId="487"/>
            <ac:spMk id="2" creationId="{215F9CFB-714A-4CB7-9915-2C74E697A7F1}"/>
          </ac:spMkLst>
        </pc:spChg>
        <pc:spChg chg="add">
          <ac:chgData name="Taylor Davis" userId="5c9e72a0-c39f-4aa1-9d7d-64125e78cbe6" providerId="ADAL" clId="{74886C0F-03D9-4087-A294-D3DF6CA5BDE9}" dt="2024-08-09T02:14:45.263" v="979"/>
          <ac:spMkLst>
            <pc:docMk/>
            <pc:sldMk cId="1552833548" sldId="487"/>
            <ac:spMk id="8" creationId="{AC3BF505-630D-3CB6-B24A-77825E4D7DCA}"/>
          </ac:spMkLst>
        </pc:spChg>
        <pc:picChg chg="del">
          <ac:chgData name="Taylor Davis" userId="5c9e72a0-c39f-4aa1-9d7d-64125e78cbe6" providerId="ADAL" clId="{74886C0F-03D9-4087-A294-D3DF6CA5BDE9}" dt="2024-08-08T23:05:52.488" v="52" actId="478"/>
          <ac:picMkLst>
            <pc:docMk/>
            <pc:sldMk cId="1552833548" sldId="487"/>
            <ac:picMk id="6" creationId="{8BE44744-89BE-E09C-17FE-5FECC7BD2C1A}"/>
          </ac:picMkLst>
        </pc:picChg>
        <pc:picChg chg="add mod">
          <ac:chgData name="Taylor Davis" userId="5c9e72a0-c39f-4aa1-9d7d-64125e78cbe6" providerId="ADAL" clId="{74886C0F-03D9-4087-A294-D3DF6CA5BDE9}" dt="2024-08-09T02:14:00.076" v="978" actId="1076"/>
          <ac:picMkLst>
            <pc:docMk/>
            <pc:sldMk cId="1552833548" sldId="487"/>
            <ac:picMk id="7" creationId="{4025CA84-96A7-8CD9-EA89-01173723839A}"/>
          </ac:picMkLst>
        </pc:picChg>
        <pc:picChg chg="mod">
          <ac:chgData name="Taylor Davis" userId="5c9e72a0-c39f-4aa1-9d7d-64125e78cbe6" providerId="ADAL" clId="{74886C0F-03D9-4087-A294-D3DF6CA5BDE9}" dt="2024-08-09T02:15:19.163" v="985" actId="1076"/>
          <ac:picMkLst>
            <pc:docMk/>
            <pc:sldMk cId="1552833548" sldId="487"/>
            <ac:picMk id="10" creationId="{154A4E41-B7F3-7FC8-9B50-31C47A79066D}"/>
          </ac:picMkLst>
        </pc:picChg>
      </pc:sldChg>
      <pc:sldChg chg="addSp delSp modSp mod">
        <pc:chgData name="Taylor Davis" userId="5c9e72a0-c39f-4aa1-9d7d-64125e78cbe6" providerId="ADAL" clId="{74886C0F-03D9-4087-A294-D3DF6CA5BDE9}" dt="2024-08-09T19:54:24.752" v="2080" actId="732"/>
        <pc:sldMkLst>
          <pc:docMk/>
          <pc:sldMk cId="3100464503" sldId="488"/>
        </pc:sldMkLst>
        <pc:spChg chg="mod">
          <ac:chgData name="Taylor Davis" userId="5c9e72a0-c39f-4aa1-9d7d-64125e78cbe6" providerId="ADAL" clId="{74886C0F-03D9-4087-A294-D3DF6CA5BDE9}" dt="2024-08-08T23:07:25.673" v="73" actId="20577"/>
          <ac:spMkLst>
            <pc:docMk/>
            <pc:sldMk cId="3100464503" sldId="488"/>
            <ac:spMk id="10" creationId="{B981BBA2-A3ED-6F7B-693B-880E5B031B26}"/>
          </ac:spMkLst>
        </pc:spChg>
        <pc:picChg chg="add mod">
          <ac:chgData name="Taylor Davis" userId="5c9e72a0-c39f-4aa1-9d7d-64125e78cbe6" providerId="ADAL" clId="{74886C0F-03D9-4087-A294-D3DF6CA5BDE9}" dt="2024-08-08T23:05:49.134" v="51" actId="1076"/>
          <ac:picMkLst>
            <pc:docMk/>
            <pc:sldMk cId="3100464503" sldId="488"/>
            <ac:picMk id="2" creationId="{4702B835-52ED-39D9-75FD-BBFA5B35345D}"/>
          </ac:picMkLst>
        </pc:picChg>
        <pc:picChg chg="del">
          <ac:chgData name="Taylor Davis" userId="5c9e72a0-c39f-4aa1-9d7d-64125e78cbe6" providerId="ADAL" clId="{74886C0F-03D9-4087-A294-D3DF6CA5BDE9}" dt="2024-08-09T03:09:25.412" v="1634" actId="478"/>
          <ac:picMkLst>
            <pc:docMk/>
            <pc:sldMk cId="3100464503" sldId="488"/>
            <ac:picMk id="7" creationId="{809CB034-B1EA-12F6-B0C3-B7DF8AD9C96A}"/>
          </ac:picMkLst>
        </pc:picChg>
        <pc:picChg chg="add mod">
          <ac:chgData name="Taylor Davis" userId="5c9e72a0-c39f-4aa1-9d7d-64125e78cbe6" providerId="ADAL" clId="{74886C0F-03D9-4087-A294-D3DF6CA5BDE9}" dt="2024-08-09T19:54:24.752" v="2080" actId="732"/>
          <ac:picMkLst>
            <pc:docMk/>
            <pc:sldMk cId="3100464503" sldId="488"/>
            <ac:picMk id="1026" creationId="{52977739-39FE-1109-05E2-F40A14345C6F}"/>
          </ac:picMkLst>
        </pc:picChg>
        <pc:picChg chg="del">
          <ac:chgData name="Taylor Davis" userId="5c9e72a0-c39f-4aa1-9d7d-64125e78cbe6" providerId="ADAL" clId="{74886C0F-03D9-4087-A294-D3DF6CA5BDE9}" dt="2024-08-08T23:05:39.325" v="46" actId="478"/>
          <ac:picMkLst>
            <pc:docMk/>
            <pc:sldMk cId="3100464503" sldId="488"/>
            <ac:picMk id="1026" creationId="{53BE3E25-C4F6-C5B1-9767-4E116B8CB4A6}"/>
          </ac:picMkLst>
        </pc:picChg>
        <pc:picChg chg="add del mod">
          <ac:chgData name="Taylor Davis" userId="5c9e72a0-c39f-4aa1-9d7d-64125e78cbe6" providerId="ADAL" clId="{74886C0F-03D9-4087-A294-D3DF6CA5BDE9}" dt="2024-08-09T19:54:06.876" v="2075" actId="478"/>
          <ac:picMkLst>
            <pc:docMk/>
            <pc:sldMk cId="3100464503" sldId="488"/>
            <ac:picMk id="1028" creationId="{2F8C84CE-AC25-FA0A-814C-BA1A27046FF9}"/>
          </ac:picMkLst>
        </pc:picChg>
      </pc:sldChg>
      <pc:sldChg chg="addSp delSp modSp mod">
        <pc:chgData name="Taylor Davis" userId="5c9e72a0-c39f-4aa1-9d7d-64125e78cbe6" providerId="ADAL" clId="{74886C0F-03D9-4087-A294-D3DF6CA5BDE9}" dt="2024-08-09T03:12:09.638" v="1682" actId="20577"/>
        <pc:sldMkLst>
          <pc:docMk/>
          <pc:sldMk cId="3325436177" sldId="489"/>
        </pc:sldMkLst>
        <pc:spChg chg="mod">
          <ac:chgData name="Taylor Davis" userId="5c9e72a0-c39f-4aa1-9d7d-64125e78cbe6" providerId="ADAL" clId="{74886C0F-03D9-4087-A294-D3DF6CA5BDE9}" dt="2024-08-09T03:12:09.638" v="1682" actId="20577"/>
          <ac:spMkLst>
            <pc:docMk/>
            <pc:sldMk cId="3325436177" sldId="489"/>
            <ac:spMk id="17" creationId="{F2E566E5-041D-4247-A79E-A185C1420D0E}"/>
          </ac:spMkLst>
        </pc:spChg>
        <pc:picChg chg="del">
          <ac:chgData name="Taylor Davis" userId="5c9e72a0-c39f-4aa1-9d7d-64125e78cbe6" providerId="ADAL" clId="{74886C0F-03D9-4087-A294-D3DF6CA5BDE9}" dt="2024-08-08T23:06:42.881" v="68" actId="478"/>
          <ac:picMkLst>
            <pc:docMk/>
            <pc:sldMk cId="3325436177" sldId="489"/>
            <ac:picMk id="2" creationId="{1709EC83-8332-AD8D-6042-A183A46FA02E}"/>
          </ac:picMkLst>
        </pc:picChg>
        <pc:picChg chg="add del mod">
          <ac:chgData name="Taylor Davis" userId="5c9e72a0-c39f-4aa1-9d7d-64125e78cbe6" providerId="ADAL" clId="{74886C0F-03D9-4087-A294-D3DF6CA5BDE9}" dt="2024-08-09T02:41:17.799" v="1217" actId="478"/>
          <ac:picMkLst>
            <pc:docMk/>
            <pc:sldMk cId="3325436177" sldId="489"/>
            <ac:picMk id="5" creationId="{29609E00-DF2F-8C49-8C62-B97D234E036E}"/>
          </ac:picMkLst>
        </pc:picChg>
        <pc:picChg chg="add del mod">
          <ac:chgData name="Taylor Davis" userId="5c9e72a0-c39f-4aa1-9d7d-64125e78cbe6" providerId="ADAL" clId="{74886C0F-03D9-4087-A294-D3DF6CA5BDE9}" dt="2024-08-09T02:41:17.799" v="1217" actId="478"/>
          <ac:picMkLst>
            <pc:docMk/>
            <pc:sldMk cId="3325436177" sldId="489"/>
            <ac:picMk id="8" creationId="{1978C192-A18D-E65B-EE1E-45FFF0E150E9}"/>
          </ac:picMkLst>
        </pc:picChg>
      </pc:sldChg>
      <pc:sldChg chg="modSp mod">
        <pc:chgData name="Taylor Davis" userId="5c9e72a0-c39f-4aa1-9d7d-64125e78cbe6" providerId="ADAL" clId="{74886C0F-03D9-4087-A294-D3DF6CA5BDE9}" dt="2024-08-08T23:05:08.003" v="41" actId="313"/>
        <pc:sldMkLst>
          <pc:docMk/>
          <pc:sldMk cId="3144192130" sldId="498"/>
        </pc:sldMkLst>
        <pc:spChg chg="mod">
          <ac:chgData name="Taylor Davis" userId="5c9e72a0-c39f-4aa1-9d7d-64125e78cbe6" providerId="ADAL" clId="{74886C0F-03D9-4087-A294-D3DF6CA5BDE9}" dt="2024-08-08T23:05:04.540" v="40" actId="313"/>
          <ac:spMkLst>
            <pc:docMk/>
            <pc:sldMk cId="3144192130" sldId="498"/>
            <ac:spMk id="15" creationId="{A3776881-4D82-4E5B-9D20-1D9004AEFF9F}"/>
          </ac:spMkLst>
        </pc:spChg>
        <pc:spChg chg="mod">
          <ac:chgData name="Taylor Davis" userId="5c9e72a0-c39f-4aa1-9d7d-64125e78cbe6" providerId="ADAL" clId="{74886C0F-03D9-4087-A294-D3DF6CA5BDE9}" dt="2024-08-08T23:05:08.003" v="41" actId="313"/>
          <ac:spMkLst>
            <pc:docMk/>
            <pc:sldMk cId="3144192130" sldId="498"/>
            <ac:spMk id="19" creationId="{E603E0FD-1B79-43C3-ABAE-5EA24846155A}"/>
          </ac:spMkLst>
        </pc:spChg>
      </pc:sldChg>
      <pc:sldChg chg="addSp delSp modSp mod">
        <pc:chgData name="Taylor Davis" userId="5c9e72a0-c39f-4aa1-9d7d-64125e78cbe6" providerId="ADAL" clId="{74886C0F-03D9-4087-A294-D3DF6CA5BDE9}" dt="2024-08-09T02:41:46.521" v="1220" actId="1076"/>
        <pc:sldMkLst>
          <pc:docMk/>
          <pc:sldMk cId="2203540903" sldId="499"/>
        </pc:sldMkLst>
        <pc:spChg chg="mod">
          <ac:chgData name="Taylor Davis" userId="5c9e72a0-c39f-4aa1-9d7d-64125e78cbe6" providerId="ADAL" clId="{74886C0F-03D9-4087-A294-D3DF6CA5BDE9}" dt="2024-08-09T00:37:43.072" v="583" actId="1076"/>
          <ac:spMkLst>
            <pc:docMk/>
            <pc:sldMk cId="2203540903" sldId="499"/>
            <ac:spMk id="9" creationId="{AB8821D0-DEDE-002D-E87D-13E033D5D75F}"/>
          </ac:spMkLst>
        </pc:spChg>
        <pc:graphicFrameChg chg="add del mod">
          <ac:chgData name="Taylor Davis" userId="5c9e72a0-c39f-4aa1-9d7d-64125e78cbe6" providerId="ADAL" clId="{74886C0F-03D9-4087-A294-D3DF6CA5BDE9}" dt="2024-08-09T01:54:47.327" v="955" actId="478"/>
          <ac:graphicFrameMkLst>
            <pc:docMk/>
            <pc:sldMk cId="2203540903" sldId="499"/>
            <ac:graphicFrameMk id="2" creationId="{77A019A4-C0D6-B30A-EAE7-071E9B3930A8}"/>
          </ac:graphicFrameMkLst>
        </pc:graphicFrameChg>
        <pc:graphicFrameChg chg="add del mod modGraphic">
          <ac:chgData name="Taylor Davis" userId="5c9e72a0-c39f-4aa1-9d7d-64125e78cbe6" providerId="ADAL" clId="{74886C0F-03D9-4087-A294-D3DF6CA5BDE9}" dt="2024-08-09T02:17:42.429" v="1047" actId="478"/>
          <ac:graphicFrameMkLst>
            <pc:docMk/>
            <pc:sldMk cId="2203540903" sldId="499"/>
            <ac:graphicFrameMk id="6" creationId="{D1C04992-7A3C-8406-A0F9-6BA304455B7C}"/>
          </ac:graphicFrameMkLst>
        </pc:graphicFrameChg>
        <pc:graphicFrameChg chg="del">
          <ac:chgData name="Taylor Davis" userId="5c9e72a0-c39f-4aa1-9d7d-64125e78cbe6" providerId="ADAL" clId="{74886C0F-03D9-4087-A294-D3DF6CA5BDE9}" dt="2024-08-09T00:37:34.306" v="580" actId="478"/>
          <ac:graphicFrameMkLst>
            <pc:docMk/>
            <pc:sldMk cId="2203540903" sldId="499"/>
            <ac:graphicFrameMk id="10" creationId="{758F6CA4-031B-A360-9D62-DBD9E50CE9CA}"/>
          </ac:graphicFrameMkLst>
        </pc:graphicFrameChg>
        <pc:graphicFrameChg chg="add del mod modGraphic">
          <ac:chgData name="Taylor Davis" userId="5c9e72a0-c39f-4aa1-9d7d-64125e78cbe6" providerId="ADAL" clId="{74886C0F-03D9-4087-A294-D3DF6CA5BDE9}" dt="2024-08-09T02:41:41.777" v="1218" actId="478"/>
          <ac:graphicFrameMkLst>
            <pc:docMk/>
            <pc:sldMk cId="2203540903" sldId="499"/>
            <ac:graphicFrameMk id="11" creationId="{349AD2D4-7795-E645-4B9E-319789C52B7B}"/>
          </ac:graphicFrameMkLst>
        </pc:graphicFrameChg>
        <pc:graphicFrameChg chg="add mod">
          <ac:chgData name="Taylor Davis" userId="5c9e72a0-c39f-4aa1-9d7d-64125e78cbe6" providerId="ADAL" clId="{74886C0F-03D9-4087-A294-D3DF6CA5BDE9}" dt="2024-08-09T02:41:46.521" v="1220" actId="1076"/>
          <ac:graphicFrameMkLst>
            <pc:docMk/>
            <pc:sldMk cId="2203540903" sldId="499"/>
            <ac:graphicFrameMk id="12" creationId="{B312E458-55D7-5B72-B01F-FB00363F05BF}"/>
          </ac:graphicFrameMkLst>
        </pc:graphicFrameChg>
      </pc:sldChg>
      <pc:sldChg chg="del">
        <pc:chgData name="Taylor Davis" userId="5c9e72a0-c39f-4aa1-9d7d-64125e78cbe6" providerId="ADAL" clId="{74886C0F-03D9-4087-A294-D3DF6CA5BDE9}" dt="2024-08-09T20:06:59.406" v="2094" actId="47"/>
        <pc:sldMkLst>
          <pc:docMk/>
          <pc:sldMk cId="2684971926" sldId="501"/>
        </pc:sldMkLst>
      </pc:sldChg>
      <pc:sldChg chg="addSp delSp modSp add del mod">
        <pc:chgData name="Taylor Davis" userId="5c9e72a0-c39f-4aa1-9d7d-64125e78cbe6" providerId="ADAL" clId="{74886C0F-03D9-4087-A294-D3DF6CA5BDE9}" dt="2024-08-09T19:58:23.620" v="2084" actId="47"/>
        <pc:sldMkLst>
          <pc:docMk/>
          <pc:sldMk cId="3680080401" sldId="517"/>
        </pc:sldMkLst>
        <pc:spChg chg="mod">
          <ac:chgData name="Taylor Davis" userId="5c9e72a0-c39f-4aa1-9d7d-64125e78cbe6" providerId="ADAL" clId="{74886C0F-03D9-4087-A294-D3DF6CA5BDE9}" dt="2024-08-09T02:53:22.169" v="1374" actId="20577"/>
          <ac:spMkLst>
            <pc:docMk/>
            <pc:sldMk cId="3680080401" sldId="517"/>
            <ac:spMk id="16" creationId="{012C7A76-8C4C-0C17-C582-24A807F19DA5}"/>
          </ac:spMkLst>
        </pc:spChg>
        <pc:graphicFrameChg chg="modGraphic">
          <ac:chgData name="Taylor Davis" userId="5c9e72a0-c39f-4aa1-9d7d-64125e78cbe6" providerId="ADAL" clId="{74886C0F-03D9-4087-A294-D3DF6CA5BDE9}" dt="2024-08-08T23:04:29.472" v="19" actId="313"/>
          <ac:graphicFrameMkLst>
            <pc:docMk/>
            <pc:sldMk cId="3680080401" sldId="517"/>
            <ac:graphicFrameMk id="13" creationId="{C5BE1B27-9F04-9265-C933-6FD598A73DFA}"/>
          </ac:graphicFrameMkLst>
        </pc:graphicFrameChg>
        <pc:picChg chg="add mod">
          <ac:chgData name="Taylor Davis" userId="5c9e72a0-c39f-4aa1-9d7d-64125e78cbe6" providerId="ADAL" clId="{74886C0F-03D9-4087-A294-D3DF6CA5BDE9}" dt="2024-08-09T19:57:02.832" v="2082"/>
          <ac:picMkLst>
            <pc:docMk/>
            <pc:sldMk cId="3680080401" sldId="517"/>
            <ac:picMk id="2" creationId="{1C2C4FEE-7B34-F278-AC5E-3659E60AE0C9}"/>
          </ac:picMkLst>
        </pc:picChg>
        <pc:picChg chg="del">
          <ac:chgData name="Taylor Davis" userId="5c9e72a0-c39f-4aa1-9d7d-64125e78cbe6" providerId="ADAL" clId="{74886C0F-03D9-4087-A294-D3DF6CA5BDE9}" dt="2024-08-09T19:57:01.989" v="2081" actId="478"/>
          <ac:picMkLst>
            <pc:docMk/>
            <pc:sldMk cId="3680080401" sldId="517"/>
            <ac:picMk id="11" creationId="{7CB2EC54-AB5F-C18F-3291-990A004ED6B4}"/>
          </ac:picMkLst>
        </pc:picChg>
      </pc:sldChg>
      <pc:sldChg chg="addSp delSp modSp mod">
        <pc:chgData name="Taylor Davis" userId="5c9e72a0-c39f-4aa1-9d7d-64125e78cbe6" providerId="ADAL" clId="{74886C0F-03D9-4087-A294-D3DF6CA5BDE9}" dt="2024-08-09T20:20:44.826" v="2141"/>
        <pc:sldMkLst>
          <pc:docMk/>
          <pc:sldMk cId="3348736581" sldId="518"/>
        </pc:sldMkLst>
        <pc:spChg chg="add mod">
          <ac:chgData name="Taylor Davis" userId="5c9e72a0-c39f-4aa1-9d7d-64125e78cbe6" providerId="ADAL" clId="{74886C0F-03D9-4087-A294-D3DF6CA5BDE9}" dt="2024-08-09T20:20:44.826" v="2141"/>
          <ac:spMkLst>
            <pc:docMk/>
            <pc:sldMk cId="3348736581" sldId="518"/>
            <ac:spMk id="6" creationId="{DE50FCAC-9C13-273E-39EE-A8CC057895F4}"/>
          </ac:spMkLst>
        </pc:spChg>
        <pc:spChg chg="del mod">
          <ac:chgData name="Taylor Davis" userId="5c9e72a0-c39f-4aa1-9d7d-64125e78cbe6" providerId="ADAL" clId="{74886C0F-03D9-4087-A294-D3DF6CA5BDE9}" dt="2024-08-09T20:20:43.877" v="2140" actId="478"/>
          <ac:spMkLst>
            <pc:docMk/>
            <pc:sldMk cId="3348736581" sldId="518"/>
            <ac:spMk id="7" creationId="{820D1BA4-6D19-00FD-17FF-A0AD0AAAF7EE}"/>
          </ac:spMkLst>
        </pc:spChg>
        <pc:spChg chg="mod">
          <ac:chgData name="Taylor Davis" userId="5c9e72a0-c39f-4aa1-9d7d-64125e78cbe6" providerId="ADAL" clId="{74886C0F-03D9-4087-A294-D3DF6CA5BDE9}" dt="2024-08-09T00:36:43.079" v="579" actId="20577"/>
          <ac:spMkLst>
            <pc:docMk/>
            <pc:sldMk cId="3348736581" sldId="518"/>
            <ac:spMk id="17" creationId="{32EE0BDF-0BD6-C413-7373-07B39FBF0CAC}"/>
          </ac:spMkLst>
        </pc:spChg>
        <pc:picChg chg="add mod">
          <ac:chgData name="Taylor Davis" userId="5c9e72a0-c39f-4aa1-9d7d-64125e78cbe6" providerId="ADAL" clId="{74886C0F-03D9-4087-A294-D3DF6CA5BDE9}" dt="2024-08-08T23:06:07.239" v="58" actId="14100"/>
          <ac:picMkLst>
            <pc:docMk/>
            <pc:sldMk cId="3348736581" sldId="518"/>
            <ac:picMk id="3" creationId="{13892008-615C-6402-6A47-49C39A801914}"/>
          </ac:picMkLst>
        </pc:picChg>
        <pc:picChg chg="del">
          <ac:chgData name="Taylor Davis" userId="5c9e72a0-c39f-4aa1-9d7d-64125e78cbe6" providerId="ADAL" clId="{74886C0F-03D9-4087-A294-D3DF6CA5BDE9}" dt="2024-08-08T23:06:02.635" v="55" actId="478"/>
          <ac:picMkLst>
            <pc:docMk/>
            <pc:sldMk cId="3348736581" sldId="518"/>
            <ac:picMk id="6" creationId="{71ACF496-FF4A-9FCE-18F0-B8CE490BD464}"/>
          </ac:picMkLst>
        </pc:picChg>
      </pc:sldChg>
      <pc:sldChg chg="addSp delSp modSp del mod">
        <pc:chgData name="Taylor Davis" userId="5c9e72a0-c39f-4aa1-9d7d-64125e78cbe6" providerId="ADAL" clId="{74886C0F-03D9-4087-A294-D3DF6CA5BDE9}" dt="2024-08-08T23:06:20.523" v="62" actId="47"/>
        <pc:sldMkLst>
          <pc:docMk/>
          <pc:sldMk cId="2103269747" sldId="520"/>
        </pc:sldMkLst>
        <pc:spChg chg="mod">
          <ac:chgData name="Taylor Davis" userId="5c9e72a0-c39f-4aa1-9d7d-64125e78cbe6" providerId="ADAL" clId="{74886C0F-03D9-4087-A294-D3DF6CA5BDE9}" dt="2024-08-08T23:03:35.238" v="4" actId="313"/>
          <ac:spMkLst>
            <pc:docMk/>
            <pc:sldMk cId="2103269747" sldId="520"/>
            <ac:spMk id="8" creationId="{8D335AB1-AB15-7067-B3BD-167BDAD9B16A}"/>
          </ac:spMkLst>
        </pc:spChg>
        <pc:picChg chg="add mod">
          <ac:chgData name="Taylor Davis" userId="5c9e72a0-c39f-4aa1-9d7d-64125e78cbe6" providerId="ADAL" clId="{74886C0F-03D9-4087-A294-D3DF6CA5BDE9}" dt="2024-08-08T23:06:15.394" v="61" actId="1076"/>
          <ac:picMkLst>
            <pc:docMk/>
            <pc:sldMk cId="2103269747" sldId="520"/>
            <ac:picMk id="2" creationId="{B3B81C0D-52B7-A4DC-8793-A4EC23BFD08F}"/>
          </ac:picMkLst>
        </pc:picChg>
        <pc:picChg chg="del">
          <ac:chgData name="Taylor Davis" userId="5c9e72a0-c39f-4aa1-9d7d-64125e78cbe6" providerId="ADAL" clId="{74886C0F-03D9-4087-A294-D3DF6CA5BDE9}" dt="2024-08-08T23:06:10.392" v="59" actId="478"/>
          <ac:picMkLst>
            <pc:docMk/>
            <pc:sldMk cId="2103269747" sldId="520"/>
            <ac:picMk id="7" creationId="{DB3E55E2-C3DA-B3D6-DB60-93C570B5CD1B}"/>
          </ac:picMkLst>
        </pc:picChg>
      </pc:sldChg>
      <pc:sldChg chg="addSp delSp modSp mod">
        <pc:chgData name="Taylor Davis" userId="5c9e72a0-c39f-4aa1-9d7d-64125e78cbe6" providerId="ADAL" clId="{74886C0F-03D9-4087-A294-D3DF6CA5BDE9}" dt="2024-08-09T02:30:26.024" v="1073" actId="1076"/>
        <pc:sldMkLst>
          <pc:docMk/>
          <pc:sldMk cId="500461553" sldId="521"/>
        </pc:sldMkLst>
        <pc:picChg chg="del">
          <ac:chgData name="Taylor Davis" userId="5c9e72a0-c39f-4aa1-9d7d-64125e78cbe6" providerId="ADAL" clId="{74886C0F-03D9-4087-A294-D3DF6CA5BDE9}" dt="2024-08-09T02:29:57.089" v="1065" actId="478"/>
          <ac:picMkLst>
            <pc:docMk/>
            <pc:sldMk cId="500461553" sldId="521"/>
            <ac:picMk id="6" creationId="{12D96072-237A-BF6B-D8FE-D09BB7130ADB}"/>
          </ac:picMkLst>
        </pc:picChg>
        <pc:picChg chg="add mod">
          <ac:chgData name="Taylor Davis" userId="5c9e72a0-c39f-4aa1-9d7d-64125e78cbe6" providerId="ADAL" clId="{74886C0F-03D9-4087-A294-D3DF6CA5BDE9}" dt="2024-08-09T02:30:26.024" v="1073" actId="1076"/>
          <ac:picMkLst>
            <pc:docMk/>
            <pc:sldMk cId="500461553" sldId="521"/>
            <ac:picMk id="7" creationId="{B08B10DC-F5C8-9B5B-80DC-7BCA8F1BA7EC}"/>
          </ac:picMkLst>
        </pc:picChg>
        <pc:picChg chg="add mod">
          <ac:chgData name="Taylor Davis" userId="5c9e72a0-c39f-4aa1-9d7d-64125e78cbe6" providerId="ADAL" clId="{74886C0F-03D9-4087-A294-D3DF6CA5BDE9}" dt="2024-08-09T02:30:21.952" v="1070" actId="1076"/>
          <ac:picMkLst>
            <pc:docMk/>
            <pc:sldMk cId="500461553" sldId="521"/>
            <ac:picMk id="8" creationId="{746A745F-B2A1-5A74-2F25-E1E3151CF138}"/>
          </ac:picMkLst>
        </pc:picChg>
      </pc:sldChg>
      <pc:sldChg chg="modSp mod">
        <pc:chgData name="Taylor Davis" userId="5c9e72a0-c39f-4aa1-9d7d-64125e78cbe6" providerId="ADAL" clId="{74886C0F-03D9-4087-A294-D3DF6CA5BDE9}" dt="2024-08-09T01:07:05.513" v="682" actId="20577"/>
        <pc:sldMkLst>
          <pc:docMk/>
          <pc:sldMk cId="1147401429" sldId="524"/>
        </pc:sldMkLst>
        <pc:spChg chg="mod">
          <ac:chgData name="Taylor Davis" userId="5c9e72a0-c39f-4aa1-9d7d-64125e78cbe6" providerId="ADAL" clId="{74886C0F-03D9-4087-A294-D3DF6CA5BDE9}" dt="2024-08-08T23:04:55.915" v="37" actId="313"/>
          <ac:spMkLst>
            <pc:docMk/>
            <pc:sldMk cId="1147401429" sldId="524"/>
            <ac:spMk id="2" creationId="{748BE3BD-F9EE-3EE4-860C-3826F1F8465B}"/>
          </ac:spMkLst>
        </pc:spChg>
        <pc:graphicFrameChg chg="mod modGraphic">
          <ac:chgData name="Taylor Davis" userId="5c9e72a0-c39f-4aa1-9d7d-64125e78cbe6" providerId="ADAL" clId="{74886C0F-03D9-4087-A294-D3DF6CA5BDE9}" dt="2024-08-09T01:07:05.513" v="682" actId="20577"/>
          <ac:graphicFrameMkLst>
            <pc:docMk/>
            <pc:sldMk cId="1147401429" sldId="524"/>
            <ac:graphicFrameMk id="5" creationId="{713AD275-CC86-F2BC-8594-AECC0B66117F}"/>
          </ac:graphicFrameMkLst>
        </pc:graphicFrameChg>
      </pc:sldChg>
      <pc:sldChg chg="modSp mod">
        <pc:chgData name="Taylor Davis" userId="5c9e72a0-c39f-4aa1-9d7d-64125e78cbe6" providerId="ADAL" clId="{74886C0F-03D9-4087-A294-D3DF6CA5BDE9}" dt="2024-08-09T01:35:46.650" v="755"/>
        <pc:sldMkLst>
          <pc:docMk/>
          <pc:sldMk cId="36791873" sldId="525"/>
        </pc:sldMkLst>
        <pc:spChg chg="mod">
          <ac:chgData name="Taylor Davis" userId="5c9e72a0-c39f-4aa1-9d7d-64125e78cbe6" providerId="ADAL" clId="{74886C0F-03D9-4087-A294-D3DF6CA5BDE9}" dt="2024-08-09T01:34:33.231" v="748" actId="20577"/>
          <ac:spMkLst>
            <pc:docMk/>
            <pc:sldMk cId="36791873" sldId="525"/>
            <ac:spMk id="3" creationId="{47D333E6-57DF-6C19-7BCA-1AE47F6C6568}"/>
          </ac:spMkLst>
        </pc:spChg>
        <pc:graphicFrameChg chg="mod modGraphic">
          <ac:chgData name="Taylor Davis" userId="5c9e72a0-c39f-4aa1-9d7d-64125e78cbe6" providerId="ADAL" clId="{74886C0F-03D9-4087-A294-D3DF6CA5BDE9}" dt="2024-08-09T01:35:46.650" v="755"/>
          <ac:graphicFrameMkLst>
            <pc:docMk/>
            <pc:sldMk cId="36791873" sldId="525"/>
            <ac:graphicFrameMk id="9" creationId="{30CE50B1-E66B-B63F-C96E-A434E7ECFB6C}"/>
          </ac:graphicFrameMkLst>
        </pc:graphicFrameChg>
        <pc:graphicFrameChg chg="mod modGraphic">
          <ac:chgData name="Taylor Davis" userId="5c9e72a0-c39f-4aa1-9d7d-64125e78cbe6" providerId="ADAL" clId="{74886C0F-03D9-4087-A294-D3DF6CA5BDE9}" dt="2024-08-09T01:34:37.336" v="751" actId="20577"/>
          <ac:graphicFrameMkLst>
            <pc:docMk/>
            <pc:sldMk cId="36791873" sldId="525"/>
            <ac:graphicFrameMk id="10" creationId="{BB254502-CBB2-8520-631D-31E05AB0F371}"/>
          </ac:graphicFrameMkLst>
        </pc:graphicFrameChg>
      </pc:sldChg>
      <pc:sldChg chg="modSp mod">
        <pc:chgData name="Taylor Davis" userId="5c9e72a0-c39f-4aa1-9d7d-64125e78cbe6" providerId="ADAL" clId="{74886C0F-03D9-4087-A294-D3DF6CA5BDE9}" dt="2024-08-09T20:08:46.095" v="2098"/>
        <pc:sldMkLst>
          <pc:docMk/>
          <pc:sldMk cId="3034923006" sldId="527"/>
        </pc:sldMkLst>
        <pc:spChg chg="mod">
          <ac:chgData name="Taylor Davis" userId="5c9e72a0-c39f-4aa1-9d7d-64125e78cbe6" providerId="ADAL" clId="{74886C0F-03D9-4087-A294-D3DF6CA5BDE9}" dt="2024-08-09T05:07:23.970" v="2073" actId="404"/>
          <ac:spMkLst>
            <pc:docMk/>
            <pc:sldMk cId="3034923006" sldId="527"/>
            <ac:spMk id="2" creationId="{BDC7C8AA-0E66-B861-59D6-F381D95EE319}"/>
          </ac:spMkLst>
        </pc:spChg>
        <pc:spChg chg="mod">
          <ac:chgData name="Taylor Davis" userId="5c9e72a0-c39f-4aa1-9d7d-64125e78cbe6" providerId="ADAL" clId="{74886C0F-03D9-4087-A294-D3DF6CA5BDE9}" dt="2024-08-09T20:08:46.095" v="2098"/>
          <ac:spMkLst>
            <pc:docMk/>
            <pc:sldMk cId="3034923006" sldId="527"/>
            <ac:spMk id="10" creationId="{DD333F58-1E5B-D213-65EE-BB627B8B12A8}"/>
          </ac:spMkLst>
        </pc:spChg>
        <pc:graphicFrameChg chg="mod modGraphic">
          <ac:chgData name="Taylor Davis" userId="5c9e72a0-c39f-4aa1-9d7d-64125e78cbe6" providerId="ADAL" clId="{74886C0F-03D9-4087-A294-D3DF6CA5BDE9}" dt="2024-08-09T03:01:37.029" v="1413" actId="207"/>
          <ac:graphicFrameMkLst>
            <pc:docMk/>
            <pc:sldMk cId="3034923006" sldId="527"/>
            <ac:graphicFrameMk id="3" creationId="{71E49263-5CE4-F36E-8A31-116B8138C072}"/>
          </ac:graphicFrameMkLst>
        </pc:graphicFrameChg>
      </pc:sldChg>
      <pc:sldChg chg="addSp delSp modSp mod">
        <pc:chgData name="Taylor Davis" userId="5c9e72a0-c39f-4aa1-9d7d-64125e78cbe6" providerId="ADAL" clId="{74886C0F-03D9-4087-A294-D3DF6CA5BDE9}" dt="2024-08-09T01:38:52.572" v="768" actId="1076"/>
        <pc:sldMkLst>
          <pc:docMk/>
          <pc:sldMk cId="0" sldId="535"/>
        </pc:sldMkLst>
        <pc:graphicFrameChg chg="del">
          <ac:chgData name="Taylor Davis" userId="5c9e72a0-c39f-4aa1-9d7d-64125e78cbe6" providerId="ADAL" clId="{74886C0F-03D9-4087-A294-D3DF6CA5BDE9}" dt="2024-08-09T01:37:28.992" v="756" actId="478"/>
          <ac:graphicFrameMkLst>
            <pc:docMk/>
            <pc:sldMk cId="0" sldId="535"/>
            <ac:graphicFrameMk id="2" creationId="{EEBFD6E2-D120-80F9-F6FD-256849FF3F01}"/>
          </ac:graphicFrameMkLst>
        </pc:graphicFrameChg>
        <pc:graphicFrameChg chg="add mod modGraphic">
          <ac:chgData name="Taylor Davis" userId="5c9e72a0-c39f-4aa1-9d7d-64125e78cbe6" providerId="ADAL" clId="{74886C0F-03D9-4087-A294-D3DF6CA5BDE9}" dt="2024-08-09T01:38:52.572" v="768" actId="1076"/>
          <ac:graphicFrameMkLst>
            <pc:docMk/>
            <pc:sldMk cId="0" sldId="535"/>
            <ac:graphicFrameMk id="3" creationId="{9C2E0371-3206-ADF6-8A60-C76B67B59562}"/>
          </ac:graphicFrameMkLst>
        </pc:graphicFrameChg>
      </pc:sldChg>
      <pc:sldChg chg="modSp mod">
        <pc:chgData name="Taylor Davis" userId="5c9e72a0-c39f-4aa1-9d7d-64125e78cbe6" providerId="ADAL" clId="{74886C0F-03D9-4087-A294-D3DF6CA5BDE9}" dt="2024-08-09T02:48:53.581" v="1277" actId="20577"/>
        <pc:sldMkLst>
          <pc:docMk/>
          <pc:sldMk cId="1419816550" sldId="536"/>
        </pc:sldMkLst>
        <pc:graphicFrameChg chg="mod">
          <ac:chgData name="Taylor Davis" userId="5c9e72a0-c39f-4aa1-9d7d-64125e78cbe6" providerId="ADAL" clId="{74886C0F-03D9-4087-A294-D3DF6CA5BDE9}" dt="2024-08-09T02:46:29.493" v="1236"/>
          <ac:graphicFrameMkLst>
            <pc:docMk/>
            <pc:sldMk cId="1419816550" sldId="536"/>
            <ac:graphicFrameMk id="6" creationId="{176BAF2A-5136-E457-9AAC-D0878752F10C}"/>
          </ac:graphicFrameMkLst>
        </pc:graphicFrameChg>
        <pc:graphicFrameChg chg="mod modGraphic">
          <ac:chgData name="Taylor Davis" userId="5c9e72a0-c39f-4aa1-9d7d-64125e78cbe6" providerId="ADAL" clId="{74886C0F-03D9-4087-A294-D3DF6CA5BDE9}" dt="2024-08-09T02:48:53.581" v="1277" actId="20577"/>
          <ac:graphicFrameMkLst>
            <pc:docMk/>
            <pc:sldMk cId="1419816550" sldId="536"/>
            <ac:graphicFrameMk id="15" creationId="{FF3ACACB-7F38-7EAA-4BDF-1A816CA00AAE}"/>
          </ac:graphicFrameMkLst>
        </pc:graphicFrameChg>
        <pc:graphicFrameChg chg="mod">
          <ac:chgData name="Taylor Davis" userId="5c9e72a0-c39f-4aa1-9d7d-64125e78cbe6" providerId="ADAL" clId="{74886C0F-03D9-4087-A294-D3DF6CA5BDE9}" dt="2024-08-09T02:46:36.242" v="1237"/>
          <ac:graphicFrameMkLst>
            <pc:docMk/>
            <pc:sldMk cId="1419816550" sldId="536"/>
            <ac:graphicFrameMk id="16" creationId="{32A51F3A-032C-30E2-F635-DD59B5A29A34}"/>
          </ac:graphicFrameMkLst>
        </pc:graphicFrameChg>
      </pc:sldChg>
      <pc:sldChg chg="modSp del mod">
        <pc:chgData name="Taylor Davis" userId="5c9e72a0-c39f-4aa1-9d7d-64125e78cbe6" providerId="ADAL" clId="{74886C0F-03D9-4087-A294-D3DF6CA5BDE9}" dt="2024-08-09T20:09:16.639" v="2100" actId="47"/>
        <pc:sldMkLst>
          <pc:docMk/>
          <pc:sldMk cId="94944115" sldId="546"/>
        </pc:sldMkLst>
        <pc:graphicFrameChg chg="modGraphic">
          <ac:chgData name="Taylor Davis" userId="5c9e72a0-c39f-4aa1-9d7d-64125e78cbe6" providerId="ADAL" clId="{74886C0F-03D9-4087-A294-D3DF6CA5BDE9}" dt="2024-08-09T01:43:52.477" v="790" actId="20577"/>
          <ac:graphicFrameMkLst>
            <pc:docMk/>
            <pc:sldMk cId="94944115" sldId="546"/>
            <ac:graphicFrameMk id="6" creationId="{3C07E302-CC45-B04C-2C2D-C436C7863084}"/>
          </ac:graphicFrameMkLst>
        </pc:graphicFrameChg>
      </pc:sldChg>
      <pc:sldChg chg="addSp delSp modSp mod">
        <pc:chgData name="Taylor Davis" userId="5c9e72a0-c39f-4aa1-9d7d-64125e78cbe6" providerId="ADAL" clId="{74886C0F-03D9-4087-A294-D3DF6CA5BDE9}" dt="2024-08-09T20:10:02.251" v="2102"/>
        <pc:sldMkLst>
          <pc:docMk/>
          <pc:sldMk cId="3616502281" sldId="547"/>
        </pc:sldMkLst>
        <pc:spChg chg="add mod">
          <ac:chgData name="Taylor Davis" userId="5c9e72a0-c39f-4aa1-9d7d-64125e78cbe6" providerId="ADAL" clId="{74886C0F-03D9-4087-A294-D3DF6CA5BDE9}" dt="2024-08-09T01:45:57.642" v="803" actId="14100"/>
          <ac:spMkLst>
            <pc:docMk/>
            <pc:sldMk cId="3616502281" sldId="547"/>
            <ac:spMk id="3" creationId="{26207AF0-B0E9-F90C-AD44-E16816462440}"/>
          </ac:spMkLst>
        </pc:spChg>
        <pc:spChg chg="add mod">
          <ac:chgData name="Taylor Davis" userId="5c9e72a0-c39f-4aa1-9d7d-64125e78cbe6" providerId="ADAL" clId="{74886C0F-03D9-4087-A294-D3DF6CA5BDE9}" dt="2024-08-09T20:10:02.251" v="2102"/>
          <ac:spMkLst>
            <pc:docMk/>
            <pc:sldMk cId="3616502281" sldId="547"/>
            <ac:spMk id="7" creationId="{15CE55F3-C7E6-467F-1BAD-415B5927AE69}"/>
          </ac:spMkLst>
        </pc:spChg>
        <pc:spChg chg="del">
          <ac:chgData name="Taylor Davis" userId="5c9e72a0-c39f-4aa1-9d7d-64125e78cbe6" providerId="ADAL" clId="{74886C0F-03D9-4087-A294-D3DF6CA5BDE9}" dt="2024-08-09T01:45:47.725" v="800" actId="478"/>
          <ac:spMkLst>
            <pc:docMk/>
            <pc:sldMk cId="3616502281" sldId="547"/>
            <ac:spMk id="7" creationId="{C6C12282-6958-DC81-53E7-8B55DA976476}"/>
          </ac:spMkLst>
        </pc:spChg>
        <pc:spChg chg="del mod">
          <ac:chgData name="Taylor Davis" userId="5c9e72a0-c39f-4aa1-9d7d-64125e78cbe6" providerId="ADAL" clId="{74886C0F-03D9-4087-A294-D3DF6CA5BDE9}" dt="2024-08-09T01:44:56.543" v="793" actId="478"/>
          <ac:spMkLst>
            <pc:docMk/>
            <pc:sldMk cId="3616502281" sldId="547"/>
            <ac:spMk id="8" creationId="{C48E1780-AC25-9BD2-86FC-FF9298ADEAFD}"/>
          </ac:spMkLst>
        </pc:spChg>
        <pc:spChg chg="add mod">
          <ac:chgData name="Taylor Davis" userId="5c9e72a0-c39f-4aa1-9d7d-64125e78cbe6" providerId="ADAL" clId="{74886C0F-03D9-4087-A294-D3DF6CA5BDE9}" dt="2024-08-09T01:46:31.292" v="804" actId="14100"/>
          <ac:spMkLst>
            <pc:docMk/>
            <pc:sldMk cId="3616502281" sldId="547"/>
            <ac:spMk id="10" creationId="{1F3C1433-AC36-92EF-BE3F-FF3E9903B966}"/>
          </ac:spMkLst>
        </pc:spChg>
        <pc:spChg chg="add del mod">
          <ac:chgData name="Taylor Davis" userId="5c9e72a0-c39f-4aa1-9d7d-64125e78cbe6" providerId="ADAL" clId="{74886C0F-03D9-4087-A294-D3DF6CA5BDE9}" dt="2024-08-09T20:10:01.386" v="2101" actId="478"/>
          <ac:spMkLst>
            <pc:docMk/>
            <pc:sldMk cId="3616502281" sldId="547"/>
            <ac:spMk id="11" creationId="{19A2854E-BB8B-2CAE-F670-0D2E7447BA42}"/>
          </ac:spMkLst>
        </pc:spChg>
        <pc:graphicFrameChg chg="modGraphic">
          <ac:chgData name="Taylor Davis" userId="5c9e72a0-c39f-4aa1-9d7d-64125e78cbe6" providerId="ADAL" clId="{74886C0F-03D9-4087-A294-D3DF6CA5BDE9}" dt="2024-08-09T01:45:50.528" v="801" actId="6549"/>
          <ac:graphicFrameMkLst>
            <pc:docMk/>
            <pc:sldMk cId="3616502281" sldId="547"/>
            <ac:graphicFrameMk id="6" creationId="{A3BBF012-AA0D-5710-B532-CE355455856C}"/>
          </ac:graphicFrameMkLst>
        </pc:graphicFrameChg>
      </pc:sldChg>
      <pc:sldChg chg="addSp delSp modSp mod">
        <pc:chgData name="Taylor Davis" userId="5c9e72a0-c39f-4aa1-9d7d-64125e78cbe6" providerId="ADAL" clId="{74886C0F-03D9-4087-A294-D3DF6CA5BDE9}" dt="2024-08-09T02:42:48.922" v="1235" actId="1035"/>
        <pc:sldMkLst>
          <pc:docMk/>
          <pc:sldMk cId="315794589" sldId="548"/>
        </pc:sldMkLst>
        <pc:picChg chg="add del mod">
          <ac:chgData name="Taylor Davis" userId="5c9e72a0-c39f-4aa1-9d7d-64125e78cbe6" providerId="ADAL" clId="{74886C0F-03D9-4087-A294-D3DF6CA5BDE9}" dt="2024-08-09T00:36:29.817" v="573" actId="478"/>
          <ac:picMkLst>
            <pc:docMk/>
            <pc:sldMk cId="315794589" sldId="548"/>
            <ac:picMk id="5" creationId="{7850661D-DECE-4114-0149-DA8998E844BC}"/>
          </ac:picMkLst>
        </pc:picChg>
        <pc:picChg chg="add del mod">
          <ac:chgData name="Taylor Davis" userId="5c9e72a0-c39f-4aa1-9d7d-64125e78cbe6" providerId="ADAL" clId="{74886C0F-03D9-4087-A294-D3DF6CA5BDE9}" dt="2024-08-09T01:53:12.435" v="949" actId="478"/>
          <ac:picMkLst>
            <pc:docMk/>
            <pc:sldMk cId="315794589" sldId="548"/>
            <ac:picMk id="9" creationId="{F04D036B-87C9-D6A2-BDB1-73CE0DD69EFD}"/>
          </ac:picMkLst>
        </pc:picChg>
        <pc:picChg chg="add del mod">
          <ac:chgData name="Taylor Davis" userId="5c9e72a0-c39f-4aa1-9d7d-64125e78cbe6" providerId="ADAL" clId="{74886C0F-03D9-4087-A294-D3DF6CA5BDE9}" dt="2024-08-09T02:42:41.087" v="1226" actId="478"/>
          <ac:picMkLst>
            <pc:docMk/>
            <pc:sldMk cId="315794589" sldId="548"/>
            <ac:picMk id="11" creationId="{7B143FD3-A3E9-028C-3185-FC0CFD308D5D}"/>
          </ac:picMkLst>
        </pc:picChg>
        <pc:picChg chg="add mod">
          <ac:chgData name="Taylor Davis" userId="5c9e72a0-c39f-4aa1-9d7d-64125e78cbe6" providerId="ADAL" clId="{74886C0F-03D9-4087-A294-D3DF6CA5BDE9}" dt="2024-08-09T02:42:48.922" v="1235" actId="1035"/>
          <ac:picMkLst>
            <pc:docMk/>
            <pc:sldMk cId="315794589" sldId="548"/>
            <ac:picMk id="13" creationId="{A72FF743-3300-9475-A54D-0D949C3CB804}"/>
          </ac:picMkLst>
        </pc:picChg>
        <pc:picChg chg="del">
          <ac:chgData name="Taylor Davis" userId="5c9e72a0-c39f-4aa1-9d7d-64125e78cbe6" providerId="ADAL" clId="{74886C0F-03D9-4087-A294-D3DF6CA5BDE9}" dt="2024-08-08T23:23:00.825" v="552" actId="478"/>
          <ac:picMkLst>
            <pc:docMk/>
            <pc:sldMk cId="315794589" sldId="548"/>
            <ac:picMk id="14" creationId="{B777F969-F274-C633-46B5-7F2AA9946646}"/>
          </ac:picMkLst>
        </pc:picChg>
      </pc:sldChg>
      <pc:sldChg chg="addSp delSp modSp mod">
        <pc:chgData name="Taylor Davis" userId="5c9e72a0-c39f-4aa1-9d7d-64125e78cbe6" providerId="ADAL" clId="{74886C0F-03D9-4087-A294-D3DF6CA5BDE9}" dt="2024-08-09T03:11:03.517" v="1642" actId="20577"/>
        <pc:sldMkLst>
          <pc:docMk/>
          <pc:sldMk cId="3470905217" sldId="558"/>
        </pc:sldMkLst>
        <pc:spChg chg="mod">
          <ac:chgData name="Taylor Davis" userId="5c9e72a0-c39f-4aa1-9d7d-64125e78cbe6" providerId="ADAL" clId="{74886C0F-03D9-4087-A294-D3DF6CA5BDE9}" dt="2024-08-09T02:53:40.096" v="1375" actId="207"/>
          <ac:spMkLst>
            <pc:docMk/>
            <pc:sldMk cId="3470905217" sldId="558"/>
            <ac:spMk id="2" creationId="{CE020CCE-F739-8633-848E-AA7349974A46}"/>
          </ac:spMkLst>
        </pc:spChg>
        <pc:spChg chg="mod">
          <ac:chgData name="Taylor Davis" userId="5c9e72a0-c39f-4aa1-9d7d-64125e78cbe6" providerId="ADAL" clId="{74886C0F-03D9-4087-A294-D3DF6CA5BDE9}" dt="2024-08-08T23:11:26.032" v="463" actId="1035"/>
          <ac:spMkLst>
            <pc:docMk/>
            <pc:sldMk cId="3470905217" sldId="558"/>
            <ac:spMk id="8" creationId="{55A48ACE-D370-6BA3-A39B-CF7D87E5C9A5}"/>
          </ac:spMkLst>
        </pc:spChg>
        <pc:spChg chg="mod">
          <ac:chgData name="Taylor Davis" userId="5c9e72a0-c39f-4aa1-9d7d-64125e78cbe6" providerId="ADAL" clId="{74886C0F-03D9-4087-A294-D3DF6CA5BDE9}" dt="2024-08-08T23:11:26.032" v="463" actId="1035"/>
          <ac:spMkLst>
            <pc:docMk/>
            <pc:sldMk cId="3470905217" sldId="558"/>
            <ac:spMk id="9" creationId="{99386F57-8E81-E6DF-1A01-623E3BB7AB0B}"/>
          </ac:spMkLst>
        </pc:spChg>
        <pc:spChg chg="add del mod">
          <ac:chgData name="Taylor Davis" userId="5c9e72a0-c39f-4aa1-9d7d-64125e78cbe6" providerId="ADAL" clId="{74886C0F-03D9-4087-A294-D3DF6CA5BDE9}" dt="2024-08-09T00:34:40.059" v="559"/>
          <ac:spMkLst>
            <pc:docMk/>
            <pc:sldMk cId="3470905217" sldId="558"/>
            <ac:spMk id="10" creationId="{2A3B52EF-C53E-980B-DF98-1972ACE135C4}"/>
          </ac:spMkLst>
        </pc:spChg>
        <pc:spChg chg="mod">
          <ac:chgData name="Taylor Davis" userId="5c9e72a0-c39f-4aa1-9d7d-64125e78cbe6" providerId="ADAL" clId="{74886C0F-03D9-4087-A294-D3DF6CA5BDE9}" dt="2024-08-08T23:11:26.032" v="463" actId="1035"/>
          <ac:spMkLst>
            <pc:docMk/>
            <pc:sldMk cId="3470905217" sldId="558"/>
            <ac:spMk id="12" creationId="{7B828AB6-CD3A-4CD3-8950-2942DDBEAC0D}"/>
          </ac:spMkLst>
        </pc:spChg>
        <pc:spChg chg="mod">
          <ac:chgData name="Taylor Davis" userId="5c9e72a0-c39f-4aa1-9d7d-64125e78cbe6" providerId="ADAL" clId="{74886C0F-03D9-4087-A294-D3DF6CA5BDE9}" dt="2024-08-09T03:11:03.517" v="1642" actId="20577"/>
          <ac:spMkLst>
            <pc:docMk/>
            <pc:sldMk cId="3470905217" sldId="558"/>
            <ac:spMk id="13" creationId="{025AE6BF-C458-13D4-626E-DAD4C1439055}"/>
          </ac:spMkLst>
        </pc:spChg>
        <pc:spChg chg="mod">
          <ac:chgData name="Taylor Davis" userId="5c9e72a0-c39f-4aa1-9d7d-64125e78cbe6" providerId="ADAL" clId="{74886C0F-03D9-4087-A294-D3DF6CA5BDE9}" dt="2024-08-08T23:12:56.717" v="525" actId="1076"/>
          <ac:spMkLst>
            <pc:docMk/>
            <pc:sldMk cId="3470905217" sldId="558"/>
            <ac:spMk id="14" creationId="{179940AC-5161-4A7C-F820-720723177F99}"/>
          </ac:spMkLst>
        </pc:spChg>
        <pc:spChg chg="mod">
          <ac:chgData name="Taylor Davis" userId="5c9e72a0-c39f-4aa1-9d7d-64125e78cbe6" providerId="ADAL" clId="{74886C0F-03D9-4087-A294-D3DF6CA5BDE9}" dt="2024-08-08T23:13:18.971" v="532" actId="1076"/>
          <ac:spMkLst>
            <pc:docMk/>
            <pc:sldMk cId="3470905217" sldId="558"/>
            <ac:spMk id="16" creationId="{0D3F3B85-69EC-8FED-A956-FFB8BE6FE5D7}"/>
          </ac:spMkLst>
        </pc:spChg>
        <pc:spChg chg="mod">
          <ac:chgData name="Taylor Davis" userId="5c9e72a0-c39f-4aa1-9d7d-64125e78cbe6" providerId="ADAL" clId="{74886C0F-03D9-4087-A294-D3DF6CA5BDE9}" dt="2024-08-08T23:13:55.852" v="540" actId="20577"/>
          <ac:spMkLst>
            <pc:docMk/>
            <pc:sldMk cId="3470905217" sldId="558"/>
            <ac:spMk id="17" creationId="{19FEE2C1-9161-C3CD-EE7F-6727C796DF0D}"/>
          </ac:spMkLst>
        </pc:spChg>
        <pc:spChg chg="mod">
          <ac:chgData name="Taylor Davis" userId="5c9e72a0-c39f-4aa1-9d7d-64125e78cbe6" providerId="ADAL" clId="{74886C0F-03D9-4087-A294-D3DF6CA5BDE9}" dt="2024-08-08T23:13:58.733" v="542" actId="20577"/>
          <ac:spMkLst>
            <pc:docMk/>
            <pc:sldMk cId="3470905217" sldId="558"/>
            <ac:spMk id="18" creationId="{1CC51BEE-0560-3D56-4AE8-86D704578774}"/>
          </ac:spMkLst>
        </pc:spChg>
        <pc:spChg chg="mod">
          <ac:chgData name="Taylor Davis" userId="5c9e72a0-c39f-4aa1-9d7d-64125e78cbe6" providerId="ADAL" clId="{74886C0F-03D9-4087-A294-D3DF6CA5BDE9}" dt="2024-08-08T23:14:01.831" v="544" actId="20577"/>
          <ac:spMkLst>
            <pc:docMk/>
            <pc:sldMk cId="3470905217" sldId="558"/>
            <ac:spMk id="19" creationId="{A17D3C89-20DF-71B2-E5D8-1DA9D1F926E7}"/>
          </ac:spMkLst>
        </pc:spChg>
        <pc:spChg chg="mod">
          <ac:chgData name="Taylor Davis" userId="5c9e72a0-c39f-4aa1-9d7d-64125e78cbe6" providerId="ADAL" clId="{74886C0F-03D9-4087-A294-D3DF6CA5BDE9}" dt="2024-08-08T23:12:47.471" v="521" actId="1076"/>
          <ac:spMkLst>
            <pc:docMk/>
            <pc:sldMk cId="3470905217" sldId="558"/>
            <ac:spMk id="20" creationId="{A1F948BD-D9F3-0E7A-A778-3B130A8365CE}"/>
          </ac:spMkLst>
        </pc:spChg>
        <pc:spChg chg="mod">
          <ac:chgData name="Taylor Davis" userId="5c9e72a0-c39f-4aa1-9d7d-64125e78cbe6" providerId="ADAL" clId="{74886C0F-03D9-4087-A294-D3DF6CA5BDE9}" dt="2024-08-09T00:35:33.669" v="567" actId="20577"/>
          <ac:spMkLst>
            <pc:docMk/>
            <pc:sldMk cId="3470905217" sldId="558"/>
            <ac:spMk id="25" creationId="{32C9D62D-25B0-6CD9-8AD7-E6855B1B1B26}"/>
          </ac:spMkLst>
        </pc:spChg>
        <pc:spChg chg="mod">
          <ac:chgData name="Taylor Davis" userId="5c9e72a0-c39f-4aa1-9d7d-64125e78cbe6" providerId="ADAL" clId="{74886C0F-03D9-4087-A294-D3DF6CA5BDE9}" dt="2024-08-09T00:35:51.034" v="572" actId="20577"/>
          <ac:spMkLst>
            <pc:docMk/>
            <pc:sldMk cId="3470905217" sldId="558"/>
            <ac:spMk id="29" creationId="{2C03026B-6D1E-F7B1-9995-7D9DC1019C60}"/>
          </ac:spMkLst>
        </pc:spChg>
        <pc:spChg chg="mod">
          <ac:chgData name="Taylor Davis" userId="5c9e72a0-c39f-4aa1-9d7d-64125e78cbe6" providerId="ADAL" clId="{74886C0F-03D9-4087-A294-D3DF6CA5BDE9}" dt="2024-08-09T01:53:43.889" v="954" actId="20577"/>
          <ac:spMkLst>
            <pc:docMk/>
            <pc:sldMk cId="3470905217" sldId="558"/>
            <ac:spMk id="30" creationId="{9C64CEEB-E16A-926D-5DF0-DC8275443A40}"/>
          </ac:spMkLst>
        </pc:spChg>
        <pc:spChg chg="mod">
          <ac:chgData name="Taylor Davis" userId="5c9e72a0-c39f-4aa1-9d7d-64125e78cbe6" providerId="ADAL" clId="{74886C0F-03D9-4087-A294-D3DF6CA5BDE9}" dt="2024-08-09T00:35:46.099" v="569" actId="20577"/>
          <ac:spMkLst>
            <pc:docMk/>
            <pc:sldMk cId="3470905217" sldId="558"/>
            <ac:spMk id="31" creationId="{716000A2-AFB1-117D-BFF0-2BDA3EA8A77D}"/>
          </ac:spMkLst>
        </pc:spChg>
        <pc:spChg chg="add del mod">
          <ac:chgData name="Taylor Davis" userId="5c9e72a0-c39f-4aa1-9d7d-64125e78cbe6" providerId="ADAL" clId="{74886C0F-03D9-4087-A294-D3DF6CA5BDE9}" dt="2024-08-09T01:52:51.690" v="944"/>
          <ac:spMkLst>
            <pc:docMk/>
            <pc:sldMk cId="3470905217" sldId="558"/>
            <ac:spMk id="34" creationId="{95A3EC1C-CFF3-944E-48FA-B2E141848F6E}"/>
          </ac:spMkLst>
        </pc:spChg>
        <pc:spChg chg="add del mod">
          <ac:chgData name="Taylor Davis" userId="5c9e72a0-c39f-4aa1-9d7d-64125e78cbe6" providerId="ADAL" clId="{74886C0F-03D9-4087-A294-D3DF6CA5BDE9}" dt="2024-08-09T02:42:22.238" v="1222"/>
          <ac:spMkLst>
            <pc:docMk/>
            <pc:sldMk cId="3470905217" sldId="558"/>
            <ac:spMk id="39" creationId="{9FDE05A6-3E69-B020-BF3E-E23037FEC421}"/>
          </ac:spMkLst>
        </pc:spChg>
        <pc:picChg chg="add del mod">
          <ac:chgData name="Taylor Davis" userId="5c9e72a0-c39f-4aa1-9d7d-64125e78cbe6" providerId="ADAL" clId="{74886C0F-03D9-4087-A294-D3DF6CA5BDE9}" dt="2024-08-09T01:52:49.448" v="943" actId="478"/>
          <ac:picMkLst>
            <pc:docMk/>
            <pc:sldMk cId="3470905217" sldId="558"/>
            <ac:picMk id="32" creationId="{DB68970D-A3F1-C262-C6B2-446A27A61CDE}"/>
          </ac:picMkLst>
        </pc:picChg>
        <pc:picChg chg="add del mod">
          <ac:chgData name="Taylor Davis" userId="5c9e72a0-c39f-4aa1-9d7d-64125e78cbe6" providerId="ADAL" clId="{74886C0F-03D9-4087-A294-D3DF6CA5BDE9}" dt="2024-08-09T02:42:20.387" v="1221" actId="478"/>
          <ac:picMkLst>
            <pc:docMk/>
            <pc:sldMk cId="3470905217" sldId="558"/>
            <ac:picMk id="36" creationId="{F05CC3C5-D8F5-9AB7-BB28-88570E5147DE}"/>
          </ac:picMkLst>
        </pc:picChg>
        <pc:picChg chg="del">
          <ac:chgData name="Taylor Davis" userId="5c9e72a0-c39f-4aa1-9d7d-64125e78cbe6" providerId="ADAL" clId="{74886C0F-03D9-4087-A294-D3DF6CA5BDE9}" dt="2024-08-09T00:34:37.398" v="558" actId="478"/>
          <ac:picMkLst>
            <pc:docMk/>
            <pc:sldMk cId="3470905217" sldId="558"/>
            <ac:picMk id="37" creationId="{437F73D0-D91B-975C-49B7-6CEE9504988E}"/>
          </ac:picMkLst>
        </pc:picChg>
        <pc:picChg chg="add mod">
          <ac:chgData name="Taylor Davis" userId="5c9e72a0-c39f-4aa1-9d7d-64125e78cbe6" providerId="ADAL" clId="{74886C0F-03D9-4087-A294-D3DF6CA5BDE9}" dt="2024-08-09T02:42:26.213" v="1225" actId="1076"/>
          <ac:picMkLst>
            <pc:docMk/>
            <pc:sldMk cId="3470905217" sldId="558"/>
            <ac:picMk id="41" creationId="{FC19FEA2-3F67-BDE0-5916-619DB6B88779}"/>
          </ac:picMkLst>
        </pc:picChg>
      </pc:sldChg>
      <pc:sldChg chg="del">
        <pc:chgData name="Taylor Davis" userId="5c9e72a0-c39f-4aa1-9d7d-64125e78cbe6" providerId="ADAL" clId="{74886C0F-03D9-4087-A294-D3DF6CA5BDE9}" dt="2024-08-09T03:03:29.956" v="1587" actId="47"/>
        <pc:sldMkLst>
          <pc:docMk/>
          <pc:sldMk cId="0" sldId="559"/>
        </pc:sldMkLst>
      </pc:sldChg>
      <pc:sldChg chg="add del">
        <pc:chgData name="Taylor Davis" userId="5c9e72a0-c39f-4aa1-9d7d-64125e78cbe6" providerId="ADAL" clId="{74886C0F-03D9-4087-A294-D3DF6CA5BDE9}" dt="2024-08-09T20:02:50.093" v="2089" actId="47"/>
        <pc:sldMkLst>
          <pc:docMk/>
          <pc:sldMk cId="1660060508" sldId="559"/>
        </pc:sldMkLst>
      </pc:sldChg>
      <pc:sldChg chg="modSp add del mod">
        <pc:chgData name="Taylor Davis" userId="5c9e72a0-c39f-4aa1-9d7d-64125e78cbe6" providerId="ADAL" clId="{74886C0F-03D9-4087-A294-D3DF6CA5BDE9}" dt="2024-08-09T20:07:21.932" v="2097" actId="47"/>
        <pc:sldMkLst>
          <pc:docMk/>
          <pc:sldMk cId="3277395919" sldId="559"/>
        </pc:sldMkLst>
        <pc:spChg chg="mod">
          <ac:chgData name="Taylor Davis" userId="5c9e72a0-c39f-4aa1-9d7d-64125e78cbe6" providerId="ADAL" clId="{74886C0F-03D9-4087-A294-D3DF6CA5BDE9}" dt="2024-08-09T20:07:06.254" v="2095" actId="6549"/>
          <ac:spMkLst>
            <pc:docMk/>
            <pc:sldMk cId="3277395919" sldId="559"/>
            <ac:spMk id="2" creationId="{949BBB1F-796B-4271-AAA8-C6BA52CFC027}"/>
          </ac:spMkLst>
        </pc:spChg>
      </pc:sldChg>
      <pc:sldChg chg="del">
        <pc:chgData name="Taylor Davis" userId="5c9e72a0-c39f-4aa1-9d7d-64125e78cbe6" providerId="ADAL" clId="{74886C0F-03D9-4087-A294-D3DF6CA5BDE9}" dt="2024-08-09T03:03:29.956" v="1587" actId="47"/>
        <pc:sldMkLst>
          <pc:docMk/>
          <pc:sldMk cId="0" sldId="560"/>
        </pc:sldMkLst>
      </pc:sldChg>
      <pc:sldChg chg="del">
        <pc:chgData name="Taylor Davis" userId="5c9e72a0-c39f-4aa1-9d7d-64125e78cbe6" providerId="ADAL" clId="{74886C0F-03D9-4087-A294-D3DF6CA5BDE9}" dt="2024-08-09T03:03:29.956" v="1587" actId="47"/>
        <pc:sldMkLst>
          <pc:docMk/>
          <pc:sldMk cId="3282655672" sldId="561"/>
        </pc:sldMkLst>
      </pc:sldChg>
      <pc:sldChg chg="del">
        <pc:chgData name="Taylor Davis" userId="5c9e72a0-c39f-4aa1-9d7d-64125e78cbe6" providerId="ADAL" clId="{74886C0F-03D9-4087-A294-D3DF6CA5BDE9}" dt="2024-08-09T03:03:29.956" v="1587" actId="47"/>
        <pc:sldMkLst>
          <pc:docMk/>
          <pc:sldMk cId="1671789727" sldId="562"/>
        </pc:sldMkLst>
      </pc:sldChg>
      <pc:sldChg chg="del">
        <pc:chgData name="Taylor Davis" userId="5c9e72a0-c39f-4aa1-9d7d-64125e78cbe6" providerId="ADAL" clId="{74886C0F-03D9-4087-A294-D3DF6CA5BDE9}" dt="2024-08-09T03:03:29.956" v="1587" actId="47"/>
        <pc:sldMkLst>
          <pc:docMk/>
          <pc:sldMk cId="4225766826" sldId="563"/>
        </pc:sldMkLst>
      </pc:sldChg>
      <pc:sldChg chg="addSp delSp modSp new mod">
        <pc:chgData name="Taylor Davis" userId="5c9e72a0-c39f-4aa1-9d7d-64125e78cbe6" providerId="ADAL" clId="{74886C0F-03D9-4087-A294-D3DF6CA5BDE9}" dt="2024-08-09T03:11:43.095" v="1671" actId="20577"/>
        <pc:sldMkLst>
          <pc:docMk/>
          <pc:sldMk cId="4064752386" sldId="564"/>
        </pc:sldMkLst>
        <pc:spChg chg="del mod">
          <ac:chgData name="Taylor Davis" userId="5c9e72a0-c39f-4aa1-9d7d-64125e78cbe6" providerId="ADAL" clId="{74886C0F-03D9-4087-A294-D3DF6CA5BDE9}" dt="2024-08-09T02:40:13.598" v="1164" actId="478"/>
          <ac:spMkLst>
            <pc:docMk/>
            <pc:sldMk cId="4064752386" sldId="564"/>
            <ac:spMk id="2" creationId="{B42053C1-EF9C-3939-F41A-147B1F88EE5D}"/>
          </ac:spMkLst>
        </pc:spChg>
        <pc:spChg chg="del">
          <ac:chgData name="Taylor Davis" userId="5c9e72a0-c39f-4aa1-9d7d-64125e78cbe6" providerId="ADAL" clId="{74886C0F-03D9-4087-A294-D3DF6CA5BDE9}" dt="2024-08-09T02:35:09.754" v="1095"/>
          <ac:spMkLst>
            <pc:docMk/>
            <pc:sldMk cId="4064752386" sldId="564"/>
            <ac:spMk id="3" creationId="{380D4282-0C62-5F0B-7153-993CABA3EF27}"/>
          </ac:spMkLst>
        </pc:spChg>
        <pc:spChg chg="add mod">
          <ac:chgData name="Taylor Davis" userId="5c9e72a0-c39f-4aa1-9d7d-64125e78cbe6" providerId="ADAL" clId="{74886C0F-03D9-4087-A294-D3DF6CA5BDE9}" dt="2024-08-09T02:35:56.020" v="1104"/>
          <ac:spMkLst>
            <pc:docMk/>
            <pc:sldMk cId="4064752386" sldId="564"/>
            <ac:spMk id="7" creationId="{E63A94DB-FE92-CA1C-15F4-F7EC71D30241}"/>
          </ac:spMkLst>
        </pc:spChg>
        <pc:spChg chg="add del mod">
          <ac:chgData name="Taylor Davis" userId="5c9e72a0-c39f-4aa1-9d7d-64125e78cbe6" providerId="ADAL" clId="{74886C0F-03D9-4087-A294-D3DF6CA5BDE9}" dt="2024-08-09T02:40:15.974" v="1165"/>
          <ac:spMkLst>
            <pc:docMk/>
            <pc:sldMk cId="4064752386" sldId="564"/>
            <ac:spMk id="11" creationId="{881E9ADD-52B9-925B-8EAA-0570612D9394}"/>
          </ac:spMkLst>
        </pc:spChg>
        <pc:spChg chg="add mod">
          <ac:chgData name="Taylor Davis" userId="5c9e72a0-c39f-4aa1-9d7d-64125e78cbe6" providerId="ADAL" clId="{74886C0F-03D9-4087-A294-D3DF6CA5BDE9}" dt="2024-08-09T03:11:43.095" v="1671" actId="20577"/>
          <ac:spMkLst>
            <pc:docMk/>
            <pc:sldMk cId="4064752386" sldId="564"/>
            <ac:spMk id="12" creationId="{49C157AD-9D57-0448-105A-79BA8850085E}"/>
          </ac:spMkLst>
        </pc:spChg>
        <pc:graphicFrameChg chg="add mod modGraphic">
          <ac:chgData name="Taylor Davis" userId="5c9e72a0-c39f-4aa1-9d7d-64125e78cbe6" providerId="ADAL" clId="{74886C0F-03D9-4087-A294-D3DF6CA5BDE9}" dt="2024-08-09T02:39:42.615" v="1163" actId="404"/>
          <ac:graphicFrameMkLst>
            <pc:docMk/>
            <pc:sldMk cId="4064752386" sldId="564"/>
            <ac:graphicFrameMk id="6" creationId="{DDE28063-ACC1-5927-4B16-27C42FEFE195}"/>
          </ac:graphicFrameMkLst>
        </pc:graphicFrameChg>
        <pc:picChg chg="add mod">
          <ac:chgData name="Taylor Davis" userId="5c9e72a0-c39f-4aa1-9d7d-64125e78cbe6" providerId="ADAL" clId="{74886C0F-03D9-4087-A294-D3DF6CA5BDE9}" dt="2024-08-09T02:37:49.823" v="1141" actId="1076"/>
          <ac:picMkLst>
            <pc:docMk/>
            <pc:sldMk cId="4064752386" sldId="564"/>
            <ac:picMk id="8" creationId="{E4B7BEDD-064B-3DD7-07F2-204BDEF36600}"/>
          </ac:picMkLst>
        </pc:picChg>
        <pc:picChg chg="add mod">
          <ac:chgData name="Taylor Davis" userId="5c9e72a0-c39f-4aa1-9d7d-64125e78cbe6" providerId="ADAL" clId="{74886C0F-03D9-4087-A294-D3DF6CA5BDE9}" dt="2024-08-09T02:37:52.269" v="1142" actId="1076"/>
          <ac:picMkLst>
            <pc:docMk/>
            <pc:sldMk cId="4064752386" sldId="564"/>
            <ac:picMk id="9" creationId="{38B1434E-18CA-717B-B598-EEEF87249A97}"/>
          </ac:picMkLst>
        </pc:picChg>
      </pc:sldChg>
      <pc:sldChg chg="modSp add mod">
        <pc:chgData name="Taylor Davis" userId="5c9e72a0-c39f-4aa1-9d7d-64125e78cbe6" providerId="ADAL" clId="{74886C0F-03D9-4087-A294-D3DF6CA5BDE9}" dt="2024-08-09T03:07:36.281" v="1618" actId="403"/>
        <pc:sldMkLst>
          <pc:docMk/>
          <pc:sldMk cId="0" sldId="565"/>
        </pc:sldMkLst>
        <pc:graphicFrameChg chg="mod modGraphic">
          <ac:chgData name="Taylor Davis" userId="5c9e72a0-c39f-4aa1-9d7d-64125e78cbe6" providerId="ADAL" clId="{74886C0F-03D9-4087-A294-D3DF6CA5BDE9}" dt="2024-08-09T03:07:36.281" v="1618" actId="403"/>
          <ac:graphicFrameMkLst>
            <pc:docMk/>
            <pc:sldMk cId="0" sldId="565"/>
            <ac:graphicFrameMk id="2" creationId="{00000000-0000-0000-0000-000000000000}"/>
          </ac:graphicFrameMkLst>
        </pc:graphicFrameChg>
      </pc:sldChg>
      <pc:sldChg chg="delSp new del mod">
        <pc:chgData name="Taylor Davis" userId="5c9e72a0-c39f-4aa1-9d7d-64125e78cbe6" providerId="ADAL" clId="{74886C0F-03D9-4087-A294-D3DF6CA5BDE9}" dt="2024-08-09T03:04:16.926" v="1590" actId="47"/>
        <pc:sldMkLst>
          <pc:docMk/>
          <pc:sldMk cId="108332976" sldId="565"/>
        </pc:sldMkLst>
        <pc:spChg chg="del">
          <ac:chgData name="Taylor Davis" userId="5c9e72a0-c39f-4aa1-9d7d-64125e78cbe6" providerId="ADAL" clId="{74886C0F-03D9-4087-A294-D3DF6CA5BDE9}" dt="2024-08-09T03:04:14.933" v="1589" actId="478"/>
          <ac:spMkLst>
            <pc:docMk/>
            <pc:sldMk cId="108332976" sldId="565"/>
            <ac:spMk id="2" creationId="{85FE4625-E1DF-83C9-3376-3EA9DFA1AF64}"/>
          </ac:spMkLst>
        </pc:spChg>
        <pc:spChg chg="del">
          <ac:chgData name="Taylor Davis" userId="5c9e72a0-c39f-4aa1-9d7d-64125e78cbe6" providerId="ADAL" clId="{74886C0F-03D9-4087-A294-D3DF6CA5BDE9}" dt="2024-08-09T03:04:14.933" v="1589" actId="478"/>
          <ac:spMkLst>
            <pc:docMk/>
            <pc:sldMk cId="108332976" sldId="565"/>
            <ac:spMk id="3" creationId="{6AB2B10A-A2B5-5F84-1BFE-A9C47875AEC6}"/>
          </ac:spMkLst>
        </pc:spChg>
      </pc:sldChg>
      <pc:sldChg chg="modSp add mod ord">
        <pc:chgData name="Taylor Davis" userId="5c9e72a0-c39f-4aa1-9d7d-64125e78cbe6" providerId="ADAL" clId="{74886C0F-03D9-4087-A294-D3DF6CA5BDE9}" dt="2024-08-09T03:08:30.836" v="1630" actId="3064"/>
        <pc:sldMkLst>
          <pc:docMk/>
          <pc:sldMk cId="0" sldId="566"/>
        </pc:sldMkLst>
        <pc:graphicFrameChg chg="mod modGraphic">
          <ac:chgData name="Taylor Davis" userId="5c9e72a0-c39f-4aa1-9d7d-64125e78cbe6" providerId="ADAL" clId="{74886C0F-03D9-4087-A294-D3DF6CA5BDE9}" dt="2024-08-09T03:08:30.836" v="1630" actId="3064"/>
          <ac:graphicFrameMkLst>
            <pc:docMk/>
            <pc:sldMk cId="0" sldId="566"/>
            <ac:graphicFrameMk id="2" creationId="{00000000-0000-0000-0000-000000000000}"/>
          </ac:graphicFrameMkLst>
        </pc:graphicFrameChg>
      </pc:sldChg>
      <pc:sldChg chg="add del">
        <pc:chgData name="Taylor Davis" userId="5c9e72a0-c39f-4aa1-9d7d-64125e78cbe6" providerId="ADAL" clId="{74886C0F-03D9-4087-A294-D3DF6CA5BDE9}" dt="2024-08-09T03:05:45.681" v="1601"/>
        <pc:sldMkLst>
          <pc:docMk/>
          <pc:sldMk cId="2234123587" sldId="567"/>
        </pc:sldMkLst>
      </pc:sldChg>
      <pc:sldChg chg="modSp add mod">
        <pc:chgData name="Taylor Davis" userId="5c9e72a0-c39f-4aa1-9d7d-64125e78cbe6" providerId="ADAL" clId="{74886C0F-03D9-4087-A294-D3DF6CA5BDE9}" dt="2024-08-09T03:07:18.375" v="1615" actId="3064"/>
        <pc:sldMkLst>
          <pc:docMk/>
          <pc:sldMk cId="3542569978" sldId="567"/>
        </pc:sldMkLst>
        <pc:graphicFrameChg chg="modGraphic">
          <ac:chgData name="Taylor Davis" userId="5c9e72a0-c39f-4aa1-9d7d-64125e78cbe6" providerId="ADAL" clId="{74886C0F-03D9-4087-A294-D3DF6CA5BDE9}" dt="2024-08-09T03:07:18.375" v="1615" actId="3064"/>
          <ac:graphicFrameMkLst>
            <pc:docMk/>
            <pc:sldMk cId="3542569978" sldId="567"/>
            <ac:graphicFrameMk id="2" creationId="{00000000-0000-0000-0000-000000000000}"/>
          </ac:graphicFrameMkLst>
        </pc:graphicFrameChg>
      </pc:sldChg>
      <pc:sldChg chg="modSp add mod">
        <pc:chgData name="Taylor Davis" userId="5c9e72a0-c39f-4aa1-9d7d-64125e78cbe6" providerId="ADAL" clId="{74886C0F-03D9-4087-A294-D3DF6CA5BDE9}" dt="2024-08-09T03:08:00.910" v="1623" actId="3064"/>
        <pc:sldMkLst>
          <pc:docMk/>
          <pc:sldMk cId="435691800" sldId="568"/>
        </pc:sldMkLst>
        <pc:graphicFrameChg chg="modGraphic">
          <ac:chgData name="Taylor Davis" userId="5c9e72a0-c39f-4aa1-9d7d-64125e78cbe6" providerId="ADAL" clId="{74886C0F-03D9-4087-A294-D3DF6CA5BDE9}" dt="2024-08-09T03:08:00.910" v="1623" actId="3064"/>
          <ac:graphicFrameMkLst>
            <pc:docMk/>
            <pc:sldMk cId="435691800" sldId="568"/>
            <ac:graphicFrameMk id="2" creationId="{00000000-0000-0000-0000-000000000000}"/>
          </ac:graphicFrameMkLst>
        </pc:graphicFrameChg>
      </pc:sldChg>
      <pc:sldChg chg="modSp add mod">
        <pc:chgData name="Taylor Davis" userId="5c9e72a0-c39f-4aa1-9d7d-64125e78cbe6" providerId="ADAL" clId="{74886C0F-03D9-4087-A294-D3DF6CA5BDE9}" dt="2024-08-09T03:08:47.606" v="1633" actId="403"/>
        <pc:sldMkLst>
          <pc:docMk/>
          <pc:sldMk cId="2359086428" sldId="569"/>
        </pc:sldMkLst>
        <pc:graphicFrameChg chg="modGraphic">
          <ac:chgData name="Taylor Davis" userId="5c9e72a0-c39f-4aa1-9d7d-64125e78cbe6" providerId="ADAL" clId="{74886C0F-03D9-4087-A294-D3DF6CA5BDE9}" dt="2024-08-09T03:08:47.606" v="1633" actId="403"/>
          <ac:graphicFrameMkLst>
            <pc:docMk/>
            <pc:sldMk cId="2359086428" sldId="569"/>
            <ac:graphicFrameMk id="2" creationId="{00000000-0000-0000-0000-000000000000}"/>
          </ac:graphicFrameMkLst>
        </pc:graphicFrameChg>
      </pc:sldChg>
      <pc:sldChg chg="addSp delSp modSp new mod ord modClrScheme chgLayout">
        <pc:chgData name="Taylor Davis" userId="5c9e72a0-c39f-4aa1-9d7d-64125e78cbe6" providerId="ADAL" clId="{74886C0F-03D9-4087-A294-D3DF6CA5BDE9}" dt="2024-08-09T03:23:33.949" v="2068" actId="20577"/>
        <pc:sldMkLst>
          <pc:docMk/>
          <pc:sldMk cId="1842402256" sldId="570"/>
        </pc:sldMkLst>
        <pc:spChg chg="del mod">
          <ac:chgData name="Taylor Davis" userId="5c9e72a0-c39f-4aa1-9d7d-64125e78cbe6" providerId="ADAL" clId="{74886C0F-03D9-4087-A294-D3DF6CA5BDE9}" dt="2024-08-09T03:15:15.306" v="1696" actId="478"/>
          <ac:spMkLst>
            <pc:docMk/>
            <pc:sldMk cId="1842402256" sldId="570"/>
            <ac:spMk id="2" creationId="{0E47AF31-7315-A41D-A4E8-C2E1D847E0C0}"/>
          </ac:spMkLst>
        </pc:spChg>
        <pc:spChg chg="del mod ord">
          <ac:chgData name="Taylor Davis" userId="5c9e72a0-c39f-4aa1-9d7d-64125e78cbe6" providerId="ADAL" clId="{74886C0F-03D9-4087-A294-D3DF6CA5BDE9}" dt="2024-08-09T03:19:21.224" v="1872" actId="700"/>
          <ac:spMkLst>
            <pc:docMk/>
            <pc:sldMk cId="1842402256" sldId="570"/>
            <ac:spMk id="3" creationId="{EF56F212-B8D2-DE2D-50FD-232D3A25B16A}"/>
          </ac:spMkLst>
        </pc:spChg>
        <pc:spChg chg="mod ord">
          <ac:chgData name="Taylor Davis" userId="5c9e72a0-c39f-4aa1-9d7d-64125e78cbe6" providerId="ADAL" clId="{74886C0F-03D9-4087-A294-D3DF6CA5BDE9}" dt="2024-08-09T03:19:21.224" v="1872" actId="700"/>
          <ac:spMkLst>
            <pc:docMk/>
            <pc:sldMk cId="1842402256" sldId="570"/>
            <ac:spMk id="4" creationId="{77917137-DD66-193A-F88C-AA610A095CED}"/>
          </ac:spMkLst>
        </pc:spChg>
        <pc:spChg chg="mod ord">
          <ac:chgData name="Taylor Davis" userId="5c9e72a0-c39f-4aa1-9d7d-64125e78cbe6" providerId="ADAL" clId="{74886C0F-03D9-4087-A294-D3DF6CA5BDE9}" dt="2024-08-09T03:19:21.224" v="1872" actId="700"/>
          <ac:spMkLst>
            <pc:docMk/>
            <pc:sldMk cId="1842402256" sldId="570"/>
            <ac:spMk id="5" creationId="{53428F11-1F41-A9D4-7679-FA155FE490AE}"/>
          </ac:spMkLst>
        </pc:spChg>
        <pc:spChg chg="add mod">
          <ac:chgData name="Taylor Davis" userId="5c9e72a0-c39f-4aa1-9d7d-64125e78cbe6" providerId="ADAL" clId="{74886C0F-03D9-4087-A294-D3DF6CA5BDE9}" dt="2024-08-09T03:17:42.508" v="1871" actId="20577"/>
          <ac:spMkLst>
            <pc:docMk/>
            <pc:sldMk cId="1842402256" sldId="570"/>
            <ac:spMk id="6" creationId="{2FBBD74E-42C9-33E2-9991-0B7F0AA7F1B8}"/>
          </ac:spMkLst>
        </pc:spChg>
        <pc:spChg chg="add del mod ord">
          <ac:chgData name="Taylor Davis" userId="5c9e72a0-c39f-4aa1-9d7d-64125e78cbe6" providerId="ADAL" clId="{74886C0F-03D9-4087-A294-D3DF6CA5BDE9}" dt="2024-08-09T03:19:25.417" v="1874" actId="478"/>
          <ac:spMkLst>
            <pc:docMk/>
            <pc:sldMk cId="1842402256" sldId="570"/>
            <ac:spMk id="7" creationId="{E8E33F67-20B4-F3CA-530F-D267EB23BB7F}"/>
          </ac:spMkLst>
        </pc:spChg>
        <pc:spChg chg="add del mod ord">
          <ac:chgData name="Taylor Davis" userId="5c9e72a0-c39f-4aa1-9d7d-64125e78cbe6" providerId="ADAL" clId="{74886C0F-03D9-4087-A294-D3DF6CA5BDE9}" dt="2024-08-09T03:19:43.098" v="1875" actId="478"/>
          <ac:spMkLst>
            <pc:docMk/>
            <pc:sldMk cId="1842402256" sldId="570"/>
            <ac:spMk id="8" creationId="{47BE7EBF-E0EB-0B29-45DD-09DDBE50DA2A}"/>
          </ac:spMkLst>
        </pc:spChg>
        <pc:spChg chg="add mod ord">
          <ac:chgData name="Taylor Davis" userId="5c9e72a0-c39f-4aa1-9d7d-64125e78cbe6" providerId="ADAL" clId="{74886C0F-03D9-4087-A294-D3DF6CA5BDE9}" dt="2024-08-09T03:23:22.533" v="2065" actId="20577"/>
          <ac:spMkLst>
            <pc:docMk/>
            <pc:sldMk cId="1842402256" sldId="570"/>
            <ac:spMk id="9" creationId="{CFCF19D8-545E-731D-4419-6246D4124BE3}"/>
          </ac:spMkLst>
        </pc:spChg>
        <pc:spChg chg="add del mod ord">
          <ac:chgData name="Taylor Davis" userId="5c9e72a0-c39f-4aa1-9d7d-64125e78cbe6" providerId="ADAL" clId="{74886C0F-03D9-4087-A294-D3DF6CA5BDE9}" dt="2024-08-09T03:19:43.098" v="1875" actId="478"/>
          <ac:spMkLst>
            <pc:docMk/>
            <pc:sldMk cId="1842402256" sldId="570"/>
            <ac:spMk id="10" creationId="{864530DB-A892-3116-FC03-D15DCB843009}"/>
          </ac:spMkLst>
        </pc:spChg>
        <pc:spChg chg="add mod ord">
          <ac:chgData name="Taylor Davis" userId="5c9e72a0-c39f-4aa1-9d7d-64125e78cbe6" providerId="ADAL" clId="{74886C0F-03D9-4087-A294-D3DF6CA5BDE9}" dt="2024-08-09T03:23:33.949" v="2068" actId="20577"/>
          <ac:spMkLst>
            <pc:docMk/>
            <pc:sldMk cId="1842402256" sldId="570"/>
            <ac:spMk id="11" creationId="{0F9E9F57-CB23-0765-EE62-18D1ECBC53D0}"/>
          </ac:spMkLst>
        </pc:spChg>
        <pc:picChg chg="add mod">
          <ac:chgData name="Taylor Davis" userId="5c9e72a0-c39f-4aa1-9d7d-64125e78cbe6" providerId="ADAL" clId="{74886C0F-03D9-4087-A294-D3DF6CA5BDE9}" dt="2024-08-09T03:20:08.667" v="1879" actId="1076"/>
          <ac:picMkLst>
            <pc:docMk/>
            <pc:sldMk cId="1842402256" sldId="570"/>
            <ac:picMk id="12" creationId="{E724960C-5080-D6D2-E7ED-74E7CA8EF153}"/>
          </ac:picMkLst>
        </pc:picChg>
        <pc:picChg chg="add mod">
          <ac:chgData name="Taylor Davis" userId="5c9e72a0-c39f-4aa1-9d7d-64125e78cbe6" providerId="ADAL" clId="{74886C0F-03D9-4087-A294-D3DF6CA5BDE9}" dt="2024-08-09T03:20:04.069" v="1878" actId="1076"/>
          <ac:picMkLst>
            <pc:docMk/>
            <pc:sldMk cId="1842402256" sldId="570"/>
            <ac:picMk id="13" creationId="{D1D74D0C-8180-2A7D-8A9D-DD5BC998B3D0}"/>
          </ac:picMkLst>
        </pc:picChg>
      </pc:sldChg>
      <pc:sldChg chg="modSp add mod">
        <pc:chgData name="Taylor Davis" userId="5c9e72a0-c39f-4aa1-9d7d-64125e78cbe6" providerId="ADAL" clId="{74886C0F-03D9-4087-A294-D3DF6CA5BDE9}" dt="2024-08-09T20:15:45.596" v="2138" actId="20577"/>
        <pc:sldMkLst>
          <pc:docMk/>
          <pc:sldMk cId="1535826626" sldId="571"/>
        </pc:sldMkLst>
        <pc:spChg chg="mod">
          <ac:chgData name="Taylor Davis" userId="5c9e72a0-c39f-4aa1-9d7d-64125e78cbe6" providerId="ADAL" clId="{74886C0F-03D9-4087-A294-D3DF6CA5BDE9}" dt="2024-08-09T20:15:45.596" v="2138" actId="20577"/>
          <ac:spMkLst>
            <pc:docMk/>
            <pc:sldMk cId="1535826626" sldId="571"/>
            <ac:spMk id="2" creationId="{7B4D036B-CF91-40EF-88B5-63D0260D0147}"/>
          </ac:spMkLst>
        </pc:spChg>
      </pc:sldChg>
      <pc:sldChg chg="add del">
        <pc:chgData name="Taylor Davis" userId="5c9e72a0-c39f-4aa1-9d7d-64125e78cbe6" providerId="ADAL" clId="{74886C0F-03D9-4087-A294-D3DF6CA5BDE9}" dt="2024-08-09T05:07:11.613" v="2072" actId="47"/>
        <pc:sldMkLst>
          <pc:docMk/>
          <pc:sldMk cId="2096702648" sldId="571"/>
        </pc:sldMkLst>
      </pc:sldChg>
      <pc:sldChg chg="modSp add mod">
        <pc:chgData name="Taylor Davis" userId="5c9e72a0-c39f-4aa1-9d7d-64125e78cbe6" providerId="ADAL" clId="{74886C0F-03D9-4087-A294-D3DF6CA5BDE9}" dt="2024-08-09T20:22:39.840" v="2143" actId="20577"/>
        <pc:sldMkLst>
          <pc:docMk/>
          <pc:sldMk cId="2368596866" sldId="572"/>
        </pc:sldMkLst>
        <pc:spChg chg="mod">
          <ac:chgData name="Taylor Davis" userId="5c9e72a0-c39f-4aa1-9d7d-64125e78cbe6" providerId="ADAL" clId="{74886C0F-03D9-4087-A294-D3DF6CA5BDE9}" dt="2024-08-09T20:22:39.840" v="2143" actId="20577"/>
          <ac:spMkLst>
            <pc:docMk/>
            <pc:sldMk cId="2368596866" sldId="572"/>
            <ac:spMk id="17" creationId="{7679934B-C66F-3B45-7008-601AE76CFD06}"/>
          </ac:spMkLst>
        </pc:spChg>
      </pc:sldChg>
      <pc:sldChg chg="add">
        <pc:chgData name="Taylor Davis" userId="5c9e72a0-c39f-4aa1-9d7d-64125e78cbe6" providerId="ADAL" clId="{74886C0F-03D9-4087-A294-D3DF6CA5BDE9}" dt="2024-08-09T20:07:20.067" v="2096"/>
        <pc:sldMkLst>
          <pc:docMk/>
          <pc:sldMk cId="543631290" sldId="578"/>
        </pc:sldMkLst>
      </pc:sldChg>
      <pc:sldChg chg="add">
        <pc:chgData name="Taylor Davis" userId="5c9e72a0-c39f-4aa1-9d7d-64125e78cbe6" providerId="ADAL" clId="{74886C0F-03D9-4087-A294-D3DF6CA5BDE9}" dt="2024-08-09T20:09:14.900" v="2099"/>
        <pc:sldMkLst>
          <pc:docMk/>
          <pc:sldMk cId="195205282" sldId="579"/>
        </pc:sldMkLst>
      </pc:sldChg>
      <pc:sldMasterChg chg="del delSldLayout">
        <pc:chgData name="Taylor Davis" userId="5c9e72a0-c39f-4aa1-9d7d-64125e78cbe6" providerId="ADAL" clId="{74886C0F-03D9-4087-A294-D3DF6CA5BDE9}" dt="2024-08-08T23:06:28.254" v="63" actId="47"/>
        <pc:sldMasterMkLst>
          <pc:docMk/>
          <pc:sldMasterMk cId="1538378443" sldId="2147483768"/>
        </pc:sldMasterMkLst>
        <pc:sldLayoutChg chg="del">
          <pc:chgData name="Taylor Davis" userId="5c9e72a0-c39f-4aa1-9d7d-64125e78cbe6" providerId="ADAL" clId="{74886C0F-03D9-4087-A294-D3DF6CA5BDE9}" dt="2024-08-08T23:06:28.254" v="63" actId="47"/>
          <pc:sldLayoutMkLst>
            <pc:docMk/>
            <pc:sldMasterMk cId="1538378443" sldId="2147483768"/>
            <pc:sldLayoutMk cId="1576444943" sldId="2147483769"/>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2437030360" sldId="2147483770"/>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1875058076" sldId="2147483771"/>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1927393909" sldId="2147483772"/>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2745093293" sldId="2147483773"/>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3431104057" sldId="2147483774"/>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1245249980" sldId="2147483775"/>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3334929237" sldId="2147483776"/>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1735123783" sldId="2147483777"/>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2072865952" sldId="2147483778"/>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190644878" sldId="2147483779"/>
          </pc:sldLayoutMkLst>
        </pc:sldLayoutChg>
        <pc:sldLayoutChg chg="del">
          <pc:chgData name="Taylor Davis" userId="5c9e72a0-c39f-4aa1-9d7d-64125e78cbe6" providerId="ADAL" clId="{74886C0F-03D9-4087-A294-D3DF6CA5BDE9}" dt="2024-08-08T23:06:28.254" v="63" actId="47"/>
          <pc:sldLayoutMkLst>
            <pc:docMk/>
            <pc:sldMasterMk cId="1538378443" sldId="2147483768"/>
            <pc:sldLayoutMk cId="2181251457" sldId="2147483780"/>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21.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Carilion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Carilion’s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Carilion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Carilion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Carilion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Carilion’s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8/9/2024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8/9/2024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8/9/2024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8/9/2024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8/9/2024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8/9/2024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8/9/2024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9.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9.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image" Target="../media/image47.svg"/><Relationship Id="rId11" Type="http://schemas.openxmlformats.org/officeDocument/2006/relationships/image" Target="../media/image42.pn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August 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 name="Picture 2" descr="2023 NCC Award Winner: Carilion Roanoke Memorial Hospital - BCEN">
            <a:extLst>
              <a:ext uri="{FF2B5EF4-FFF2-40B4-BE49-F238E27FC236}">
                <a16:creationId xmlns:a16="http://schemas.microsoft.com/office/drawing/2014/main" id="{4702B835-52ED-39D9-75FD-BBFA5B353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3059" y="762788"/>
            <a:ext cx="2424908" cy="81809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ow Roanoke-Based Carilion Clinic Tackles Community Health">
            <a:extLst>
              <a:ext uri="{FF2B5EF4-FFF2-40B4-BE49-F238E27FC236}">
                <a16:creationId xmlns:a16="http://schemas.microsoft.com/office/drawing/2014/main" id="{52977739-39FE-1109-05E2-F40A14345C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868" b="18489"/>
          <a:stretch/>
        </p:blipFill>
        <p:spPr bwMode="auto">
          <a:xfrm>
            <a:off x="981074" y="1799771"/>
            <a:ext cx="11210925" cy="505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2" descr="2023 NCC Award Winner: Carilion Roanoke Memorial Hospital - BCEN">
            <a:extLst>
              <a:ext uri="{FF2B5EF4-FFF2-40B4-BE49-F238E27FC236}">
                <a16:creationId xmlns:a16="http://schemas.microsoft.com/office/drawing/2014/main" id="{4025CA84-96A7-8CD9-EA89-011737238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948" y="319921"/>
            <a:ext cx="2424908" cy="818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54A4E41-B7F3-7FC8-9B50-31C47A79066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82201" y="217255"/>
            <a:ext cx="1807318" cy="1023421"/>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Carilion Clinic and Centra</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4</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740621" y="3205513"/>
            <a:ext cx="10705161" cy="1895904"/>
            <a:chOff x="539823" y="2622568"/>
            <a:chExt cx="3840480" cy="1895904"/>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1895904"/>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t>Carilion Clinic and Centra Health are clear quality and access leaders in the Lynchburg and Roanoke areas. This plan will sell. </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1742015"/>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(percent of care going to tier-1 Carilion Clinic and Centra Health vs. competitors). </a:t>
              </a:r>
            </a:p>
          </p:txBody>
        </p:sp>
      </p:grpSp>
      <p:cxnSp>
        <p:nvCxnSpPr>
          <p:cNvPr id="14"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1535826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~$.73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~$.44 of profit</a:t>
            </a:r>
          </a:p>
        </p:txBody>
      </p:sp>
      <p:pic>
        <p:nvPicPr>
          <p:cNvPr id="3" name="Picture 2" descr="2023 NCC Award Winner: Carilion Roanoke Memorial Hospital - BCEN">
            <a:extLst>
              <a:ext uri="{FF2B5EF4-FFF2-40B4-BE49-F238E27FC236}">
                <a16:creationId xmlns:a16="http://schemas.microsoft.com/office/drawing/2014/main" id="{13892008-615C-6402-6A47-49C39A801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6729" y="301960"/>
            <a:ext cx="2759896" cy="9311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50FCAC-9C13-273E-39EE-A8CC057895F4}"/>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Carilion Clinic</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nvGraphicFramePr>
        <p:xfrm>
          <a:off x="4889297" y="2140949"/>
          <a:ext cx="6949427" cy="3542506"/>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Commercial Employers Headquartered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Employees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10,275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14,300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26,250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21,900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55,100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Members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16,440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12,960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15,360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22,400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22,880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51,360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67,200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88,160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Roanoke and Lynchburg Hospital Referral Regions*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D559771-FFA2-8422-2FBC-334EBEE63AE1}"/>
              </a:ext>
            </a:extLst>
          </p:cNvPr>
          <p:cNvPicPr>
            <a:picLocks noChangeAspect="1"/>
          </p:cNvPicPr>
          <p:nvPr/>
        </p:nvPicPr>
        <p:blipFill>
          <a:blip r:embed="rId2"/>
          <a:stretch>
            <a:fillRect/>
          </a:stretch>
        </p:blipFill>
        <p:spPr>
          <a:xfrm>
            <a:off x="-10805" y="3065951"/>
            <a:ext cx="4567666" cy="2270653"/>
          </a:xfrm>
          <a:prstGeom prst="rect">
            <a:avLst/>
          </a:prstGeom>
        </p:spPr>
      </p:pic>
      <p:sp>
        <p:nvSpPr>
          <p:cNvPr id="14" name="TextBox 13">
            <a:extLst>
              <a:ext uri="{FF2B5EF4-FFF2-40B4-BE49-F238E27FC236}">
                <a16:creationId xmlns:a16="http://schemas.microsoft.com/office/drawing/2014/main" id="{4A943FBC-F646-4D8D-7012-9A24D6FF5E84}"/>
              </a:ext>
            </a:extLst>
          </p:cNvPr>
          <p:cNvSpPr txBox="1"/>
          <p:nvPr/>
        </p:nvSpPr>
        <p:spPr>
          <a:xfrm>
            <a:off x="521110" y="5888661"/>
            <a:ext cx="5407742" cy="938719"/>
          </a:xfrm>
          <a:prstGeom prst="rect">
            <a:avLst/>
          </a:prstGeom>
          <a:noFill/>
        </p:spPr>
        <p:txBody>
          <a:bodyPr wrap="square">
            <a:spAutoFit/>
          </a:bodyPr>
          <a:lstStyle/>
          <a:p>
            <a:endParaRPr lang="en-US" sz="1100" dirty="0"/>
          </a:p>
          <a:p>
            <a:r>
              <a:rPr lang="en-US" sz="1100" dirty="0"/>
              <a:t>*Hospital Referral Regions (HRRs) are geographic regions in the U.S. that define healthcare markets based on patient referral patterns for major cardiovascular and neurosurgery procedures, created by the Dartmouth Atlas of Health Care.</a:t>
            </a:r>
          </a:p>
          <a:p>
            <a:endParaRPr lang="en-US" sz="1100" dirty="0"/>
          </a:p>
        </p:txBody>
      </p:sp>
      <p:sp>
        <p:nvSpPr>
          <p:cNvPr id="17" name="TextBox 16">
            <a:extLst>
              <a:ext uri="{FF2B5EF4-FFF2-40B4-BE49-F238E27FC236}">
                <a16:creationId xmlns:a16="http://schemas.microsoft.com/office/drawing/2014/main" id="{7679934B-C66F-3B45-7008-601AE76CFD06}"/>
              </a:ext>
            </a:extLst>
          </p:cNvPr>
          <p:cNvSpPr txBox="1"/>
          <p:nvPr/>
        </p:nvSpPr>
        <p:spPr>
          <a:xfrm>
            <a:off x="6376217" y="6059880"/>
            <a:ext cx="5815783" cy="430887"/>
          </a:xfrm>
          <a:prstGeom prst="rect">
            <a:avLst/>
          </a:prstGeom>
          <a:noFill/>
        </p:spPr>
        <p:txBody>
          <a:bodyPr wrap="square">
            <a:spAutoFit/>
          </a:bodyPr>
          <a:lstStyle/>
          <a:p>
            <a:r>
              <a:rPr lang="en-US" sz="1100" dirty="0"/>
              <a:t>Centra Southside Community Hospital is not included, as it is a smaller hospital in a separate Hospital Referral Region, and its isolated location will not contribute to DTE growth in that region.</a:t>
            </a:r>
          </a:p>
        </p:txBody>
      </p:sp>
      <p:pic>
        <p:nvPicPr>
          <p:cNvPr id="5" name="Picture 4">
            <a:extLst>
              <a:ext uri="{FF2B5EF4-FFF2-40B4-BE49-F238E27FC236}">
                <a16:creationId xmlns:a16="http://schemas.microsoft.com/office/drawing/2014/main" id="{C438FFB0-AF4E-9D86-DD3E-E182343B41AE}"/>
              </a:ext>
            </a:extLst>
          </p:cNvPr>
          <p:cNvPicPr>
            <a:picLocks noChangeAspect="1"/>
          </p:cNvPicPr>
          <p:nvPr/>
        </p:nvPicPr>
        <p:blipFill rotWithShape="1">
          <a:blip r:embed="rId3"/>
          <a:srcRect t="7041"/>
          <a:stretch/>
        </p:blipFill>
        <p:spPr>
          <a:xfrm>
            <a:off x="196088" y="3121819"/>
            <a:ext cx="1152525" cy="734916"/>
          </a:xfrm>
          <a:prstGeom prst="rect">
            <a:avLst/>
          </a:prstGeom>
        </p:spPr>
      </p:pic>
    </p:spTree>
    <p:extLst>
      <p:ext uri="{BB962C8B-B14F-4D97-AF65-F5344CB8AC3E}">
        <p14:creationId xmlns:p14="http://schemas.microsoft.com/office/powerpoint/2010/main" val="236859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8</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t>KBA currently estimates that Carilion Clinic has 46% inpatient market share, and 18% outpatient market compared to hospitals/clinics in the Lynchburg and Roanoke hospital referral regions. Based on other DTE networks and Centra Health being Tier 1, we expect steerage to be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072730" cy="369332"/>
          </a:xfrm>
          <a:prstGeom prst="rect">
            <a:avLst/>
          </a:prstGeom>
          <a:noFill/>
        </p:spPr>
        <p:txBody>
          <a:bodyPr wrap="none" rtlCol="0">
            <a:spAutoFit/>
          </a:bodyPr>
          <a:lstStyle/>
          <a:p>
            <a:r>
              <a:rPr lang="en-US" dirty="0"/>
              <a:t>53%/49%</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072730" cy="369332"/>
          </a:xfrm>
          <a:prstGeom prst="rect">
            <a:avLst/>
          </a:prstGeom>
          <a:noFill/>
        </p:spPr>
        <p:txBody>
          <a:bodyPr wrap="none" rtlCol="0">
            <a:spAutoFit/>
          </a:bodyPr>
          <a:lstStyle/>
          <a:p>
            <a:r>
              <a:rPr lang="en-US" dirty="0"/>
              <a:t>57%/52%</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072730" cy="369332"/>
          </a:xfrm>
          <a:prstGeom prst="rect">
            <a:avLst/>
          </a:prstGeom>
          <a:noFill/>
        </p:spPr>
        <p:txBody>
          <a:bodyPr wrap="none" rtlCol="0">
            <a:spAutoFit/>
          </a:bodyPr>
          <a:lstStyle/>
          <a:p>
            <a:r>
              <a:rPr lang="en-US" dirty="0"/>
              <a:t>60%/55%</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t>KBA observes a Carilion 44% commercial margin. Conservatively, we model the DTE to be 5% below commercial (10 percentage-point price reduction with a 5 percentage-point price increase from easier billing):</a:t>
            </a: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659946" y="5559601"/>
            <a:ext cx="583814" cy="369332"/>
          </a:xfrm>
          <a:prstGeom prst="rect">
            <a:avLst/>
          </a:prstGeom>
          <a:noFill/>
        </p:spPr>
        <p:txBody>
          <a:bodyPr wrap="none" rtlCol="0">
            <a:spAutoFit/>
          </a:bodyPr>
          <a:lstStyle/>
          <a:p>
            <a:r>
              <a:rPr lang="en-US" dirty="0"/>
              <a:t>25%</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80061" y="5571573"/>
            <a:ext cx="583814" cy="369332"/>
          </a:xfrm>
          <a:prstGeom prst="rect">
            <a:avLst/>
          </a:prstGeom>
          <a:noFill/>
        </p:spPr>
        <p:txBody>
          <a:bodyPr wrap="none" rtlCol="0">
            <a:spAutoFit/>
          </a:bodyPr>
          <a:lstStyle/>
          <a:p>
            <a:r>
              <a:rPr lang="en-US" dirty="0"/>
              <a:t>33%</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389339" y="5571573"/>
            <a:ext cx="583814" cy="369332"/>
          </a:xfrm>
          <a:prstGeom prst="rect">
            <a:avLst/>
          </a:prstGeom>
          <a:noFill/>
        </p:spPr>
        <p:txBody>
          <a:bodyPr wrap="none" rtlCol="0">
            <a:spAutoFit/>
          </a:bodyPr>
          <a:lstStyle/>
          <a:p>
            <a:r>
              <a:rPr lang="en-US" dirty="0"/>
              <a:t>39%</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41" name="Content Placeholder 40" descr="A graph with lines and numbers&#10;&#10;Description automatically generated">
            <a:extLst>
              <a:ext uri="{FF2B5EF4-FFF2-40B4-BE49-F238E27FC236}">
                <a16:creationId xmlns:a16="http://schemas.microsoft.com/office/drawing/2014/main" id="{FC19FEA2-3F67-BDE0-5916-619DB6B887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3616" y="1811084"/>
            <a:ext cx="6216197" cy="4351338"/>
          </a:xfrm>
        </p:spPr>
      </p:pic>
    </p:spTree>
    <p:extLst>
      <p:ext uri="{BB962C8B-B14F-4D97-AF65-F5344CB8AC3E}">
        <p14:creationId xmlns:p14="http://schemas.microsoft.com/office/powerpoint/2010/main" val="3470905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13" name="Picture 12" descr="A graph with a blue line&#10;&#10;Description automatically generated">
            <a:extLst>
              <a:ext uri="{FF2B5EF4-FFF2-40B4-BE49-F238E27FC236}">
                <a16:creationId xmlns:a16="http://schemas.microsoft.com/office/drawing/2014/main" id="{A72FF743-3300-9475-A54D-0D949C3CB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9238" y="1629"/>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2023 NCC Award Winner: Carilion Roanoke Memorial Hospital - BCEN">
            <a:extLst>
              <a:ext uri="{FF2B5EF4-FFF2-40B4-BE49-F238E27FC236}">
                <a16:creationId xmlns:a16="http://schemas.microsoft.com/office/drawing/2014/main" id="{B08B10DC-F5C8-9B5B-80DC-7BCA8F1BA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335" y="2221576"/>
            <a:ext cx="2957804" cy="9978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46A745F-B2A1-5A74-2F25-E1E3151CF13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718007" y="3709339"/>
            <a:ext cx="2596818" cy="147048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DE28063-ACC1-5927-4B16-27C42FEFE195}"/>
              </a:ext>
            </a:extLst>
          </p:cNvPr>
          <p:cNvGraphicFramePr>
            <a:graphicFrameLocks noGrp="1"/>
          </p:cNvGraphicFramePr>
          <p:nvPr>
            <p:ph idx="1"/>
            <p:extLst>
              <p:ext uri="{D42A27DB-BD31-4B8C-83A1-F6EECF244321}">
                <p14:modId xmlns:p14="http://schemas.microsoft.com/office/powerpoint/2010/main" val="2385858498"/>
              </p:ext>
            </p:extLst>
          </p:nvPr>
        </p:nvGraphicFramePr>
        <p:xfrm>
          <a:off x="3576792" y="1602861"/>
          <a:ext cx="8434412" cy="4357694"/>
        </p:xfrm>
        <a:graphic>
          <a:graphicData uri="http://schemas.openxmlformats.org/drawingml/2006/table">
            <a:tbl>
              <a:tblPr/>
              <a:tblGrid>
                <a:gridCol w="2975105">
                  <a:extLst>
                    <a:ext uri="{9D8B030D-6E8A-4147-A177-3AD203B41FA5}">
                      <a16:colId xmlns:a16="http://schemas.microsoft.com/office/drawing/2014/main" val="547557959"/>
                    </a:ext>
                  </a:extLst>
                </a:gridCol>
                <a:gridCol w="525117">
                  <a:extLst>
                    <a:ext uri="{9D8B030D-6E8A-4147-A177-3AD203B41FA5}">
                      <a16:colId xmlns:a16="http://schemas.microsoft.com/office/drawing/2014/main" val="2802026810"/>
                    </a:ext>
                  </a:extLst>
                </a:gridCol>
                <a:gridCol w="1363282">
                  <a:extLst>
                    <a:ext uri="{9D8B030D-6E8A-4147-A177-3AD203B41FA5}">
                      <a16:colId xmlns:a16="http://schemas.microsoft.com/office/drawing/2014/main" val="3605343309"/>
                    </a:ext>
                  </a:extLst>
                </a:gridCol>
                <a:gridCol w="858363">
                  <a:extLst>
                    <a:ext uri="{9D8B030D-6E8A-4147-A177-3AD203B41FA5}">
                      <a16:colId xmlns:a16="http://schemas.microsoft.com/office/drawing/2014/main" val="2052090602"/>
                    </a:ext>
                  </a:extLst>
                </a:gridCol>
                <a:gridCol w="838165">
                  <a:extLst>
                    <a:ext uri="{9D8B030D-6E8A-4147-A177-3AD203B41FA5}">
                      <a16:colId xmlns:a16="http://schemas.microsoft.com/office/drawing/2014/main" val="1531687483"/>
                    </a:ext>
                  </a:extLst>
                </a:gridCol>
                <a:gridCol w="1059789">
                  <a:extLst>
                    <a:ext uri="{9D8B030D-6E8A-4147-A177-3AD203B41FA5}">
                      <a16:colId xmlns:a16="http://schemas.microsoft.com/office/drawing/2014/main" val="3458614226"/>
                    </a:ext>
                  </a:extLst>
                </a:gridCol>
                <a:gridCol w="814591">
                  <a:extLst>
                    <a:ext uri="{9D8B030D-6E8A-4147-A177-3AD203B41FA5}">
                      <a16:colId xmlns:a16="http://schemas.microsoft.com/office/drawing/2014/main" val="4099265886"/>
                    </a:ext>
                  </a:extLst>
                </a:gridCol>
              </a:tblGrid>
              <a:tr h="997004">
                <a:tc>
                  <a:txBody>
                    <a:bodyPr/>
                    <a:lstStyle/>
                    <a:p>
                      <a:pPr algn="l" fontAlgn="b"/>
                      <a:r>
                        <a:rPr lang="en-US" sz="1200" b="0" i="0" u="none" strike="noStrike" dirty="0">
                          <a:solidFill>
                            <a:schemeClr val="bg1"/>
                          </a:solidFill>
                          <a:effectLst/>
                          <a:latin typeface="Aptos Narrow" panose="020B0004020202020204" pitchFamily="34" charset="0"/>
                        </a:rPr>
                        <a:t>Hospital Name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Total Beds</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HCAHPS Recommendation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CMS Stars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Mortality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Readmission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Key Benefits Brand Quality Estimate</a:t>
                      </a:r>
                    </a:p>
                  </a:txBody>
                  <a:tcPr marL="9525" marR="9525" marT="9525" marB="0" anchor="b">
                    <a:lnL>
                      <a:noFill/>
                    </a:lnL>
                    <a:lnR>
                      <a:noFill/>
                    </a:lnR>
                    <a:lnT>
                      <a:noFill/>
                    </a:lnT>
                    <a:lnB>
                      <a:noFill/>
                    </a:lnB>
                    <a:solidFill>
                      <a:srgbClr val="30589B"/>
                    </a:solidFill>
                  </a:tcPr>
                </a:tc>
                <a:extLst>
                  <a:ext uri="{0D108BD9-81ED-4DB2-BD59-A6C34878D82A}">
                    <a16:rowId xmlns:a16="http://schemas.microsoft.com/office/drawing/2014/main" val="1688547837"/>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Franklin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37</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C"/>
                          </a:highlight>
                          <a:latin typeface="Aptos Narrow" panose="020B0004020202020204" pitchFamily="34" charset="0"/>
                        </a:rPr>
                        <a:t>63</a:t>
                      </a:r>
                    </a:p>
                  </a:txBody>
                  <a:tcPr marL="9525" marR="9525" marT="9525" marB="0" anchor="b">
                    <a:lnL>
                      <a:noFill/>
                    </a:lnL>
                    <a:lnR>
                      <a:noFill/>
                    </a:lnR>
                    <a:lnT>
                      <a:noFill/>
                    </a:lnT>
                    <a:lnB>
                      <a:noFill/>
                    </a:lnB>
                    <a:solidFill>
                      <a:srgbClr val="9CD6AC"/>
                    </a:solidFill>
                  </a:tcPr>
                </a:tc>
                <a:tc>
                  <a:txBody>
                    <a:bodyPr/>
                    <a:lstStyle/>
                    <a:p>
                      <a:pPr algn="ctr" fontAlgn="b"/>
                      <a:r>
                        <a:rPr lang="en-US" sz="1200" b="0" i="0" u="none" strike="noStrike">
                          <a:solidFill>
                            <a:srgbClr val="000000"/>
                          </a:solidFill>
                          <a:effectLst/>
                          <a:highlight>
                            <a:srgbClr val="7AC88F"/>
                          </a:highlight>
                          <a:latin typeface="Aptos Narrow" panose="020B0004020202020204" pitchFamily="34" charset="0"/>
                        </a:rPr>
                        <a:t>85</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741564775"/>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Giles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tc>
                  <a:txBody>
                    <a:bodyPr/>
                    <a:lstStyle/>
                    <a:p>
                      <a:pPr algn="ctr" fontAlgn="b"/>
                      <a:r>
                        <a:rPr lang="en-US" sz="1200" b="0" i="0" u="none" strike="noStrike" dirty="0">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23794184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Welch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49</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5CC99"/>
                          </a:highlight>
                          <a:latin typeface="Aptos Narrow" panose="020B0004020202020204" pitchFamily="34" charset="0"/>
                        </a:rPr>
                        <a:t>78</a:t>
                      </a:r>
                    </a:p>
                  </a:txBody>
                  <a:tcPr marL="9525" marR="9525" marT="9525" marB="0" anchor="b">
                    <a:lnL>
                      <a:noFill/>
                    </a:lnL>
                    <a:lnR>
                      <a:noFill/>
                    </a:lnR>
                    <a:lnT>
                      <a:noFill/>
                    </a:lnT>
                    <a:lnB>
                      <a:noFill/>
                    </a:lnB>
                    <a:solidFill>
                      <a:srgbClr val="85CC99"/>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7DAB6"/>
                          </a:highlight>
                          <a:latin typeface="Aptos Narrow" panose="020B0004020202020204" pitchFamily="34" charset="0"/>
                        </a:rPr>
                        <a:t>56</a:t>
                      </a:r>
                    </a:p>
                  </a:txBody>
                  <a:tcPr marL="9525" marR="9525" marT="9525" marB="0" anchor="b">
                    <a:lnL>
                      <a:noFill/>
                    </a:lnL>
                    <a:lnR>
                      <a:noFill/>
                    </a:lnR>
                    <a:lnT>
                      <a:noFill/>
                    </a:lnT>
                    <a:lnB>
                      <a:noFill/>
                    </a:lnB>
                    <a:solidFill>
                      <a:srgbClr val="A7DAB6"/>
                    </a:solidFill>
                  </a:tcPr>
                </a:tc>
                <a:tc>
                  <a:txBody>
                    <a:bodyPr/>
                    <a:lstStyle/>
                    <a:p>
                      <a:pPr algn="ctr" fontAlgn="b"/>
                      <a:r>
                        <a:rPr lang="en-US" sz="1200" b="0" i="0" u="none" strike="noStrike">
                          <a:solidFill>
                            <a:srgbClr val="000000"/>
                          </a:solidFill>
                          <a:effectLst/>
                          <a:highlight>
                            <a:srgbClr val="C2E5CD"/>
                          </a:highlight>
                          <a:latin typeface="Aptos Narrow" panose="020B0004020202020204" pitchFamily="34" charset="0"/>
                        </a:rPr>
                        <a:t>39</a:t>
                      </a:r>
                    </a:p>
                  </a:txBody>
                  <a:tcPr marL="9525" marR="9525" marT="9525" marB="0" anchor="b">
                    <a:lnL>
                      <a:noFill/>
                    </a:lnL>
                    <a:lnR>
                      <a:noFill/>
                    </a:lnR>
                    <a:lnT>
                      <a:noFill/>
                    </a:lnT>
                    <a:lnB>
                      <a:noFill/>
                    </a:lnB>
                    <a:solidFill>
                      <a:srgbClr val="C2E5CD"/>
                    </a:solidFill>
                  </a:tcPr>
                </a:tc>
                <a:tc>
                  <a:txBody>
                    <a:bodyPr/>
                    <a:lstStyle/>
                    <a:p>
                      <a:pPr algn="ctr" fontAlgn="b"/>
                      <a:r>
                        <a:rPr lang="en-US" sz="1200" b="0" i="0" u="none" strike="noStrike">
                          <a:solidFill>
                            <a:srgbClr val="000000"/>
                          </a:solidFill>
                          <a:effectLst/>
                          <a:highlight>
                            <a:srgbClr val="92D1A4"/>
                          </a:highlight>
                          <a:latin typeface="Aptos Narrow" panose="020B0004020202020204" pitchFamily="34" charset="0"/>
                        </a:rPr>
                        <a:t>70</a:t>
                      </a:r>
                    </a:p>
                  </a:txBody>
                  <a:tcPr marL="9525" marR="9525" marT="9525" marB="0" anchor="b">
                    <a:lnL>
                      <a:noFill/>
                    </a:lnL>
                    <a:lnR>
                      <a:noFill/>
                    </a:lnR>
                    <a:lnT>
                      <a:noFill/>
                    </a:lnT>
                    <a:lnB>
                      <a:noFill/>
                    </a:lnB>
                    <a:solidFill>
                      <a:srgbClr val="92D1A4"/>
                    </a:solidFill>
                  </a:tcPr>
                </a:tc>
                <a:extLst>
                  <a:ext uri="{0D108BD9-81ED-4DB2-BD59-A6C34878D82A}">
                    <a16:rowId xmlns:a16="http://schemas.microsoft.com/office/drawing/2014/main" val="1086663871"/>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Bedford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34</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5D2A6"/>
                          </a:highlight>
                          <a:latin typeface="Aptos Narrow" panose="020B0004020202020204" pitchFamily="34" charset="0"/>
                        </a:rPr>
                        <a:t>68</a:t>
                      </a:r>
                    </a:p>
                  </a:txBody>
                  <a:tcPr marL="9525" marR="9525" marT="9525" marB="0" anchor="b">
                    <a:lnL>
                      <a:noFill/>
                    </a:lnL>
                    <a:lnR>
                      <a:noFill/>
                    </a:lnR>
                    <a:lnT>
                      <a:noFill/>
                    </a:lnT>
                    <a:lnB>
                      <a:noFill/>
                    </a:lnB>
                    <a:solidFill>
                      <a:srgbClr val="95D2A6"/>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dirty="0">
                          <a:solidFill>
                            <a:srgbClr val="000000"/>
                          </a:solidFill>
                          <a:effectLst/>
                          <a:highlight>
                            <a:srgbClr val="9ED6AE"/>
                          </a:highlight>
                          <a:latin typeface="Aptos Narrow" panose="020B0004020202020204" pitchFamily="34" charset="0"/>
                        </a:rPr>
                        <a:t>62</a:t>
                      </a:r>
                    </a:p>
                  </a:txBody>
                  <a:tcPr marL="9525" marR="9525" marT="9525" marB="0" anchor="b">
                    <a:lnL>
                      <a:noFill/>
                    </a:lnL>
                    <a:lnR>
                      <a:noFill/>
                    </a:lnR>
                    <a:lnT>
                      <a:noFill/>
                    </a:lnT>
                    <a:lnB>
                      <a:noFill/>
                    </a:lnB>
                    <a:solidFill>
                      <a:srgbClr val="9ED6AE"/>
                    </a:solidFill>
                  </a:tcPr>
                </a:tc>
                <a:tc>
                  <a:txBody>
                    <a:bodyPr/>
                    <a:lstStyle/>
                    <a:p>
                      <a:pPr algn="ctr" fontAlgn="b"/>
                      <a:r>
                        <a:rPr lang="en-US" sz="1200" b="0" i="0" u="none" strike="noStrike">
                          <a:solidFill>
                            <a:srgbClr val="000000"/>
                          </a:solidFill>
                          <a:effectLst/>
                          <a:highlight>
                            <a:srgbClr val="94D2A5"/>
                          </a:highlight>
                          <a:latin typeface="Aptos Narrow" panose="020B0004020202020204" pitchFamily="34" charset="0"/>
                        </a:rPr>
                        <a:t>69</a:t>
                      </a:r>
                    </a:p>
                  </a:txBody>
                  <a:tcPr marL="9525" marR="9525" marT="9525" marB="0" anchor="b">
                    <a:lnL>
                      <a:noFill/>
                    </a:lnL>
                    <a:lnR>
                      <a:noFill/>
                    </a:lnR>
                    <a:lnT>
                      <a:noFill/>
                    </a:lnT>
                    <a:lnB>
                      <a:noFill/>
                    </a:lnB>
                    <a:solidFill>
                      <a:srgbClr val="94D2A5"/>
                    </a:solidFill>
                  </a:tcPr>
                </a:tc>
                <a:tc>
                  <a:txBody>
                    <a:bodyPr/>
                    <a:lstStyle/>
                    <a:p>
                      <a:pPr algn="ctr" fontAlgn="b"/>
                      <a:r>
                        <a:rPr lang="en-US" sz="1200" b="0" i="0" u="none" strike="noStrike">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93910452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Montgomery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FD0A1"/>
                          </a:highlight>
                          <a:latin typeface="Aptos Narrow" panose="020B0004020202020204" pitchFamily="34" charset="0"/>
                        </a:rPr>
                        <a:t>72</a:t>
                      </a:r>
                    </a:p>
                  </a:txBody>
                  <a:tcPr marL="9525" marR="9525" marT="9525" marB="0" anchor="b">
                    <a:lnL>
                      <a:noFill/>
                    </a:lnL>
                    <a:lnR>
                      <a:noFill/>
                    </a:lnR>
                    <a:lnT>
                      <a:noFill/>
                    </a:lnT>
                    <a:lnB>
                      <a:noFill/>
                    </a:lnB>
                    <a:solidFill>
                      <a:srgbClr val="8FD0A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EC992"/>
                          </a:highlight>
                          <a:latin typeface="Aptos Narrow" panose="020B0004020202020204" pitchFamily="34" charset="0"/>
                        </a:rPr>
                        <a:t>83</a:t>
                      </a:r>
                    </a:p>
                  </a:txBody>
                  <a:tcPr marL="9525" marR="9525" marT="9525" marB="0" anchor="b">
                    <a:lnL>
                      <a:noFill/>
                    </a:lnL>
                    <a:lnR>
                      <a:noFill/>
                    </a:lnR>
                    <a:lnT>
                      <a:noFill/>
                    </a:lnT>
                    <a:lnB>
                      <a:noFill/>
                    </a:lnB>
                    <a:solidFill>
                      <a:srgbClr val="7EC992"/>
                    </a:solidFill>
                  </a:tcPr>
                </a:tc>
                <a:tc>
                  <a:txBody>
                    <a:bodyPr/>
                    <a:lstStyle/>
                    <a:p>
                      <a:pPr algn="ctr" fontAlgn="b"/>
                      <a:r>
                        <a:rPr lang="en-US" sz="1200" b="0" i="0" u="none" strike="noStrike" dirty="0">
                          <a:solidFill>
                            <a:srgbClr val="000000"/>
                          </a:solidFill>
                          <a:effectLst/>
                          <a:highlight>
                            <a:srgbClr val="B2DEBF"/>
                          </a:highlight>
                          <a:latin typeface="Aptos Narrow" panose="020B0004020202020204" pitchFamily="34" charset="0"/>
                        </a:rPr>
                        <a:t>49</a:t>
                      </a:r>
                    </a:p>
                  </a:txBody>
                  <a:tcPr marL="9525" marR="9525" marT="9525" marB="0" anchor="b">
                    <a:lnL>
                      <a:noFill/>
                    </a:lnL>
                    <a:lnR>
                      <a:noFill/>
                    </a:lnR>
                    <a:lnT>
                      <a:noFill/>
                    </a:lnT>
                    <a:lnB>
                      <a:noFill/>
                    </a:lnB>
                    <a:solidFill>
                      <a:srgbClr val="B2DEBF"/>
                    </a:solidFill>
                  </a:tcPr>
                </a:tc>
                <a:tc>
                  <a:txBody>
                    <a:bodyPr/>
                    <a:lstStyle/>
                    <a:p>
                      <a:pPr algn="ctr" fontAlgn="b"/>
                      <a:r>
                        <a:rPr lang="en-US" sz="1200" b="0" i="0" u="none" strike="noStrike" dirty="0">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73045691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Tazewell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56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CDCBA"/>
                          </a:highlight>
                          <a:latin typeface="Aptos Narrow" panose="020B0004020202020204" pitchFamily="34" charset="0"/>
                        </a:rPr>
                        <a:t>53</a:t>
                      </a:r>
                    </a:p>
                  </a:txBody>
                  <a:tcPr marL="9525" marR="9525" marT="9525" marB="0" anchor="b">
                    <a:lnL>
                      <a:noFill/>
                    </a:lnL>
                    <a:lnR>
                      <a:noFill/>
                    </a:lnR>
                    <a:lnT>
                      <a:noFill/>
                    </a:lnT>
                    <a:lnB>
                      <a:noFill/>
                    </a:lnB>
                    <a:solidFill>
                      <a:srgbClr val="ACDCBA"/>
                    </a:solidFill>
                  </a:tcPr>
                </a:tc>
                <a:tc>
                  <a:txBody>
                    <a:bodyPr/>
                    <a:lstStyle/>
                    <a:p>
                      <a:pPr algn="ctr" fontAlgn="b"/>
                      <a:r>
                        <a:rPr lang="en-US" sz="1200" b="0" i="0" u="none" strike="noStrike" dirty="0">
                          <a:solidFill>
                            <a:srgbClr val="000000"/>
                          </a:solidFill>
                          <a:effectLst/>
                          <a:highlight>
                            <a:srgbClr val="B2DEC0"/>
                          </a:highlight>
                          <a:latin typeface="Aptos Narrow" panose="020B0004020202020204" pitchFamily="34" charset="0"/>
                        </a:rPr>
                        <a:t>49</a:t>
                      </a:r>
                    </a:p>
                  </a:txBody>
                  <a:tcPr marL="9525" marR="9525" marT="9525" marB="0" anchor="b">
                    <a:lnL>
                      <a:noFill/>
                    </a:lnL>
                    <a:lnR>
                      <a:noFill/>
                    </a:lnR>
                    <a:lnT>
                      <a:noFill/>
                    </a:lnT>
                    <a:lnB>
                      <a:noFill/>
                    </a:lnB>
                    <a:solidFill>
                      <a:srgbClr val="B2DEC0"/>
                    </a:solidFill>
                  </a:tcPr>
                </a:tc>
                <a:tc>
                  <a:txBody>
                    <a:bodyPr/>
                    <a:lstStyle/>
                    <a:p>
                      <a:pPr algn="ctr" fontAlgn="b"/>
                      <a:r>
                        <a:rPr lang="en-US" sz="1200" b="0" i="0" u="none" strike="noStrike">
                          <a:solidFill>
                            <a:srgbClr val="000000"/>
                          </a:solidFill>
                          <a:effectLst/>
                          <a:highlight>
                            <a:srgbClr val="95D3A6"/>
                          </a:highlight>
                          <a:latin typeface="Aptos Narrow" panose="020B0004020202020204" pitchFamily="34" charset="0"/>
                        </a:rPr>
                        <a:t>68</a:t>
                      </a:r>
                    </a:p>
                  </a:txBody>
                  <a:tcPr marL="9525" marR="9525" marT="9525" marB="0" anchor="b">
                    <a:lnL>
                      <a:noFill/>
                    </a:lnL>
                    <a:lnR>
                      <a:noFill/>
                    </a:lnR>
                    <a:lnT>
                      <a:noFill/>
                    </a:lnT>
                    <a:lnB>
                      <a:noFill/>
                    </a:lnB>
                    <a:solidFill>
                      <a:srgbClr val="95D3A6"/>
                    </a:solidFill>
                  </a:tcPr>
                </a:tc>
                <a:extLst>
                  <a:ext uri="{0D108BD9-81ED-4DB2-BD59-A6C34878D82A}">
                    <a16:rowId xmlns:a16="http://schemas.microsoft.com/office/drawing/2014/main" val="3215073818"/>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Roanoke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636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4D2A6"/>
                          </a:highlight>
                          <a:latin typeface="Aptos Narrow" panose="020B0004020202020204" pitchFamily="34" charset="0"/>
                        </a:rPr>
                        <a:t>69</a:t>
                      </a:r>
                    </a:p>
                  </a:txBody>
                  <a:tcPr marL="9525" marR="9525" marT="9525" marB="0" anchor="b">
                    <a:lnL>
                      <a:noFill/>
                    </a:lnL>
                    <a:lnR>
                      <a:noFill/>
                    </a:lnR>
                    <a:lnT>
                      <a:noFill/>
                    </a:lnT>
                    <a:lnB>
                      <a:noFill/>
                    </a:lnB>
                    <a:solidFill>
                      <a:srgbClr val="94D2A6"/>
                    </a:solidFill>
                  </a:tcPr>
                </a:tc>
                <a:tc>
                  <a:txBody>
                    <a:bodyPr/>
                    <a:lstStyle/>
                    <a:p>
                      <a:pPr algn="ctr" fontAlgn="b"/>
                      <a:r>
                        <a:rPr lang="en-US" sz="1200" b="0" i="0" u="none" strike="noStrike" dirty="0">
                          <a:solidFill>
                            <a:srgbClr val="000000"/>
                          </a:solidFill>
                          <a:effectLst/>
                          <a:highlight>
                            <a:srgbClr val="6AC181"/>
                          </a:highlight>
                          <a:latin typeface="Aptos Narrow" panose="020B0004020202020204" pitchFamily="34" charset="0"/>
                        </a:rPr>
                        <a:t>96</a:t>
                      </a:r>
                    </a:p>
                  </a:txBody>
                  <a:tcPr marL="9525" marR="9525" marT="9525" marB="0" anchor="b">
                    <a:lnL>
                      <a:noFill/>
                    </a:lnL>
                    <a:lnR>
                      <a:noFill/>
                    </a:lnR>
                    <a:lnT>
                      <a:noFill/>
                    </a:lnT>
                    <a:lnB>
                      <a:noFill/>
                    </a:lnB>
                    <a:solidFill>
                      <a:srgbClr val="6AC181"/>
                    </a:solidFill>
                  </a:tcPr>
                </a:tc>
                <a:tc>
                  <a:txBody>
                    <a:bodyPr/>
                    <a:lstStyle/>
                    <a:p>
                      <a:pPr algn="ctr" fontAlgn="b"/>
                      <a:r>
                        <a:rPr lang="en-US" sz="1200" b="0" i="0" u="none" strike="noStrike" dirty="0">
                          <a:solidFill>
                            <a:srgbClr val="000000"/>
                          </a:solidFill>
                          <a:effectLst/>
                          <a:highlight>
                            <a:srgbClr val="97D3A8"/>
                          </a:highlight>
                          <a:latin typeface="Aptos Narrow" panose="020B0004020202020204" pitchFamily="34" charset="0"/>
                        </a:rPr>
                        <a:t>67</a:t>
                      </a:r>
                    </a:p>
                  </a:txBody>
                  <a:tcPr marL="9525" marR="9525" marT="9525" marB="0" anchor="b">
                    <a:lnL>
                      <a:noFill/>
                    </a:lnL>
                    <a:lnR>
                      <a:noFill/>
                    </a:lnR>
                    <a:lnT>
                      <a:noFill/>
                    </a:lnT>
                    <a:lnB>
                      <a:noFill/>
                    </a:lnB>
                    <a:solidFill>
                      <a:srgbClr val="97D3A8"/>
                    </a:solidFill>
                  </a:tcPr>
                </a:tc>
                <a:extLst>
                  <a:ext uri="{0D108BD9-81ED-4DB2-BD59-A6C34878D82A}">
                    <a16:rowId xmlns:a16="http://schemas.microsoft.com/office/drawing/2014/main" val="4291813915"/>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Pulaski</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BDBB9"/>
                          </a:highlight>
                          <a:latin typeface="Aptos Narrow" panose="020B0004020202020204" pitchFamily="34" charset="0"/>
                        </a:rPr>
                        <a:t>54</a:t>
                      </a:r>
                    </a:p>
                  </a:txBody>
                  <a:tcPr marL="9525" marR="9525" marT="9525" marB="0" anchor="b">
                    <a:lnL>
                      <a:noFill/>
                    </a:lnL>
                    <a:lnR>
                      <a:noFill/>
                    </a:lnR>
                    <a:lnT>
                      <a:noFill/>
                    </a:lnT>
                    <a:lnB>
                      <a:noFill/>
                    </a:lnB>
                    <a:solidFill>
                      <a:srgbClr val="ABDBB9"/>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dirty="0">
                          <a:solidFill>
                            <a:srgbClr val="000000"/>
                          </a:solidFill>
                          <a:effectLst/>
                          <a:highlight>
                            <a:srgbClr val="9CD5AC"/>
                          </a:highlight>
                          <a:latin typeface="Aptos Narrow" panose="020B0004020202020204" pitchFamily="34" charset="0"/>
                        </a:rPr>
                        <a:t>64</a:t>
                      </a:r>
                    </a:p>
                  </a:txBody>
                  <a:tcPr marL="9525" marR="9525" marT="9525" marB="0" anchor="b">
                    <a:lnL>
                      <a:noFill/>
                    </a:lnL>
                    <a:lnR>
                      <a:noFill/>
                    </a:lnR>
                    <a:lnT>
                      <a:noFill/>
                    </a:lnT>
                    <a:lnB>
                      <a:noFill/>
                    </a:lnB>
                    <a:solidFill>
                      <a:srgbClr val="9CD5AC"/>
                    </a:solidFill>
                  </a:tcPr>
                </a:tc>
                <a:tc>
                  <a:txBody>
                    <a:bodyPr/>
                    <a:lstStyle/>
                    <a:p>
                      <a:pPr algn="ctr" fontAlgn="b"/>
                      <a:r>
                        <a:rPr lang="en-US" sz="1200" b="0" i="0" u="none" strike="noStrike" dirty="0">
                          <a:solidFill>
                            <a:srgbClr val="000000"/>
                          </a:solidFill>
                          <a:effectLst/>
                          <a:highlight>
                            <a:srgbClr val="9BD5AB"/>
                          </a:highlight>
                          <a:latin typeface="Aptos Narrow" panose="020B0004020202020204" pitchFamily="34" charset="0"/>
                        </a:rPr>
                        <a:t>64</a:t>
                      </a:r>
                    </a:p>
                  </a:txBody>
                  <a:tcPr marL="9525" marR="9525" marT="9525" marB="0" anchor="b">
                    <a:lnL>
                      <a:noFill/>
                    </a:lnL>
                    <a:lnR>
                      <a:noFill/>
                    </a:lnR>
                    <a:lnT>
                      <a:noFill/>
                    </a:lnT>
                    <a:lnB>
                      <a:noFill/>
                    </a:lnB>
                    <a:solidFill>
                      <a:srgbClr val="9BD5AB"/>
                    </a:solidFill>
                  </a:tcPr>
                </a:tc>
                <a:tc>
                  <a:txBody>
                    <a:bodyPr/>
                    <a:lstStyle/>
                    <a:p>
                      <a:pPr algn="ctr" fontAlgn="b"/>
                      <a:r>
                        <a:rPr lang="en-US" sz="1200" b="0" i="0" u="none" strike="noStrike" dirty="0">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extLst>
                  <a:ext uri="{0D108BD9-81ED-4DB2-BD59-A6C34878D82A}">
                    <a16:rowId xmlns:a16="http://schemas.microsoft.com/office/drawing/2014/main" val="967171349"/>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New River Valley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110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4D9B4"/>
                          </a:highlight>
                          <a:latin typeface="Aptos Narrow" panose="020B0004020202020204" pitchFamily="34" charset="0"/>
                        </a:rPr>
                        <a:t>58</a:t>
                      </a:r>
                    </a:p>
                  </a:txBody>
                  <a:tcPr marL="9525" marR="9525" marT="9525" marB="0" anchor="b">
                    <a:lnL>
                      <a:noFill/>
                    </a:lnL>
                    <a:lnR>
                      <a:noFill/>
                    </a:lnR>
                    <a:lnT>
                      <a:noFill/>
                    </a:lnT>
                    <a:lnB>
                      <a:noFill/>
                    </a:lnB>
                    <a:solidFill>
                      <a:srgbClr val="A4D9B4"/>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81CA95"/>
                          </a:highlight>
                          <a:latin typeface="Aptos Narrow" panose="020B0004020202020204" pitchFamily="34" charset="0"/>
                        </a:rPr>
                        <a:t>81</a:t>
                      </a:r>
                    </a:p>
                  </a:txBody>
                  <a:tcPr marL="9525" marR="9525" marT="9525" marB="0" anchor="b">
                    <a:lnL>
                      <a:noFill/>
                    </a:lnL>
                    <a:lnR>
                      <a:noFill/>
                    </a:lnR>
                    <a:lnT>
                      <a:noFill/>
                    </a:lnT>
                    <a:lnB>
                      <a:noFill/>
                    </a:lnB>
                    <a:solidFill>
                      <a:srgbClr val="81CA95"/>
                    </a:solidFill>
                  </a:tcPr>
                </a:tc>
                <a:tc>
                  <a:txBody>
                    <a:bodyPr/>
                    <a:lstStyle/>
                    <a:p>
                      <a:pPr algn="ctr" fontAlgn="b"/>
                      <a:r>
                        <a:rPr lang="en-US" sz="1200" b="0" i="0" u="none" strike="noStrike" dirty="0">
                          <a:solidFill>
                            <a:srgbClr val="000000"/>
                          </a:solidFill>
                          <a:effectLst/>
                          <a:highlight>
                            <a:srgbClr val="9AD5AA"/>
                          </a:highlight>
                          <a:latin typeface="Aptos Narrow" panose="020B0004020202020204" pitchFamily="34" charset="0"/>
                        </a:rPr>
                        <a:t>65</a:t>
                      </a:r>
                    </a:p>
                  </a:txBody>
                  <a:tcPr marL="9525" marR="9525" marT="9525" marB="0" anchor="b">
                    <a:lnL>
                      <a:noFill/>
                    </a:lnL>
                    <a:lnR>
                      <a:noFill/>
                    </a:lnR>
                    <a:lnT>
                      <a:noFill/>
                    </a:lnT>
                    <a:lnB>
                      <a:noFill/>
                    </a:lnB>
                    <a:solidFill>
                      <a:srgbClr val="9AD5AA"/>
                    </a:solidFill>
                  </a:tcPr>
                </a:tc>
                <a:tc>
                  <a:txBody>
                    <a:bodyPr/>
                    <a:lstStyle/>
                    <a:p>
                      <a:pPr algn="ctr" fontAlgn="b"/>
                      <a:r>
                        <a:rPr lang="en-US" sz="1200" b="0" i="0" u="none" strike="noStrike" dirty="0">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extLst>
                  <a:ext uri="{0D108BD9-81ED-4DB2-BD59-A6C34878D82A}">
                    <a16:rowId xmlns:a16="http://schemas.microsoft.com/office/drawing/2014/main" val="359987215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Rockbridge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B6E0C3"/>
                          </a:highlight>
                          <a:latin typeface="Aptos Narrow" panose="020B0004020202020204" pitchFamily="34" charset="0"/>
                        </a:rPr>
                        <a:t>46</a:t>
                      </a:r>
                    </a:p>
                  </a:txBody>
                  <a:tcPr marL="9525" marR="9525" marT="9525" marB="0" anchor="b">
                    <a:lnL>
                      <a:noFill/>
                    </a:lnL>
                    <a:lnR>
                      <a:noFill/>
                    </a:lnR>
                    <a:lnT>
                      <a:noFill/>
                    </a:lnT>
                    <a:lnB>
                      <a:noFill/>
                    </a:lnB>
                    <a:solidFill>
                      <a:srgbClr val="B6E0C3"/>
                    </a:solidFill>
                  </a:tcPr>
                </a:tc>
                <a:tc>
                  <a:txBody>
                    <a:bodyPr/>
                    <a:lstStyle/>
                    <a:p>
                      <a:pPr algn="ctr" fontAlgn="b"/>
                      <a:r>
                        <a:rPr lang="en-US" sz="1200" b="0" i="0" u="none" strike="noStrike">
                          <a:solidFill>
                            <a:srgbClr val="000000"/>
                          </a:solidFill>
                          <a:effectLst/>
                          <a:highlight>
                            <a:srgbClr val="CFEAD8"/>
                          </a:highlight>
                          <a:latin typeface="Aptos Narrow" panose="020B0004020202020204" pitchFamily="34" charset="0"/>
                        </a:rPr>
                        <a:t>31</a:t>
                      </a:r>
                    </a:p>
                  </a:txBody>
                  <a:tcPr marL="9525" marR="9525" marT="9525" marB="0" anchor="b">
                    <a:lnL>
                      <a:noFill/>
                    </a:lnL>
                    <a:lnR>
                      <a:noFill/>
                    </a:lnR>
                    <a:lnT>
                      <a:noFill/>
                    </a:lnT>
                    <a:lnB>
                      <a:noFill/>
                    </a:lnB>
                    <a:solidFill>
                      <a:srgbClr val="CFEAD8"/>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99D4AA"/>
                          </a:highlight>
                          <a:latin typeface="Aptos Narrow" panose="020B0004020202020204" pitchFamily="34" charset="0"/>
                        </a:rPr>
                        <a:t>65</a:t>
                      </a:r>
                    </a:p>
                  </a:txBody>
                  <a:tcPr marL="9525" marR="9525" marT="9525" marB="0" anchor="b">
                    <a:lnL>
                      <a:noFill/>
                    </a:lnL>
                    <a:lnR>
                      <a:noFill/>
                    </a:lnR>
                    <a:lnT>
                      <a:noFill/>
                    </a:lnT>
                    <a:lnB>
                      <a:noFill/>
                    </a:lnB>
                    <a:solidFill>
                      <a:srgbClr val="99D4AA"/>
                    </a:solidFill>
                  </a:tcPr>
                </a:tc>
                <a:tc>
                  <a:txBody>
                    <a:bodyPr/>
                    <a:lstStyle/>
                    <a:p>
                      <a:pPr algn="ctr" fontAlgn="b"/>
                      <a:r>
                        <a:rPr lang="en-US" sz="1200" b="0" i="0" u="none" strike="noStrike" dirty="0">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extLst>
                  <a:ext uri="{0D108BD9-81ED-4DB2-BD59-A6C34878D82A}">
                    <a16:rowId xmlns:a16="http://schemas.microsoft.com/office/drawing/2014/main" val="558741216"/>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Lynchburg General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443</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CCE9D5"/>
                          </a:highlight>
                          <a:latin typeface="Aptos Narrow" panose="020B0004020202020204" pitchFamily="34" charset="0"/>
                        </a:rPr>
                        <a:t>33</a:t>
                      </a:r>
                    </a:p>
                  </a:txBody>
                  <a:tcPr marL="9525" marR="9525" marT="9525" marB="0" anchor="b">
                    <a:lnL>
                      <a:noFill/>
                    </a:lnL>
                    <a:lnR>
                      <a:noFill/>
                    </a:lnR>
                    <a:lnT>
                      <a:noFill/>
                    </a:lnT>
                    <a:lnB>
                      <a:noFill/>
                    </a:lnB>
                    <a:solidFill>
                      <a:srgbClr val="CCE9D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A1D7B0"/>
                          </a:highlight>
                          <a:latin typeface="Aptos Narrow" panose="020B0004020202020204" pitchFamily="34" charset="0"/>
                        </a:rPr>
                        <a:t>60</a:t>
                      </a:r>
                    </a:p>
                  </a:txBody>
                  <a:tcPr marL="9525" marR="9525" marT="9525" marB="0" anchor="b">
                    <a:lnL>
                      <a:noFill/>
                    </a:lnL>
                    <a:lnR>
                      <a:noFill/>
                    </a:lnR>
                    <a:lnT>
                      <a:noFill/>
                    </a:lnT>
                    <a:lnB>
                      <a:noFill/>
                    </a:lnB>
                    <a:solidFill>
                      <a:srgbClr val="A1D7B0"/>
                    </a:solidFill>
                  </a:tcPr>
                </a:tc>
                <a:tc>
                  <a:txBody>
                    <a:bodyPr/>
                    <a:lstStyle/>
                    <a:p>
                      <a:pPr algn="ctr" fontAlgn="b"/>
                      <a:r>
                        <a:rPr lang="en-US" sz="1200" b="0" i="0" u="none" strike="noStrike" dirty="0">
                          <a:solidFill>
                            <a:srgbClr val="000000"/>
                          </a:solidFill>
                          <a:effectLst/>
                          <a:highlight>
                            <a:srgbClr val="80CA94"/>
                          </a:highlight>
                          <a:latin typeface="Aptos Narrow" panose="020B0004020202020204" pitchFamily="34" charset="0"/>
                        </a:rPr>
                        <a:t>82</a:t>
                      </a:r>
                    </a:p>
                  </a:txBody>
                  <a:tcPr marL="9525" marR="9525" marT="9525" marB="0" anchor="b">
                    <a:lnL>
                      <a:noFill/>
                    </a:lnL>
                    <a:lnR>
                      <a:noFill/>
                    </a:lnR>
                    <a:lnT>
                      <a:noFill/>
                    </a:lnT>
                    <a:lnB>
                      <a:noFill/>
                    </a:lnB>
                    <a:solidFill>
                      <a:srgbClr val="80CA94"/>
                    </a:solidFill>
                  </a:tcPr>
                </a:tc>
                <a:tc>
                  <a:txBody>
                    <a:bodyPr/>
                    <a:lstStyle/>
                    <a:p>
                      <a:pPr algn="ctr" fontAlgn="b"/>
                      <a:r>
                        <a:rPr lang="en-US" sz="1200" b="0" i="0" u="none" strike="noStrike" dirty="0">
                          <a:solidFill>
                            <a:srgbClr val="000000"/>
                          </a:solidFill>
                          <a:effectLst/>
                          <a:highlight>
                            <a:srgbClr val="A8DAB6"/>
                          </a:highlight>
                          <a:latin typeface="Aptos Narrow" panose="020B0004020202020204" pitchFamily="34" charset="0"/>
                        </a:rPr>
                        <a:t>56</a:t>
                      </a:r>
                    </a:p>
                  </a:txBody>
                  <a:tcPr marL="9525" marR="9525" marT="9525" marB="0" anchor="b">
                    <a:lnL>
                      <a:noFill/>
                    </a:lnL>
                    <a:lnR>
                      <a:noFill/>
                    </a:lnR>
                    <a:lnT>
                      <a:noFill/>
                    </a:lnT>
                    <a:lnB>
                      <a:noFill/>
                    </a:lnB>
                    <a:solidFill>
                      <a:srgbClr val="A8DAB6"/>
                    </a:solidFill>
                  </a:tcPr>
                </a:tc>
                <a:extLst>
                  <a:ext uri="{0D108BD9-81ED-4DB2-BD59-A6C34878D82A}">
                    <a16:rowId xmlns:a16="http://schemas.microsoft.com/office/drawing/2014/main" val="60409485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Wythe County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D"/>
                          </a:highlight>
                          <a:latin typeface="Aptos Narrow" panose="020B0004020202020204" pitchFamily="34" charset="0"/>
                        </a:rPr>
                        <a:t>63</a:t>
                      </a:r>
                    </a:p>
                  </a:txBody>
                  <a:tcPr marL="9525" marR="9525" marT="9525" marB="0" anchor="b">
                    <a:lnL>
                      <a:noFill/>
                    </a:lnL>
                    <a:lnR>
                      <a:noFill/>
                    </a:lnR>
                    <a:lnT>
                      <a:noFill/>
                    </a:lnT>
                    <a:lnB>
                      <a:noFill/>
                    </a:lnB>
                    <a:solidFill>
                      <a:srgbClr val="9CD6AD"/>
                    </a:solidFill>
                  </a:tcPr>
                </a:tc>
                <a:tc>
                  <a:txBody>
                    <a:bodyPr/>
                    <a:lstStyle/>
                    <a:p>
                      <a:pPr algn="ctr" fontAlgn="b"/>
                      <a:r>
                        <a:rPr lang="en-US" sz="1200" b="0" i="0" u="none" strike="noStrike" dirty="0">
                          <a:solidFill>
                            <a:srgbClr val="000000"/>
                          </a:solidFill>
                          <a:effectLst/>
                          <a:highlight>
                            <a:srgbClr val="7BC890"/>
                          </a:highlight>
                          <a:latin typeface="Aptos Narrow" panose="020B0004020202020204" pitchFamily="34" charset="0"/>
                        </a:rPr>
                        <a:t>85</a:t>
                      </a:r>
                    </a:p>
                  </a:txBody>
                  <a:tcPr marL="9525" marR="9525" marT="9525" marB="0" anchor="b">
                    <a:lnL>
                      <a:noFill/>
                    </a:lnL>
                    <a:lnR>
                      <a:noFill/>
                    </a:lnR>
                    <a:lnT>
                      <a:noFill/>
                    </a:lnT>
                    <a:lnB>
                      <a:noFill/>
                    </a:lnB>
                    <a:solidFill>
                      <a:srgbClr val="7BC890"/>
                    </a:solidFill>
                  </a:tcPr>
                </a:tc>
                <a:tc>
                  <a:txBody>
                    <a:bodyPr/>
                    <a:lstStyle/>
                    <a:p>
                      <a:pPr algn="ctr" fontAlgn="b"/>
                      <a:r>
                        <a:rPr lang="en-US" sz="1200" b="0" i="0" u="none" strike="noStrike" dirty="0">
                          <a:solidFill>
                            <a:srgbClr val="000000"/>
                          </a:solidFill>
                          <a:effectLst/>
                          <a:highlight>
                            <a:srgbClr val="AFDDBD"/>
                          </a:highlight>
                          <a:latin typeface="Aptos Narrow" panose="020B0004020202020204" pitchFamily="34" charset="0"/>
                        </a:rPr>
                        <a:t>51</a:t>
                      </a:r>
                    </a:p>
                  </a:txBody>
                  <a:tcPr marL="9525" marR="9525" marT="9525" marB="0" anchor="b">
                    <a:lnL>
                      <a:noFill/>
                    </a:lnL>
                    <a:lnR>
                      <a:noFill/>
                    </a:lnR>
                    <a:lnT>
                      <a:noFill/>
                    </a:lnT>
                    <a:lnB>
                      <a:noFill/>
                    </a:lnB>
                    <a:solidFill>
                      <a:srgbClr val="AFDDBD"/>
                    </a:solidFill>
                  </a:tcPr>
                </a:tc>
                <a:extLst>
                  <a:ext uri="{0D108BD9-81ED-4DB2-BD59-A6C34878D82A}">
                    <a16:rowId xmlns:a16="http://schemas.microsoft.com/office/drawing/2014/main" val="79611630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Alleghany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tc>
                  <a:txBody>
                    <a:bodyPr/>
                    <a:lstStyle/>
                    <a:p>
                      <a:pPr algn="ctr" fontAlgn="b"/>
                      <a:r>
                        <a:rPr lang="en-US" sz="1200" b="0" i="0" u="none" strike="noStrike" dirty="0">
                          <a:solidFill>
                            <a:srgbClr val="000000"/>
                          </a:solidFill>
                          <a:effectLst/>
                          <a:highlight>
                            <a:srgbClr val="7AC88F"/>
                          </a:highlight>
                          <a:latin typeface="Aptos Narrow" panose="020B0004020202020204" pitchFamily="34" charset="0"/>
                        </a:rPr>
                        <a:t>86</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dirty="0">
                          <a:solidFill>
                            <a:srgbClr val="000000"/>
                          </a:solidFill>
                          <a:effectLst/>
                          <a:highlight>
                            <a:srgbClr val="B1DEBE"/>
                          </a:highlight>
                          <a:latin typeface="Aptos Narrow" panose="020B0004020202020204" pitchFamily="34" charset="0"/>
                        </a:rPr>
                        <a:t>50</a:t>
                      </a:r>
                    </a:p>
                  </a:txBody>
                  <a:tcPr marL="9525" marR="9525" marT="9525" marB="0" anchor="b">
                    <a:lnL>
                      <a:noFill/>
                    </a:lnL>
                    <a:lnR>
                      <a:noFill/>
                    </a:lnR>
                    <a:lnT>
                      <a:noFill/>
                    </a:lnT>
                    <a:lnB>
                      <a:noFill/>
                    </a:lnB>
                    <a:solidFill>
                      <a:srgbClr val="B1DEBE"/>
                    </a:solidFill>
                  </a:tcPr>
                </a:tc>
                <a:extLst>
                  <a:ext uri="{0D108BD9-81ED-4DB2-BD59-A6C34878D82A}">
                    <a16:rowId xmlns:a16="http://schemas.microsoft.com/office/drawing/2014/main" val="1252248759"/>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330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BF5F1"/>
                          </a:highlight>
                          <a:latin typeface="Aptos Narrow" panose="020B0004020202020204" pitchFamily="34" charset="0"/>
                        </a:rPr>
                        <a:t>12</a:t>
                      </a:r>
                    </a:p>
                  </a:txBody>
                  <a:tcPr marL="9525" marR="9525" marT="9525" marB="0" anchor="b">
                    <a:lnL>
                      <a:noFill/>
                    </a:lnL>
                    <a:lnR>
                      <a:noFill/>
                    </a:lnR>
                    <a:lnT>
                      <a:noFill/>
                    </a:lnT>
                    <a:lnB>
                      <a:noFill/>
                    </a:lnB>
                    <a:solidFill>
                      <a:srgbClr val="EBF5F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DC992"/>
                          </a:highlight>
                          <a:latin typeface="Aptos Narrow" panose="020B0004020202020204" pitchFamily="34" charset="0"/>
                        </a:rPr>
                        <a:t>83</a:t>
                      </a:r>
                    </a:p>
                  </a:txBody>
                  <a:tcPr marL="9525" marR="9525" marT="9525" marB="0" anchor="b">
                    <a:lnL>
                      <a:noFill/>
                    </a:lnL>
                    <a:lnR>
                      <a:noFill/>
                    </a:lnR>
                    <a:lnT>
                      <a:noFill/>
                    </a:lnT>
                    <a:lnB>
                      <a:noFill/>
                    </a:lnB>
                    <a:solidFill>
                      <a:srgbClr val="7DC992"/>
                    </a:solidFill>
                  </a:tcPr>
                </a:tc>
                <a:tc>
                  <a:txBody>
                    <a:bodyPr/>
                    <a:lstStyle/>
                    <a:p>
                      <a:pPr algn="ctr" fontAlgn="b"/>
                      <a:r>
                        <a:rPr lang="en-US" sz="1200" b="0" i="0" u="none" strike="noStrike" dirty="0">
                          <a:solidFill>
                            <a:srgbClr val="000000"/>
                          </a:solidFill>
                          <a:effectLst/>
                          <a:highlight>
                            <a:srgbClr val="AADBB9"/>
                          </a:highlight>
                          <a:latin typeface="Aptos Narrow" panose="020B0004020202020204" pitchFamily="34" charset="0"/>
                        </a:rPr>
                        <a:t>54</a:t>
                      </a:r>
                    </a:p>
                  </a:txBody>
                  <a:tcPr marL="9525" marR="9525" marT="9525" marB="0" anchor="b">
                    <a:lnL>
                      <a:noFill/>
                    </a:lnL>
                    <a:lnR>
                      <a:noFill/>
                    </a:lnR>
                    <a:lnT>
                      <a:noFill/>
                    </a:lnT>
                    <a:lnB>
                      <a:noFill/>
                    </a:lnB>
                    <a:solidFill>
                      <a:srgbClr val="AADBB9"/>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92557118"/>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Princeton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88</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9F5EF"/>
                          </a:highlight>
                          <a:latin typeface="Aptos Narrow" panose="020B0004020202020204" pitchFamily="34" charset="0"/>
                        </a:rPr>
                        <a:t>14</a:t>
                      </a:r>
                    </a:p>
                  </a:txBody>
                  <a:tcPr marL="9525" marR="9525" marT="9525" marB="0" anchor="b">
                    <a:lnL>
                      <a:noFill/>
                    </a:lnL>
                    <a:lnR>
                      <a:noFill/>
                    </a:lnR>
                    <a:lnT>
                      <a:noFill/>
                    </a:lnT>
                    <a:lnB>
                      <a:noFill/>
                    </a:lnB>
                    <a:solidFill>
                      <a:srgbClr val="E9F5EF"/>
                    </a:solidFill>
                  </a:tcPr>
                </a:tc>
                <a:tc>
                  <a:txBody>
                    <a:bodyPr/>
                    <a:lstStyle/>
                    <a:p>
                      <a:pPr algn="ctr" fontAlgn="b"/>
                      <a:r>
                        <a:rPr lang="en-US" sz="1200" b="0" i="0" u="none" strike="noStrike">
                          <a:solidFill>
                            <a:srgbClr val="000000"/>
                          </a:solidFill>
                          <a:effectLst/>
                          <a:highlight>
                            <a:srgbClr val="EFF7F4"/>
                          </a:highlight>
                          <a:latin typeface="Aptos Narrow" panose="020B0004020202020204" pitchFamily="34" charset="0"/>
                        </a:rPr>
                        <a:t>10</a:t>
                      </a:r>
                    </a:p>
                  </a:txBody>
                  <a:tcPr marL="9525" marR="9525" marT="9525" marB="0" anchor="b">
                    <a:lnL>
                      <a:noFill/>
                    </a:lnL>
                    <a:lnR>
                      <a:noFill/>
                    </a:lnR>
                    <a:lnT>
                      <a:noFill/>
                    </a:lnT>
                    <a:lnB>
                      <a:noFill/>
                    </a:lnB>
                    <a:solidFill>
                      <a:srgbClr val="EFF7F4"/>
                    </a:solidFill>
                  </a:tcPr>
                </a:tc>
                <a:tc>
                  <a:txBody>
                    <a:bodyPr/>
                    <a:lstStyle/>
                    <a:p>
                      <a:pPr algn="ctr" fontAlgn="b"/>
                      <a:r>
                        <a:rPr lang="en-US" sz="1200" b="0" i="0" u="none" strike="noStrike">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597817543"/>
                  </a:ext>
                </a:extLst>
              </a:tr>
            </a:tbl>
          </a:graphicData>
        </a:graphic>
      </p:graphicFrame>
      <p:sp>
        <p:nvSpPr>
          <p:cNvPr id="4"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7"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2023 NCC Award Winner: Carilion Roanoke Memorial Hospital - BCEN">
            <a:extLst>
              <a:ext uri="{FF2B5EF4-FFF2-40B4-BE49-F238E27FC236}">
                <a16:creationId xmlns:a16="http://schemas.microsoft.com/office/drawing/2014/main" id="{E4B7BEDD-064B-3DD7-07F2-204BDEF36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116" y="2773039"/>
            <a:ext cx="1944337" cy="65596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8B1434E-18CA-717B-B598-EEEF87249A9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25413" y="4028032"/>
            <a:ext cx="1707040" cy="966637"/>
          </a:xfrm>
          <a:prstGeom prst="rect">
            <a:avLst/>
          </a:prstGeom>
        </p:spPr>
      </p:pic>
      <p:sp>
        <p:nvSpPr>
          <p:cNvPr id="12"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Critical for Success:</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Brand and 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475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Carilion’s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Carilion Clinic’s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Carilion Clinic</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Carilion N</a:t>
            </a:r>
            <a:r>
              <a:rPr lang="en-US" sz="2400" spc="-150" dirty="0">
                <a:solidFill>
                  <a:schemeClr val="bg1"/>
                </a:solidFill>
              </a:rPr>
              <a:t>ETWORK</a:t>
            </a:r>
            <a:r>
              <a:rPr lang="en-US" sz="24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2" descr="2023 NCC Award Winner: Carilion Roanoke Memorial Hospital - BCEN">
            <a:extLst>
              <a:ext uri="{FF2B5EF4-FFF2-40B4-BE49-F238E27FC236}">
                <a16:creationId xmlns:a16="http://schemas.microsoft.com/office/drawing/2014/main" id="{E927E762-CDF6-431D-DDFA-5B4A9A7242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93179" y="3997905"/>
            <a:ext cx="835240" cy="28178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5DA6EAC-1C16-FF88-A69C-F642146FFB3D}"/>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9914470" y="4421241"/>
            <a:ext cx="668858" cy="378751"/>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13</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CARILION</a:t>
            </a:r>
          </a:p>
        </p:txBody>
      </p:sp>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23.  </a:t>
            </a:r>
          </a:p>
          <a:p>
            <a:pPr marL="285750" indent="-285750">
              <a:buFont typeface="Arial" panose="020B0604020202020204" pitchFamily="34" charset="0"/>
              <a:buChar char="•"/>
            </a:pPr>
            <a:r>
              <a:rPr lang="en-US" sz="1600" dirty="0"/>
              <a:t>Financial projections do not include 340B contribution margin, which could represent $136 PMPM by optimizing 340B through Rx plan design, Carilion’s approved site(s) with network integration, and development of Carilion’s proprietary PBM program.</a:t>
            </a:r>
            <a:r>
              <a:rPr lang="en-US" sz="1600" dirty="0">
                <a:highlight>
                  <a:srgbClr val="FFFF00"/>
                </a:highlight>
              </a:rPr>
              <a:t>   </a:t>
            </a:r>
          </a:p>
        </p:txBody>
      </p:sp>
      <p:graphicFrame>
        <p:nvGraphicFramePr>
          <p:cNvPr id="12" name="Content Placeholder 2">
            <a:extLst>
              <a:ext uri="{FF2B5EF4-FFF2-40B4-BE49-F238E27FC236}">
                <a16:creationId xmlns:a16="http://schemas.microsoft.com/office/drawing/2014/main" id="{B312E458-55D7-5B72-B01F-FB00363F05BF}"/>
              </a:ext>
            </a:extLst>
          </p:cNvPr>
          <p:cNvGraphicFramePr>
            <a:graphicFrameLocks noGrp="1"/>
          </p:cNvGraphicFramePr>
          <p:nvPr>
            <p:extLst>
              <p:ext uri="{D42A27DB-BD31-4B8C-83A1-F6EECF244321}">
                <p14:modId xmlns:p14="http://schemas.microsoft.com/office/powerpoint/2010/main" val="3645216298"/>
              </p:ext>
            </p:extLst>
          </p:nvPr>
        </p:nvGraphicFramePr>
        <p:xfrm>
          <a:off x="2005978" y="593935"/>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$ 4,714K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$42,881K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$2,799K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$85,762K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$116,697K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$30,935K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$37,709K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$5,800K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15</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Carilion’s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Carilion and Centra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Carilion and Centra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Carilion’s managed care processes to KBA’s patented care management programs will turbocharge results – Positioning Carilion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3302000" y="5369550"/>
            <a:ext cx="8359423"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Carilion </a:t>
            </a:r>
            <a:r>
              <a:rPr lang="en-US" sz="2400" b="1" cap="small" dirty="0">
                <a:solidFill>
                  <a:srgbClr val="000B2E"/>
                </a:solidFill>
              </a:rPr>
              <a:t>CAN PROMOTE THESE RESULTS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16</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Carilion’s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Carilion’s 340B drug pricing program</a:t>
            </a:r>
          </a:p>
          <a:p>
            <a:pPr marL="285753" indent="-285753">
              <a:spcBef>
                <a:spcPts val="600"/>
              </a:spcBef>
              <a:buFont typeface="Wingdings" panose="05000000000000000000" pitchFamily="2" charset="2"/>
              <a:buChar char="§"/>
            </a:pPr>
            <a:r>
              <a:rPr lang="en-US" sz="2000" dirty="0">
                <a:solidFill>
                  <a:schemeClr val="bg1"/>
                </a:solidFill>
              </a:rPr>
              <a:t>Allows Carilion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18</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19</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403025204"/>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20</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21</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22</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543631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latin typeface="+mn-lt"/>
                <a:cs typeface="Arial" panose="020B0604020202020204" pitchFamily="34" charset="0"/>
              </a:rPr>
              <a:t>Estimation of Carilion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55348765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Carilion</a:t>
                      </a:r>
                    </a:p>
                  </a:txBody>
                  <a:tcPr>
                    <a:solidFill>
                      <a:schemeClr val="accent3">
                        <a:lumMod val="20000"/>
                        <a:lumOff val="80000"/>
                      </a:schemeClr>
                    </a:solidFill>
                  </a:tcPr>
                </a:tc>
                <a:tc>
                  <a:txBody>
                    <a:bodyPr/>
                    <a:lstStyle/>
                    <a:p>
                      <a:pPr algn="ctr"/>
                      <a:r>
                        <a:rPr lang="en-US" sz="1400" dirty="0">
                          <a:solidFill>
                            <a:schemeClr val="accent1">
                              <a:lumMod val="75000"/>
                            </a:schemeClr>
                          </a:solidFill>
                        </a:rPr>
                        <a:t>213,374</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$2,923,034K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67,863</a:t>
                      </a:r>
                    </a:p>
                  </a:txBody>
                  <a:tcPr anchor="ctr">
                    <a:solidFill>
                      <a:schemeClr val="accent3">
                        <a:lumMod val="20000"/>
                        <a:lumOff val="80000"/>
                      </a:schemeClr>
                    </a:solidFill>
                  </a:tcPr>
                </a:tc>
                <a:tc>
                  <a:txBody>
                    <a:bodyPr/>
                    <a:lstStyle/>
                    <a:p>
                      <a:pPr algn="ctr"/>
                      <a:r>
                        <a:rPr lang="en-US" sz="1400" dirty="0">
                          <a:solidFill>
                            <a:schemeClr val="accent6">
                              <a:lumMod val="75000"/>
                            </a:schemeClr>
                          </a:solidFill>
                        </a:rPr>
                        <a:t>$882,209K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15,135</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$230,503K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1,480</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$43,861K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128,895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$1,810,320K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600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51236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latin typeface="Arial" panose="020B0604020202020204" pitchFamily="34" charset="0"/>
                <a:cs typeface="Arial" panose="020B0604020202020204" pitchFamily="34" charset="0"/>
              </a:rPr>
              <a:t>The RAND data for Carilion estimates commercial insurance reimbursements at 314%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1032279762"/>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1,810,320K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314</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$3,493,920</a:t>
                      </a:r>
                      <a:r>
                        <a:rPr lang="en-US"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$5,304,241K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2,971,511K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$2,332,729K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08398662"/>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314%</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sz="1800" dirty="0"/>
                        <a:t>576,535</a:t>
                      </a:r>
                      <a:r>
                        <a:rPr lang="en-US" dirty="0"/>
                        <a:t>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1,112,713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1,689,248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2,971,511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$-1,282,262K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-76%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25</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751573" y="5463518"/>
            <a:ext cx="10515600" cy="646331"/>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a:p>
            <a:r>
              <a:rPr lang="en-US" sz="900" dirty="0">
                <a:latin typeface="Arial" panose="020B0604020202020204" pitchFamily="34" charset="0"/>
                <a:cs typeface="Arial" panose="020B0604020202020204" pitchFamily="34" charset="0"/>
              </a:rPr>
              <a:t>Centra Southside Community Hospital is not included as it is a smaller hospital in a separate Hospital Referral Region and its isolated presence will not grow the DTE network in that area. </a:t>
            </a:r>
          </a:p>
        </p:txBody>
      </p:sp>
      <p:graphicFrame>
        <p:nvGraphicFramePr>
          <p:cNvPr id="3" name="Content Placeholder 2">
            <a:extLst>
              <a:ext uri="{FF2B5EF4-FFF2-40B4-BE49-F238E27FC236}">
                <a16:creationId xmlns:a16="http://schemas.microsoft.com/office/drawing/2014/main" id="{71E49263-5CE4-F36E-8A31-116B8138C072}"/>
              </a:ext>
            </a:extLst>
          </p:cNvPr>
          <p:cNvGraphicFramePr>
            <a:graphicFrameLocks noGrp="1"/>
          </p:cNvGraphicFramePr>
          <p:nvPr>
            <p:extLst>
              <p:ext uri="{D42A27DB-BD31-4B8C-83A1-F6EECF244321}">
                <p14:modId xmlns:p14="http://schemas.microsoft.com/office/powerpoint/2010/main" val="4040921256"/>
              </p:ext>
            </p:extLst>
          </p:nvPr>
        </p:nvGraphicFramePr>
        <p:xfrm>
          <a:off x="457200" y="1140566"/>
          <a:ext cx="11315700" cy="3975478"/>
        </p:xfrm>
        <a:graphic>
          <a:graphicData uri="http://schemas.openxmlformats.org/drawingml/2006/table">
            <a:tbl>
              <a:tblPr/>
              <a:tblGrid>
                <a:gridCol w="2971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962150">
                  <a:extLst>
                    <a:ext uri="{9D8B030D-6E8A-4147-A177-3AD203B41FA5}">
                      <a16:colId xmlns:a16="http://schemas.microsoft.com/office/drawing/2014/main" val="20005"/>
                    </a:ext>
                  </a:extLst>
                </a:gridCol>
              </a:tblGrid>
              <a:tr h="872938">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a:t>
                      </a:r>
                      <a:r>
                        <a:rPr lang="en-US" sz="1100" b="1" i="0" u="none" cap="none" dirty="0">
                          <a:solidFill>
                            <a:srgbClr val="000000">
                              <a:alpha val="100000"/>
                            </a:srgbClr>
                          </a:solidFill>
                          <a:latin typeface="Arial"/>
                          <a:cs typeface="Arial"/>
                          <a:sym typeface="Arial"/>
                        </a:rPr>
                        <a:t>49</a:t>
                      </a:r>
                      <a:r>
                        <a:rPr sz="1100" b="1" i="0" u="none" cap="none" dirty="0">
                          <a:solidFill>
                            <a:srgbClr val="000000">
                              <a:alpha val="100000"/>
                            </a:srgbClr>
                          </a:solidFill>
                          <a:latin typeface="Arial"/>
                          <a:cs typeface="Arial"/>
                          <a:sym typeface="Arial"/>
                        </a:rPr>
                        <a:t>%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10000"/>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Franklin Memorial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37</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$34,745,266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$113,734,987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Giles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25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$21,073,489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$80,954,100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0.7%</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New River Valley Medical Center</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110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$257,346,953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$445,470,277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4.5%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3.7%</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06836">
                <a:tc>
                  <a:txBody>
                    <a:bodyPr/>
                    <a:lstStyle/>
                    <a:p>
                      <a:pPr algn="l" fontAlgn="b"/>
                      <a:r>
                        <a:rPr lang="en-US" sz="1100" b="0" i="0" u="none" strike="noStrike">
                          <a:solidFill>
                            <a:srgbClr val="00467F"/>
                          </a:solidFill>
                          <a:effectLst/>
                          <a:latin typeface="Arial" panose="020B0604020202020204" pitchFamily="34" charset="0"/>
                          <a:cs typeface="Arial" panose="020B0604020202020204" pitchFamily="34" charset="0"/>
                        </a:rPr>
                        <a:t>Carilion Roanoke Medical Center</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636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$2,285,454,596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$1,402,732,726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40.2%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11.6%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06836">
                <a:tc>
                  <a:txBody>
                    <a:bodyPr/>
                    <a:lstStyle/>
                    <a:p>
                      <a:pPr algn="l" fontAlgn="b"/>
                      <a:r>
                        <a:rPr lang="en-US" sz="1100" b="0" i="0" u="none" strike="noStrike">
                          <a:solidFill>
                            <a:srgbClr val="00467F"/>
                          </a:solidFill>
                          <a:effectLst/>
                          <a:latin typeface="Arial" panose="020B0604020202020204" pitchFamily="34" charset="0"/>
                          <a:cs typeface="Arial" panose="020B0604020202020204" pitchFamily="34" charset="0"/>
                        </a:rPr>
                        <a:t>Carilion Rockbridge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25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$24,550,377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$103,433,624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06836">
                <a:tc>
                  <a:txBody>
                    <a:bodyPr/>
                    <a:lstStyle/>
                    <a:p>
                      <a:pPr algn="l" fontAlgn="b"/>
                      <a:r>
                        <a:rPr lang="en-US" sz="1100" b="0" i="0" u="none" strike="noStrike">
                          <a:solidFill>
                            <a:srgbClr val="00467F"/>
                          </a:solidFill>
                          <a:effectLst/>
                          <a:latin typeface="Arial" panose="020B0604020202020204" pitchFamily="34" charset="0"/>
                          <a:cs typeface="Arial" panose="020B0604020202020204" pitchFamily="34" charset="0"/>
                        </a:rPr>
                        <a:t>Carilion Tazewell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56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$12,969,712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$48,601,728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0.4%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06836">
                <a:tc>
                  <a:txBody>
                    <a:bodyPr/>
                    <a:lstStyle/>
                    <a:p>
                      <a:pPr algn="l" fontAlgn="b"/>
                      <a:r>
                        <a:rPr lang="en-US" sz="1100" b="0" i="0" u="none" strike="noStrike" dirty="0">
                          <a:solidFill>
                            <a:srgbClr val="027587"/>
                          </a:solidFill>
                          <a:effectLst/>
                          <a:latin typeface="Arial" panose="020B0604020202020204" pitchFamily="34" charset="0"/>
                          <a:cs typeface="Arial" panose="020B0604020202020204" pitchFamily="34" charset="0"/>
                        </a:rPr>
                        <a:t>Centra Bedford Memorial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34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$48,497,775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$91,327,607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0.9%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0.8%</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06836">
                <a:tc>
                  <a:txBody>
                    <a:bodyPr/>
                    <a:lstStyle/>
                    <a:p>
                      <a:pPr algn="l" fontAlgn="b"/>
                      <a:r>
                        <a:rPr lang="en-US" sz="1100" b="0" i="0" u="none" strike="noStrike" dirty="0">
                          <a:solidFill>
                            <a:srgbClr val="027587"/>
                          </a:solidFill>
                          <a:effectLst/>
                          <a:latin typeface="Arial" panose="020B0604020202020204" pitchFamily="34" charset="0"/>
                          <a:cs typeface="Arial" panose="020B0604020202020204" pitchFamily="34" charset="0"/>
                        </a:rPr>
                        <a:t>Centra Lynchburg General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443</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$1,271,422,893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$1,333,817,129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22.4%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11.0%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Hospital Alleghany</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$59,536,507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$152,771,394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1.3%</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Hospital Montgomery</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$191,272,314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$436,721,676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Hospital Pulaski</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$60,210,377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$286,391,773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Medical Center</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330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$1,164,071,515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$957,234,247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20.5%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7.9%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Princeton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88</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$170,851,241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$266,346,025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2.2%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Welch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$12,794,068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$29,249,224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Wythe County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$66,203,617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$189,499,223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9C2E0371-3206-ADF6-8A60-C76B67B59562}"/>
              </a:ext>
            </a:extLst>
          </p:cNvPr>
          <p:cNvGraphicFramePr>
            <a:graphicFrameLocks noGrp="1"/>
          </p:cNvGraphicFramePr>
          <p:nvPr>
            <p:extLst>
              <p:ext uri="{D42A27DB-BD31-4B8C-83A1-F6EECF244321}">
                <p14:modId xmlns:p14="http://schemas.microsoft.com/office/powerpoint/2010/main" val="3059822569"/>
              </p:ext>
            </p:extLst>
          </p:nvPr>
        </p:nvGraphicFramePr>
        <p:xfrm>
          <a:off x="-1" y="-47752"/>
          <a:ext cx="12192001" cy="6905752"/>
        </p:xfrm>
        <a:graphic>
          <a:graphicData uri="http://schemas.openxmlformats.org/drawingml/2006/table">
            <a:tbl>
              <a:tblPr/>
              <a:tblGrid>
                <a:gridCol w="2016954">
                  <a:extLst>
                    <a:ext uri="{9D8B030D-6E8A-4147-A177-3AD203B41FA5}">
                      <a16:colId xmlns:a16="http://schemas.microsoft.com/office/drawing/2014/main" val="20000"/>
                    </a:ext>
                  </a:extLst>
                </a:gridCol>
                <a:gridCol w="1620346">
                  <a:extLst>
                    <a:ext uri="{9D8B030D-6E8A-4147-A177-3AD203B41FA5}">
                      <a16:colId xmlns:a16="http://schemas.microsoft.com/office/drawing/2014/main" val="20001"/>
                    </a:ext>
                  </a:extLst>
                </a:gridCol>
                <a:gridCol w="1591081">
                  <a:extLst>
                    <a:ext uri="{9D8B030D-6E8A-4147-A177-3AD203B41FA5}">
                      <a16:colId xmlns:a16="http://schemas.microsoft.com/office/drawing/2014/main" val="20002"/>
                    </a:ext>
                  </a:extLst>
                </a:gridCol>
                <a:gridCol w="1518174">
                  <a:extLst>
                    <a:ext uri="{9D8B030D-6E8A-4147-A177-3AD203B41FA5}">
                      <a16:colId xmlns:a16="http://schemas.microsoft.com/office/drawing/2014/main" val="20003"/>
                    </a:ext>
                  </a:extLst>
                </a:gridCol>
                <a:gridCol w="1849505">
                  <a:extLst>
                    <a:ext uri="{9D8B030D-6E8A-4147-A177-3AD203B41FA5}">
                      <a16:colId xmlns:a16="http://schemas.microsoft.com/office/drawing/2014/main" val="20004"/>
                    </a:ext>
                  </a:extLst>
                </a:gridCol>
                <a:gridCol w="1858790">
                  <a:extLst>
                    <a:ext uri="{9D8B030D-6E8A-4147-A177-3AD203B41FA5}">
                      <a16:colId xmlns:a16="http://schemas.microsoft.com/office/drawing/2014/main" val="20005"/>
                    </a:ext>
                  </a:extLst>
                </a:gridCol>
                <a:gridCol w="1737151">
                  <a:extLst>
                    <a:ext uri="{9D8B030D-6E8A-4147-A177-3AD203B41FA5}">
                      <a16:colId xmlns:a16="http://schemas.microsoft.com/office/drawing/2014/main" val="20006"/>
                    </a:ext>
                  </a:extLst>
                </a:gridCol>
              </a:tblGrid>
              <a:tr h="204018">
                <a:tc gridSpan="7">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85294">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Carilion Franklin Memorial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Carilion Giles Community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Carilion Roanoke Medical Center</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Carilion New River Valley Medical Center</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Carilion Rockbridge Community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Carilion Tazewell Community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Hospital Days</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4,648</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5,398</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169,834</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26,620</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4,295</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2,579</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2,432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50,306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10,062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2,262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14,331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$40,026.13K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$30,640.86K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$2,497,396K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$310,048.5K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$28,112.42K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$16,810.19K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$142,996.5K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$134,117.5K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$2,075,700K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$540,339.5K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$152,386.3K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$55,242.12K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$20,678.75K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$9,244.428K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$717,804.7K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$111,091K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$16,401.61K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$6,989.168K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$2,508.579K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$712.2312K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$218,247.7K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$7,108.477K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$872.2274K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$1,054.754K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$16,838.8K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$20,684.2K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$1,561,344K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$191,849K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$10,838.58K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$8,766.265K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$2,824.368K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$4,882.822K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$26,118.81K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$4,910.926K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$3,613.301K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$1,511.465K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$39,852.75K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$32,602.96K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$2,548,645K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$304,047K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$28,484.79K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$17,878.98K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$142,377.1K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$142,705.8K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$2,118,296K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$529,880.3K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$154,404.8K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$58,754.43K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$182,229.9K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$175,308.7K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$4,666,941K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$833,927.2K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$182,889.6K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$76,633.42K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$3,617.147K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$-5,667.563K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$-67,725.59K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$21,371.63K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$1,222.432K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$-3,069.644K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37.8%</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37.8%</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59.8%</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56.5%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37.2%</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43.4%</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46.0%</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56.2%</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1244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0.8%</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2475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0435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18288"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0435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0435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0435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Lynchburg VA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$ 5,380</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$ 2,512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27</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195205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FCF19D8-545E-731D-4419-6246D4124BE3}"/>
              </a:ext>
            </a:extLst>
          </p:cNvPr>
          <p:cNvSpPr>
            <a:spLocks noGrp="1"/>
          </p:cNvSpPr>
          <p:nvPr>
            <p:ph sz="half" idx="2"/>
          </p:nvPr>
        </p:nvSpPr>
        <p:spPr>
          <a:xfrm>
            <a:off x="839789" y="3136490"/>
            <a:ext cx="5157787" cy="3053174"/>
          </a:xfrm>
        </p:spPr>
        <p:txBody>
          <a:bodyPr/>
          <a:lstStyle/>
          <a:p>
            <a:r>
              <a:rPr lang="en-US" dirty="0"/>
              <a:t>$4,831,067K in total revenue</a:t>
            </a:r>
          </a:p>
          <a:p>
            <a:r>
              <a:rPr lang="en-US" dirty="0"/>
              <a:t>Expected to take 61% of plan share increase</a:t>
            </a:r>
          </a:p>
          <a:p>
            <a:r>
              <a:rPr lang="en-US" dirty="0"/>
              <a:t>Modeled with 61% of plan costs</a:t>
            </a:r>
          </a:p>
        </p:txBody>
      </p:sp>
      <p:sp>
        <p:nvSpPr>
          <p:cNvPr id="11" name="Content Placeholder 10">
            <a:extLst>
              <a:ext uri="{FF2B5EF4-FFF2-40B4-BE49-F238E27FC236}">
                <a16:creationId xmlns:a16="http://schemas.microsoft.com/office/drawing/2014/main" id="{0F9E9F57-CB23-0765-EE62-18D1ECBC53D0}"/>
              </a:ext>
            </a:extLst>
          </p:cNvPr>
          <p:cNvSpPr>
            <a:spLocks noGrp="1"/>
          </p:cNvSpPr>
          <p:nvPr>
            <p:ph sz="quarter" idx="4"/>
          </p:nvPr>
        </p:nvSpPr>
        <p:spPr>
          <a:xfrm>
            <a:off x="6172202" y="3136490"/>
            <a:ext cx="5183188" cy="3053174"/>
          </a:xfrm>
        </p:spPr>
        <p:txBody>
          <a:bodyPr/>
          <a:lstStyle/>
          <a:p>
            <a:r>
              <a:rPr lang="en-US" dirty="0"/>
              <a:t>$3,088,577K in total revenue</a:t>
            </a:r>
          </a:p>
          <a:p>
            <a:r>
              <a:rPr lang="en-US" dirty="0"/>
              <a:t>Expected to take 39% of plan share increase</a:t>
            </a:r>
          </a:p>
          <a:p>
            <a:r>
              <a:rPr lang="en-US" dirty="0"/>
              <a:t>Modeled with 39% of plan costs</a:t>
            </a:r>
          </a:p>
          <a:p>
            <a:endParaRPr lang="en-US" dirty="0"/>
          </a:p>
        </p:txBody>
      </p:sp>
      <p:sp>
        <p:nvSpPr>
          <p:cNvPr id="4" name="Footer Placeholder 3">
            <a:extLst>
              <a:ext uri="{FF2B5EF4-FFF2-40B4-BE49-F238E27FC236}">
                <a16:creationId xmlns:a16="http://schemas.microsoft.com/office/drawing/2014/main" id="{77917137-DD66-193A-F88C-AA610A095CE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53428F11-1F41-A9D4-7679-FA155FE490AE}"/>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6" name="Title 1">
            <a:extLst>
              <a:ext uri="{FF2B5EF4-FFF2-40B4-BE49-F238E27FC236}">
                <a16:creationId xmlns:a16="http://schemas.microsoft.com/office/drawing/2014/main" id="{2FBBD74E-42C9-33E2-9991-0B7F0AA7F1B8}"/>
              </a:ext>
            </a:extLst>
          </p:cNvPr>
          <p:cNvSpPr txBox="1">
            <a:spLocks/>
          </p:cNvSpPr>
          <p:nvPr/>
        </p:nvSpPr>
        <p:spPr>
          <a:xfrm>
            <a:off x="838202" y="277119"/>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Market Share and Modeled Costs</a:t>
            </a:r>
          </a:p>
          <a:p>
            <a:r>
              <a:rPr lang="en-US" sz="2400" b="1" dirty="0">
                <a:solidFill>
                  <a:schemeClr val="tx1">
                    <a:lumMod val="85000"/>
                    <a:lumOff val="15000"/>
                  </a:schemeClr>
                </a:solidFill>
                <a:latin typeface="Arial" panose="020B0604020202020204" pitchFamily="34" charset="0"/>
                <a:cs typeface="Arial" panose="020B0604020202020204" pitchFamily="34" charset="0"/>
              </a:rPr>
              <a:t>Carilion and Centra Sharing Tier 1</a:t>
            </a:r>
          </a:p>
        </p:txBody>
      </p:sp>
      <p:pic>
        <p:nvPicPr>
          <p:cNvPr id="12" name="Picture 2" descr="2023 NCC Award Winner: Carilion Roanoke Memorial Hospital - BCEN">
            <a:extLst>
              <a:ext uri="{FF2B5EF4-FFF2-40B4-BE49-F238E27FC236}">
                <a16:creationId xmlns:a16="http://schemas.microsoft.com/office/drawing/2014/main" id="{E724960C-5080-D6D2-E7ED-74E7CA8EF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503" y="1769369"/>
            <a:ext cx="2957804" cy="99787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1D74D0C-8180-2A7D-8A9D-DD5BC998B3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86188" y="1339812"/>
            <a:ext cx="2596818" cy="1470487"/>
          </a:xfrm>
          <a:prstGeom prst="rect">
            <a:avLst/>
          </a:prstGeom>
        </p:spPr>
      </p:pic>
    </p:spTree>
    <p:extLst>
      <p:ext uri="{BB962C8B-B14F-4D97-AF65-F5344CB8AC3E}">
        <p14:creationId xmlns:p14="http://schemas.microsoft.com/office/powerpoint/2010/main" val="1842402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29</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3"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5CE55F3-C7E6-467F-1BAD-415B5927AE69}"/>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CareLuminate expects this network to have steerage in the range of 85%-90% given current market dominance of Centra and Carilion. </a:t>
            </a:r>
          </a:p>
        </p:txBody>
      </p:sp>
    </p:spTree>
    <p:extLst>
      <p:ext uri="{BB962C8B-B14F-4D97-AF65-F5344CB8AC3E}">
        <p14:creationId xmlns:p14="http://schemas.microsoft.com/office/powerpoint/2010/main" val="3616502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30</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145214814"/>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$ 6,805,700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$ 12,374,000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$ 2,260,800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$ 21,440,500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$ 2,539,449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$ 4,617,180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$ 843,585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$ 8,000,214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720516610"/>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$ 1,427,033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$ 36,600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$ 1,463,633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-$ 91,500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-$ 109,800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$ 1,262,333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2441044369"/>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$ 8,655,075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$ 13,988,000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$ 6,531,200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$ 29,174,275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$ 2,796,763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$ 4,520,021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$ 2,110,463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$ 9,427,248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Assuming proportional revenues from market shares of 32% (inpatient) and 21%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24% (75%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77.42% market share based on KBA narrow network DTE experience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19%,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327081347"/>
              </p:ext>
            </p:extLst>
          </p:nvPr>
        </p:nvGraphicFramePr>
        <p:xfrm>
          <a:off x="0" y="0"/>
          <a:ext cx="12192002" cy="63500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$2,144.1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$4,288.1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$21,440.5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$42,881.0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$85,762.0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$1,600.0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$8,000.2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$16,000.4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$32,000.9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$2,917.4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$5,834.9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$29,174.3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$58,348.6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$116,697.1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$773.4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$1,546.8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$7,733.8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$15,467.5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$30,935.1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$942.7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$1,885.4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$9,427.2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$18,854.5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$37,709.0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$285.4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$1,427.0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$2,854.1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$5,708.1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$146.4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$-54.9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$91.4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$1,262.3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$2,726.0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$5,653.2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942647254"/>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$27,222.8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$253.9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$507.9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$2,539.4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$5,078.9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$10,157.8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$1,731.0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$8,655.1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$17,310.2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$34,620.3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DTE Group </a:t>
                      </a:r>
                      <a:r>
                        <a:rPr sz="1100" b="0" i="0" u="none" cap="none" dirty="0" err="1">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$2,796.8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$5,593.5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$11,187.1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$184.9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$1,849.4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$7,397.5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$514.6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$2,474.8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$24,748.0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$49,496.0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$461.7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$923.4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$4,617.2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$9,234.4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$18,468.7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$1,398.8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$2,797.6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$13,988.0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$27,976.0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$55,952.0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$904.0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$9,040.0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$18,080.1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$3,228.0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$6,456.0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$-388.6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$226.1</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$2,260.8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$4,521.6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$9,043.2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$3,374.3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$1,306.2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$6,531.2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$13,062.4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$26,124.8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$8,441.9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$4,270.4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$8,540.8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$17,081.6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$253.4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$1,266.9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$2,533.8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$5,067.5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542569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047428222"/>
              </p:ext>
            </p:extLst>
          </p:nvPr>
        </p:nvGraphicFramePr>
        <p:xfrm>
          <a:off x="0" y="0"/>
          <a:ext cx="12192002" cy="63500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$2,144.1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$4,288.1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$21,440.5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$42,881.0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$85,762.0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$941.2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$1,882.4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$9,412.0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$18,824.0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$37,648.1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$6,116.0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$30,580.0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$61,160.0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$122,320.0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$1,827.9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$9,139.5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$18,279.0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$36,558.0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$1,189.5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$2,379.0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$11,895.1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$23,790.2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$47,580.4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$2,483.1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$4,966.2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$9,932.3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$146.4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$302.6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$2,318.4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$4,838.1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$9,877.4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695322318"/>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60% Inpatient/55% Outpatient Within-Plan Steerage and a Commercial Margin of 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$27,222.8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$2,987.6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$5,975.2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$11,950.3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$8,877.0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$35,508.0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$3,453.0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$6,906.0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$13,812.0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$4,142.6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$8,285.2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$465.4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$930.8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$1,861.7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$49,496.0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$5,432.0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$10,864.0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$21,727.9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$29,590.0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$59,180.0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$5,755.0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$11,510.0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$23,020.0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$4,842.0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$9,684.0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$646.1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$1,292.1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$226.1</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$2,260.8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$9,043.2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$992.5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$1,984.9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$3,969.8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$6,908.0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$13,816.0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$27,632.0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$2,687.1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$5,374.2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$10,748.4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$4,647.2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$9,294.4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$18,588.8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$169.5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$338.9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$1,694.6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$3,389.3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$6,778.6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435691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189510794"/>
              </p:ext>
            </p:extLst>
          </p:nvPr>
        </p:nvGraphicFramePr>
        <p:xfrm>
          <a:off x="0" y="0"/>
          <a:ext cx="12192002" cy="63500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$2,144.1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$4,288.1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$21,440.5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$42,881.0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$85,762.0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$1,317.7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$6,588.4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$13,176.8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$26,353.6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$2,776.9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$5,553.7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$27,768.5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$55,537.1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$111,074.2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$1,265.6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$6,328.1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$12,656.1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$25,312.2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$714.5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$1,428.9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$7,144.5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$14,289.0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$28,578.1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$1,112.2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$2,224.4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$146.4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$109.8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$-142.0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$-82.8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$391.4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$984.1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$2,169.5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2359086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28859610"/>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57% Inpatient/49% Outpatient Within-Plan Steerage and a Commercial Margin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$27,222.8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$4,182.6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$8,365.2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$843.3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$8,433.1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$16,866.3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$33,732.6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$217.0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$433.9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$4,339.5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$8,679.0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$325.5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$3,254.9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$6,509.8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$313.8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$12,374.0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$49,496.0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$3,802.4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$7,604.8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$15,209.5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$2,636.2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$13,181.0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$26,362.0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$52,724.0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$3,228.0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$-822.1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$226.1</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$2,260.8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$9,043.2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$2,778.9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$6,154.4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$12,308.8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$24,617.6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$316.7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$3,166.9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$6,333.8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$3,893.6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$7,787.2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$15,574.4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$888.7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$1,777.5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$3,554.9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Carilion’s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Carilion</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Complete Transparency</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Benefit Plan 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37</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785674803"/>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Carilion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Carilion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565944614"/>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41</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45351</TotalTime>
  <Words>5940</Words>
  <Application>Microsoft Office PowerPoint</Application>
  <PresentationFormat>Widescreen</PresentationFormat>
  <Paragraphs>1726</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Market Leader in Private Labeled DTE Plans</vt:lpstr>
      <vt:lpstr>Direct-to-Employer (DTE)  Your Health Plan Focused on a Direct Relationship with Self-Funded Employers in Your Market</vt:lpstr>
      <vt:lpstr>DTE Keys to Success for Carilion Clinic and Centra</vt:lpstr>
      <vt:lpstr>Every $1 of Care</vt:lpstr>
      <vt:lpstr>Direct-to-Employer Strategy: Powerful Employer Value</vt:lpstr>
      <vt:lpstr>Significant Opportunity for Plan Growth Researched for Roanoke and Lynchburg Hospital Referral Regions*</vt:lpstr>
      <vt:lpstr>Estimated Financial Returns and Assumptions</vt:lpstr>
      <vt:lpstr>FOUR-YEAR PROJECTIONS</vt:lpstr>
      <vt:lpstr>Direct-to-Employer Strategy: Only Available to Premier Health Systems</vt:lpstr>
      <vt:lpstr>Critical for Success: Strong Brand and Care Quality</vt:lpstr>
      <vt:lpstr>Carilion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Carilion 2021 Inpatient Payer Mix</vt:lpstr>
      <vt:lpstr>Estimation of Margin for Commercial vs. Government Pay</vt:lpstr>
      <vt:lpstr>Estimating Market Share</vt:lpstr>
      <vt:lpstr>PowerPoint Presentation</vt:lpstr>
      <vt:lpstr>Estimating PMPY Spend (KBA Data)</vt:lpstr>
      <vt:lpstr>PowerPoint Presentation</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106</cp:revision>
  <cp:lastPrinted>2023-07-13T10:24:43Z</cp:lastPrinted>
  <dcterms:created xsi:type="dcterms:W3CDTF">2021-01-20T14:12:11Z</dcterms:created>
  <dcterms:modified xsi:type="dcterms:W3CDTF">2024-08-09T20:22:46Z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