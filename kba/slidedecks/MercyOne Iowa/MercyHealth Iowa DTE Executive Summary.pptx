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7"/>
  </p:notesMasterIdLst>
  <p:sldIdLst>
    <p:sldId id="588" r:id="rId8"/>
    <p:sldId id="454" r:id="rId9"/>
    <p:sldId id="549" r:id="rId10"/>
    <p:sldId id="559" r:id="rId11"/>
    <p:sldId id="580" r:id="rId12"/>
    <p:sldId id="582" r:id="rId13"/>
    <p:sldId id="548" r:id="rId14"/>
    <p:sldId id="536" r:id="rId15"/>
    <p:sldId id="472" r:id="rId16"/>
  </p:sldIdLst>
  <p:sldSz cx="12192000" cy="6858000"/>
  <p:notesSz cx="7315200" cy="96012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102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5272727B-6914-4640-9E56-B3E4376C5A3A}"/>
    <pc:docChg chg="delSld delMainMaster">
      <pc:chgData name="Taylor Davis" userId="5c9e72a0-c39f-4aa1-9d7d-64125e78cbe6" providerId="ADAL" clId="{5272727B-6914-4640-9E56-B3E4376C5A3A}" dt="2025-02-14T00:43:33.391" v="5" actId="47"/>
      <pc:docMkLst>
        <pc:docMk/>
      </pc:docMkLst>
      <pc:sldChg chg="del">
        <pc:chgData name="Taylor Davis" userId="5c9e72a0-c39f-4aa1-9d7d-64125e78cbe6" providerId="ADAL" clId="{5272727B-6914-4640-9E56-B3E4376C5A3A}" dt="2025-02-14T00:43:33.391" v="5" actId="47"/>
        <pc:sldMkLst>
          <pc:docMk/>
          <pc:sldMk cId="0" sldId="256"/>
        </pc:sldMkLst>
      </pc:sldChg>
      <pc:sldChg chg="del">
        <pc:chgData name="Taylor Davis" userId="5c9e72a0-c39f-4aa1-9d7d-64125e78cbe6" providerId="ADAL" clId="{5272727B-6914-4640-9E56-B3E4376C5A3A}" dt="2025-02-14T00:43:24.926" v="3" actId="47"/>
        <pc:sldMkLst>
          <pc:docMk/>
          <pc:sldMk cId="3543401867" sldId="281"/>
        </pc:sldMkLst>
      </pc:sldChg>
      <pc:sldChg chg="del">
        <pc:chgData name="Taylor Davis" userId="5c9e72a0-c39f-4aa1-9d7d-64125e78cbe6" providerId="ADAL" clId="{5272727B-6914-4640-9E56-B3E4376C5A3A}" dt="2025-02-14T00:43:24.926" v="3" actId="47"/>
        <pc:sldMkLst>
          <pc:docMk/>
          <pc:sldMk cId="2605732402" sldId="283"/>
        </pc:sldMkLst>
      </pc:sldChg>
      <pc:sldChg chg="del">
        <pc:chgData name="Taylor Davis" userId="5c9e72a0-c39f-4aa1-9d7d-64125e78cbe6" providerId="ADAL" clId="{5272727B-6914-4640-9E56-B3E4376C5A3A}" dt="2025-02-14T00:43:24.926" v="3" actId="47"/>
        <pc:sldMkLst>
          <pc:docMk/>
          <pc:sldMk cId="514031403" sldId="285"/>
        </pc:sldMkLst>
      </pc:sldChg>
      <pc:sldChg chg="del">
        <pc:chgData name="Taylor Davis" userId="5c9e72a0-c39f-4aa1-9d7d-64125e78cbe6" providerId="ADAL" clId="{5272727B-6914-4640-9E56-B3E4376C5A3A}" dt="2025-02-14T00:43:33.391" v="5" actId="47"/>
        <pc:sldMkLst>
          <pc:docMk/>
          <pc:sldMk cId="211951504" sldId="325"/>
        </pc:sldMkLst>
      </pc:sldChg>
      <pc:sldChg chg="del">
        <pc:chgData name="Taylor Davis" userId="5c9e72a0-c39f-4aa1-9d7d-64125e78cbe6" providerId="ADAL" clId="{5272727B-6914-4640-9E56-B3E4376C5A3A}" dt="2025-02-14T00:43:33.391" v="5" actId="47"/>
        <pc:sldMkLst>
          <pc:docMk/>
          <pc:sldMk cId="225422285" sldId="326"/>
        </pc:sldMkLst>
      </pc:sldChg>
      <pc:sldChg chg="del">
        <pc:chgData name="Taylor Davis" userId="5c9e72a0-c39f-4aa1-9d7d-64125e78cbe6" providerId="ADAL" clId="{5272727B-6914-4640-9E56-B3E4376C5A3A}" dt="2025-02-14T00:43:06.254" v="1" actId="47"/>
        <pc:sldMkLst>
          <pc:docMk/>
          <pc:sldMk cId="4059548579" sldId="452"/>
        </pc:sldMkLst>
      </pc:sldChg>
      <pc:sldChg chg="del">
        <pc:chgData name="Taylor Davis" userId="5c9e72a0-c39f-4aa1-9d7d-64125e78cbe6" providerId="ADAL" clId="{5272727B-6914-4640-9E56-B3E4376C5A3A}" dt="2025-02-14T00:43:24.926" v="3" actId="47"/>
        <pc:sldMkLst>
          <pc:docMk/>
          <pc:sldMk cId="1700621358" sldId="456"/>
        </pc:sldMkLst>
      </pc:sldChg>
      <pc:sldChg chg="del">
        <pc:chgData name="Taylor Davis" userId="5c9e72a0-c39f-4aa1-9d7d-64125e78cbe6" providerId="ADAL" clId="{5272727B-6914-4640-9E56-B3E4376C5A3A}" dt="2025-02-14T00:43:24.926" v="3" actId="47"/>
        <pc:sldMkLst>
          <pc:docMk/>
          <pc:sldMk cId="3958060990" sldId="458"/>
        </pc:sldMkLst>
      </pc:sldChg>
      <pc:sldChg chg="del">
        <pc:chgData name="Taylor Davis" userId="5c9e72a0-c39f-4aa1-9d7d-64125e78cbe6" providerId="ADAL" clId="{5272727B-6914-4640-9E56-B3E4376C5A3A}" dt="2025-02-14T00:43:02.186" v="0" actId="47"/>
        <pc:sldMkLst>
          <pc:docMk/>
          <pc:sldMk cId="1714126014" sldId="466"/>
        </pc:sldMkLst>
      </pc:sldChg>
      <pc:sldChg chg="del">
        <pc:chgData name="Taylor Davis" userId="5c9e72a0-c39f-4aa1-9d7d-64125e78cbe6" providerId="ADAL" clId="{5272727B-6914-4640-9E56-B3E4376C5A3A}" dt="2025-02-14T00:43:24.926" v="3" actId="47"/>
        <pc:sldMkLst>
          <pc:docMk/>
          <pc:sldMk cId="2680122054" sldId="469"/>
        </pc:sldMkLst>
      </pc:sldChg>
      <pc:sldChg chg="del">
        <pc:chgData name="Taylor Davis" userId="5c9e72a0-c39f-4aa1-9d7d-64125e78cbe6" providerId="ADAL" clId="{5272727B-6914-4640-9E56-B3E4376C5A3A}" dt="2025-02-14T00:43:24.926" v="3" actId="47"/>
        <pc:sldMkLst>
          <pc:docMk/>
          <pc:sldMk cId="3325436177" sldId="489"/>
        </pc:sldMkLst>
      </pc:sldChg>
      <pc:sldChg chg="del">
        <pc:chgData name="Taylor Davis" userId="5c9e72a0-c39f-4aa1-9d7d-64125e78cbe6" providerId="ADAL" clId="{5272727B-6914-4640-9E56-B3E4376C5A3A}" dt="2025-02-14T00:43:33.391" v="5" actId="47"/>
        <pc:sldMkLst>
          <pc:docMk/>
          <pc:sldMk cId="2660124243" sldId="491"/>
        </pc:sldMkLst>
      </pc:sldChg>
      <pc:sldChg chg="del">
        <pc:chgData name="Taylor Davis" userId="5c9e72a0-c39f-4aa1-9d7d-64125e78cbe6" providerId="ADAL" clId="{5272727B-6914-4640-9E56-B3E4376C5A3A}" dt="2025-02-14T00:43:33.391" v="5" actId="47"/>
        <pc:sldMkLst>
          <pc:docMk/>
          <pc:sldMk cId="3144192130" sldId="498"/>
        </pc:sldMkLst>
      </pc:sldChg>
      <pc:sldChg chg="del">
        <pc:chgData name="Taylor Davis" userId="5c9e72a0-c39f-4aa1-9d7d-64125e78cbe6" providerId="ADAL" clId="{5272727B-6914-4640-9E56-B3E4376C5A3A}" dt="2025-02-14T00:43:24.926" v="3" actId="47"/>
        <pc:sldMkLst>
          <pc:docMk/>
          <pc:sldMk cId="2203540903" sldId="499"/>
        </pc:sldMkLst>
      </pc:sldChg>
      <pc:sldChg chg="del">
        <pc:chgData name="Taylor Davis" userId="5c9e72a0-c39f-4aa1-9d7d-64125e78cbe6" providerId="ADAL" clId="{5272727B-6914-4640-9E56-B3E4376C5A3A}" dt="2025-02-14T00:43:24.926" v="3" actId="47"/>
        <pc:sldMkLst>
          <pc:docMk/>
          <pc:sldMk cId="500461553" sldId="521"/>
        </pc:sldMkLst>
      </pc:sldChg>
      <pc:sldChg chg="del">
        <pc:chgData name="Taylor Davis" userId="5c9e72a0-c39f-4aa1-9d7d-64125e78cbe6" providerId="ADAL" clId="{5272727B-6914-4640-9E56-B3E4376C5A3A}" dt="2025-02-14T00:43:24.926" v="3" actId="47"/>
        <pc:sldMkLst>
          <pc:docMk/>
          <pc:sldMk cId="36791873" sldId="525"/>
        </pc:sldMkLst>
      </pc:sldChg>
      <pc:sldChg chg="del">
        <pc:chgData name="Taylor Davis" userId="5c9e72a0-c39f-4aa1-9d7d-64125e78cbe6" providerId="ADAL" clId="{5272727B-6914-4640-9E56-B3E4376C5A3A}" dt="2025-02-14T00:43:11.222" v="2" actId="47"/>
        <pc:sldMkLst>
          <pc:docMk/>
          <pc:sldMk cId="3470905217" sldId="558"/>
        </pc:sldMkLst>
      </pc:sldChg>
      <pc:sldChg chg="del">
        <pc:chgData name="Taylor Davis" userId="5c9e72a0-c39f-4aa1-9d7d-64125e78cbe6" providerId="ADAL" clId="{5272727B-6914-4640-9E56-B3E4376C5A3A}" dt="2025-02-14T00:43:24.926" v="3" actId="47"/>
        <pc:sldMkLst>
          <pc:docMk/>
          <pc:sldMk cId="4064752386" sldId="564"/>
        </pc:sldMkLst>
      </pc:sldChg>
      <pc:sldChg chg="del">
        <pc:chgData name="Taylor Davis" userId="5c9e72a0-c39f-4aa1-9d7d-64125e78cbe6" providerId="ADAL" clId="{5272727B-6914-4640-9E56-B3E4376C5A3A}" dt="2025-02-14T00:43:24.926" v="3" actId="47"/>
        <pc:sldMkLst>
          <pc:docMk/>
          <pc:sldMk cId="0" sldId="571"/>
        </pc:sldMkLst>
      </pc:sldChg>
      <pc:sldChg chg="del">
        <pc:chgData name="Taylor Davis" userId="5c9e72a0-c39f-4aa1-9d7d-64125e78cbe6" providerId="ADAL" clId="{5272727B-6914-4640-9E56-B3E4376C5A3A}" dt="2025-02-14T00:43:33.391" v="5" actId="47"/>
        <pc:sldMkLst>
          <pc:docMk/>
          <pc:sldMk cId="0" sldId="572"/>
        </pc:sldMkLst>
      </pc:sldChg>
      <pc:sldChg chg="del">
        <pc:chgData name="Taylor Davis" userId="5c9e72a0-c39f-4aa1-9d7d-64125e78cbe6" providerId="ADAL" clId="{5272727B-6914-4640-9E56-B3E4376C5A3A}" dt="2025-02-14T00:43:33.391" v="5" actId="47"/>
        <pc:sldMkLst>
          <pc:docMk/>
          <pc:sldMk cId="1064222983" sldId="574"/>
        </pc:sldMkLst>
      </pc:sldChg>
      <pc:sldChg chg="del">
        <pc:chgData name="Taylor Davis" userId="5c9e72a0-c39f-4aa1-9d7d-64125e78cbe6" providerId="ADAL" clId="{5272727B-6914-4640-9E56-B3E4376C5A3A}" dt="2025-02-14T00:43:33.391" v="5" actId="47"/>
        <pc:sldMkLst>
          <pc:docMk/>
          <pc:sldMk cId="3790917938" sldId="575"/>
        </pc:sldMkLst>
      </pc:sldChg>
      <pc:sldChg chg="del">
        <pc:chgData name="Taylor Davis" userId="5c9e72a0-c39f-4aa1-9d7d-64125e78cbe6" providerId="ADAL" clId="{5272727B-6914-4640-9E56-B3E4376C5A3A}" dt="2025-02-14T00:43:24.926" v="3" actId="47"/>
        <pc:sldMkLst>
          <pc:docMk/>
          <pc:sldMk cId="838631500" sldId="583"/>
        </pc:sldMkLst>
      </pc:sldChg>
      <pc:sldChg chg="del">
        <pc:chgData name="Taylor Davis" userId="5c9e72a0-c39f-4aa1-9d7d-64125e78cbe6" providerId="ADAL" clId="{5272727B-6914-4640-9E56-B3E4376C5A3A}" dt="2025-02-14T00:43:28.746" v="4" actId="47"/>
        <pc:sldMkLst>
          <pc:docMk/>
          <pc:sldMk cId="2011724879" sldId="585"/>
        </pc:sldMkLst>
      </pc:sldChg>
      <pc:sldChg chg="del">
        <pc:chgData name="Taylor Davis" userId="5c9e72a0-c39f-4aa1-9d7d-64125e78cbe6" providerId="ADAL" clId="{5272727B-6914-4640-9E56-B3E4376C5A3A}" dt="2025-02-14T00:43:24.926" v="3" actId="47"/>
        <pc:sldMkLst>
          <pc:docMk/>
          <pc:sldMk cId="4042275972" sldId="613"/>
        </pc:sldMkLst>
      </pc:sldChg>
      <pc:sldChg chg="del">
        <pc:chgData name="Taylor Davis" userId="5c9e72a0-c39f-4aa1-9d7d-64125e78cbe6" providerId="ADAL" clId="{5272727B-6914-4640-9E56-B3E4376C5A3A}" dt="2025-02-14T00:43:24.926" v="3" actId="47"/>
        <pc:sldMkLst>
          <pc:docMk/>
          <pc:sldMk cId="1281542618" sldId="614"/>
        </pc:sldMkLst>
      </pc:sldChg>
      <pc:sldChg chg="del">
        <pc:chgData name="Taylor Davis" userId="5c9e72a0-c39f-4aa1-9d7d-64125e78cbe6" providerId="ADAL" clId="{5272727B-6914-4640-9E56-B3E4376C5A3A}" dt="2025-02-14T00:43:24.926" v="3" actId="47"/>
        <pc:sldMkLst>
          <pc:docMk/>
          <pc:sldMk cId="2174952421" sldId="2145726856"/>
        </pc:sldMkLst>
      </pc:sldChg>
      <pc:sldChg chg="del">
        <pc:chgData name="Taylor Davis" userId="5c9e72a0-c39f-4aa1-9d7d-64125e78cbe6" providerId="ADAL" clId="{5272727B-6914-4640-9E56-B3E4376C5A3A}" dt="2025-02-14T00:43:24.926" v="3" actId="47"/>
        <pc:sldMkLst>
          <pc:docMk/>
          <pc:sldMk cId="4161310751" sldId="2145726857"/>
        </pc:sldMkLst>
      </pc:sldChg>
      <pc:sldChg chg="del">
        <pc:chgData name="Taylor Davis" userId="5c9e72a0-c39f-4aa1-9d7d-64125e78cbe6" providerId="ADAL" clId="{5272727B-6914-4640-9E56-B3E4376C5A3A}" dt="2025-02-14T00:43:24.926" v="3" actId="47"/>
        <pc:sldMkLst>
          <pc:docMk/>
          <pc:sldMk cId="1389453819" sldId="2145726859"/>
        </pc:sldMkLst>
      </pc:sldChg>
      <pc:sldChg chg="del">
        <pc:chgData name="Taylor Davis" userId="5c9e72a0-c39f-4aa1-9d7d-64125e78cbe6" providerId="ADAL" clId="{5272727B-6914-4640-9E56-B3E4376C5A3A}" dt="2025-02-14T00:43:24.926" v="3" actId="47"/>
        <pc:sldMkLst>
          <pc:docMk/>
          <pc:sldMk cId="0" sldId="2145726864"/>
        </pc:sldMkLst>
      </pc:sldChg>
      <pc:sldChg chg="del">
        <pc:chgData name="Taylor Davis" userId="5c9e72a0-c39f-4aa1-9d7d-64125e78cbe6" providerId="ADAL" clId="{5272727B-6914-4640-9E56-B3E4376C5A3A}" dt="2025-02-14T00:43:24.926" v="3" actId="47"/>
        <pc:sldMkLst>
          <pc:docMk/>
          <pc:sldMk cId="1010235892" sldId="2145726866"/>
        </pc:sldMkLst>
      </pc:sldChg>
      <pc:sldChg chg="del">
        <pc:chgData name="Taylor Davis" userId="5c9e72a0-c39f-4aa1-9d7d-64125e78cbe6" providerId="ADAL" clId="{5272727B-6914-4640-9E56-B3E4376C5A3A}" dt="2025-02-14T00:43:02.186" v="0" actId="47"/>
        <pc:sldMkLst>
          <pc:docMk/>
          <pc:sldMk cId="0" sldId="2145726867"/>
        </pc:sldMkLst>
      </pc:sldChg>
      <pc:sldChg chg="del">
        <pc:chgData name="Taylor Davis" userId="5c9e72a0-c39f-4aa1-9d7d-64125e78cbe6" providerId="ADAL" clId="{5272727B-6914-4640-9E56-B3E4376C5A3A}" dt="2025-02-14T00:43:24.926" v="3" actId="47"/>
        <pc:sldMkLst>
          <pc:docMk/>
          <pc:sldMk cId="4087636236" sldId="2145726868"/>
        </pc:sldMkLst>
      </pc:sldChg>
      <pc:sldChg chg="del">
        <pc:chgData name="Taylor Davis" userId="5c9e72a0-c39f-4aa1-9d7d-64125e78cbe6" providerId="ADAL" clId="{5272727B-6914-4640-9E56-B3E4376C5A3A}" dt="2025-02-14T00:43:02.186" v="0" actId="47"/>
        <pc:sldMkLst>
          <pc:docMk/>
          <pc:sldMk cId="3306748702" sldId="2145726869"/>
        </pc:sldMkLst>
      </pc:sldChg>
      <pc:sldMasterChg chg="del delSldLayout">
        <pc:chgData name="Taylor Davis" userId="5c9e72a0-c39f-4aa1-9d7d-64125e78cbe6" providerId="ADAL" clId="{5272727B-6914-4640-9E56-B3E4376C5A3A}" dt="2025-02-14T00:43:24.926" v="3" actId="47"/>
        <pc:sldMasterMkLst>
          <pc:docMk/>
          <pc:sldMasterMk cId="1265540980" sldId="2147483785"/>
        </pc:sldMasterMkLst>
        <pc:sldLayoutChg chg="del">
          <pc:chgData name="Taylor Davis" userId="5c9e72a0-c39f-4aa1-9d7d-64125e78cbe6" providerId="ADAL" clId="{5272727B-6914-4640-9E56-B3E4376C5A3A}" dt="2025-02-14T00:43:24.926" v="3" actId="47"/>
          <pc:sldLayoutMkLst>
            <pc:docMk/>
            <pc:sldMasterMk cId="1265540980" sldId="2147483785"/>
            <pc:sldLayoutMk cId="2498378428" sldId="2147483786"/>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2601881731" sldId="2147483787"/>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1562686733" sldId="2147483788"/>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4003081434" sldId="2147483789"/>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1910118790" sldId="2147483790"/>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3711328393" sldId="2147483791"/>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1423940963" sldId="2147483792"/>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4032606110" sldId="2147483793"/>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2254392230" sldId="2147483794"/>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1920540095" sldId="2147483795"/>
          </pc:sldLayoutMkLst>
        </pc:sldLayoutChg>
        <pc:sldLayoutChg chg="del">
          <pc:chgData name="Taylor Davis" userId="5c9e72a0-c39f-4aa1-9d7d-64125e78cbe6" providerId="ADAL" clId="{5272727B-6914-4640-9E56-B3E4376C5A3A}" dt="2025-02-14T00:43:24.926" v="3"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5272727B-6914-4640-9E56-B3E4376C5A3A}" dt="2025-02-14T00:43:24.926" v="3" actId="47"/>
        <pc:sldMasterMkLst>
          <pc:docMk/>
          <pc:sldMasterMk cId="3563936643" sldId="2147483797"/>
        </pc:sldMasterMkLst>
        <pc:sldLayoutChg chg="del">
          <pc:chgData name="Taylor Davis" userId="5c9e72a0-c39f-4aa1-9d7d-64125e78cbe6" providerId="ADAL" clId="{5272727B-6914-4640-9E56-B3E4376C5A3A}" dt="2025-02-14T00:43:24.926" v="3" actId="47"/>
          <pc:sldLayoutMkLst>
            <pc:docMk/>
            <pc:sldMasterMk cId="3563936643" sldId="2147483797"/>
            <pc:sldLayoutMk cId="2824293841" sldId="2147483798"/>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150421858" sldId="2147483799"/>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2298163207" sldId="2147483800"/>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1991304296" sldId="2147483801"/>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1121920882" sldId="2147483802"/>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2885874120" sldId="2147483803"/>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1906534417" sldId="2147483804"/>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491300616" sldId="2147483805"/>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2921565179" sldId="2147483806"/>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1159210513" sldId="2147483807"/>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1217176151" sldId="2147483808"/>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895843817" sldId="2147483809"/>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684719445" sldId="2147483810"/>
          </pc:sldLayoutMkLst>
        </pc:sldLayoutChg>
        <pc:sldLayoutChg chg="del">
          <pc:chgData name="Taylor Davis" userId="5c9e72a0-c39f-4aa1-9d7d-64125e78cbe6" providerId="ADAL" clId="{5272727B-6914-4640-9E56-B3E4376C5A3A}" dt="2025-02-14T00:43:24.926" v="3"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2/13/2025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2/13/2025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2/13/2025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2/13/2025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2/13/2025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2/13/2025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2/13/2025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2/13/2025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2/13/2025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2/13/2025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2/13/2025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2/13/2025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2/13/2025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2/13/2025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2/13/2025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2/13/2025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2/13/2025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2/13/2025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2/13/2025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2/13/2025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21.svg"/><Relationship Id="rId11" Type="http://schemas.openxmlformats.org/officeDocument/2006/relationships/image" Target="../media/image10.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MercyOne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2,000+ Employers       400,000</a:t>
            </a:r>
            <a:r>
              <a:rPr lang="en-US" sz="1600" spc="200" dirty="0">
                <a:latin typeface="Montserrat" panose="00000500000000000000" pitchFamily="2" charset="0"/>
                <a:cs typeface="+mj-cs"/>
                <a:sym typeface="Wingdings" panose="05000000000000000000" pitchFamily="2" charset="2"/>
              </a:rPr>
              <a:t>+ Employees       600,000+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936906749"/>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1,079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468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191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26</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80,900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93,900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133,700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156,000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145,600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126,400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169,000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240,700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223,200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280,800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0" y="2153159"/>
            <a:ext cx="4866035" cy="4049478"/>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646331"/>
          </a:xfrm>
          <a:prstGeom prst="rect">
            <a:avLst/>
          </a:prstGeom>
          <a:noFill/>
        </p:spPr>
        <p:txBody>
          <a:bodyPr wrap="square" rtlCol="0">
            <a:spAutoFit/>
          </a:bodyPr>
          <a:lstStyle/>
          <a:p>
            <a:r>
              <a:rPr lang="en-US" sz="900" dirty="0">
                <a:solidFill/>
                <a:latin typeface="Montserrat" panose="00000500000000000000" pitchFamily="2" charset="0"/>
              </a:rPr>
              <a:t>Estimates includes the MercyOne service area in Carroll, Henry, Jo Daviess, Rock Island, Whiteside, Appanoose, Benton, Black Hawk, Boone, Bremer, Buchanan, Butler, Cerro Gordo, Chickasaw, Clayton, Clinton, Dallas, Delaware, Dubuque, Fayette, Floyd, Franklin, Grundy, Hancock, Howard, Jackson, Jasper, Linn, Madison, Marion, Marshall, Mitchell, Monona, O'Brien, Plymouth, Polk, Poweshiek, Scott, Sioux, Story, Tama, Warren, Wayne, Winnebago, Woodbury, Worth, Wright, Freeborn, Mower, Dakota, Dixon, Thurston, Clay, Union, Grant, and Lafayette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1,664K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964K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721K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436K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$8.95M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$0.67M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$55.34M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$5.16M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$115.84M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$10.94M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971.5K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334.6K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833.5K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1,490.1K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745.8K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1,471.1K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2,424.9K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604.2K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2,340.9K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818.4K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341.2K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670.8K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$ 5,900,611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$ 6,347,371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$ 2,964,168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$ 15,212,150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$ 531,055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$ 571,263.4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$ 266,775.1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$ 1,369,093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$ 1,542,909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$ 63,600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$ 1,547,709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$ 1,426,509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$ 9,802,260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$ 15,373,858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$ 7,179,461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$ 32,355,578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$ 882,203.4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$ 1,383,647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$ 646,151.5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$ 2,912,002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40% (inpatient) and 24%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9% (100%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9%,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9</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46173</TotalTime>
  <Words>880</Words>
  <Application>Microsoft Office PowerPoint</Application>
  <PresentationFormat>Widescreen</PresentationFormat>
  <Paragraphs>276</Paragraphs>
  <Slides>9</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9</vt:i4>
      </vt:variant>
    </vt:vector>
  </HeadingPairs>
  <TitlesOfParts>
    <vt:vector size="16"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2025-02-14T00:43:33Z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